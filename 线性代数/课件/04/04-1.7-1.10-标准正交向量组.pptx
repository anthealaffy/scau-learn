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12" r:id="rId5"/>
    <p:sldId id="313" r:id="rId6"/>
    <p:sldId id="314" r:id="rId7"/>
    <p:sldId id="315" r:id="rId8"/>
    <p:sldId id="325" r:id="rId9"/>
    <p:sldId id="326" r:id="rId10"/>
    <p:sldId id="286" r:id="rId11"/>
    <p:sldId id="287" r:id="rId12"/>
    <p:sldId id="327" r:id="rId13"/>
    <p:sldId id="328" r:id="rId14"/>
    <p:sldId id="329" r:id="rId15"/>
    <p:sldId id="258" r:id="rId16"/>
    <p:sldId id="264" r:id="rId17"/>
    <p:sldId id="276" r:id="rId18"/>
    <p:sldId id="265" r:id="rId19"/>
    <p:sldId id="300" r:id="rId20"/>
    <p:sldId id="266" r:id="rId21"/>
    <p:sldId id="301" r:id="rId22"/>
    <p:sldId id="302" r:id="rId23"/>
    <p:sldId id="284" r:id="rId24"/>
    <p:sldId id="285" r:id="rId25"/>
    <p:sldId id="278" r:id="rId26"/>
    <p:sldId id="303" r:id="rId27"/>
    <p:sldId id="304" r:id="rId28"/>
    <p:sldId id="279" r:id="rId29"/>
    <p:sldId id="280" r:id="rId30"/>
    <p:sldId id="282" r:id="rId31"/>
    <p:sldId id="281" r:id="rId32"/>
    <p:sldId id="283" r:id="rId33"/>
    <p:sldId id="288" r:id="rId34"/>
    <p:sldId id="289" r:id="rId35"/>
    <p:sldId id="290" r:id="rId36"/>
    <p:sldId id="305" r:id="rId37"/>
    <p:sldId id="311" r:id="rId38"/>
    <p:sldId id="272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25" autoAdjust="0"/>
  </p:normalViewPr>
  <p:slideViewPr>
    <p:cSldViewPr showGuides="1">
      <p:cViewPr varScale="1">
        <p:scale>
          <a:sx n="66" d="100"/>
          <a:sy n="66" d="100"/>
        </p:scale>
        <p:origin x="19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4" Type="http://schemas.openxmlformats.org/officeDocument/2006/relationships/image" Target="../media/image15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.wmf"/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7.vml.rels><?xml version="1.0" encoding="UTF-8" standalone="yes"?>
<Relationships xmlns="http://schemas.openxmlformats.org/package/2006/relationships"><Relationship Id="rId7" Type="http://schemas.openxmlformats.org/officeDocument/2006/relationships/image" Target="../media/image46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78.emf"/><Relationship Id="rId8" Type="http://schemas.openxmlformats.org/officeDocument/2006/relationships/image" Target="../media/image77.emf"/><Relationship Id="rId7" Type="http://schemas.openxmlformats.org/officeDocument/2006/relationships/image" Target="../media/image76.emf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8" Type="http://schemas.openxmlformats.org/officeDocument/2006/relationships/image" Target="../media/image87.emf"/><Relationship Id="rId17" Type="http://schemas.openxmlformats.org/officeDocument/2006/relationships/image" Target="../media/image86.emf"/><Relationship Id="rId16" Type="http://schemas.openxmlformats.org/officeDocument/2006/relationships/image" Target="../media/image85.emf"/><Relationship Id="rId15" Type="http://schemas.openxmlformats.org/officeDocument/2006/relationships/image" Target="../media/image84.emf"/><Relationship Id="rId14" Type="http://schemas.openxmlformats.org/officeDocument/2006/relationships/image" Target="../media/image83.emf"/><Relationship Id="rId13" Type="http://schemas.openxmlformats.org/officeDocument/2006/relationships/image" Target="../media/image82.emf"/><Relationship Id="rId12" Type="http://schemas.openxmlformats.org/officeDocument/2006/relationships/image" Target="../media/image81.emf"/><Relationship Id="rId11" Type="http://schemas.openxmlformats.org/officeDocument/2006/relationships/image" Target="../media/image80.emf"/><Relationship Id="rId10" Type="http://schemas.openxmlformats.org/officeDocument/2006/relationships/image" Target="../media/image79.emf"/><Relationship Id="rId1" Type="http://schemas.openxmlformats.org/officeDocument/2006/relationships/image" Target="../media/image70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99.emf"/><Relationship Id="rId5" Type="http://schemas.openxmlformats.org/officeDocument/2006/relationships/image" Target="../media/image98.e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4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wmf"/><Relationship Id="rId8" Type="http://schemas.openxmlformats.org/officeDocument/2006/relationships/image" Target="../media/image112.wmf"/><Relationship Id="rId7" Type="http://schemas.openxmlformats.org/officeDocument/2006/relationships/image" Target="../media/image111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wmf"/><Relationship Id="rId8" Type="http://schemas.openxmlformats.org/officeDocument/2006/relationships/image" Target="../media/image121.wmf"/><Relationship Id="rId7" Type="http://schemas.openxmlformats.org/officeDocument/2006/relationships/image" Target="../media/image120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5.wmf"/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2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2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67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6.wmf"/><Relationship Id="rId4" Type="http://schemas.openxmlformats.org/officeDocument/2006/relationships/image" Target="../media/image155.wmf"/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3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wmf"/><Relationship Id="rId8" Type="http://schemas.openxmlformats.org/officeDocument/2006/relationships/image" Target="../media/image171.wmf"/><Relationship Id="rId7" Type="http://schemas.openxmlformats.org/officeDocument/2006/relationships/image" Target="../media/image170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1.wmf"/><Relationship Id="rId8" Type="http://schemas.openxmlformats.org/officeDocument/2006/relationships/image" Target="../media/image180.wmf"/><Relationship Id="rId7" Type="http://schemas.openxmlformats.org/officeDocument/2006/relationships/image" Target="../media/image179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0" Type="http://schemas.openxmlformats.org/officeDocument/2006/relationships/image" Target="../media/image182.wmf"/><Relationship Id="rId1" Type="http://schemas.openxmlformats.org/officeDocument/2006/relationships/image" Target="../media/image173.emf"/></Relationships>
</file>

<file path=ppt/drawings/_rels/vmlDrawing2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88.wmf"/><Relationship Id="rId5" Type="http://schemas.openxmlformats.org/officeDocument/2006/relationships/image" Target="../media/image187.emf"/><Relationship Id="rId4" Type="http://schemas.openxmlformats.org/officeDocument/2006/relationships/image" Target="../media/image186.emf"/><Relationship Id="rId3" Type="http://schemas.openxmlformats.org/officeDocument/2006/relationships/image" Target="../media/image185.emf"/><Relationship Id="rId2" Type="http://schemas.openxmlformats.org/officeDocument/2006/relationships/image" Target="../media/image184.emf"/><Relationship Id="rId1" Type="http://schemas.openxmlformats.org/officeDocument/2006/relationships/image" Target="../media/image183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7" Type="http://schemas.openxmlformats.org/officeDocument/2006/relationships/image" Target="../media/image195.wmf"/><Relationship Id="rId6" Type="http://schemas.openxmlformats.org/officeDocument/2006/relationships/image" Target="../media/image194.wmf"/><Relationship Id="rId5" Type="http://schemas.openxmlformats.org/officeDocument/2006/relationships/image" Target="../media/image193.wmf"/><Relationship Id="rId4" Type="http://schemas.openxmlformats.org/officeDocument/2006/relationships/image" Target="../media/image192.wmf"/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emf"/></Relationships>
</file>

<file path=ppt/drawings/_rels/vmlDrawing31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2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6D365-79F3-4E29-827D-47741B74596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13A92-851F-4046-AB96-6749A4FAE77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9F44C-D2E7-4871-89D7-A41FF6B1E65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AA0418-908A-4144-B86F-AB19D097D0B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EEEB4-01B2-4795-8753-450FBE59DA3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D1BE08-A67C-4428-8F9A-F1B2D4481BE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C3632-CB7A-49E8-83B7-5DDD92EE2FC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CEE13-770E-40DC-A5C5-1AE13704BA9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0C7A-EF68-4A11-A8C1-DF48FCAB4299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E6ECC-CBFC-42D8-9D8E-19CDB0B4183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AF795-E19B-4ACA-8D6F-21DBE6C199B8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0BC8DD-2C88-4838-B589-125B9BEA2F2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65F79-E326-4221-8FE8-CB8858CA0072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04DAF-B3F8-4F06-AF20-DA6EEC3FC75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06766-486F-4395-A698-99ED75D95E0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F05E3-7A7E-486F-AAB5-1EEECF90B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AABE4-DBAD-413F-9695-D32309004977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151A8D-E287-42AA-A00D-957F390EC9C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A799B-102E-4998-91DA-768EE48F5D6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B1119-01E9-4913-98EE-F01F5707363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907B6-CC8A-445E-933C-08EFEB514A0D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341D0-EACF-4B33-A546-69A10F57403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ED1E859-4328-4B75-B582-C57FDB034DF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5C8C7C3-6F25-42BF-98FD-950C908DA16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0" Type="http://schemas.openxmlformats.org/officeDocument/2006/relationships/vmlDrawing" Target="../drawings/vmlDrawing1.vml"/><Relationship Id="rId3" Type="http://schemas.openxmlformats.org/officeDocument/2006/relationships/oleObject" Target="../embeddings/oleObject2.bin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15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4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3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2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1.wmf"/><Relationship Id="rId2" Type="http://schemas.openxmlformats.org/officeDocument/2006/relationships/image" Target="../media/image2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6.bin"/><Relationship Id="rId24" Type="http://schemas.openxmlformats.org/officeDocument/2006/relationships/vmlDrawing" Target="../drawings/vmlDrawing2.v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26.wmf"/><Relationship Id="rId21" Type="http://schemas.openxmlformats.org/officeDocument/2006/relationships/oleObject" Target="../embeddings/oleObject25.bin"/><Relationship Id="rId20" Type="http://schemas.openxmlformats.org/officeDocument/2006/relationships/image" Target="../media/image25.wmf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24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23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22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21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0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7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26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1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30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34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0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37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43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7.w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6.wmf"/><Relationship Id="rId13" Type="http://schemas.openxmlformats.org/officeDocument/2006/relationships/oleObject" Target="../embeddings/oleObject46.bin"/><Relationship Id="rId12" Type="http://schemas.openxmlformats.org/officeDocument/2006/relationships/image" Target="../media/image45.wmf"/><Relationship Id="rId11" Type="http://schemas.openxmlformats.org/officeDocument/2006/relationships/oleObject" Target="../embeddings/oleObject45.bin"/><Relationship Id="rId10" Type="http://schemas.openxmlformats.org/officeDocument/2006/relationships/image" Target="../media/image44.wmf"/><Relationship Id="rId1" Type="http://schemas.openxmlformats.org/officeDocument/2006/relationships/oleObject" Target="../embeddings/oleObject4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47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47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3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52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60.wmf"/><Relationship Id="rId17" Type="http://schemas.openxmlformats.org/officeDocument/2006/relationships/oleObject" Target="../embeddings/oleObject60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52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61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6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3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6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68.bin"/><Relationship Id="rId2" Type="http://schemas.openxmlformats.org/officeDocument/2006/relationships/image" Target="../media/image67.wmf"/><Relationship Id="rId1" Type="http://schemas.openxmlformats.org/officeDocument/2006/relationships/oleObject" Target="../embeddings/oleObject6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73.e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1.wmf"/><Relationship Id="rId38" Type="http://schemas.openxmlformats.org/officeDocument/2006/relationships/vmlDrawing" Target="../drawings/vmlDrawing13.vml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87.emf"/><Relationship Id="rId35" Type="http://schemas.openxmlformats.org/officeDocument/2006/relationships/oleObject" Target="../embeddings/oleObject87.bin"/><Relationship Id="rId34" Type="http://schemas.openxmlformats.org/officeDocument/2006/relationships/image" Target="../media/image86.emf"/><Relationship Id="rId33" Type="http://schemas.openxmlformats.org/officeDocument/2006/relationships/oleObject" Target="../embeddings/oleObject86.bin"/><Relationship Id="rId32" Type="http://schemas.openxmlformats.org/officeDocument/2006/relationships/image" Target="../media/image85.emf"/><Relationship Id="rId31" Type="http://schemas.openxmlformats.org/officeDocument/2006/relationships/oleObject" Target="../embeddings/oleObject85.bin"/><Relationship Id="rId30" Type="http://schemas.openxmlformats.org/officeDocument/2006/relationships/image" Target="../media/image84.emf"/><Relationship Id="rId3" Type="http://schemas.openxmlformats.org/officeDocument/2006/relationships/oleObject" Target="../embeddings/oleObject71.bin"/><Relationship Id="rId29" Type="http://schemas.openxmlformats.org/officeDocument/2006/relationships/oleObject" Target="../embeddings/oleObject84.bin"/><Relationship Id="rId28" Type="http://schemas.openxmlformats.org/officeDocument/2006/relationships/image" Target="../media/image83.emf"/><Relationship Id="rId27" Type="http://schemas.openxmlformats.org/officeDocument/2006/relationships/oleObject" Target="../embeddings/oleObject83.bin"/><Relationship Id="rId26" Type="http://schemas.openxmlformats.org/officeDocument/2006/relationships/image" Target="../media/image82.emf"/><Relationship Id="rId25" Type="http://schemas.openxmlformats.org/officeDocument/2006/relationships/oleObject" Target="../embeddings/oleObject82.bin"/><Relationship Id="rId24" Type="http://schemas.openxmlformats.org/officeDocument/2006/relationships/image" Target="../media/image81.emf"/><Relationship Id="rId23" Type="http://schemas.openxmlformats.org/officeDocument/2006/relationships/oleObject" Target="../embeddings/oleObject81.bin"/><Relationship Id="rId22" Type="http://schemas.openxmlformats.org/officeDocument/2006/relationships/image" Target="../media/image80.emf"/><Relationship Id="rId21" Type="http://schemas.openxmlformats.org/officeDocument/2006/relationships/oleObject" Target="../embeddings/oleObject80.bin"/><Relationship Id="rId20" Type="http://schemas.openxmlformats.org/officeDocument/2006/relationships/image" Target="../media/image79.emf"/><Relationship Id="rId2" Type="http://schemas.openxmlformats.org/officeDocument/2006/relationships/image" Target="../media/image70.wmf"/><Relationship Id="rId19" Type="http://schemas.openxmlformats.org/officeDocument/2006/relationships/oleObject" Target="../embeddings/oleObject79.bin"/><Relationship Id="rId18" Type="http://schemas.openxmlformats.org/officeDocument/2006/relationships/image" Target="../media/image78.emf"/><Relationship Id="rId17" Type="http://schemas.openxmlformats.org/officeDocument/2006/relationships/oleObject" Target="../embeddings/oleObject78.bin"/><Relationship Id="rId16" Type="http://schemas.openxmlformats.org/officeDocument/2006/relationships/image" Target="../media/image77.emf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76.e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75.e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74.emf"/><Relationship Id="rId1" Type="http://schemas.openxmlformats.org/officeDocument/2006/relationships/oleObject" Target="../embeddings/oleObject7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oleObject" Target="../embeddings/oleObject92.bin"/><Relationship Id="rId7" Type="http://schemas.openxmlformats.org/officeDocument/2006/relationships/image" Target="../media/image90.wmf"/><Relationship Id="rId6" Type="http://schemas.openxmlformats.org/officeDocument/2006/relationships/oleObject" Target="../embeddings/oleObject91.bin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88.wmf"/><Relationship Id="rId15" Type="http://schemas.openxmlformats.org/officeDocument/2006/relationships/vmlDrawing" Target="../drawings/vmlDrawing14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93.wmf"/><Relationship Id="rId12" Type="http://schemas.openxmlformats.org/officeDocument/2006/relationships/oleObject" Target="../embeddings/oleObject94.bin"/><Relationship Id="rId11" Type="http://schemas.openxmlformats.org/officeDocument/2006/relationships/image" Target="../media/image92.wmf"/><Relationship Id="rId10" Type="http://schemas.openxmlformats.org/officeDocument/2006/relationships/oleObject" Target="../embeddings/oleObject93.bin"/><Relationship Id="rId1" Type="http://schemas.openxmlformats.org/officeDocument/2006/relationships/oleObject" Target="../embeddings/oleObject88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9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8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6.bin"/><Relationship Id="rId2" Type="http://schemas.openxmlformats.org/officeDocument/2006/relationships/image" Target="../media/image94.wmf"/><Relationship Id="rId14" Type="http://schemas.openxmlformats.org/officeDocument/2006/relationships/vmlDrawing" Target="../drawings/vmlDrawing15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9.emf"/><Relationship Id="rId11" Type="http://schemas.openxmlformats.org/officeDocument/2006/relationships/oleObject" Target="../embeddings/oleObject100.bin"/><Relationship Id="rId10" Type="http://schemas.openxmlformats.org/officeDocument/2006/relationships/image" Target="../media/image98.emf"/><Relationship Id="rId1" Type="http://schemas.openxmlformats.org/officeDocument/2006/relationships/oleObject" Target="../embeddings/oleObject9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02.bin"/><Relationship Id="rId2" Type="http://schemas.openxmlformats.org/officeDocument/2006/relationships/image" Target="../media/image100.w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4.wmf"/><Relationship Id="rId1" Type="http://schemas.openxmlformats.org/officeDocument/2006/relationships/oleObject" Target="../embeddings/oleObject101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08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07.bin"/><Relationship Id="rId20" Type="http://schemas.openxmlformats.org/officeDocument/2006/relationships/vmlDrawing" Target="../drawings/vmlDrawing17.vml"/><Relationship Id="rId2" Type="http://schemas.openxmlformats.org/officeDocument/2006/relationships/image" Target="../media/image105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13.wmf"/><Relationship Id="rId17" Type="http://schemas.openxmlformats.org/officeDocument/2006/relationships/oleObject" Target="../embeddings/oleObject114.bin"/><Relationship Id="rId16" Type="http://schemas.openxmlformats.org/officeDocument/2006/relationships/image" Target="../media/image112.w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111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110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09.wmf"/><Relationship Id="rId1" Type="http://schemas.openxmlformats.org/officeDocument/2006/relationships/oleObject" Target="../embeddings/oleObject10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17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16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15.wmf"/><Relationship Id="rId3" Type="http://schemas.openxmlformats.org/officeDocument/2006/relationships/oleObject" Target="../embeddings/oleObject116.bin"/><Relationship Id="rId20" Type="http://schemas.openxmlformats.org/officeDocument/2006/relationships/vmlDrawing" Target="../drawings/vmlDrawing18.vml"/><Relationship Id="rId2" Type="http://schemas.openxmlformats.org/officeDocument/2006/relationships/image" Target="../media/image114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22.wmf"/><Relationship Id="rId17" Type="http://schemas.openxmlformats.org/officeDocument/2006/relationships/oleObject" Target="../embeddings/oleObject123.bin"/><Relationship Id="rId16" Type="http://schemas.openxmlformats.org/officeDocument/2006/relationships/image" Target="../media/image121.wmf"/><Relationship Id="rId15" Type="http://schemas.openxmlformats.org/officeDocument/2006/relationships/oleObject" Target="../embeddings/oleObject122.bin"/><Relationship Id="rId14" Type="http://schemas.openxmlformats.org/officeDocument/2006/relationships/image" Target="../media/image120.wmf"/><Relationship Id="rId13" Type="http://schemas.openxmlformats.org/officeDocument/2006/relationships/oleObject" Target="../embeddings/oleObject121.bin"/><Relationship Id="rId12" Type="http://schemas.openxmlformats.org/officeDocument/2006/relationships/image" Target="../media/image119.wmf"/><Relationship Id="rId11" Type="http://schemas.openxmlformats.org/officeDocument/2006/relationships/oleObject" Target="../embeddings/oleObject120.bin"/><Relationship Id="rId10" Type="http://schemas.openxmlformats.org/officeDocument/2006/relationships/image" Target="../media/image118.wmf"/><Relationship Id="rId1" Type="http://schemas.openxmlformats.org/officeDocument/2006/relationships/oleObject" Target="../embeddings/oleObject11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4.w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123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124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7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31.wmf"/><Relationship Id="rId1" Type="http://schemas.openxmlformats.org/officeDocument/2006/relationships/oleObject" Target="../embeddings/oleObject12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32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133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1.bin"/><Relationship Id="rId8" Type="http://schemas.openxmlformats.org/officeDocument/2006/relationships/image" Target="../media/image139.wmf"/><Relationship Id="rId7" Type="http://schemas.openxmlformats.org/officeDocument/2006/relationships/oleObject" Target="../embeddings/oleObject140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9.bin"/><Relationship Id="rId4" Type="http://schemas.openxmlformats.org/officeDocument/2006/relationships/image" Target="../media/image137.wmf"/><Relationship Id="rId3" Type="http://schemas.openxmlformats.org/officeDocument/2006/relationships/oleObject" Target="../embeddings/oleObject138.bin"/><Relationship Id="rId2" Type="http://schemas.openxmlformats.org/officeDocument/2006/relationships/image" Target="../media/image136.wmf"/><Relationship Id="rId16" Type="http://schemas.openxmlformats.org/officeDocument/2006/relationships/vmlDrawing" Target="../drawings/vmlDrawing2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2.wmf"/><Relationship Id="rId13" Type="http://schemas.openxmlformats.org/officeDocument/2006/relationships/oleObject" Target="../embeddings/oleObject143.bin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42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37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8.bin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147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45.bin"/><Relationship Id="rId2" Type="http://schemas.openxmlformats.org/officeDocument/2006/relationships/image" Target="../media/image67.wmf"/><Relationship Id="rId12" Type="http://schemas.openxmlformats.org/officeDocument/2006/relationships/vmlDrawing" Target="../drawings/vmlDrawing2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6.wmf"/><Relationship Id="rId1" Type="http://schemas.openxmlformats.org/officeDocument/2006/relationships/oleObject" Target="../embeddings/oleObject14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47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49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53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52.wmf"/><Relationship Id="rId12" Type="http://schemas.openxmlformats.org/officeDocument/2006/relationships/vmlDrawing" Target="../drawings/vmlDrawing2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6.wmf"/><Relationship Id="rId1" Type="http://schemas.openxmlformats.org/officeDocument/2006/relationships/oleObject" Target="../embeddings/oleObject154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57.wmf"/><Relationship Id="rId17" Type="http://schemas.openxmlformats.org/officeDocument/2006/relationships/notesSlide" Target="../notesSlides/notesSlide2.xml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63.wmf"/><Relationship Id="rId13" Type="http://schemas.openxmlformats.org/officeDocument/2006/relationships/oleObject" Target="../embeddings/oleObject165.bin"/><Relationship Id="rId12" Type="http://schemas.openxmlformats.org/officeDocument/2006/relationships/image" Target="../media/image162.w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61.wmf"/><Relationship Id="rId1" Type="http://schemas.openxmlformats.org/officeDocument/2006/relationships/oleObject" Target="../embeddings/oleObject159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67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66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65.wmf"/><Relationship Id="rId3" Type="http://schemas.openxmlformats.org/officeDocument/2006/relationships/oleObject" Target="../embeddings/oleObject167.bin"/><Relationship Id="rId20" Type="http://schemas.openxmlformats.org/officeDocument/2006/relationships/vmlDrawing" Target="../drawings/vmlDrawing27.vml"/><Relationship Id="rId2" Type="http://schemas.openxmlformats.org/officeDocument/2006/relationships/image" Target="../media/image164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72.wmf"/><Relationship Id="rId17" Type="http://schemas.openxmlformats.org/officeDocument/2006/relationships/oleObject" Target="../embeddings/oleObject174.bin"/><Relationship Id="rId16" Type="http://schemas.openxmlformats.org/officeDocument/2006/relationships/image" Target="../media/image171.wmf"/><Relationship Id="rId15" Type="http://schemas.openxmlformats.org/officeDocument/2006/relationships/oleObject" Target="../embeddings/oleObject173.bin"/><Relationship Id="rId14" Type="http://schemas.openxmlformats.org/officeDocument/2006/relationships/image" Target="../media/image170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69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68.wmf"/><Relationship Id="rId1" Type="http://schemas.openxmlformats.org/officeDocument/2006/relationships/oleObject" Target="../embeddings/oleObject166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9.bin"/><Relationship Id="rId8" Type="http://schemas.openxmlformats.org/officeDocument/2006/relationships/image" Target="../media/image176.wmf"/><Relationship Id="rId7" Type="http://schemas.openxmlformats.org/officeDocument/2006/relationships/oleObject" Target="../embeddings/oleObject178.bin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74.wmf"/><Relationship Id="rId3" Type="http://schemas.openxmlformats.org/officeDocument/2006/relationships/oleObject" Target="../embeddings/oleObject176.bin"/><Relationship Id="rId22" Type="http://schemas.openxmlformats.org/officeDocument/2006/relationships/vmlDrawing" Target="../drawings/vmlDrawing2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82.wmf"/><Relationship Id="rId2" Type="http://schemas.openxmlformats.org/officeDocument/2006/relationships/image" Target="../media/image173.emf"/><Relationship Id="rId19" Type="http://schemas.openxmlformats.org/officeDocument/2006/relationships/oleObject" Target="../embeddings/oleObject184.bin"/><Relationship Id="rId18" Type="http://schemas.openxmlformats.org/officeDocument/2006/relationships/image" Target="../media/image181.wmf"/><Relationship Id="rId17" Type="http://schemas.openxmlformats.org/officeDocument/2006/relationships/oleObject" Target="../embeddings/oleObject183.bin"/><Relationship Id="rId16" Type="http://schemas.openxmlformats.org/officeDocument/2006/relationships/image" Target="../media/image180.wmf"/><Relationship Id="rId15" Type="http://schemas.openxmlformats.org/officeDocument/2006/relationships/oleObject" Target="../embeddings/oleObject182.bin"/><Relationship Id="rId14" Type="http://schemas.openxmlformats.org/officeDocument/2006/relationships/image" Target="../media/image179.wmf"/><Relationship Id="rId13" Type="http://schemas.openxmlformats.org/officeDocument/2006/relationships/oleObject" Target="../embeddings/oleObject181.bin"/><Relationship Id="rId12" Type="http://schemas.openxmlformats.org/officeDocument/2006/relationships/image" Target="../media/image178.wmf"/><Relationship Id="rId11" Type="http://schemas.openxmlformats.org/officeDocument/2006/relationships/oleObject" Target="../embeddings/oleObject180.bin"/><Relationship Id="rId10" Type="http://schemas.openxmlformats.org/officeDocument/2006/relationships/image" Target="../media/image177.wmf"/><Relationship Id="rId1" Type="http://schemas.openxmlformats.org/officeDocument/2006/relationships/oleObject" Target="../embeddings/oleObject175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9.bin"/><Relationship Id="rId8" Type="http://schemas.openxmlformats.org/officeDocument/2006/relationships/image" Target="../media/image186.emf"/><Relationship Id="rId7" Type="http://schemas.openxmlformats.org/officeDocument/2006/relationships/oleObject" Target="../embeddings/oleObject188.bin"/><Relationship Id="rId6" Type="http://schemas.openxmlformats.org/officeDocument/2006/relationships/image" Target="../media/image185.e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84.emf"/><Relationship Id="rId3" Type="http://schemas.openxmlformats.org/officeDocument/2006/relationships/oleObject" Target="../embeddings/oleObject186.bin"/><Relationship Id="rId2" Type="http://schemas.openxmlformats.org/officeDocument/2006/relationships/image" Target="../media/image183.emf"/><Relationship Id="rId14" Type="http://schemas.openxmlformats.org/officeDocument/2006/relationships/vmlDrawing" Target="../drawings/vmlDrawing2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88.wmf"/><Relationship Id="rId11" Type="http://schemas.openxmlformats.org/officeDocument/2006/relationships/oleObject" Target="../embeddings/oleObject190.bin"/><Relationship Id="rId10" Type="http://schemas.openxmlformats.org/officeDocument/2006/relationships/image" Target="../media/image187.emf"/><Relationship Id="rId1" Type="http://schemas.openxmlformats.org/officeDocument/2006/relationships/oleObject" Target="../embeddings/oleObject18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5.bin"/><Relationship Id="rId8" Type="http://schemas.openxmlformats.org/officeDocument/2006/relationships/image" Target="../media/image192.wmf"/><Relationship Id="rId7" Type="http://schemas.openxmlformats.org/officeDocument/2006/relationships/oleObject" Target="../embeddings/oleObject194.bin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190.wmf"/><Relationship Id="rId3" Type="http://schemas.openxmlformats.org/officeDocument/2006/relationships/oleObject" Target="../embeddings/oleObject192.bin"/><Relationship Id="rId2" Type="http://schemas.openxmlformats.org/officeDocument/2006/relationships/image" Target="../media/image189.emf"/><Relationship Id="rId18" Type="http://schemas.openxmlformats.org/officeDocument/2006/relationships/vmlDrawing" Target="../drawings/vmlDrawing30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96.wmf"/><Relationship Id="rId15" Type="http://schemas.openxmlformats.org/officeDocument/2006/relationships/oleObject" Target="../embeddings/oleObject198.bin"/><Relationship Id="rId14" Type="http://schemas.openxmlformats.org/officeDocument/2006/relationships/image" Target="../media/image195.wmf"/><Relationship Id="rId13" Type="http://schemas.openxmlformats.org/officeDocument/2006/relationships/oleObject" Target="../embeddings/oleObject197.bin"/><Relationship Id="rId12" Type="http://schemas.openxmlformats.org/officeDocument/2006/relationships/image" Target="../media/image194.wmf"/><Relationship Id="rId11" Type="http://schemas.openxmlformats.org/officeDocument/2006/relationships/oleObject" Target="../embeddings/oleObject196.bin"/><Relationship Id="rId10" Type="http://schemas.openxmlformats.org/officeDocument/2006/relationships/image" Target="../media/image193.wmf"/><Relationship Id="rId1" Type="http://schemas.openxmlformats.org/officeDocument/2006/relationships/oleObject" Target="../embeddings/oleObject191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200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200.bin"/><Relationship Id="rId2" Type="http://schemas.openxmlformats.org/officeDocument/2006/relationships/image" Target="../media/image197.wmf"/><Relationship Id="rId14" Type="http://schemas.openxmlformats.org/officeDocument/2006/relationships/vmlDrawing" Target="../drawings/vmlDrawing3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02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201.wmf"/><Relationship Id="rId1" Type="http://schemas.openxmlformats.org/officeDocument/2006/relationships/oleObject" Target="../embeddings/oleObject19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5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04.wmf"/><Relationship Id="rId3" Type="http://schemas.openxmlformats.org/officeDocument/2006/relationships/oleObject" Target="../embeddings/oleObject206.bin"/><Relationship Id="rId2" Type="http://schemas.openxmlformats.org/officeDocument/2006/relationships/image" Target="../media/image203.wmf"/><Relationship Id="rId1" Type="http://schemas.openxmlformats.org/officeDocument/2006/relationships/oleObject" Target="../embeddings/oleObject205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5790" y="1396798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第三讲  标准正交向量组</a:t>
            </a:r>
            <a:endParaRPr lang="zh-CN" altLang="en-US" sz="48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67390" y="2996952"/>
            <a:ext cx="6400800" cy="2872834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chemeClr val="tx1"/>
                </a:solidFill>
              </a:rPr>
              <a:t>1.8</a:t>
            </a: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正交向量组</a:t>
            </a:r>
            <a:endParaRPr lang="en-US" altLang="zh-CN" sz="36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chemeClr val="tx1"/>
                </a:solidFill>
              </a:rPr>
              <a:t>1.9</a:t>
            </a: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标准正交向量组</a:t>
            </a:r>
            <a:endParaRPr lang="en-US" altLang="zh-CN" sz="36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chemeClr val="tx1"/>
                </a:solidFill>
              </a:rPr>
              <a:t>1.10</a:t>
            </a: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向量组的标准正交化</a:t>
            </a:r>
            <a:endParaRPr lang="en-US" altLang="zh-CN" sz="36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338" y="68263"/>
            <a:ext cx="54721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70080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b="1" dirty="0"/>
              <a:t>1.7.1 </a:t>
            </a:r>
            <a:r>
              <a:rPr lang="zh-CN" altLang="en-US" sz="3600" b="1" dirty="0"/>
              <a:t>、数域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6963" y="2924944"/>
            <a:ext cx="8229600" cy="35283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定义</a:t>
            </a:r>
            <a:r>
              <a:rPr lang="en-US" altLang="zh-CN" sz="2600" b="1" dirty="0"/>
              <a:t>1.7.1</a:t>
            </a:r>
            <a:r>
              <a:rPr lang="en-US" altLang="zh-CN" sz="2600" dirty="0"/>
              <a:t>   </a:t>
            </a:r>
            <a:r>
              <a:rPr lang="zh-CN" altLang="en-US" sz="2600" dirty="0"/>
              <a:t>设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是由一些数组成的集合，如果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中任意两个数的和、差、积、商（除数不为零）仍然是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中的数，那么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就称为一个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数域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/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 bwMode="auto">
          <a:xfrm>
            <a:off x="377267" y="476672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l"/>
            <a:r>
              <a:rPr lang="en-US" altLang="zh-CN" sz="3600" b="1" dirty="0"/>
              <a:t>1.7    </a:t>
            </a:r>
            <a:r>
              <a:rPr lang="zh-CN" altLang="en-US" sz="3600" b="1" dirty="0"/>
              <a:t>线性空间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三、线性空间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1.7.2</a:t>
            </a:r>
            <a:r>
              <a:rPr lang="en-US" altLang="zh-CN" sz="2600" dirty="0"/>
              <a:t>   </a:t>
            </a:r>
            <a:r>
              <a:rPr lang="zh-CN" altLang="en-US" sz="2400" dirty="0"/>
              <a:t>设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是为一个非空集合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为实数域，如果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定义了一种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加法运算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：对任意元素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有唯一元素     与之对应，并称为    和    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又定义了一种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数乘运算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：对任意的一个数           与任意一个元素         ，总有唯一的元素         与之对应，称为    与    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对任意的                      和任意的                 ，加法和数乘运算满足以下八条运算规律：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                    </a:t>
            </a:r>
            <a:endParaRPr lang="en-US" altLang="zh-CN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508104" y="2204864"/>
          <a:ext cx="13065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Equation" r:id="rId1" imgW="15240000" imgH="4876800" progId="Equation.DSMT4">
                  <p:embed/>
                </p:oleObj>
              </mc:Choice>
              <mc:Fallback>
                <p:oleObj name="Equation" r:id="rId1" imgW="15240000" imgH="4876800" progId="Equation.DSMT4">
                  <p:embed/>
                  <p:pic>
                    <p:nvPicPr>
                      <p:cNvPr id="0" name="对象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08104" y="2204864"/>
                        <a:ext cx="1306513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316417" y="2204864"/>
          <a:ext cx="216024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Equation" r:id="rId3" imgW="3048000" imgH="3962400" progId="Equation.DSMT4">
                  <p:embed/>
                </p:oleObj>
              </mc:Choice>
              <mc:Fallback>
                <p:oleObj name="Equation" r:id="rId3" imgW="3048000" imgH="3962400" progId="Equation.DSMT4">
                  <p:embed/>
                  <p:pic>
                    <p:nvPicPr>
                      <p:cNvPr id="0" name="对象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16417" y="2204864"/>
                        <a:ext cx="216024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15816" y="2852936"/>
          <a:ext cx="3127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5" imgW="3657600" imgH="3352800" progId="Equation.DSMT4">
                  <p:embed/>
                </p:oleObj>
              </mc:Choice>
              <mc:Fallback>
                <p:oleObj name="Equation" r:id="rId5" imgW="3657600" imgH="3352800" progId="Equation.DSMT4">
                  <p:embed/>
                  <p:pic>
                    <p:nvPicPr>
                      <p:cNvPr id="0" name="对象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5816" y="2852936"/>
                        <a:ext cx="3127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63888" y="2780928"/>
          <a:ext cx="312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7" imgW="3657600" imgH="4876800" progId="Equation.DSMT4">
                  <p:embed/>
                </p:oleObj>
              </mc:Choice>
              <mc:Fallback>
                <p:oleObj name="Equation" r:id="rId7" imgW="3657600" imgH="4876800" progId="Equation.DSMT4">
                  <p:embed/>
                  <p:pic>
                    <p:nvPicPr>
                      <p:cNvPr id="0" name="对象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63888" y="2780928"/>
                        <a:ext cx="31273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364088" y="2780928"/>
          <a:ext cx="10683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9" imgW="12496800" imgH="4876800" progId="Equation.DSMT4">
                  <p:embed/>
                </p:oleObj>
              </mc:Choice>
              <mc:Fallback>
                <p:oleObj name="Equation" r:id="rId9" imgW="12496800" imgH="4876800" progId="Equation.DSMT4">
                  <p:embed/>
                  <p:pic>
                    <p:nvPicPr>
                      <p:cNvPr id="0" name="对象 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64088" y="2780928"/>
                        <a:ext cx="106838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51920" y="3284984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Equation" r:id="rId11" imgW="9448800" imgH="4267200" progId="Equation.DSMT4">
                  <p:embed/>
                </p:oleObj>
              </mc:Choice>
              <mc:Fallback>
                <p:oleObj name="Equation" r:id="rId11" imgW="9448800" imgH="4267200" progId="Equation.DSMT4">
                  <p:embed/>
                  <p:pic>
                    <p:nvPicPr>
                      <p:cNvPr id="0" name="对象 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51920" y="3284984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04248" y="3284984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13" imgW="9448800" imgH="4267200" progId="Equation.DSMT4">
                  <p:embed/>
                </p:oleObj>
              </mc:Choice>
              <mc:Fallback>
                <p:oleObj name="Equation" r:id="rId13" imgW="9448800" imgH="4267200" progId="Equation.DSMT4">
                  <p:embed/>
                  <p:pic>
                    <p:nvPicPr>
                      <p:cNvPr id="0" name="对象 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04248" y="3284984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051720" y="3861048"/>
          <a:ext cx="7810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15" imgW="9144000" imgH="4267200" progId="Equation.DSMT4">
                  <p:embed/>
                </p:oleObj>
              </mc:Choice>
              <mc:Fallback>
                <p:oleObj name="Equation" r:id="rId15" imgW="9144000" imgH="4267200" progId="Equation.DSMT4">
                  <p:embed/>
                  <p:pic>
                    <p:nvPicPr>
                      <p:cNvPr id="0" name="对象 1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51720" y="3861048"/>
                        <a:ext cx="7810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860032" y="3861048"/>
          <a:ext cx="2841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17" imgW="3352800" imgH="4267200" progId="Equation.DSMT4">
                  <p:embed/>
                </p:oleObj>
              </mc:Choice>
              <mc:Fallback>
                <p:oleObj name="Equation" r:id="rId17" imgW="3352800" imgH="4267200" progId="Equation.DSMT4">
                  <p:embed/>
                  <p:pic>
                    <p:nvPicPr>
                      <p:cNvPr id="0" name="对象 1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60032" y="3861048"/>
                        <a:ext cx="284163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436096" y="3933056"/>
          <a:ext cx="3127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19" imgW="3657600" imgH="3352800" progId="Equation.DSMT4">
                  <p:embed/>
                </p:oleObj>
              </mc:Choice>
              <mc:Fallback>
                <p:oleObj name="Equation" r:id="rId19" imgW="3657600" imgH="3352800" progId="Equation.DSMT4">
                  <p:embed/>
                  <p:pic>
                    <p:nvPicPr>
                      <p:cNvPr id="0" name="对象 1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36096" y="3933056"/>
                        <a:ext cx="3127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36296" y="3861048"/>
          <a:ext cx="9858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Equation" r:id="rId21" imgW="11582400" imgH="4267200" progId="Equation.DSMT4">
                  <p:embed/>
                </p:oleObj>
              </mc:Choice>
              <mc:Fallback>
                <p:oleObj name="Equation" r:id="rId21" imgW="11582400" imgH="4267200" progId="Equation.DSMT4">
                  <p:embed/>
                  <p:pic>
                    <p:nvPicPr>
                      <p:cNvPr id="0" name="对象 1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236296" y="3861048"/>
                        <a:ext cx="985838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306513" y="5661025"/>
          <a:ext cx="15668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Equation" r:id="rId23" imgW="18288000" imgH="4876800" progId="Equation.DSMT4">
                  <p:embed/>
                </p:oleObj>
              </mc:Choice>
              <mc:Fallback>
                <p:oleObj name="Equation" r:id="rId23" imgW="18288000" imgH="4876800" progId="Equation.DSMT4">
                  <p:embed/>
                  <p:pic>
                    <p:nvPicPr>
                      <p:cNvPr id="0" name="对象 1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06513" y="5661025"/>
                        <a:ext cx="1566862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233065" y="4434929"/>
          <a:ext cx="1618855" cy="507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Equation" r:id="rId25" imgW="15544800" imgH="4876800" progId="Equation.DSMT4">
                  <p:embed/>
                </p:oleObj>
              </mc:Choice>
              <mc:Fallback>
                <p:oleObj name="Equation" r:id="rId25" imgW="15544800" imgH="4876800" progId="Equation.DSMT4">
                  <p:embed/>
                  <p:pic>
                    <p:nvPicPr>
                      <p:cNvPr id="0" name="对象 1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33065" y="4434929"/>
                        <a:ext cx="1618855" cy="507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097959" y="4432825"/>
          <a:ext cx="1301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Equation" r:id="rId27" imgW="12496800" imgH="4876800" progId="Equation.DSMT4">
                  <p:embed/>
                </p:oleObj>
              </mc:Choice>
              <mc:Fallback>
                <p:oleObj name="Equation" r:id="rId27" imgW="12496800" imgH="4876800" progId="Equation.DSMT4">
                  <p:embed/>
                  <p:pic>
                    <p:nvPicPr>
                      <p:cNvPr id="0" name="对象 1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97959" y="4432825"/>
                        <a:ext cx="130175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0648"/>
            <a:ext cx="8229600" cy="48245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(2)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(3) </a:t>
            </a:r>
            <a:r>
              <a:rPr lang="zh-CN" altLang="en-US" sz="2400" dirty="0"/>
              <a:t>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中存在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零元素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，对任何          ，都有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对任何       ，都有    的负元素        ，使得         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(5)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i="1" dirty="0"/>
              <a:t>(6)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(7)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(8)  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179512" y="4941168"/>
            <a:ext cx="8229600" cy="146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称为实数域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线性空间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（或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向量空间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中的元素也称为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27584" y="404664"/>
          <a:ext cx="29225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1" imgW="34137600" imgH="6096000" progId="Equation.DSMT4">
                  <p:embed/>
                </p:oleObj>
              </mc:Choice>
              <mc:Fallback>
                <p:oleObj name="Equation" r:id="rId1" imgW="34137600" imgH="6096000" progId="Equation.DSMT4">
                  <p:embed/>
                  <p:pic>
                    <p:nvPicPr>
                      <p:cNvPr id="0" name="对象 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584" y="404664"/>
                        <a:ext cx="2922588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4572000" y="1052736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Equation" r:id="rId3" imgW="9448800" imgH="4267200" progId="Equation.DSMT4">
                  <p:embed/>
                </p:oleObj>
              </mc:Choice>
              <mc:Fallback>
                <p:oleObj name="Equation" r:id="rId3" imgW="9448800" imgH="42672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1052736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372200" y="1052736"/>
          <a:ext cx="11271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5" imgW="13106400" imgH="4572000" progId="Equation.DSMT4">
                  <p:embed/>
                </p:oleObj>
              </mc:Choice>
              <mc:Fallback>
                <p:oleObj name="Equation" r:id="rId5" imgW="13106400" imgH="4572000" progId="Equation.DSMT4">
                  <p:embed/>
                  <p:pic>
                    <p:nvPicPr>
                      <p:cNvPr id="0" name="对象 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72200" y="1052736"/>
                        <a:ext cx="11271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1835696" y="1700808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7" imgW="9448800" imgH="4267200" progId="Equation.DSMT4">
                  <p:embed/>
                </p:oleObj>
              </mc:Choice>
              <mc:Fallback>
                <p:oleObj name="Equation" r:id="rId7" imgW="9448800" imgH="42672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5696" y="1700808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63888" y="1772816"/>
          <a:ext cx="31273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9" imgW="3657600" imgH="3352800" progId="Equation.DSMT4">
                  <p:embed/>
                </p:oleObj>
              </mc:Choice>
              <mc:Fallback>
                <p:oleObj name="Equation" r:id="rId9" imgW="3657600" imgH="3352800" progId="Equation.DSMT4">
                  <p:embed/>
                  <p:pic>
                    <p:nvPicPr>
                      <p:cNvPr id="0" name="对象 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63888" y="1772816"/>
                        <a:ext cx="312738" cy="287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5220072" y="1628800"/>
          <a:ext cx="8318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r:id="rId11" imgW="9753600" imgH="4876800" progId="Equation.DSMT4">
                  <p:embed/>
                </p:oleObj>
              </mc:Choice>
              <mc:Fallback>
                <p:oleObj name="Equation" r:id="rId11" imgW="9753600" imgH="4876800" progId="Equation.DSMT4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20072" y="1628800"/>
                        <a:ext cx="831850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48264" y="1700808"/>
          <a:ext cx="11223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Equation" r:id="rId13" imgW="13106400" imgH="4876800" progId="Equation.DSMT4">
                  <p:embed/>
                </p:oleObj>
              </mc:Choice>
              <mc:Fallback>
                <p:oleObj name="Equation" r:id="rId13" imgW="13106400" imgH="4876800" progId="Equation.DSMT4">
                  <p:embed/>
                  <p:pic>
                    <p:nvPicPr>
                      <p:cNvPr id="0" name="对象 1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48264" y="1700808"/>
                        <a:ext cx="1122363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9592" y="2276872"/>
          <a:ext cx="8842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Equation" r:id="rId15" imgW="10363200" imgH="4572000" progId="Equation.DSMT4">
                  <p:embed/>
                </p:oleObj>
              </mc:Choice>
              <mc:Fallback>
                <p:oleObj name="Equation" r:id="rId15" imgW="10363200" imgH="4572000" progId="Equation.DSMT4">
                  <p:embed/>
                  <p:pic>
                    <p:nvPicPr>
                      <p:cNvPr id="0" name="对象 1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99592" y="2276872"/>
                        <a:ext cx="884237" cy="388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99592" y="2852936"/>
          <a:ext cx="21669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Equation" r:id="rId17" imgW="25298400" imgH="6096000" progId="Equation.DSMT4">
                  <p:embed/>
                </p:oleObj>
              </mc:Choice>
              <mc:Fallback>
                <p:oleObj name="Equation" r:id="rId17" imgW="25298400" imgH="6096000" progId="Equation.DSMT4">
                  <p:embed/>
                  <p:pic>
                    <p:nvPicPr>
                      <p:cNvPr id="0" name="对象 1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9592" y="2852936"/>
                        <a:ext cx="2166938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99592" y="4149080"/>
          <a:ext cx="24257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Equation" r:id="rId19" imgW="28346400" imgH="6096000" progId="Equation.DSMT4">
                  <p:embed/>
                </p:oleObj>
              </mc:Choice>
              <mc:Fallback>
                <p:oleObj name="Equation" r:id="rId19" imgW="28346400" imgH="6096000" progId="Equation.DSMT4">
                  <p:embed/>
                  <p:pic>
                    <p:nvPicPr>
                      <p:cNvPr id="0" name="对象 1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9592" y="4149080"/>
                        <a:ext cx="2425700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37290" y="3512140"/>
          <a:ext cx="2342619" cy="509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Equation" r:id="rId21" imgW="28041600" imgH="6096000" progId="Equation.DSMT4">
                  <p:embed/>
                </p:oleObj>
              </mc:Choice>
              <mc:Fallback>
                <p:oleObj name="Equation" r:id="rId21" imgW="28041600" imgH="60960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37290" y="3512140"/>
                        <a:ext cx="2342619" cy="509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07504" y="1916832"/>
            <a:ext cx="878497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1.7.3</a:t>
            </a:r>
            <a:r>
              <a:rPr lang="en-US" altLang="zh-CN" sz="2400" dirty="0"/>
              <a:t>  </a:t>
            </a:r>
            <a:r>
              <a:rPr lang="zh-CN" altLang="en-US" sz="2400" dirty="0"/>
              <a:t>集合                                     是不是线性空间？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95736" y="1844824"/>
          <a:ext cx="39131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1" imgW="45720000" imgH="8534400" progId="Equation.DSMT4">
                  <p:embed/>
                </p:oleObj>
              </mc:Choice>
              <mc:Fallback>
                <p:oleObj name="Equation" r:id="rId1" imgW="45720000" imgH="8534400" progId="Equation.DSMT4">
                  <p:embed/>
                  <p:pic>
                    <p:nvPicPr>
                      <p:cNvPr id="0" name="对象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736" y="1844824"/>
                        <a:ext cx="3913188" cy="730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95536" y="2996952"/>
            <a:ext cx="7920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99592" y="2996952"/>
          <a:ext cx="41417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" imgW="48463200" imgH="6705600" progId="Equation.DSMT4">
                  <p:embed/>
                </p:oleObj>
              </mc:Choice>
              <mc:Fallback>
                <p:oleObj name="Equation" r:id="rId3" imgW="48463200" imgH="6705600" progId="Equation.DSMT4">
                  <p:embed/>
                  <p:pic>
                    <p:nvPicPr>
                      <p:cNvPr id="0" name="对象 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2996952"/>
                        <a:ext cx="4141787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5148064" y="2996952"/>
          <a:ext cx="3529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5" imgW="38404800" imgH="6705600" progId="Equation.DSMT4">
                  <p:embed/>
                </p:oleObj>
              </mc:Choice>
              <mc:Fallback>
                <p:oleObj name="Equation" r:id="rId5" imgW="38404800" imgH="67056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064" y="2996952"/>
                        <a:ext cx="3529013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1209105" y="3717528"/>
          <a:ext cx="35226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7" imgW="41148000" imgH="4876800" progId="Equation.DSMT4">
                  <p:embed/>
                </p:oleObj>
              </mc:Choice>
              <mc:Fallback>
                <p:oleObj name="Equation" r:id="rId7" imgW="41148000" imgH="48768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09105" y="3717528"/>
                        <a:ext cx="3522662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251520" y="605839"/>
            <a:ext cx="8229600" cy="765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注意：线性空间对加法和乘法运算是封闭的。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四、线性空间的性质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0610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线性空间有如下</a:t>
            </a:r>
            <a:r>
              <a:rPr lang="zh-CN" altLang="en-US" sz="2400" b="1" dirty="0">
                <a:solidFill>
                  <a:srgbClr val="0000FF"/>
                </a:solidFill>
              </a:rPr>
              <a:t>性质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(1) </a:t>
            </a:r>
            <a:r>
              <a:rPr lang="zh-CN" altLang="en-US" sz="2400" dirty="0"/>
              <a:t>零元素的唯一性；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(2) </a:t>
            </a:r>
            <a:r>
              <a:rPr lang="zh-CN" altLang="en-US" sz="2400" dirty="0"/>
              <a:t>任何元素的负元素唯一；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(3)                              </a:t>
            </a:r>
            <a:r>
              <a:rPr lang="zh-CN" altLang="en-US" sz="2400" dirty="0"/>
              <a:t>；</a:t>
            </a:r>
            <a:r>
              <a:rPr lang="en-US" altLang="zh-CN" sz="2400" dirty="0"/>
              <a:t>                             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如果          则       或       </a:t>
            </a:r>
            <a:r>
              <a:rPr lang="en-US" altLang="zh-CN" sz="2400" dirty="0"/>
              <a:t>.</a:t>
            </a:r>
            <a:r>
              <a:rPr lang="zh-CN" altLang="en-US" sz="2400" dirty="0"/>
              <a:t>         </a:t>
            </a:r>
            <a:endParaRPr lang="zh-CN" altLang="en-US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15616" y="3356992"/>
          <a:ext cx="3130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1" imgW="36576000" imgH="6096000" progId="Equation.DSMT4">
                  <p:embed/>
                </p:oleObj>
              </mc:Choice>
              <mc:Fallback>
                <p:oleObj name="Equation" r:id="rId1" imgW="36576000" imgH="6096000" progId="Equation.DSMT4">
                  <p:embed/>
                  <p:pic>
                    <p:nvPicPr>
                      <p:cNvPr id="0" name="对象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5616" y="3356992"/>
                        <a:ext cx="3130550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63688" y="4005064"/>
          <a:ext cx="9112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3" imgW="10668000" imgH="4267200" progId="Equation.DSMT4">
                  <p:embed/>
                </p:oleObj>
              </mc:Choice>
              <mc:Fallback>
                <p:oleObj name="Equation" r:id="rId3" imgW="10668000" imgH="4267200" progId="Equation.DSMT4">
                  <p:embed/>
                  <p:pic>
                    <p:nvPicPr>
                      <p:cNvPr id="0" name="对象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4005064"/>
                        <a:ext cx="911225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31840" y="4005064"/>
          <a:ext cx="622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Equation" r:id="rId5" imgW="7315200" imgH="4267200" progId="Equation.DSMT4">
                  <p:embed/>
                </p:oleObj>
              </mc:Choice>
              <mc:Fallback>
                <p:oleObj name="Equation" r:id="rId5" imgW="7315200" imgH="4267200" progId="Equation.DSMT4">
                  <p:embed/>
                  <p:pic>
                    <p:nvPicPr>
                      <p:cNvPr id="0" name="对象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4005064"/>
                        <a:ext cx="622300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83968" y="4005064"/>
          <a:ext cx="6477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7" imgW="7620000" imgH="4267200" progId="Equation.DSMT4">
                  <p:embed/>
                </p:oleObj>
              </mc:Choice>
              <mc:Fallback>
                <p:oleObj name="Equation" r:id="rId7" imgW="7620000" imgH="4267200" progId="Equation.DSMT4">
                  <p:embed/>
                  <p:pic>
                    <p:nvPicPr>
                      <p:cNvPr id="0" name="对象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3968" y="4005064"/>
                        <a:ext cx="647700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五、线性子空间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1800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1.7.3</a:t>
            </a:r>
            <a:r>
              <a:rPr lang="en-US" altLang="zh-CN" sz="2600" dirty="0"/>
              <a:t>   </a:t>
            </a:r>
            <a:r>
              <a:rPr lang="zh-CN" altLang="en-US" sz="2400" dirty="0"/>
              <a:t>设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是一个线性空间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的一个子集，如果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47664" y="2276872"/>
          <a:ext cx="12779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" imgW="14935200" imgH="4876800" progId="Equation.DSMT4">
                  <p:embed/>
                </p:oleObj>
              </mc:Choice>
              <mc:Fallback>
                <p:oleObj name="Equation" r:id="rId1" imgW="14935200" imgH="4876800" progId="Equation.DSMT4">
                  <p:embed/>
                  <p:pic>
                    <p:nvPicPr>
                      <p:cNvPr id="0" name="对象 1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664" y="2276872"/>
                        <a:ext cx="127793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83968" y="2276872"/>
          <a:ext cx="29479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3" imgW="34442400" imgH="4876800" progId="Equation.DSMT4">
                  <p:embed/>
                </p:oleObj>
              </mc:Choice>
              <mc:Fallback>
                <p:oleObj name="Equation" r:id="rId3" imgW="34442400" imgH="4876800" progId="Equation.DSMT4">
                  <p:embed/>
                  <p:pic>
                    <p:nvPicPr>
                      <p:cNvPr id="0" name="对象 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3968" y="2276872"/>
                        <a:ext cx="294798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467360" y="2060575"/>
            <a:ext cx="8301355" cy="1368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对任意                     和任意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则称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539552" y="2780928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子空间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uiExpand="1" build="p"/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六、线性空间的基和维数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40768"/>
            <a:ext cx="8964488" cy="45365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1.7.4</a:t>
            </a:r>
            <a:r>
              <a:rPr lang="en-US" altLang="zh-CN" sz="2600" dirty="0"/>
              <a:t>   </a:t>
            </a:r>
            <a:r>
              <a:rPr lang="zh-CN" altLang="en-US" sz="2400" dirty="0"/>
              <a:t>在线性空间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中，如果存在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个向量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zh-CN" altLang="en-US" sz="2600" dirty="0"/>
              <a:t>，</a:t>
            </a:r>
            <a:r>
              <a:rPr lang="zh-CN" altLang="en-US" sz="2400" dirty="0"/>
              <a:t>满足：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(1)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线性无关；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(2)  </a:t>
            </a:r>
            <a:r>
              <a:rPr lang="en-US" altLang="zh-CN" sz="2400" i="1" dirty="0"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个向量都可以由                            线性表示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                             是线性空间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基</a:t>
            </a:r>
            <a:r>
              <a:rPr lang="zh-CN" altLang="en-US" sz="2400" dirty="0">
                <a:cs typeface="Times New Roman" panose="02020603050405020304" pitchFamily="18" charset="0"/>
              </a:rPr>
              <a:t>，数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称为线性空间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dimV</a:t>
            </a:r>
            <a:r>
              <a:rPr lang="en-US" altLang="zh-CN" sz="2400" i="1" dirty="0">
                <a:cs typeface="Times New Roman" panose="02020603050405020304" pitchFamily="18" charset="0"/>
              </a:rPr>
              <a:t>=r.</a:t>
            </a:r>
            <a:endParaRPr lang="en-US" altLang="zh-CN" sz="2400" i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804248" y="1556792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1" imgW="22860000" imgH="5486400" progId="Equation.DSMT4">
                  <p:embed/>
                </p:oleObj>
              </mc:Choice>
              <mc:Fallback>
                <p:oleObj name="Equation" r:id="rId1" imgW="22860000" imgH="5486400" progId="Equation.DSMT4">
                  <p:embed/>
                  <p:pic>
                    <p:nvPicPr>
                      <p:cNvPr id="0" name="对象 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04248" y="1556792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43608" y="2708920"/>
          <a:ext cx="195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对象 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2708920"/>
                        <a:ext cx="19510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971600" y="4005064"/>
          <a:ext cx="19510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5" imgW="22860000" imgH="5486400" progId="Equation.DSMT4">
                  <p:embed/>
                </p:oleObj>
              </mc:Choice>
              <mc:Fallback>
                <p:oleObj name="Equation" r:id="rId5" imgW="22860000" imgH="54864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600" y="4005064"/>
                        <a:ext cx="195103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4572000" y="3356992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7" imgW="22860000" imgH="5486400" progId="Equation.DSMT4">
                  <p:embed/>
                </p:oleObj>
              </mc:Choice>
              <mc:Fallback>
                <p:oleObj name="Equation" r:id="rId7" imgW="22860000" imgH="54864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72000" y="3356992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187220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1.7.5</a:t>
            </a:r>
            <a:r>
              <a:rPr lang="en-US" altLang="zh-CN" sz="2600" dirty="0"/>
              <a:t>   </a:t>
            </a:r>
            <a:r>
              <a:rPr lang="zh-CN" altLang="en-US" sz="2400" dirty="0"/>
              <a:t>如果一个线性空间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中存在任意多个线性无关的向量，则称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无限维线性空间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67544" y="3356992"/>
            <a:ext cx="8229600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</a:t>
            </a:r>
            <a:r>
              <a:rPr lang="zh-CN" altLang="en-US" sz="2400" b="1" dirty="0"/>
              <a:t>理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1.7.1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若线性空间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的维数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dimV</a:t>
            </a:r>
            <a:r>
              <a:rPr lang="en-US" altLang="zh-CN" sz="2400" i="1" dirty="0">
                <a:cs typeface="Times New Roman" panose="02020603050405020304" pitchFamily="18" charset="0"/>
              </a:rPr>
              <a:t>=r</a:t>
            </a:r>
            <a:r>
              <a:rPr lang="zh-CN" altLang="en-US" sz="2400" dirty="0">
                <a:cs typeface="Times New Roman" panose="02020603050405020304" pitchFamily="18" charset="0"/>
              </a:rPr>
              <a:t>，则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线性无关的向量都是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21602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1.7.6</a:t>
            </a:r>
            <a:r>
              <a:rPr lang="en-US" altLang="zh-CN" sz="2600" dirty="0"/>
              <a:t>   </a:t>
            </a:r>
            <a:r>
              <a:rPr lang="zh-CN" altLang="en-US" sz="2400" dirty="0"/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的一个基，对于任意元素         ，有且仅有一组序数                            ，使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27784" y="980728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Equation" r:id="rId1" imgW="22860000" imgH="5486400" progId="Equation.DSMT4">
                  <p:embed/>
                </p:oleObj>
              </mc:Choice>
              <mc:Fallback>
                <p:oleObj name="Equation" r:id="rId1" imgW="22860000" imgH="5486400" progId="Equation.DSMT4">
                  <p:embed/>
                  <p:pic>
                    <p:nvPicPr>
                      <p:cNvPr id="0" name="对象 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784" y="980728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644008" y="1628800"/>
          <a:ext cx="22891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3" imgW="26822400" imgH="5486400" progId="Equation.DSMT4">
                  <p:embed/>
                </p:oleObj>
              </mc:Choice>
              <mc:Fallback>
                <p:oleObj name="Equation" r:id="rId3" imgW="26822400" imgH="5486400" progId="Equation.DSMT4">
                  <p:embed/>
                  <p:pic>
                    <p:nvPicPr>
                      <p:cNvPr id="0" name="对象 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4008" y="1628800"/>
                        <a:ext cx="228917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755576" y="3140968"/>
          <a:ext cx="2133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5" imgW="24993600" imgH="6705600" progId="Equation.DSMT4">
                  <p:embed/>
                </p:oleObj>
              </mc:Choice>
              <mc:Fallback>
                <p:oleObj name="Equation" r:id="rId5" imgW="24993600" imgH="6705600" progId="Equation.DSMT4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5576" y="3140968"/>
                        <a:ext cx="21336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2555776" y="2420888"/>
          <a:ext cx="2860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7" imgW="33528000" imgH="5486400" progId="Equation.DSMT4">
                  <p:embed/>
                </p:oleObj>
              </mc:Choice>
              <mc:Fallback>
                <p:oleObj name="Equation" r:id="rId7" imgW="33528000" imgH="54864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5776" y="2420888"/>
                        <a:ext cx="286067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87624" y="1628800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9" imgW="9448800" imgH="4267200" progId="Equation.DSMT4">
                  <p:embed/>
                </p:oleObj>
              </mc:Choice>
              <mc:Fallback>
                <p:oleObj name="Equation" r:id="rId9" imgW="9448800" imgH="4267200" progId="Equation.DSMT4">
                  <p:embed/>
                  <p:pic>
                    <p:nvPicPr>
                      <p:cNvPr id="0" name="对象 1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624" y="1628800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63888" y="3284984"/>
          <a:ext cx="3127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11" imgW="3657600" imgH="3352800" progId="Equation.DSMT4">
                  <p:embed/>
                </p:oleObj>
              </mc:Choice>
              <mc:Fallback>
                <p:oleObj name="Equation" r:id="rId11" imgW="3657600" imgH="3352800" progId="Equation.DSMT4">
                  <p:embed/>
                  <p:pic>
                    <p:nvPicPr>
                      <p:cNvPr id="0" name="对象 1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63888" y="3284984"/>
                        <a:ext cx="3127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4355976" y="3212976"/>
          <a:ext cx="19510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13" imgW="22860000" imgH="5486400" progId="Equation.DSMT4">
                  <p:embed/>
                </p:oleObj>
              </mc:Choice>
              <mc:Fallback>
                <p:oleObj name="Equation" r:id="rId13" imgW="22860000" imgH="5486400" progId="Equation.DSMT4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55976" y="3212976"/>
                        <a:ext cx="195103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内容占位符 2"/>
          <p:cNvSpPr txBox="1"/>
          <p:nvPr/>
        </p:nvSpPr>
        <p:spPr>
          <a:xfrm>
            <a:off x="251520" y="3068960"/>
            <a:ext cx="864096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基下的坐标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79512" y="764704"/>
            <a:ext cx="8784976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1.7.4</a:t>
            </a:r>
            <a:r>
              <a:rPr lang="en-US" altLang="zh-CN" sz="2400" dirty="0"/>
              <a:t>  </a:t>
            </a:r>
            <a:r>
              <a:rPr lang="zh-CN" altLang="en-US" sz="2400" dirty="0"/>
              <a:t>设向量组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43050" y="1484313"/>
          <a:ext cx="60277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1" imgW="70408800" imgH="6705600" progId="Equation.DSMT4">
                  <p:embed/>
                </p:oleObj>
              </mc:Choice>
              <mc:Fallback>
                <p:oleObj name="Equation" r:id="rId1" imgW="70408800" imgH="6705600" progId="Equation.DSMT4">
                  <p:embed/>
                  <p:pic>
                    <p:nvPicPr>
                      <p:cNvPr id="0" name="对象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3050" y="1484313"/>
                        <a:ext cx="6027738" cy="57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627784" y="2348880"/>
          <a:ext cx="15351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3" imgW="17983200" imgH="5486400" progId="Equation.DSMT4">
                  <p:embed/>
                </p:oleObj>
              </mc:Choice>
              <mc:Fallback>
                <p:oleObj name="Equation" r:id="rId3" imgW="17983200" imgH="5486400" progId="Equation.DSMT4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2348880"/>
                        <a:ext cx="1535113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40152" y="2348880"/>
          <a:ext cx="3921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5" imgW="4572000" imgH="4572000" progId="Equation.DSMT4">
                  <p:embed/>
                </p:oleObj>
              </mc:Choice>
              <mc:Fallback>
                <p:oleObj name="Equation" r:id="rId5" imgW="4572000" imgH="4572000" progId="Equation.DSMT4">
                  <p:embed/>
                  <p:pic>
                    <p:nvPicPr>
                      <p:cNvPr id="0" name="对象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0152" y="2348880"/>
                        <a:ext cx="392113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195736" y="3284984"/>
          <a:ext cx="1508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7" imgW="17678400" imgH="6705600" progId="Equation.DSMT4">
                  <p:embed/>
                </p:oleObj>
              </mc:Choice>
              <mc:Fallback>
                <p:oleObj name="Equation" r:id="rId7" imgW="17678400" imgH="6705600" progId="Equation.DSMT4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5736" y="3284984"/>
                        <a:ext cx="1508125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4427984" y="3284984"/>
          <a:ext cx="15335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9" imgW="17983200" imgH="5486400" progId="Equation.DSMT4">
                  <p:embed/>
                </p:oleObj>
              </mc:Choice>
              <mc:Fallback>
                <p:oleObj name="Equation" r:id="rId9" imgW="17983200" imgH="5486400" progId="Equation.DSMT4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27984" y="3284984"/>
                        <a:ext cx="153352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/>
          <p:nvPr/>
        </p:nvSpPr>
        <p:spPr>
          <a:xfrm>
            <a:off x="359024" y="1484784"/>
            <a:ext cx="87849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(1)  </a:t>
            </a:r>
            <a:r>
              <a:rPr lang="zh-CN" altLang="en-US" sz="2400" dirty="0"/>
              <a:t>证明向量组                是欧氏空间    的一组基；</a:t>
            </a:r>
            <a:endParaRPr lang="en-US" altLang="zh-CN" sz="2400" dirty="0"/>
          </a:p>
        </p:txBody>
      </p:sp>
      <p:sp>
        <p:nvSpPr>
          <p:cNvPr id="9" name="内容占位符 2"/>
          <p:cNvSpPr txBox="1"/>
          <p:nvPr/>
        </p:nvSpPr>
        <p:spPr>
          <a:xfrm>
            <a:off x="359024" y="1844824"/>
            <a:ext cx="8784976" cy="20162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(2)  </a:t>
            </a:r>
            <a:r>
              <a:rPr lang="zh-CN" altLang="en-US" sz="2400" dirty="0">
                <a:cs typeface="Times New Roman" panose="02020603050405020304" pitchFamily="18" charset="0"/>
              </a:rPr>
              <a:t>求向量                在基               下的坐标</a:t>
            </a:r>
            <a:r>
              <a:rPr lang="en-US" altLang="zh-CN" sz="2400" dirty="0"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2"/>
          <p:cNvSpPr txBox="1"/>
          <p:nvPr/>
        </p:nvSpPr>
        <p:spPr>
          <a:xfrm>
            <a:off x="323528" y="260648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21" name="内容占位符 2"/>
          <p:cNvSpPr txBox="1"/>
          <p:nvPr/>
        </p:nvSpPr>
        <p:spPr>
          <a:xfrm>
            <a:off x="251520" y="2276872"/>
            <a:ext cx="230425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解该方程组得</a:t>
            </a:r>
            <a:endParaRPr lang="zh-CN" altLang="en-US" sz="2400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195736" y="692696"/>
          <a:ext cx="27273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Equation" r:id="rId1" imgW="30175200" imgH="17068800" progId="Equation.DSMT4">
                  <p:embed/>
                </p:oleObj>
              </mc:Choice>
              <mc:Fallback>
                <p:oleObj name="Equation" r:id="rId1" imgW="30175200" imgH="17068800" progId="Equation.DSMT4">
                  <p:embed/>
                  <p:pic>
                    <p:nvPicPr>
                      <p:cNvPr id="0" name="对象 1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736" y="692696"/>
                        <a:ext cx="2727325" cy="1546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115616" y="260648"/>
          <a:ext cx="60277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3" imgW="70408800" imgH="6096000" progId="Equation.DSMT4">
                  <p:embed/>
                </p:oleObj>
              </mc:Choice>
              <mc:Fallback>
                <p:oleObj name="Equation" r:id="rId3" imgW="70408800" imgH="6096000" progId="Equation.DSMT4">
                  <p:embed/>
                  <p:pic>
                    <p:nvPicPr>
                      <p:cNvPr id="0" name="对象 2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260648"/>
                        <a:ext cx="6027738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2195736" y="2348880"/>
          <a:ext cx="16383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5" imgW="19202400" imgH="5486400" progId="Equation.DSMT4">
                  <p:embed/>
                </p:oleObj>
              </mc:Choice>
              <mc:Fallback>
                <p:oleObj name="Equation" r:id="rId5" imgW="19202400" imgH="54864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5736" y="2348880"/>
                        <a:ext cx="16383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843337" y="2348880"/>
          <a:ext cx="53006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8" name="Equation" r:id="rId7" imgW="62179200" imgH="5486400" progId="Equation.DSMT4">
                  <p:embed/>
                </p:oleObj>
              </mc:Choice>
              <mc:Fallback>
                <p:oleObj name="Equation" r:id="rId7" imgW="62179200" imgH="5486400" progId="Equation.DSMT4">
                  <p:embed/>
                  <p:pic>
                    <p:nvPicPr>
                      <p:cNvPr id="0" name="对象 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43337" y="2348880"/>
                        <a:ext cx="530066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3"/>
          <p:cNvGraphicFramePr>
            <a:graphicFrameLocks noChangeAspect="1"/>
          </p:cNvGraphicFramePr>
          <p:nvPr/>
        </p:nvGraphicFramePr>
        <p:xfrm>
          <a:off x="1116013" y="3429000"/>
          <a:ext cx="61579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Equation" r:id="rId9" imgW="71932800" imgH="6096000" progId="Equation.DSMT4">
                  <p:embed/>
                </p:oleObj>
              </mc:Choice>
              <mc:Fallback>
                <p:oleObj name="Equation" r:id="rId9" imgW="71932800" imgH="6096000" progId="Equation.DSMT4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16013" y="3429000"/>
                        <a:ext cx="6157912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 descr="image9"/>
          <p:cNvGraphicFramePr>
            <a:graphicFrameLocks noChangeAspect="1"/>
          </p:cNvGraphicFramePr>
          <p:nvPr/>
        </p:nvGraphicFramePr>
        <p:xfrm>
          <a:off x="2339752" y="3933056"/>
          <a:ext cx="27273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11" imgW="30175200" imgH="17068800" progId="Equation.DSMT4">
                  <p:embed/>
                </p:oleObj>
              </mc:Choice>
              <mc:Fallback>
                <p:oleObj name="Equation" r:id="rId11" imgW="30175200" imgH="17068800" progId="Equation.DSMT4">
                  <p:embed/>
                  <p:pic>
                    <p:nvPicPr>
                      <p:cNvPr id="0" name="Object 14" descr="image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39752" y="3933056"/>
                        <a:ext cx="2727325" cy="1546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2"/>
          <p:cNvSpPr txBox="1"/>
          <p:nvPr/>
        </p:nvSpPr>
        <p:spPr>
          <a:xfrm>
            <a:off x="5292080" y="4149080"/>
            <a:ext cx="230425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解该方程组得</a:t>
            </a:r>
            <a:endParaRPr lang="zh-CN" altLang="en-US" sz="2400" dirty="0"/>
          </a:p>
        </p:txBody>
      </p: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5436096" y="4653136"/>
          <a:ext cx="32226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Equation" r:id="rId13" imgW="37795200" imgH="9448800" progId="Equation.DSMT4">
                  <p:embed/>
                </p:oleObj>
              </mc:Choice>
              <mc:Fallback>
                <p:oleObj name="Equation" r:id="rId13" imgW="37795200" imgH="9448800" progId="Equation.DSMT4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36096" y="4653136"/>
                        <a:ext cx="3222625" cy="806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899592" y="5661248"/>
          <a:ext cx="61849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Equation" r:id="rId15" imgW="72542400" imgH="10363200" progId="Equation.DSMT4">
                  <p:embed/>
                </p:oleObj>
              </mc:Choice>
              <mc:Fallback>
                <p:oleObj name="Equation" r:id="rId15" imgW="72542400" imgH="10363200" progId="Equation.DSMT4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99592" y="5661248"/>
                        <a:ext cx="6184900" cy="885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54025" y="2894013"/>
          <a:ext cx="82327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Equation" r:id="rId17" imgW="90220800" imgH="5791200" progId="Equation.DSMT4">
                  <p:embed/>
                </p:oleObj>
              </mc:Choice>
              <mc:Fallback>
                <p:oleObj name="Equation" r:id="rId17" imgW="90220800" imgH="5791200" progId="Equation.DSMT4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4025" y="2894013"/>
                        <a:ext cx="8232775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一、正交向量与正交向量组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16561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1.8.1</a:t>
            </a:r>
            <a:r>
              <a:rPr lang="en-US" altLang="zh-CN" sz="2400" dirty="0"/>
              <a:t>   </a:t>
            </a:r>
            <a:r>
              <a:rPr lang="zh-CN" altLang="en-US" sz="2400" dirty="0"/>
              <a:t>如果两个向量的内积等于零，则称它们</a:t>
            </a:r>
            <a:r>
              <a:rPr lang="zh-CN" altLang="en-US" sz="2400" b="1" dirty="0">
                <a:solidFill>
                  <a:srgbClr val="0000FF"/>
                </a:solidFill>
              </a:rPr>
              <a:t>正交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395536" y="2780928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1.8.2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维向量组                          </a:t>
            </a:r>
            <a:r>
              <a:rPr lang="zh-CN" altLang="en-US" sz="2400" dirty="0"/>
              <a:t> 不含零向量，且任意两个向量都正交，则该向量组称为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正交向量组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139952" y="2924944"/>
          <a:ext cx="19764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" imgW="23164800" imgH="5486400" progId="Equation.DSMT4">
                  <p:embed/>
                </p:oleObj>
              </mc:Choice>
              <mc:Fallback>
                <p:oleObj name="Equation" r:id="rId1" imgW="23164800" imgH="54864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39952" y="2924944"/>
                        <a:ext cx="19764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467544" y="4509120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1.8.3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维欧氏空间中，由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个向量组成的正交向量组称为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正交基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763688" y="5229200"/>
          <a:ext cx="4175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3" imgW="4876800" imgH="4572000" progId="Equation.DSMT4">
                  <p:embed/>
                </p:oleObj>
              </mc:Choice>
              <mc:Fallback>
                <p:oleObj name="Equation" r:id="rId3" imgW="4876800" imgH="45720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5229200"/>
                        <a:ext cx="417513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DA5ED19-F35A-4EB1-9A4C-1D769E72F627}" type="datetime3">
              <a:rPr lang="zh-CN" altLang="en-US" smtClean="0"/>
            </a:fld>
            <a:endParaRPr lang="en-US" altLang="zh-CN"/>
          </a:p>
        </p:txBody>
      </p:sp>
      <p:sp>
        <p:nvSpPr>
          <p:cNvPr id="1127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12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ED7FB7-5FFD-475A-86CB-3387CC7A1F95}" type="slidenum">
              <a:rPr lang="en-US" altLang="zh-CN"/>
            </a:fld>
            <a:endParaRPr lang="en-US" altLang="zh-CN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84213" y="1052513"/>
            <a:ext cx="367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99"/>
                </a:solidFill>
                <a:ea typeface="黑体" panose="02010609060101010101" pitchFamily="49" charset="-122"/>
              </a:rPr>
              <a:t>正交向量组</a:t>
            </a:r>
            <a:endParaRPr lang="zh-CN" altLang="en-US" sz="28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962025" y="1739900"/>
          <a:ext cx="6586538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1" imgW="64922400" imgH="10972800" progId="Equation.DSMT4">
                  <p:embed/>
                </p:oleObj>
              </mc:Choice>
              <mc:Fallback>
                <p:oleObj name="Equation" r:id="rId1" imgW="64922400" imgH="10972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1739900"/>
                        <a:ext cx="6586538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6294438" y="633413"/>
            <a:ext cx="2232025" cy="792162"/>
          </a:xfrm>
          <a:prstGeom prst="wedgeRoundRectCallout">
            <a:avLst>
              <a:gd name="adj1" fmla="val -46870"/>
              <a:gd name="adj2" fmla="val 97694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b="1">
                <a:solidFill>
                  <a:srgbClr val="000099"/>
                </a:solidFill>
                <a:ea typeface="华文新魏" panose="02010800040101010101" pitchFamily="2" charset="-122"/>
              </a:rPr>
              <a:t>垂直的概念</a:t>
            </a:r>
            <a:endParaRPr lang="zh-CN" altLang="en-US" sz="2400" b="1">
              <a:solidFill>
                <a:srgbClr val="000099"/>
              </a:solidFill>
              <a:ea typeface="华文新魏" panose="02010800040101010101" pitchFamily="2" charset="-122"/>
            </a:endParaRPr>
          </a:p>
          <a:p>
            <a:pPr algn="ctr"/>
            <a:r>
              <a:rPr lang="zh-CN" altLang="en-US" sz="2400" b="1">
                <a:solidFill>
                  <a:srgbClr val="000099"/>
                </a:solidFill>
                <a:ea typeface="华文新魏" panose="02010800040101010101" pitchFamily="2" charset="-122"/>
              </a:rPr>
              <a:t>的推广</a:t>
            </a:r>
            <a:endParaRPr lang="zh-CN" altLang="en-US" sz="2400" b="1">
              <a:solidFill>
                <a:srgbClr val="000099"/>
              </a:solidFill>
              <a:ea typeface="华文新魏" panose="02010800040101010101" pitchFamily="2" charset="-122"/>
            </a:endParaRP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046163" y="2854325"/>
          <a:ext cx="38131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3" imgW="1384300" imgH="241300" progId="Equation.DSMT4">
                  <p:embed/>
                </p:oleObj>
              </mc:Choice>
              <mc:Fallback>
                <p:oleObj name="Equation" r:id="rId3" imgW="13843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2854325"/>
                        <a:ext cx="3813175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4865688" y="2924175"/>
          <a:ext cx="30876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5" imgW="1155700" imgH="241300" progId="Equation.DSMT4">
                  <p:embed/>
                </p:oleObj>
              </mc:Choice>
              <mc:Fallback>
                <p:oleObj name="Equation" r:id="rId5" imgW="11557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688" y="2924175"/>
                        <a:ext cx="308768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1116013" y="3487738"/>
          <a:ext cx="6334125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7" imgW="2463800" imgH="457200" progId="Equation.DSMT4">
                  <p:embed/>
                </p:oleObj>
              </mc:Choice>
              <mc:Fallback>
                <p:oleObj name="Equation" r:id="rId7" imgW="246380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487738"/>
                        <a:ext cx="6334125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524000" y="4927600"/>
            <a:ext cx="4992688" cy="528638"/>
          </a:xfrm>
          <a:prstGeom prst="rect">
            <a:avLst/>
          </a:prstGeom>
          <a:solidFill>
            <a:srgbClr val="66FFFF"/>
          </a:solidFill>
          <a:ln w="9525" algn="ctr">
            <a:solidFill>
              <a:srgbClr val="FF33CC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华文新魏" panose="02010800040101010101" pitchFamily="2" charset="-122"/>
              </a:rPr>
              <a:t>零向量与任意同维向量都正交</a:t>
            </a:r>
            <a:endParaRPr lang="zh-CN" altLang="en-US" sz="2800" b="1">
              <a:ea typeface="华文新魏" panose="02010800040101010101" pitchFamily="2" charset="-122"/>
            </a:endParaRPr>
          </a:p>
        </p:txBody>
      </p:sp>
      <p:sp>
        <p:nvSpPr>
          <p:cNvPr id="11276" name="Text Box 9"/>
          <p:cNvSpPr txBox="1">
            <a:spLocks noChangeArrowheads="1"/>
          </p:cNvSpPr>
          <p:nvPr/>
        </p:nvSpPr>
        <p:spPr bwMode="auto">
          <a:xfrm>
            <a:off x="684213" y="404813"/>
            <a:ext cx="54721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99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正交向量组与正交矩阵</a:t>
            </a:r>
            <a:endParaRPr lang="zh-CN" altLang="en-US" sz="3200" b="1" dirty="0">
              <a:solidFill>
                <a:srgbClr val="000099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 build="p"/>
      <p:bldP spid="15364" grpId="0" animBg="1" autoUpdateAnimBg="0"/>
      <p:bldP spid="15368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0" y="908720"/>
            <a:ext cx="8784976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1.8.2</a:t>
            </a:r>
            <a:r>
              <a:rPr lang="en-US" altLang="zh-CN" sz="2400" dirty="0"/>
              <a:t>   </a:t>
            </a:r>
            <a:r>
              <a:rPr lang="zh-CN" altLang="en-US" sz="2400" dirty="0"/>
              <a:t>验证向量组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68500" y="1603375"/>
          <a:ext cx="55832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1" imgW="65227200" imgH="6705600" progId="Equation.DSMT4">
                  <p:embed/>
                </p:oleObj>
              </mc:Choice>
              <mc:Fallback>
                <p:oleObj name="Equation" r:id="rId1" imgW="65227200" imgH="67056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8500" y="1603375"/>
                        <a:ext cx="5583238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179512" y="220486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是一个正交向量组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755576" y="3068960"/>
            <a:ext cx="7920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43608" y="3068960"/>
          <a:ext cx="62245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3" imgW="72847200" imgH="6096000" progId="Equation.DSMT4">
                  <p:embed/>
                </p:oleObj>
              </mc:Choice>
              <mc:Fallback>
                <p:oleObj name="Equation" r:id="rId3" imgW="72847200" imgH="60960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3068960"/>
                        <a:ext cx="6224587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1475656" y="3789040"/>
          <a:ext cx="47577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5" imgW="55778400" imgH="5486400" progId="Equation.DSMT4">
                  <p:embed/>
                </p:oleObj>
              </mc:Choice>
              <mc:Fallback>
                <p:oleObj name="Equation" r:id="rId5" imgW="55778400" imgH="5486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5656" y="3789040"/>
                        <a:ext cx="4757737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70A3E0-2A1B-4F7E-8A30-8350D47ED929}" type="datetime3">
              <a:rPr lang="zh-CN" altLang="en-US" smtClean="0"/>
            </a:fld>
            <a:endParaRPr lang="en-US" altLang="zh-CN"/>
          </a:p>
        </p:txBody>
      </p:sp>
      <p:sp>
        <p:nvSpPr>
          <p:cNvPr id="12309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231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112F3F2-F414-4962-8A64-9D656BFD1EDF}" type="slidenum">
              <a:rPr lang="en-US" altLang="zh-CN"/>
            </a:fld>
            <a:endParaRPr lang="en-US" altLang="zh-CN"/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685800" y="304800"/>
            <a:ext cx="8382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例</a:t>
            </a:r>
            <a:endParaRPr lang="zh-CN" altLang="en-US" sz="32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371600" y="38100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</a:rPr>
              <a:t>三个向量</a:t>
            </a:r>
            <a:endParaRPr lang="zh-CN" altLang="en-US" sz="2800">
              <a:solidFill>
                <a:srgbClr val="000000"/>
              </a:solidFill>
            </a:endParaRP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2836863" y="333375"/>
          <a:ext cx="2814637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Equation" r:id="rId1" imgW="1002665" imgH="241300" progId="Equation.DSMT4">
                  <p:embed/>
                </p:oleObj>
              </mc:Choice>
              <mc:Fallback>
                <p:oleObj name="Equation" r:id="rId1" imgW="1002665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863" y="333375"/>
                        <a:ext cx="2814637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5657850" y="333375"/>
          <a:ext cx="31464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9" name="Equation" r:id="rId3" imgW="1193800" imgH="241300" progId="Equation.DSMT4">
                  <p:embed/>
                </p:oleObj>
              </mc:Choice>
              <mc:Fallback>
                <p:oleObj name="Equation" r:id="rId3" imgW="11938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333375"/>
                        <a:ext cx="3146425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611188" y="938213"/>
          <a:ext cx="34559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Equation" r:id="rId5" imgW="1346200" imgH="241300" progId="Equation.DSMT4">
                  <p:embed/>
                </p:oleObj>
              </mc:Choice>
              <mc:Fallback>
                <p:oleObj name="Equation" r:id="rId5" imgW="13462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38213"/>
                        <a:ext cx="3455987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962400" y="990600"/>
            <a:ext cx="518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000000"/>
                </a:solidFill>
              </a:rPr>
              <a:t>找出它们之间相互正交的关系。</a:t>
            </a:r>
            <a:endParaRPr lang="zh-CN" altLang="en-US" sz="2800">
              <a:solidFill>
                <a:srgbClr val="000000"/>
              </a:solidFill>
            </a:endParaRPr>
          </a:p>
        </p:txBody>
      </p:sp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1119188" y="2060575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" r:id="rId7" imgW="666115" imgH="313690" progId="Equation.DSMT4">
                  <p:embed/>
                </p:oleObj>
              </mc:Choice>
              <mc:Fallback>
                <p:oleObj name="" r:id="rId7" imgW="666115" imgH="3136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2060575"/>
                        <a:ext cx="1295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577850" y="1981200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99"/>
                </a:solidFill>
              </a:rPr>
              <a:t>解</a:t>
            </a:r>
            <a:endParaRPr lang="zh-CN" altLang="en-US" sz="2800" b="1">
              <a:solidFill>
                <a:srgbClr val="000099"/>
              </a:solidFill>
            </a:endParaRPr>
          </a:p>
        </p:txBody>
      </p:sp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2338388" y="2060575"/>
          <a:ext cx="1295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" r:id="rId9" imgW="588010" imgH="248285" progId="Equation.DSMT4">
                  <p:embed/>
                </p:oleObj>
              </mc:Choice>
              <mc:Fallback>
                <p:oleObj name="" r:id="rId9" imgW="588010" imgH="24828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060575"/>
                        <a:ext cx="12954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3557588" y="2060575"/>
          <a:ext cx="173831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" r:id="rId11" imgW="796925" imgH="274320" progId="Equation.DSMT4">
                  <p:embed/>
                </p:oleObj>
              </mc:Choice>
              <mc:Fallback>
                <p:oleObj name="" r:id="rId11" imgW="796925" imgH="2743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2060575"/>
                        <a:ext cx="173831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5233988" y="2060575"/>
          <a:ext cx="11430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" r:id="rId13" imgW="535305" imgH="248285" progId="Equation.DSMT4">
                  <p:embed/>
                </p:oleObj>
              </mc:Choice>
              <mc:Fallback>
                <p:oleObj name="" r:id="rId13" imgW="535305" imgH="24828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988" y="2060575"/>
                        <a:ext cx="1143000" cy="528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6300788" y="2060575"/>
          <a:ext cx="16002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name="" r:id="rId15" imgW="796925" imgH="274320" progId="Equation.DSMT4">
                  <p:embed/>
                </p:oleObj>
              </mc:Choice>
              <mc:Fallback>
                <p:oleObj name="" r:id="rId15" imgW="796925" imgH="2743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060575"/>
                        <a:ext cx="1600200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7900988" y="2060575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=0</a:t>
            </a:r>
            <a:endParaRPr lang="en-US" altLang="zh-CN" sz="2800"/>
          </a:p>
        </p:txBody>
      </p:sp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1119188" y="2746375"/>
          <a:ext cx="1295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" r:id="rId17" imgW="640080" imgH="313690" progId="Equation.DSMT4">
                  <p:embed/>
                </p:oleObj>
              </mc:Choice>
              <mc:Fallback>
                <p:oleObj name="" r:id="rId17" imgW="640080" imgH="31369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2746375"/>
                        <a:ext cx="12954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/>
          <p:cNvGraphicFramePr>
            <a:graphicFrameLocks noChangeAspect="1"/>
          </p:cNvGraphicFramePr>
          <p:nvPr/>
        </p:nvGraphicFramePr>
        <p:xfrm>
          <a:off x="2414588" y="2822575"/>
          <a:ext cx="59436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" r:id="rId19" imgW="2939415" imgH="274320" progId="Equation.DSMT4">
                  <p:embed/>
                </p:oleObj>
              </mc:Choice>
              <mc:Fallback>
                <p:oleObj name="" r:id="rId19" imgW="2939415" imgH="27432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2822575"/>
                        <a:ext cx="59436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8281988" y="2822575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=0</a:t>
            </a:r>
            <a:endParaRPr lang="en-US" altLang="zh-CN" sz="2800"/>
          </a:p>
        </p:txBody>
      </p:sp>
      <p:graphicFrame>
        <p:nvGraphicFramePr>
          <p:cNvPr id="16403" name="Object 19"/>
          <p:cNvGraphicFramePr>
            <a:graphicFrameLocks noChangeAspect="1"/>
          </p:cNvGraphicFramePr>
          <p:nvPr/>
        </p:nvGraphicFramePr>
        <p:xfrm>
          <a:off x="615950" y="3500438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" r:id="rId21" imgW="666115" imgH="313690" progId="Equation.DSMT4">
                  <p:embed/>
                </p:oleObj>
              </mc:Choice>
              <mc:Fallback>
                <p:oleObj name="" r:id="rId21" imgW="666115" imgH="31369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" y="3500438"/>
                        <a:ext cx="12954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/>
          <p:cNvGraphicFramePr>
            <a:graphicFrameLocks noChangeAspect="1"/>
          </p:cNvGraphicFramePr>
          <p:nvPr/>
        </p:nvGraphicFramePr>
        <p:xfrm>
          <a:off x="1908175" y="3565525"/>
          <a:ext cx="6248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" r:id="rId23" imgW="3461385" imgH="274320" progId="Equation.DSMT4">
                  <p:embed/>
                </p:oleObj>
              </mc:Choice>
              <mc:Fallback>
                <p:oleObj name="" r:id="rId23" imgW="3461385" imgH="27432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565525"/>
                        <a:ext cx="62484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8056563" y="35591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/>
              <a:t>=196</a:t>
            </a:r>
            <a:endParaRPr lang="en-US" altLang="zh-CN" sz="2800"/>
          </a:p>
        </p:txBody>
      </p:sp>
      <p:grpSp>
        <p:nvGrpSpPr>
          <p:cNvPr id="2" name="Group 33"/>
          <p:cNvGrpSpPr/>
          <p:nvPr/>
        </p:nvGrpSpPr>
        <p:grpSpPr bwMode="auto">
          <a:xfrm>
            <a:off x="468313" y="4206875"/>
            <a:ext cx="3505200" cy="685800"/>
            <a:chOff x="240" y="3360"/>
            <a:chExt cx="2208" cy="432"/>
          </a:xfrm>
        </p:grpSpPr>
        <p:sp>
          <p:nvSpPr>
            <p:cNvPr id="12325" name="Text Box 22"/>
            <p:cNvSpPr txBox="1">
              <a:spLocks noChangeArrowheads="1"/>
            </p:cNvSpPr>
            <p:nvPr/>
          </p:nvSpPr>
          <p:spPr bwMode="auto">
            <a:xfrm>
              <a:off x="240" y="3408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/>
                <a:t>可见    与    正交，</a:t>
              </a:r>
              <a:endParaRPr lang="zh-CN" altLang="en-US" sz="2800"/>
            </a:p>
          </p:txBody>
        </p:sp>
        <p:graphicFrame>
          <p:nvGraphicFramePr>
            <p:cNvPr id="12306" name="Object 23"/>
            <p:cNvGraphicFramePr>
              <a:graphicFrameLocks noChangeAspect="1"/>
            </p:cNvGraphicFramePr>
            <p:nvPr/>
          </p:nvGraphicFramePr>
          <p:xfrm>
            <a:off x="720" y="3360"/>
            <a:ext cx="30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0" name="" r:id="rId25" imgW="222250" imgH="313690" progId="Equation.DSMT4">
                    <p:embed/>
                  </p:oleObj>
                </mc:Choice>
                <mc:Fallback>
                  <p:oleObj name="" r:id="rId25" imgW="222250" imgH="31369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360"/>
                          <a:ext cx="30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7" name="Object 24"/>
            <p:cNvGraphicFramePr>
              <a:graphicFrameLocks noChangeAspect="1"/>
            </p:cNvGraphicFramePr>
            <p:nvPr/>
          </p:nvGraphicFramePr>
          <p:xfrm>
            <a:off x="1200" y="3360"/>
            <a:ext cx="3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1" name="" r:id="rId27" imgW="260985" imgH="313690" progId="Equation.DSMT4">
                    <p:embed/>
                  </p:oleObj>
                </mc:Choice>
                <mc:Fallback>
                  <p:oleObj name="" r:id="rId27" imgW="260985" imgH="31369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360"/>
                          <a:ext cx="320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4"/>
          <p:cNvGrpSpPr/>
          <p:nvPr/>
        </p:nvGrpSpPr>
        <p:grpSpPr bwMode="auto">
          <a:xfrm>
            <a:off x="3363913" y="4206875"/>
            <a:ext cx="2743200" cy="685800"/>
            <a:chOff x="2064" y="3360"/>
            <a:chExt cx="1728" cy="432"/>
          </a:xfrm>
        </p:grpSpPr>
        <p:graphicFrame>
          <p:nvGraphicFramePr>
            <p:cNvPr id="12304" name="Object 25"/>
            <p:cNvGraphicFramePr>
              <a:graphicFrameLocks noChangeAspect="1"/>
            </p:cNvGraphicFramePr>
            <p:nvPr/>
          </p:nvGraphicFramePr>
          <p:xfrm>
            <a:off x="2064" y="3360"/>
            <a:ext cx="30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2" name="" r:id="rId29" imgW="222250" imgH="313690" progId="Equation.DSMT4">
                    <p:embed/>
                  </p:oleObj>
                </mc:Choice>
                <mc:Fallback>
                  <p:oleObj name="" r:id="rId29" imgW="222250" imgH="31369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360"/>
                          <a:ext cx="306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3" name="Text Box 26"/>
            <p:cNvSpPr txBox="1">
              <a:spLocks noChangeArrowheads="1"/>
            </p:cNvSpPr>
            <p:nvPr/>
          </p:nvSpPr>
          <p:spPr bwMode="auto">
            <a:xfrm>
              <a:off x="2352" y="340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/>
                <a:t>与</a:t>
              </a:r>
              <a:endParaRPr lang="zh-CN" altLang="en-US" sz="2800"/>
            </a:p>
          </p:txBody>
        </p:sp>
        <p:graphicFrame>
          <p:nvGraphicFramePr>
            <p:cNvPr id="12305" name="Object 27"/>
            <p:cNvGraphicFramePr>
              <a:graphicFrameLocks noChangeAspect="1"/>
            </p:cNvGraphicFramePr>
            <p:nvPr/>
          </p:nvGraphicFramePr>
          <p:xfrm>
            <a:off x="2640" y="3360"/>
            <a:ext cx="34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3" name="" r:id="rId31" imgW="248285" imgH="313690" progId="Equation.DSMT4">
                    <p:embed/>
                  </p:oleObj>
                </mc:Choice>
                <mc:Fallback>
                  <p:oleObj name="" r:id="rId31" imgW="248285" imgH="31369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360"/>
                          <a:ext cx="342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4" name="Text Box 28"/>
            <p:cNvSpPr txBox="1">
              <a:spLocks noChangeArrowheads="1"/>
            </p:cNvSpPr>
            <p:nvPr/>
          </p:nvSpPr>
          <p:spPr bwMode="auto">
            <a:xfrm>
              <a:off x="2976" y="3408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/>
                <a:t>正交，</a:t>
              </a:r>
              <a:endParaRPr lang="zh-CN" altLang="en-US" sz="2800"/>
            </a:p>
          </p:txBody>
        </p:sp>
      </p:grpSp>
      <p:grpSp>
        <p:nvGrpSpPr>
          <p:cNvPr id="4" name="Group 35"/>
          <p:cNvGrpSpPr/>
          <p:nvPr/>
        </p:nvGrpSpPr>
        <p:grpSpPr bwMode="auto">
          <a:xfrm>
            <a:off x="5724525" y="4149725"/>
            <a:ext cx="3200400" cy="762000"/>
            <a:chOff x="3600" y="3312"/>
            <a:chExt cx="2016" cy="480"/>
          </a:xfrm>
        </p:grpSpPr>
        <p:graphicFrame>
          <p:nvGraphicFramePr>
            <p:cNvPr id="12302" name="Object 29"/>
            <p:cNvGraphicFramePr>
              <a:graphicFrameLocks noChangeAspect="1"/>
            </p:cNvGraphicFramePr>
            <p:nvPr/>
          </p:nvGraphicFramePr>
          <p:xfrm>
            <a:off x="3600" y="3360"/>
            <a:ext cx="36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4" name="" r:id="rId33" imgW="260985" imgH="313690" progId="Equation.DSMT4">
                    <p:embed/>
                  </p:oleObj>
                </mc:Choice>
                <mc:Fallback>
                  <p:oleObj name="" r:id="rId33" imgW="260985" imgH="31369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360"/>
                          <a:ext cx="360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1" name="Text Box 30"/>
            <p:cNvSpPr txBox="1">
              <a:spLocks noChangeArrowheads="1"/>
            </p:cNvSpPr>
            <p:nvPr/>
          </p:nvSpPr>
          <p:spPr bwMode="auto">
            <a:xfrm>
              <a:off x="3888" y="3408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/>
                <a:t>与</a:t>
              </a:r>
              <a:endParaRPr lang="zh-CN" altLang="en-US" sz="2800"/>
            </a:p>
          </p:txBody>
        </p:sp>
        <p:graphicFrame>
          <p:nvGraphicFramePr>
            <p:cNvPr id="12303" name="Object 31"/>
            <p:cNvGraphicFramePr>
              <a:graphicFrameLocks noChangeAspect="1"/>
            </p:cNvGraphicFramePr>
            <p:nvPr/>
          </p:nvGraphicFramePr>
          <p:xfrm>
            <a:off x="4176" y="3312"/>
            <a:ext cx="3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5" name="" r:id="rId35" imgW="248285" imgH="313690" progId="Equation.DSMT4">
                    <p:embed/>
                  </p:oleObj>
                </mc:Choice>
                <mc:Fallback>
                  <p:oleObj name="" r:id="rId35" imgW="248285" imgH="31369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3312"/>
                          <a:ext cx="380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2" name="Text Box 32"/>
            <p:cNvSpPr txBox="1">
              <a:spLocks noChangeArrowheads="1"/>
            </p:cNvSpPr>
            <p:nvPr/>
          </p:nvSpPr>
          <p:spPr bwMode="auto">
            <a:xfrm>
              <a:off x="4512" y="3408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800"/>
                <a:t>不正交。</a:t>
              </a:r>
              <a:endParaRPr lang="zh-CN" altLang="en-US" sz="2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" fill="hold"/>
                                        <p:tgtEl>
                                          <p:spTgt spid="16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87" grpId="0" autoUpdateAnimBg="0" build="p"/>
      <p:bldP spid="16391" grpId="0" autoUpdateAnimBg="0" build="p"/>
      <p:bldP spid="16394" grpId="0" autoUpdateAnimBg="0" build="p"/>
      <p:bldP spid="16399" grpId="0" autoUpdateAnimBg="0" build="p"/>
      <p:bldP spid="16402" grpId="0" autoUpdateAnimBg="0" build="p"/>
      <p:bldP spid="16405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6A7C18-C0FA-40C1-9EF9-E42326D3E567}" type="datetime3">
              <a:rPr lang="zh-CN" altLang="en-US" smtClean="0"/>
            </a:fld>
            <a:endParaRPr lang="en-US" altLang="zh-CN"/>
          </a:p>
        </p:txBody>
      </p:sp>
      <p:sp>
        <p:nvSpPr>
          <p:cNvPr id="1332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332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290C5F-8A20-48B7-B38D-5485797D7BDC}" type="slidenum">
              <a:rPr lang="en-US" altLang="zh-CN"/>
            </a:fld>
            <a:endParaRPr lang="en-US" altLang="zh-CN"/>
          </a:p>
        </p:txBody>
      </p:sp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15900" y="361950"/>
            <a:ext cx="3382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ea typeface="黑体" panose="02010609060101010101" pitchFamily="49" charset="-122"/>
              </a:rPr>
              <a:t>命题</a:t>
            </a:r>
            <a:endParaRPr lang="zh-CN" altLang="en-US" sz="280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3276600" y="765175"/>
          <a:ext cx="338455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Equation" r:id="rId1" imgW="1346200" imgH="279400" progId="Equation.DSMT4">
                  <p:embed/>
                </p:oleObj>
              </mc:Choice>
              <mc:Fallback>
                <p:oleObj name="Equation" r:id="rId1" imgW="13462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765175"/>
                        <a:ext cx="338455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900113" y="908050"/>
          <a:ext cx="22320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Equation" r:id="rId3" imgW="888365" imgH="215900" progId="Equation.DSMT4">
                  <p:embed/>
                </p:oleObj>
              </mc:Choice>
              <mc:Fallback>
                <p:oleObj name="Equation" r:id="rId3" imgW="888365" imgH="215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908050"/>
                        <a:ext cx="22320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0" y="1628775"/>
            <a:ext cx="1582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ea typeface="楷体_GB2312" pitchFamily="49" charset="-122"/>
              </a:rPr>
              <a:t>证明</a:t>
            </a:r>
            <a:endParaRPr lang="zh-CN" altLang="en-US" sz="2400" b="1">
              <a:ea typeface="楷体_GB2312" pitchFamily="49" charset="-122"/>
            </a:endParaRP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1116013" y="2058988"/>
          <a:ext cx="33115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Equation" r:id="rId5" imgW="1346200" imgH="279400" progId="Equation.DSMT4">
                  <p:embed/>
                </p:oleObj>
              </mc:Choice>
              <mc:Fallback>
                <p:oleObj name="Equation" r:id="rId5" imgW="13462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058988"/>
                        <a:ext cx="33115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684213" y="2851150"/>
          <a:ext cx="4841875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Equation" r:id="rId6" imgW="1968500" imgH="279400" progId="Equation.DSMT4">
                  <p:embed/>
                </p:oleObj>
              </mc:Choice>
              <mc:Fallback>
                <p:oleObj name="Equation" r:id="rId6" imgW="196850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851150"/>
                        <a:ext cx="4841875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AutoShape 8"/>
          <p:cNvSpPr>
            <a:spLocks noChangeArrowheads="1"/>
          </p:cNvSpPr>
          <p:nvPr/>
        </p:nvSpPr>
        <p:spPr bwMode="auto">
          <a:xfrm>
            <a:off x="5580063" y="1482725"/>
            <a:ext cx="2736850" cy="1512888"/>
          </a:xfrm>
          <a:prstGeom prst="cloudCallout">
            <a:avLst>
              <a:gd name="adj1" fmla="val -89731"/>
              <a:gd name="adj2" fmla="val 3488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ea typeface="华文新魏" panose="02010800040101010101" pitchFamily="2" charset="-122"/>
            </a:endParaRPr>
          </a:p>
        </p:txBody>
      </p:sp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5653088" y="1843088"/>
          <a:ext cx="2592387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Equation" r:id="rId8" imgW="1193800" imgH="279400" progId="Equation.DSMT4">
                  <p:embed/>
                </p:oleObj>
              </mc:Choice>
              <mc:Fallback>
                <p:oleObj name="Equation" r:id="rId8" imgW="1193800" imgH="279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1843088"/>
                        <a:ext cx="2592387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684213" y="3716338"/>
          <a:ext cx="5622925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Equation" r:id="rId10" imgW="2286000" imgH="279400" progId="Equation.DSMT4">
                  <p:embed/>
                </p:oleObj>
              </mc:Choice>
              <mc:Fallback>
                <p:oleObj name="Equation" r:id="rId10" imgW="2286000" imgH="279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716338"/>
                        <a:ext cx="5622925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684213" y="4581525"/>
          <a:ext cx="23764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12" imgW="825500" imgH="203200" progId="Equation.DSMT4">
                  <p:embed/>
                </p:oleObj>
              </mc:Choice>
              <mc:Fallback>
                <p:oleObj name="Equation" r:id="rId12" imgW="825500" imgH="203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237648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755650" y="5373688"/>
            <a:ext cx="7561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ea typeface="华文新魏" panose="02010800040101010101" pitchFamily="2" charset="-122"/>
              </a:rPr>
              <a:t>注：此命题是勾股定理的推广</a:t>
            </a:r>
            <a:endParaRPr lang="zh-CN" altLang="en-US" sz="2800"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54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utoUpdateAnimBg="0" build="p"/>
      <p:bldP spid="54277" grpId="0" autoUpdateAnimBg="0" build="p"/>
      <p:bldP spid="54280" grpId="0" animBg="1" autoUpdateAnimBg="0"/>
      <p:bldP spid="54284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5F187B-0902-4A5B-AE43-55B192E7BB19}" type="datetime3">
              <a:rPr lang="zh-CN" altLang="en-US" smtClean="0"/>
            </a:fld>
            <a:endParaRPr lang="en-US" altLang="zh-CN"/>
          </a:p>
        </p:txBody>
      </p:sp>
      <p:sp>
        <p:nvSpPr>
          <p:cNvPr id="1434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43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7EA06F-4979-4526-AF8B-9BA6FC476CA6}" type="slidenum">
              <a:rPr lang="en-US" altLang="zh-CN"/>
            </a:fld>
            <a:endParaRPr lang="en-US" altLang="zh-CN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611188" y="476250"/>
            <a:ext cx="4860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CC0000"/>
                </a:solidFill>
                <a:ea typeface="黑体" panose="02010609060101010101" pitchFamily="49" charset="-122"/>
              </a:rPr>
              <a:t>正交向量组</a:t>
            </a:r>
            <a:endParaRPr lang="zh-CN" altLang="en-US" sz="320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63600" y="1501775"/>
            <a:ext cx="4752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如果</a:t>
            </a:r>
            <a:r>
              <a:rPr lang="en-US" altLang="zh-CN" sz="2400" b="1"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latin typeface="宋体" panose="02010600030101010101" pitchFamily="2" charset="-122"/>
              </a:rPr>
              <a:t>维向量组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095625" y="1430338"/>
          <a:ext cx="2357438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Equation" r:id="rId1" imgW="825500" imgH="228600" progId="Equation.DSMT4">
                  <p:embed/>
                </p:oleObj>
              </mc:Choice>
              <mc:Fallback>
                <p:oleObj name="Equation" r:id="rId1" imgW="825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430338"/>
                        <a:ext cx="2357438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5616575" y="1573213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中的向量两两正交</a:t>
            </a:r>
            <a:endParaRPr lang="zh-CN" altLang="en-US" sz="2400" b="1"/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50825" y="2276475"/>
            <a:ext cx="669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就称为正交向量组</a:t>
            </a:r>
            <a:r>
              <a:rPr lang="zh-CN" altLang="en-US" sz="2400" b="1">
                <a:ea typeface="楷体_GB2312" pitchFamily="49" charset="-122"/>
              </a:rPr>
              <a:t>。</a:t>
            </a:r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361950" y="3975100"/>
            <a:ext cx="565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ea typeface="华文新魏" panose="02010800040101010101" pitchFamily="2" charset="-122"/>
              </a:rPr>
              <a:t>如</a:t>
            </a:r>
            <a:endParaRPr lang="zh-CN" altLang="en-US" sz="2800">
              <a:ea typeface="华文新魏" panose="02010800040101010101" pitchFamily="2" charset="-122"/>
            </a:endParaRPr>
          </a:p>
        </p:txBody>
      </p:sp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1531938" y="3871913"/>
          <a:ext cx="268287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3" imgW="1028700" imgH="279400" progId="Equation.DSMT4">
                  <p:embed/>
                </p:oleObj>
              </mc:Choice>
              <mc:Fallback>
                <p:oleObj name="Equation" r:id="rId3" imgW="1028700" imgH="279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3871913"/>
                        <a:ext cx="268287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4579938" y="3871913"/>
          <a:ext cx="31797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Equation" r:id="rId5" imgW="1219200" imgH="279400" progId="Equation.DSMT4">
                  <p:embed/>
                </p:oleObj>
              </mc:Choice>
              <mc:Fallback>
                <p:oleObj name="Equation" r:id="rId5" imgW="1219200" imgH="279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38" y="3871913"/>
                        <a:ext cx="31797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1627188" y="4862513"/>
          <a:ext cx="317976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Equation" r:id="rId7" imgW="1219200" imgH="279400" progId="Equation.DSMT4">
                  <p:embed/>
                </p:oleObj>
              </mc:Choice>
              <mc:Fallback>
                <p:oleObj name="Equation" r:id="rId7" imgW="1219200" imgH="279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4862513"/>
                        <a:ext cx="317976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5148263" y="4941888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是正交向量组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538163" y="2886075"/>
          <a:ext cx="323215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Equation" r:id="rId9" imgW="1567815" imgH="352425" progId="Equation.DSMT4">
                  <p:embed/>
                </p:oleObj>
              </mc:Choice>
              <mc:Fallback>
                <p:oleObj name="Equation" r:id="rId9" imgW="1567815" imgH="35242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2886075"/>
                        <a:ext cx="3232150" cy="725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4552950" y="2984500"/>
          <a:ext cx="312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" r:id="rId11" imgW="1240790" imgH="274320" progId="Equation.DSMT4">
                  <p:embed/>
                </p:oleObj>
              </mc:Choice>
              <mc:Fallback>
                <p:oleObj name="" r:id="rId11" imgW="1240790" imgH="27432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950" y="2984500"/>
                        <a:ext cx="3124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" fill="hold"/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utoUpdateAnimBg="0" build="p"/>
      <p:bldP spid="17411" grpId="0" autoUpdateAnimBg="0" build="p"/>
      <p:bldP spid="17413" grpId="0" autoUpdateAnimBg="0" build="p"/>
      <p:bldP spid="17414" grpId="0" autoUpdateAnimBg="0" build="p"/>
      <p:bldP spid="17415" grpId="0" autoUpdateAnimBg="0" build="p"/>
      <p:bldP spid="17419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A4A1D3B-00DD-4E95-8D9B-A35D5B1F8D33}" type="datetime3">
              <a:rPr lang="zh-CN" altLang="en-US" smtClean="0"/>
            </a:fld>
            <a:endParaRPr lang="en-US" altLang="zh-CN"/>
          </a:p>
        </p:txBody>
      </p:sp>
      <p:sp>
        <p:nvSpPr>
          <p:cNvPr id="1536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536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49AF1E-74F1-4FC1-93BF-F9FD52D787BE}" type="slidenum">
              <a:rPr lang="en-US" altLang="zh-CN"/>
            </a:fld>
            <a:endParaRPr lang="en-US" altLang="zh-CN"/>
          </a:p>
        </p:txBody>
      </p: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79388" y="112713"/>
            <a:ext cx="2051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练一练：</a:t>
            </a:r>
            <a:endParaRPr lang="zh-CN" altLang="en-US" sz="3200" b="1">
              <a:solidFill>
                <a:srgbClr val="0000FF"/>
              </a:solidFill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250825" y="836613"/>
            <a:ext cx="7920038" cy="1296987"/>
            <a:chOff x="158" y="527"/>
            <a:chExt cx="4989" cy="817"/>
          </a:xfrm>
        </p:grpSpPr>
        <p:sp>
          <p:nvSpPr>
            <p:cNvPr id="15374" name="Text Box 4"/>
            <p:cNvSpPr txBox="1">
              <a:spLocks noChangeArrowheads="1"/>
            </p:cNvSpPr>
            <p:nvPr/>
          </p:nvSpPr>
          <p:spPr bwMode="auto">
            <a:xfrm>
              <a:off x="158" y="572"/>
              <a:ext cx="9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</a:t>
              </a:r>
              <a:r>
                <a:rPr lang="zh-CN" altLang="en-US" sz="2800" b="1"/>
                <a:t>、</a:t>
              </a:r>
              <a:endParaRPr lang="zh-CN" altLang="en-US" sz="2800" b="1"/>
            </a:p>
          </p:txBody>
        </p:sp>
        <p:graphicFrame>
          <p:nvGraphicFramePr>
            <p:cNvPr id="15365" name="Object 5"/>
            <p:cNvGraphicFramePr>
              <a:graphicFrameLocks noChangeAspect="1"/>
            </p:cNvGraphicFramePr>
            <p:nvPr/>
          </p:nvGraphicFramePr>
          <p:xfrm>
            <a:off x="521" y="527"/>
            <a:ext cx="4626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1" name="Equation" r:id="rId1" imgW="2895600" imgH="279400" progId="Equation.DSMT4">
                    <p:embed/>
                  </p:oleObj>
                </mc:Choice>
                <mc:Fallback>
                  <p:oleObj name="Equation" r:id="rId1" imgW="2895600" imgH="279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527"/>
                          <a:ext cx="4626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6"/>
            <p:cNvGraphicFramePr>
              <a:graphicFrameLocks noChangeAspect="1"/>
            </p:cNvGraphicFramePr>
            <p:nvPr/>
          </p:nvGraphicFramePr>
          <p:xfrm>
            <a:off x="567" y="981"/>
            <a:ext cx="381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2" name="Equation" r:id="rId3" imgW="2400300" imgH="228600" progId="Equation.DSMT4">
                    <p:embed/>
                  </p:oleObj>
                </mc:Choice>
                <mc:Fallback>
                  <p:oleObj name="Equation" r:id="rId3" imgW="240030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981"/>
                          <a:ext cx="381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 bwMode="auto">
          <a:xfrm>
            <a:off x="179388" y="2205038"/>
            <a:ext cx="5184775" cy="646112"/>
            <a:chOff x="113" y="1389"/>
            <a:chExt cx="3266" cy="407"/>
          </a:xfrm>
        </p:grpSpPr>
        <p:sp>
          <p:nvSpPr>
            <p:cNvPr id="15373" name="Text Box 8"/>
            <p:cNvSpPr txBox="1">
              <a:spLocks noChangeArrowheads="1"/>
            </p:cNvSpPr>
            <p:nvPr/>
          </p:nvSpPr>
          <p:spPr bwMode="auto">
            <a:xfrm>
              <a:off x="113" y="1425"/>
              <a:ext cx="63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3300"/>
                  </a:solidFill>
                </a:rPr>
                <a:t>解：</a:t>
              </a:r>
              <a:endParaRPr lang="zh-CN" altLang="en-US" sz="2800" b="1">
                <a:solidFill>
                  <a:srgbClr val="FF3300"/>
                </a:solidFill>
              </a:endParaRPr>
            </a:p>
          </p:txBody>
        </p:sp>
        <p:graphicFrame>
          <p:nvGraphicFramePr>
            <p:cNvPr id="15364" name="Object 9"/>
            <p:cNvGraphicFramePr>
              <a:graphicFrameLocks noChangeAspect="1"/>
            </p:cNvGraphicFramePr>
            <p:nvPr/>
          </p:nvGraphicFramePr>
          <p:xfrm>
            <a:off x="657" y="1389"/>
            <a:ext cx="2722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3" name="Equation" r:id="rId5" imgW="1701800" imgH="254000" progId="Equation.DSMT4">
                    <p:embed/>
                  </p:oleObj>
                </mc:Choice>
                <mc:Fallback>
                  <p:oleObj name="Equation" r:id="rId5" imgW="1701800" imgH="2540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389"/>
                          <a:ext cx="2722" cy="4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06" name="Object 10"/>
          <p:cNvGraphicFramePr>
            <a:graphicFrameLocks noChangeAspect="1"/>
          </p:cNvGraphicFramePr>
          <p:nvPr/>
        </p:nvGraphicFramePr>
        <p:xfrm>
          <a:off x="969963" y="3068638"/>
          <a:ext cx="70580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4" name="Equation" r:id="rId7" imgW="2578100" imgH="254000" progId="Equation.DSMT4">
                  <p:embed/>
                </p:oleObj>
              </mc:Choice>
              <mc:Fallback>
                <p:oleObj name="Equation" r:id="rId7" imgW="2578100" imgH="254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3068638"/>
                        <a:ext cx="70580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1"/>
          <p:cNvGraphicFramePr>
            <a:graphicFrameLocks noChangeAspect="1"/>
          </p:cNvGraphicFramePr>
          <p:nvPr/>
        </p:nvGraphicFramePr>
        <p:xfrm>
          <a:off x="674688" y="3860800"/>
          <a:ext cx="548957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9" imgW="1879600" imgH="469900" progId="Equation.DSMT4">
                  <p:embed/>
                </p:oleObj>
              </mc:Choice>
              <mc:Fallback>
                <p:oleObj name="Equation" r:id="rId9" imgW="1879600" imgH="469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3860800"/>
                        <a:ext cx="5489575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62EBC3-8582-4347-A69B-356FCC2193AC}" type="datetime3">
              <a:rPr lang="zh-CN" altLang="en-US" smtClean="0"/>
            </a:fld>
            <a:endParaRPr lang="en-US" altLang="zh-CN"/>
          </a:p>
        </p:txBody>
      </p:sp>
      <p:sp>
        <p:nvSpPr>
          <p:cNvPr id="1639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639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B1053E-CA51-429F-B24A-BDFC44A2BB67}" type="slidenum">
              <a:rPr lang="en-US" altLang="zh-CN"/>
            </a:fld>
            <a:endParaRPr lang="en-US" altLang="zh-CN"/>
          </a:p>
        </p:txBody>
      </p:sp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250825" y="0"/>
            <a:ext cx="2051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练一练：</a:t>
            </a:r>
            <a:endParaRPr lang="zh-CN" altLang="en-US" sz="3200" b="1">
              <a:solidFill>
                <a:srgbClr val="0000FF"/>
              </a:solidFill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23850" y="692150"/>
            <a:ext cx="7491413" cy="1223963"/>
            <a:chOff x="182" y="618"/>
            <a:chExt cx="4927" cy="881"/>
          </a:xfrm>
        </p:grpSpPr>
        <p:sp>
          <p:nvSpPr>
            <p:cNvPr id="16401" name="Text Box 4"/>
            <p:cNvSpPr txBox="1">
              <a:spLocks noChangeArrowheads="1"/>
            </p:cNvSpPr>
            <p:nvPr/>
          </p:nvSpPr>
          <p:spPr bwMode="auto">
            <a:xfrm>
              <a:off x="182" y="618"/>
              <a:ext cx="521" cy="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2</a:t>
              </a:r>
              <a:r>
                <a:rPr lang="zh-CN" altLang="en-US" sz="2800" b="1"/>
                <a:t>、</a:t>
              </a:r>
              <a:endParaRPr lang="zh-CN" altLang="en-US" sz="2800" b="1"/>
            </a:p>
          </p:txBody>
        </p:sp>
        <p:graphicFrame>
          <p:nvGraphicFramePr>
            <p:cNvPr id="16393" name="Object 5"/>
            <p:cNvGraphicFramePr>
              <a:graphicFrameLocks noChangeAspect="1"/>
            </p:cNvGraphicFramePr>
            <p:nvPr/>
          </p:nvGraphicFramePr>
          <p:xfrm>
            <a:off x="567" y="618"/>
            <a:ext cx="4127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7" name="Equation" r:id="rId1" imgW="2311400" imgH="228600" progId="Equation.DSMT4">
                    <p:embed/>
                  </p:oleObj>
                </mc:Choice>
                <mc:Fallback>
                  <p:oleObj name="Equation" r:id="rId1" imgW="23114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618"/>
                          <a:ext cx="4127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Object 6"/>
            <p:cNvGraphicFramePr>
              <a:graphicFrameLocks noChangeAspect="1"/>
            </p:cNvGraphicFramePr>
            <p:nvPr/>
          </p:nvGraphicFramePr>
          <p:xfrm>
            <a:off x="425" y="1026"/>
            <a:ext cx="4684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8" name="Equation" r:id="rId3" imgW="2768600" imgH="279400" progId="Equation.DSMT4">
                    <p:embed/>
                  </p:oleObj>
                </mc:Choice>
                <mc:Fallback>
                  <p:oleObj name="Equation" r:id="rId3" imgW="2768600" imgH="279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" y="1026"/>
                          <a:ext cx="4684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386" name="Object 7"/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Equation" r:id="rId5" imgW="434975" imgH="676910" progId="Equation.DSMT4">
                  <p:embed/>
                </p:oleObj>
              </mc:Choice>
              <mc:Fallback>
                <p:oleObj name="Equation" r:id="rId5" imgW="434975" imgH="67691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07950" y="198913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证明：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1331913" y="1989138"/>
          <a:ext cx="2887662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Equation" r:id="rId7" imgW="1168400" imgH="279400" progId="Equation.DSMT4">
                  <p:embed/>
                </p:oleObj>
              </mc:Choice>
              <mc:Fallback>
                <p:oleObj name="Equation" r:id="rId7" imgW="1168400" imgH="279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89138"/>
                        <a:ext cx="2887662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0" name="Object 10"/>
          <p:cNvGraphicFramePr>
            <a:graphicFrameLocks noChangeAspect="1"/>
          </p:cNvGraphicFramePr>
          <p:nvPr/>
        </p:nvGraphicFramePr>
        <p:xfrm>
          <a:off x="1116013" y="2565400"/>
          <a:ext cx="611981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Equation" r:id="rId9" imgW="2273300" imgH="254000" progId="Equation.DSMT4">
                  <p:embed/>
                </p:oleObj>
              </mc:Choice>
              <mc:Fallback>
                <p:oleObj name="Equation" r:id="rId9" imgW="2273300" imgH="254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565400"/>
                        <a:ext cx="611981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1" name="Object 11"/>
          <p:cNvGraphicFramePr>
            <a:graphicFrameLocks noChangeAspect="1"/>
          </p:cNvGraphicFramePr>
          <p:nvPr/>
        </p:nvGraphicFramePr>
        <p:xfrm>
          <a:off x="1116013" y="3213100"/>
          <a:ext cx="60483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Equation" r:id="rId11" imgW="2286000" imgH="254000" progId="Equation.DSMT4">
                  <p:embed/>
                </p:oleObj>
              </mc:Choice>
              <mc:Fallback>
                <p:oleObj name="Equation" r:id="rId11" imgW="22860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213100"/>
                        <a:ext cx="6048375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1331913" y="3860800"/>
          <a:ext cx="59039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3" name="Equation" r:id="rId13" imgW="2044700" imgH="254000" progId="Equation.DSMT4">
                  <p:embed/>
                </p:oleObj>
              </mc:Choice>
              <mc:Fallback>
                <p:oleObj name="Equation" r:id="rId13" imgW="2044700" imgH="254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860800"/>
                        <a:ext cx="59039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3" name="Object 13"/>
          <p:cNvGraphicFramePr>
            <a:graphicFrameLocks noChangeAspect="1"/>
          </p:cNvGraphicFramePr>
          <p:nvPr/>
        </p:nvGraphicFramePr>
        <p:xfrm>
          <a:off x="1187450" y="4581525"/>
          <a:ext cx="57610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Equation" r:id="rId15" imgW="2044700" imgH="254000" progId="Equation.DSMT4">
                  <p:embed/>
                </p:oleObj>
              </mc:Choice>
              <mc:Fallback>
                <p:oleObj name="Equation" r:id="rId15" imgW="2044700" imgH="254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581525"/>
                        <a:ext cx="576103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4" name="Object 14"/>
          <p:cNvGraphicFramePr>
            <a:graphicFrameLocks noChangeAspect="1"/>
          </p:cNvGraphicFramePr>
          <p:nvPr/>
        </p:nvGraphicFramePr>
        <p:xfrm>
          <a:off x="1187450" y="5229225"/>
          <a:ext cx="489743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17" imgW="1651000" imgH="279400" progId="Equation.DSMT4">
                  <p:embed/>
                </p:oleObj>
              </mc:Choice>
              <mc:Fallback>
                <p:oleObj name="Equation" r:id="rId17" imgW="1651000" imgH="279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229225"/>
                        <a:ext cx="489743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6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563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Text Box 2"/>
          <p:cNvSpPr txBox="1">
            <a:spLocks noChangeArrowheads="1"/>
          </p:cNvSpPr>
          <p:nvPr/>
        </p:nvSpPr>
        <p:spPr bwMode="auto">
          <a:xfrm>
            <a:off x="4408488" y="3068638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zh-CN" altLang="zh-CN"/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611560" y="2420888"/>
            <a:ext cx="1368425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证明</a:t>
            </a:r>
            <a:endParaRPr lang="zh-CN" altLang="en-US" sz="2400" b="1" dirty="0"/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1835150" y="2420938"/>
          <a:ext cx="26844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Equation" r:id="rId1" imgW="31394400" imgH="5486400" progId="Equation.DSMT4">
                  <p:embed/>
                </p:oleObj>
              </mc:Choice>
              <mc:Fallback>
                <p:oleObj name="Equation" r:id="rId1" imgW="31394400" imgH="5486400" progId="Equation.DSMT4">
                  <p:embed/>
                  <p:pic>
                    <p:nvPicPr>
                      <p:cNvPr id="0" name="Object 1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2420938"/>
                        <a:ext cx="2684463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1835150" y="2997200"/>
          <a:ext cx="33258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2" name="Equation" r:id="rId3" imgW="39014400" imgH="5486400" progId="Equation.DSMT4">
                  <p:embed/>
                </p:oleObj>
              </mc:Choice>
              <mc:Fallback>
                <p:oleObj name="Equation" r:id="rId3" imgW="39014400" imgH="5486400" progId="Equation.DSMT4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150" y="2997200"/>
                        <a:ext cx="332581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1836738" y="3644900"/>
          <a:ext cx="33718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3" name="Equation" r:id="rId5" imgW="39624000" imgH="5791200" progId="Equation.DSMT4">
                  <p:embed/>
                </p:oleObj>
              </mc:Choice>
              <mc:Fallback>
                <p:oleObj name="Equation" r:id="rId5" imgW="39624000" imgH="5791200" progId="Equation.DSMT4">
                  <p:embed/>
                  <p:pic>
                    <p:nvPicPr>
                      <p:cNvPr id="0" name="Object 1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36738" y="3644900"/>
                        <a:ext cx="3371850" cy="493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5" name="Object 13"/>
          <p:cNvGraphicFramePr>
            <a:graphicFrameLocks noChangeAspect="1"/>
          </p:cNvGraphicFramePr>
          <p:nvPr/>
        </p:nvGraphicFramePr>
        <p:xfrm>
          <a:off x="5594350" y="3602038"/>
          <a:ext cx="14001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4" name="Equation" r:id="rId7" imgW="16459200" imgH="5791200" progId="Equation.DSMT4">
                  <p:embed/>
                </p:oleObj>
              </mc:Choice>
              <mc:Fallback>
                <p:oleObj name="Equation" r:id="rId7" imgW="16459200" imgH="5791200" progId="Equation.DSMT4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94350" y="3602038"/>
                        <a:ext cx="1400175" cy="493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Object 14"/>
          <p:cNvGraphicFramePr>
            <a:graphicFrameLocks noChangeAspect="1"/>
          </p:cNvGraphicFramePr>
          <p:nvPr/>
        </p:nvGraphicFramePr>
        <p:xfrm>
          <a:off x="1706563" y="4251325"/>
          <a:ext cx="55753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5" name="Equation" r:id="rId9" imgW="65227200" imgH="6705600" progId="Equation.DSMT4">
                  <p:embed/>
                </p:oleObj>
              </mc:Choice>
              <mc:Fallback>
                <p:oleObj name="Equation" r:id="rId9" imgW="65227200" imgH="6705600" progId="Equation.DSMT4">
                  <p:embed/>
                  <p:pic>
                    <p:nvPicPr>
                      <p:cNvPr id="0" name="Object 1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06563" y="4251325"/>
                        <a:ext cx="5575300" cy="573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1690688" y="5013325"/>
            <a:ext cx="15843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所以</a:t>
            </a:r>
            <a:endParaRPr lang="zh-CN" altLang="en-US" sz="2400" dirty="0"/>
          </a:p>
        </p:txBody>
      </p:sp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2851150" y="5013325"/>
          <a:ext cx="30702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6" name="Equation" r:id="rId11" imgW="35966400" imgH="5486400" progId="Equation.DSMT4">
                  <p:embed/>
                </p:oleObj>
              </mc:Choice>
              <mc:Fallback>
                <p:oleObj name="Equation" r:id="rId11" imgW="35966400" imgH="5486400" progId="Equation.DSMT4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51150" y="5013325"/>
                        <a:ext cx="307022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1"/>
          <p:cNvGrpSpPr/>
          <p:nvPr/>
        </p:nvGrpSpPr>
        <p:grpSpPr bwMode="auto">
          <a:xfrm>
            <a:off x="1619250" y="5661038"/>
            <a:ext cx="5761038" cy="469901"/>
            <a:chOff x="295" y="3747"/>
            <a:chExt cx="3629" cy="296"/>
          </a:xfrm>
        </p:grpSpPr>
        <p:sp>
          <p:nvSpPr>
            <p:cNvPr id="13329" name="Text Box 17"/>
            <p:cNvSpPr txBox="1">
              <a:spLocks noChangeArrowheads="1"/>
            </p:cNvSpPr>
            <p:nvPr/>
          </p:nvSpPr>
          <p:spPr bwMode="auto">
            <a:xfrm>
              <a:off x="295" y="3748"/>
              <a:ext cx="15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/>
                <a:t>于是向量组</a:t>
              </a:r>
              <a:endParaRPr lang="zh-CN" altLang="en-US" sz="2400" dirty="0"/>
            </a:p>
          </p:txBody>
        </p:sp>
        <p:graphicFrame>
          <p:nvGraphicFramePr>
            <p:cNvPr id="13320" name="Object 18"/>
            <p:cNvGraphicFramePr>
              <a:graphicFrameLocks noChangeAspect="1"/>
            </p:cNvGraphicFramePr>
            <p:nvPr/>
          </p:nvGraphicFramePr>
          <p:xfrm>
            <a:off x="1429" y="3748"/>
            <a:ext cx="101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7" name="Equation" r:id="rId13" imgW="18897600" imgH="5486400" progId="Equation.DSMT4">
                    <p:embed/>
                  </p:oleObj>
                </mc:Choice>
                <mc:Fallback>
                  <p:oleObj name="Equation" r:id="rId13" imgW="18897600" imgH="5486400" progId="Equation.DSMT4">
                    <p:embed/>
                    <p:pic>
                      <p:nvPicPr>
                        <p:cNvPr id="0" name="Object 1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29" y="3748"/>
                          <a:ext cx="1016" cy="29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0" name="Text Box 19"/>
            <p:cNvSpPr txBox="1">
              <a:spLocks noChangeArrowheads="1"/>
            </p:cNvSpPr>
            <p:nvPr/>
          </p:nvSpPr>
          <p:spPr bwMode="auto">
            <a:xfrm>
              <a:off x="2518" y="3747"/>
              <a:ext cx="140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400" dirty="0"/>
                <a:t>线性无关</a:t>
              </a:r>
              <a:r>
                <a:rPr lang="en-US" altLang="zh-CN" sz="2400" dirty="0"/>
                <a:t>.</a:t>
              </a:r>
              <a:endParaRPr lang="en-US" altLang="zh-CN" sz="2400" dirty="0"/>
            </a:p>
          </p:txBody>
        </p:sp>
      </p:grpSp>
      <p:sp>
        <p:nvSpPr>
          <p:cNvPr id="22" name="内容占位符 2"/>
          <p:cNvSpPr txBox="1"/>
          <p:nvPr/>
        </p:nvSpPr>
        <p:spPr>
          <a:xfrm>
            <a:off x="251520" y="260648"/>
            <a:ext cx="8748464" cy="21602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1.8.1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设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维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向量                   是向量空间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的正交基，则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2339752" y="980728"/>
          <a:ext cx="192563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8" name="Equation" r:id="rId15" imgW="22860000" imgH="5486400" progId="Equation.DSMT4">
                  <p:embed/>
                </p:oleObj>
              </mc:Choice>
              <mc:Fallback>
                <p:oleObj name="Equation" r:id="rId15" imgW="22860000" imgH="54864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39752" y="980728"/>
                        <a:ext cx="1925637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12"/>
          <p:cNvGraphicFramePr>
            <a:graphicFrameLocks noChangeAspect="1"/>
          </p:cNvGraphicFramePr>
          <p:nvPr/>
        </p:nvGraphicFramePr>
        <p:xfrm>
          <a:off x="467544" y="1628800"/>
          <a:ext cx="195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name="Equation" r:id="rId17" imgW="22860000" imgH="5486400" progId="Equation.DSMT4">
                  <p:embed/>
                </p:oleObj>
              </mc:Choice>
              <mc:Fallback>
                <p:oleObj name="Equation" r:id="rId17" imgW="22860000" imgH="5486400" progId="Equation.DSMT4">
                  <p:embed/>
                  <p:pic>
                    <p:nvPicPr>
                      <p:cNvPr id="0" name="图片 30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7544" y="1628800"/>
                        <a:ext cx="19510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内容占位符 2"/>
          <p:cNvSpPr txBox="1"/>
          <p:nvPr/>
        </p:nvSpPr>
        <p:spPr>
          <a:xfrm>
            <a:off x="2411760" y="1484784"/>
            <a:ext cx="424847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线性无关</a:t>
            </a:r>
            <a:r>
              <a:rPr kumimoji="0" lang="en-US" altLang="zh-CN" sz="240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.</a:t>
            </a:r>
            <a:endParaRPr kumimoji="0" lang="en-US" altLang="zh-CN" sz="24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1" grpId="0"/>
      <p:bldP spid="38927" grpId="0"/>
      <p:bldP spid="22" grpId="0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467544" y="112474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注意：</a:t>
            </a:r>
            <a:r>
              <a:rPr lang="zh-CN" altLang="en-US" sz="2400" dirty="0"/>
              <a:t>反之不成立。举反例</a:t>
            </a:r>
            <a:endParaRPr lang="zh-CN" altLang="en-US" sz="2400" dirty="0"/>
          </a:p>
        </p:txBody>
      </p:sp>
      <p:sp>
        <p:nvSpPr>
          <p:cNvPr id="13" name="内容占位符 2"/>
          <p:cNvSpPr txBox="1"/>
          <p:nvPr/>
        </p:nvSpPr>
        <p:spPr>
          <a:xfrm>
            <a:off x="395536" y="2564904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问题</a:t>
            </a:r>
            <a:r>
              <a:rPr lang="en-US" altLang="zh-CN" sz="2400" b="1" dirty="0">
                <a:solidFill>
                  <a:srgbClr val="FF0000"/>
                </a:solidFill>
              </a:rPr>
              <a:t>1.8.2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zh-CN" altLang="en-US" sz="2400" dirty="0"/>
              <a:t>若向量   与向量         都正交，则   与       的任意线性组合都正交</a:t>
            </a:r>
            <a:endParaRPr lang="zh-CN" altLang="en-US" sz="2400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03848" y="2780928"/>
          <a:ext cx="2587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Equation" r:id="rId1" imgW="3048000" imgH="3962400" progId="Equation.DSMT4">
                  <p:embed/>
                </p:oleObj>
              </mc:Choice>
              <mc:Fallback>
                <p:oleObj name="Equation" r:id="rId1" imgW="3048000" imgH="39624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3848" y="2780928"/>
                        <a:ext cx="258763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499992" y="2708920"/>
          <a:ext cx="8096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3" imgW="9448800" imgH="4876800" progId="Equation.DSMT4">
                  <p:embed/>
                </p:oleObj>
              </mc:Choice>
              <mc:Fallback>
                <p:oleObj name="Equation" r:id="rId3" imgW="9448800" imgH="48768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99992" y="2708920"/>
                        <a:ext cx="809625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948264" y="2780928"/>
          <a:ext cx="2587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Equation" r:id="rId5" imgW="3048000" imgH="3962400" progId="Equation.DSMT4">
                  <p:embed/>
                </p:oleObj>
              </mc:Choice>
              <mc:Fallback>
                <p:oleObj name="Equation" r:id="rId5" imgW="3048000" imgH="3962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48264" y="2780928"/>
                        <a:ext cx="258763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7596336" y="2708920"/>
          <a:ext cx="8096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Equation" r:id="rId7" imgW="9448800" imgH="4876800" progId="Equation.DSMT4">
                  <p:embed/>
                </p:oleObj>
              </mc:Choice>
              <mc:Fallback>
                <p:oleObj name="Equation" r:id="rId7" imgW="9448800" imgH="4876800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96336" y="2708920"/>
                        <a:ext cx="809625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二、标准正交向量组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84784"/>
            <a:ext cx="8229600" cy="165618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1.9.1</a:t>
            </a:r>
            <a:r>
              <a:rPr lang="en-US" altLang="zh-CN" sz="2400" dirty="0"/>
              <a:t>   </a:t>
            </a:r>
            <a:r>
              <a:rPr lang="zh-CN" altLang="en-US" sz="2400" dirty="0"/>
              <a:t>每个向量都是单位向量的一个正交向量组，称为</a:t>
            </a:r>
            <a:r>
              <a:rPr lang="zh-CN" altLang="en-US" sz="2400" b="1" dirty="0">
                <a:solidFill>
                  <a:srgbClr val="0000FF"/>
                </a:solidFill>
              </a:rPr>
              <a:t>标准正交向量组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8" name="内容占位符 2"/>
          <p:cNvSpPr txBox="1"/>
          <p:nvPr/>
        </p:nvSpPr>
        <p:spPr>
          <a:xfrm>
            <a:off x="395536" y="2924944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1.9.2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维欧式空间      中，若一组基                      满足标准正交向量组的条件，即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718300" y="3068638"/>
          <a:ext cx="17160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7" name="Equation" r:id="rId1" imgW="20116800" imgH="5486400" progId="Equation.DSMT4">
                  <p:embed/>
                </p:oleObj>
              </mc:Choice>
              <mc:Fallback>
                <p:oleObj name="Equation" r:id="rId1" imgW="20116800" imgH="5486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18300" y="3068638"/>
                        <a:ext cx="171608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467544" y="5201816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则称                  是    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标准正交基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265613" y="2978150"/>
          <a:ext cx="493712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Equation" r:id="rId3" imgW="5791200" imgH="7315200" progId="Equation.DSMT4">
                  <p:embed/>
                </p:oleObj>
              </mc:Choice>
              <mc:Fallback>
                <p:oleObj name="Equation" r:id="rId3" imgW="5791200" imgH="73152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65613" y="2978150"/>
                        <a:ext cx="493712" cy="623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259632" y="5301208"/>
          <a:ext cx="17160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Equation" r:id="rId5" imgW="20116800" imgH="5486400" progId="Equation.DSMT4">
                  <p:embed/>
                </p:oleObj>
              </mc:Choice>
              <mc:Fallback>
                <p:oleObj name="Equation" r:id="rId5" imgW="20116800" imgH="54864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5301208"/>
                        <a:ext cx="171608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3419872" y="5229200"/>
          <a:ext cx="471488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7" imgW="5486400" imgH="5791200" progId="Equation.DSMT4">
                  <p:embed/>
                </p:oleObj>
              </mc:Choice>
              <mc:Fallback>
                <p:oleObj name="Equation" r:id="rId7" imgW="5486400" imgH="57912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872" y="5229200"/>
                        <a:ext cx="471488" cy="496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555776" y="4221088"/>
          <a:ext cx="43656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9" imgW="51206400" imgH="10972800" progId="Equation.DSMT4">
                  <p:embed/>
                </p:oleObj>
              </mc:Choice>
              <mc:Fallback>
                <p:oleObj name="Equation" r:id="rId9" imgW="51206400" imgH="10972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776" y="4221088"/>
                        <a:ext cx="4365625" cy="935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867C99-17B9-493A-B5B9-511B86C54D77}" type="datetime3">
              <a:rPr lang="zh-CN" altLang="en-US" smtClean="0"/>
            </a:fld>
            <a:endParaRPr lang="en-US" altLang="zh-CN"/>
          </a:p>
        </p:txBody>
      </p:sp>
      <p:sp>
        <p:nvSpPr>
          <p:cNvPr id="1946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1946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62928C-67BD-472D-857B-F6DB883D603F}" type="slidenum">
              <a:rPr lang="en-US" altLang="zh-CN"/>
            </a:fld>
            <a:endParaRPr lang="en-US" altLang="zh-CN"/>
          </a:p>
        </p:txBody>
      </p:sp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23850" y="260350"/>
            <a:ext cx="3382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rgbClr val="CC0000"/>
                </a:solidFill>
                <a:ea typeface="黑体" panose="02010609060101010101" pitchFamily="49" charset="-122"/>
              </a:rPr>
              <a:t>标准正交向量组</a:t>
            </a:r>
            <a:endParaRPr lang="zh-CN" altLang="en-US" sz="280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468313" y="836613"/>
            <a:ext cx="83518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sz="2800" dirty="0">
                <a:latin typeface="宋体" panose="02010600030101010101" pitchFamily="2" charset="-122"/>
              </a:rPr>
              <a:t>如果一个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正交向量组</a:t>
            </a:r>
            <a:r>
              <a:rPr lang="zh-CN" altLang="en-US" sz="2800" dirty="0">
                <a:latin typeface="宋体" panose="02010600030101010101" pitchFamily="2" charset="-122"/>
              </a:rPr>
              <a:t>全部由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单位向量</a:t>
            </a:r>
            <a:r>
              <a:rPr lang="zh-CN" altLang="en-US" sz="2800" dirty="0">
                <a:latin typeface="宋体" panose="02010600030101010101" pitchFamily="2" charset="-122"/>
              </a:rPr>
              <a:t>组成，就称其为标准正交向量组，简称标准正交组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2124075" y="1844675"/>
          <a:ext cx="223202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Equation" r:id="rId1" imgW="951865" imgH="495300" progId="Equation.DSMT4">
                  <p:embed/>
                </p:oleObj>
              </mc:Choice>
              <mc:Fallback>
                <p:oleObj name="Equation" r:id="rId1" imgW="951865" imgH="495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844675"/>
                        <a:ext cx="223202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/>
        </p:nvGraphicFramePr>
        <p:xfrm>
          <a:off x="2051050" y="2997200"/>
          <a:ext cx="2449513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Equation" r:id="rId3" imgW="1078865" imgH="495300" progId="Equation.DSMT4">
                  <p:embed/>
                </p:oleObj>
              </mc:Choice>
              <mc:Fallback>
                <p:oleObj name="Equation" r:id="rId3" imgW="1078865" imgH="495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997200"/>
                        <a:ext cx="2449513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6"/>
          <p:cNvGraphicFramePr>
            <a:graphicFrameLocks noChangeAspect="1"/>
          </p:cNvGraphicFramePr>
          <p:nvPr/>
        </p:nvGraphicFramePr>
        <p:xfrm>
          <a:off x="1979613" y="4149725"/>
          <a:ext cx="2447925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Equation" r:id="rId5" imgW="1066165" imgH="495300" progId="Equation.DSMT4">
                  <p:embed/>
                </p:oleObj>
              </mc:Choice>
              <mc:Fallback>
                <p:oleObj name="Equation" r:id="rId5" imgW="1066165" imgH="495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149725"/>
                        <a:ext cx="2447925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755650" y="5516563"/>
            <a:ext cx="5976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ea typeface="华文新魏" panose="02010800040101010101" pitchFamily="2" charset="-122"/>
              </a:rPr>
              <a:t>可以验证，</a:t>
            </a:r>
            <a:endParaRPr lang="zh-CN" altLang="en-US" sz="2800">
              <a:ea typeface="华文新魏" panose="02010800040101010101" pitchFamily="2" charset="-122"/>
            </a:endParaRPr>
          </a:p>
        </p:txBody>
      </p:sp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2339975" y="5443538"/>
          <a:ext cx="167322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Equation" r:id="rId7" imgW="609600" imgH="228600" progId="Equation.DSMT4">
                  <p:embed/>
                </p:oleObj>
              </mc:Choice>
              <mc:Fallback>
                <p:oleObj name="Equation" r:id="rId7" imgW="6096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443538"/>
                        <a:ext cx="167322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4140200" y="5516563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ea typeface="华文新魏" panose="02010800040101010101" pitchFamily="2" charset="-122"/>
              </a:rPr>
              <a:t>构成标准正交组。</a:t>
            </a:r>
            <a:endParaRPr lang="zh-CN" altLang="en-US" sz="2800"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7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utoUpdateAnimBg="0" build="p"/>
      <p:bldP spid="57347" grpId="0" autoUpdateAnimBg="0" build="p"/>
      <p:bldP spid="57351" grpId="0" autoUpdateAnimBg="0"/>
      <p:bldP spid="57353" grpId="0" autoUpdateAnimBg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9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0FCE75-93A6-4194-BCB3-535F7785845F}" type="datetime3">
              <a:rPr lang="zh-CN" altLang="en-US" smtClean="0"/>
            </a:fld>
            <a:endParaRPr lang="en-US" altLang="zh-CN"/>
          </a:p>
        </p:txBody>
      </p:sp>
      <p:sp>
        <p:nvSpPr>
          <p:cNvPr id="2049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2049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8456B8-1047-4730-80B9-77B2B9C5DD57}" type="slidenum">
              <a:rPr lang="en-US" altLang="zh-CN"/>
            </a:fld>
            <a:endParaRPr lang="en-US" altLang="zh-CN"/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684213" y="258763"/>
          <a:ext cx="15414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name="Equation" r:id="rId1" imgW="635000" imgH="228600" progId="Equation.DSMT4">
                  <p:embed/>
                </p:oleObj>
              </mc:Choice>
              <mc:Fallback>
                <p:oleObj name="Equation" r:id="rId1" imgW="6350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58763"/>
                        <a:ext cx="154146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1692275" y="619125"/>
          <a:ext cx="33115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Equation" r:id="rId3" imgW="1016000" imgH="228600" progId="Equation.DSMT4">
                  <p:embed/>
                </p:oleObj>
              </mc:Choice>
              <mc:Fallback>
                <p:oleObj name="Equation" r:id="rId3" imgW="10160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619125"/>
                        <a:ext cx="3311525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1692275" y="1411288"/>
          <a:ext cx="324008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5" imgW="1028700" imgH="228600" progId="Equation.DSMT4">
                  <p:embed/>
                </p:oleObj>
              </mc:Choice>
              <mc:Fallback>
                <p:oleObj name="Equation" r:id="rId5" imgW="1028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411288"/>
                        <a:ext cx="324008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1763713" y="2205038"/>
          <a:ext cx="7207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7" imgW="177800" imgH="101600" progId="Equation.DSMT4">
                  <p:embed/>
                </p:oleObj>
              </mc:Choice>
              <mc:Fallback>
                <p:oleObj name="Equation" r:id="rId7" imgW="177800" imgH="10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205038"/>
                        <a:ext cx="7207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1619250" y="2565400"/>
          <a:ext cx="33131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9" imgW="1091565" imgH="228600" progId="Equation.DSMT4">
                  <p:embed/>
                </p:oleObj>
              </mc:Choice>
              <mc:Fallback>
                <p:oleObj name="Equation" r:id="rId9" imgW="1091565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565400"/>
                        <a:ext cx="331311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250825" y="3500438"/>
            <a:ext cx="8135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/>
              <a:t>是标准正交组，称为基本向量组</a:t>
            </a:r>
            <a:endParaRPr lang="zh-CN" altLang="en-US" sz="2800"/>
          </a:p>
        </p:txBody>
      </p:sp>
      <p:graphicFrame>
        <p:nvGraphicFramePr>
          <p:cNvPr id="58377" name="Object 9"/>
          <p:cNvGraphicFramePr>
            <a:graphicFrameLocks noChangeAspect="1"/>
          </p:cNvGraphicFramePr>
          <p:nvPr/>
        </p:nvGraphicFramePr>
        <p:xfrm>
          <a:off x="1258888" y="5084763"/>
          <a:ext cx="57467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11" imgW="1574800" imgH="228600" progId="Equation.DSMT4">
                  <p:embed/>
                </p:oleObj>
              </mc:Choice>
              <mc:Fallback>
                <p:oleObj name="Equation" r:id="rId11" imgW="15748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084763"/>
                        <a:ext cx="5746750" cy="736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66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8" name="Object 10"/>
          <p:cNvGraphicFramePr>
            <a:graphicFrameLocks noChangeAspect="1"/>
          </p:cNvGraphicFramePr>
          <p:nvPr/>
        </p:nvGraphicFramePr>
        <p:xfrm>
          <a:off x="755650" y="4149725"/>
          <a:ext cx="64817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13" imgW="2743200" imgH="317500" progId="Equation.DSMT4">
                  <p:embed/>
                </p:oleObj>
              </mc:Choice>
              <mc:Fallback>
                <p:oleObj name="Equation" r:id="rId13" imgW="2743200" imgH="317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149725"/>
                        <a:ext cx="648176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8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0" y="908720"/>
            <a:ext cx="8784976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1.9.1</a:t>
            </a:r>
            <a:r>
              <a:rPr lang="en-US" altLang="zh-CN" sz="2400" dirty="0"/>
              <a:t>   </a:t>
            </a:r>
            <a:r>
              <a:rPr lang="zh-CN" altLang="en-US" sz="2400" dirty="0"/>
              <a:t>已知向量组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68500" y="1603375"/>
          <a:ext cx="558323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1" imgW="65227200" imgH="6705600" progId="Equation.DSMT4">
                  <p:embed/>
                </p:oleObj>
              </mc:Choice>
              <mc:Fallback>
                <p:oleObj name="Equation" r:id="rId1" imgW="65227200" imgH="6705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8500" y="1603375"/>
                        <a:ext cx="5583238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179512" y="220486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是一个正交向量组，请将它化为标准正交向量组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683569" y="3140968"/>
            <a:ext cx="6480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07704" y="2996952"/>
          <a:ext cx="29400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0" name="Equation" r:id="rId3" imgW="34442400" imgH="10668000" progId="Equation.DSMT4">
                  <p:embed/>
                </p:oleObj>
              </mc:Choice>
              <mc:Fallback>
                <p:oleObj name="Equation" r:id="rId3" imgW="34442400" imgH="106680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2996952"/>
                        <a:ext cx="2940050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1979712" y="3861048"/>
          <a:ext cx="32004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Equation" r:id="rId5" imgW="37490400" imgH="10668000" progId="Equation.DSMT4">
                  <p:embed/>
                </p:oleObj>
              </mc:Choice>
              <mc:Fallback>
                <p:oleObj name="Equation" r:id="rId5" imgW="37490400" imgH="106680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3861048"/>
                        <a:ext cx="3200400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2051720" y="4725144"/>
          <a:ext cx="31480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2" name="Equation" r:id="rId7" imgW="36880800" imgH="10668000" progId="Equation.DSMT4">
                  <p:embed/>
                </p:oleObj>
              </mc:Choice>
              <mc:Fallback>
                <p:oleObj name="Equation" r:id="rId7" imgW="36880800" imgH="106680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51720" y="4725144"/>
                        <a:ext cx="3148013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内容占位符 2"/>
          <p:cNvSpPr txBox="1"/>
          <p:nvPr/>
        </p:nvSpPr>
        <p:spPr>
          <a:xfrm>
            <a:off x="914400" y="5517232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则           就是一组标准正交向量组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403648" y="5661248"/>
          <a:ext cx="9858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Equation" r:id="rId9" imgW="11582400" imgH="5486400" progId="Equation.DSMT4">
                  <p:embed/>
                </p:oleObj>
              </mc:Choice>
              <mc:Fallback>
                <p:oleObj name="Equation" r:id="rId9" imgW="11582400" imgH="54864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648" y="5661248"/>
                        <a:ext cx="985838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187624" y="3140968"/>
            <a:ext cx="6480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令</a:t>
            </a:r>
            <a:endParaRPr lang="zh-CN" altLang="en-US" sz="2400" dirty="0"/>
          </a:p>
        </p:txBody>
      </p:sp>
      <p:sp>
        <p:nvSpPr>
          <p:cNvPr id="12" name="直角三角形 1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角三角形 1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6" grpId="0"/>
      <p:bldP spid="9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692696"/>
            <a:ext cx="8748464" cy="21602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1.9.1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  设向量        在某个标准正交基下的坐标分别为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11760" y="1988840"/>
          <a:ext cx="26447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quation" r:id="rId1" imgW="31394400" imgH="6096000" progId="Equation.DSMT4">
                  <p:embed/>
                </p:oleObj>
              </mc:Choice>
              <mc:Fallback>
                <p:oleObj name="Equation" r:id="rId1" imgW="31394400" imgH="60960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1760" y="1988840"/>
                        <a:ext cx="2644775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1520" y="1988840"/>
          <a:ext cx="213201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3" imgW="24993600" imgH="6096000" progId="Equation.DSMT4">
                  <p:embed/>
                </p:oleObj>
              </mc:Choice>
              <mc:Fallback>
                <p:oleObj name="Equation" r:id="rId3" imgW="24993600" imgH="60960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520" y="1988840"/>
                        <a:ext cx="2132012" cy="519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395536" y="2420888"/>
            <a:ext cx="8229600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323528" y="2564904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979712" y="1484784"/>
          <a:ext cx="8096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5" imgW="9448800" imgH="4876800" progId="Equation.DSMT4">
                  <p:embed/>
                </p:oleObj>
              </mc:Choice>
              <mc:Fallback>
                <p:oleObj name="Equation" r:id="rId5" imgW="9448800" imgH="48768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1484784"/>
                        <a:ext cx="809625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539552" y="3645024"/>
          <a:ext cx="216217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7" imgW="25298400" imgH="11582400" progId="Equation.DSMT4">
                  <p:embed/>
                </p:oleObj>
              </mc:Choice>
              <mc:Fallback>
                <p:oleObj name="Equation" r:id="rId7" imgW="25298400" imgH="11582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552" y="3645024"/>
                        <a:ext cx="2162175" cy="989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角三角形 1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599024" y="2651555"/>
          <a:ext cx="2393801" cy="830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9" imgW="29870400" imgH="10363200" progId="Equation.DSMT4">
                  <p:embed/>
                </p:oleObj>
              </mc:Choice>
              <mc:Fallback>
                <p:oleObj name="Equation" r:id="rId9" imgW="29870400" imgH="10363200" progId="Equation.DSMT4">
                  <p:embed/>
                  <p:pic>
                    <p:nvPicPr>
                      <p:cNvPr id="0" name="图片 245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9024" y="2651555"/>
                        <a:ext cx="2393801" cy="830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0" y="1268760"/>
            <a:ext cx="8784976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1.10.1</a:t>
            </a:r>
            <a:r>
              <a:rPr lang="en-US" altLang="zh-CN" sz="2400" dirty="0"/>
              <a:t>   </a:t>
            </a:r>
            <a:r>
              <a:rPr lang="zh-CN" altLang="en-US" sz="2400" dirty="0"/>
              <a:t>求与向量组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19872" y="1196752"/>
          <a:ext cx="30527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1" imgW="35661600" imgH="6705600" progId="Equation.DSMT4">
                  <p:embed/>
                </p:oleObj>
              </mc:Choice>
              <mc:Fallback>
                <p:oleObj name="Equation" r:id="rId1" imgW="35661600" imgH="67056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19872" y="1196752"/>
                        <a:ext cx="3052763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6372200" y="1124744"/>
            <a:ext cx="329756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等价的正交向量组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/>
              <a:t>三、向量组的标准正交化</a:t>
            </a:r>
            <a:endParaRPr lang="zh-CN" altLang="en-US" sz="3600" b="1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83568" y="2276872"/>
            <a:ext cx="6480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403648" y="2276872"/>
            <a:ext cx="6480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令</a:t>
            </a:r>
            <a:endParaRPr lang="zh-CN" altLang="en-US" sz="24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51720" y="2276872"/>
          <a:ext cx="1820862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3" imgW="21336000" imgH="6705600" progId="Equation.DSMT4">
                  <p:embed/>
                </p:oleObj>
              </mc:Choice>
              <mc:Fallback>
                <p:oleObj name="Equation" r:id="rId3" imgW="21336000" imgH="67056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2276872"/>
                        <a:ext cx="1820862" cy="5730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051720" y="3068960"/>
          <a:ext cx="60960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9" name="Equation" r:id="rId5" imgW="71323200" imgH="11277600" progId="Equation.DSMT4">
                  <p:embed/>
                </p:oleObj>
              </mc:Choice>
              <mc:Fallback>
                <p:oleObj name="Equation" r:id="rId5" imgW="71323200" imgH="112776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720" y="3068960"/>
                        <a:ext cx="6096000" cy="963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115616" y="4293096"/>
            <a:ext cx="7776864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容易验证，向量组        是与         等价的正交向量组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635896" y="4293096"/>
          <a:ext cx="9112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7" imgW="10668000" imgH="5486400" progId="Equation.DSMT4">
                  <p:embed/>
                </p:oleObj>
              </mc:Choice>
              <mc:Fallback>
                <p:oleObj name="Equation" r:id="rId7" imgW="10668000" imgH="54864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5896" y="4293096"/>
                        <a:ext cx="91122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5099720" y="4286448"/>
          <a:ext cx="962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9" imgW="11277600" imgH="5486400" progId="Equation.DSMT4">
                  <p:embed/>
                </p:oleObj>
              </mc:Choice>
              <mc:Fallback>
                <p:oleObj name="Equation" r:id="rId9" imgW="11277600" imgH="54864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99720" y="4286448"/>
                        <a:ext cx="96202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直角三角形 1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直角三角形 13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88640"/>
            <a:ext cx="8604448" cy="23762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1.10.1</a:t>
            </a:r>
            <a:r>
              <a:rPr lang="en-US" altLang="zh-CN" sz="2400" dirty="0"/>
              <a:t> </a:t>
            </a:r>
            <a:r>
              <a:rPr lang="zh-CN" altLang="en-US" sz="2400" dirty="0"/>
              <a:t>施密特方法</a:t>
            </a:r>
            <a:r>
              <a:rPr lang="zh-CN" altLang="en-US" sz="2400" b="1" dirty="0">
                <a:solidFill>
                  <a:srgbClr val="0000FF"/>
                </a:solidFill>
              </a:rPr>
              <a:t>（观看</a:t>
            </a:r>
            <a:r>
              <a:rPr lang="en-US" altLang="zh-CN" sz="2400" b="1" dirty="0">
                <a:solidFill>
                  <a:srgbClr val="0000FF"/>
                </a:solidFill>
              </a:rPr>
              <a:t>P25</a:t>
            </a:r>
            <a:r>
              <a:rPr lang="zh-CN" altLang="en-US" sz="2400" b="1" dirty="0">
                <a:solidFill>
                  <a:srgbClr val="0000FF"/>
                </a:solidFill>
              </a:rPr>
              <a:t>动画：向量组的正交化</a:t>
            </a:r>
            <a:r>
              <a:rPr lang="zh-CN" altLang="en-US" sz="2400" dirty="0"/>
              <a:t>）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   设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</a:t>
            </a:r>
            <a:r>
              <a:rPr lang="zh-CN" altLang="en-US" sz="2400" dirty="0"/>
              <a:t>向量组                          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维欧式空间中线性无关的</a:t>
            </a:r>
            <a:r>
              <a:rPr lang="zh-CN" altLang="en-US" sz="2400" dirty="0"/>
              <a:t>向量组，则有如下方法：</a:t>
            </a:r>
            <a:endParaRPr lang="zh-CN" altLang="en-US" sz="2400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39752" y="908720"/>
          <a:ext cx="28622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Equation" r:id="rId1" imgW="33528000" imgH="6096000" progId="Equation.DSMT4">
                  <p:embed/>
                </p:oleObj>
              </mc:Choice>
              <mc:Fallback>
                <p:oleObj name="Equation" r:id="rId1" imgW="33528000" imgH="60960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752" y="908720"/>
                        <a:ext cx="2862262" cy="517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369984" y="5373216"/>
            <a:ext cx="8568952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                  是正交向量组，且与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等价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证明略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27584" y="1916832"/>
          <a:ext cx="9096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Equation" r:id="rId3" imgW="10668000" imgH="5486400" progId="Equation.DSMT4">
                  <p:embed/>
                </p:oleObj>
              </mc:Choice>
              <mc:Fallback>
                <p:oleObj name="Equation" r:id="rId3" imgW="10668000" imgH="54864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1916832"/>
                        <a:ext cx="90963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827584" y="2348880"/>
          <a:ext cx="260508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5" imgW="30480000" imgH="11277600" progId="Equation.DSMT4">
                  <p:embed/>
                </p:oleObj>
              </mc:Choice>
              <mc:Fallback>
                <p:oleObj name="Equation" r:id="rId5" imgW="30480000" imgH="112776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584" y="2348880"/>
                        <a:ext cx="2605088" cy="963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51207" y="3352614"/>
          <a:ext cx="42211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0" name="Equation" r:id="rId7" imgW="49377600" imgH="11277600" progId="Equation.DSMT4">
                  <p:embed/>
                </p:oleObj>
              </mc:Choice>
              <mc:Fallback>
                <p:oleObj name="Equation" r:id="rId7" imgW="49377600" imgH="112776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1207" y="3352614"/>
                        <a:ext cx="4221163" cy="963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77986" y="3986311"/>
          <a:ext cx="6848475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Equation" r:id="rId9" imgW="80162400" imgH="17068800" progId="Equation.DSMT4">
                  <p:embed/>
                </p:oleObj>
              </mc:Choice>
              <mc:Fallback>
                <p:oleObj name="Equation" r:id="rId9" imgW="80162400" imgH="170688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7986" y="3986311"/>
                        <a:ext cx="6848475" cy="1458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5437007" y="5482455"/>
          <a:ext cx="3871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2" name="Equation" r:id="rId11" imgW="45415200" imgH="6096000" progId="Equation.DSMT4">
                  <p:embed/>
                </p:oleObj>
              </mc:Choice>
              <mc:Fallback>
                <p:oleObj name="Equation" r:id="rId11" imgW="45415200" imgH="60960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37007" y="5482455"/>
                        <a:ext cx="3871913" cy="520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23528" y="1916832"/>
            <a:ext cx="50405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取</a:t>
            </a:r>
            <a:endParaRPr lang="zh-CN" altLang="en-US" sz="2400" dirty="0"/>
          </a:p>
        </p:txBody>
      </p:sp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846771" y="5482455"/>
          <a:ext cx="1781013" cy="439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3" name="Equation" r:id="rId13" imgW="22250400" imgH="5486400" progId="Equation.DSMT4">
                  <p:embed/>
                </p:oleObj>
              </mc:Choice>
              <mc:Fallback>
                <p:oleObj name="Equation" r:id="rId13" imgW="22250400" imgH="5486400" progId="Equation.DSMT4">
                  <p:embed/>
                  <p:pic>
                    <p:nvPicPr>
                      <p:cNvPr id="0" name="图片 2665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46771" y="5482455"/>
                        <a:ext cx="1781013" cy="439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359024" y="404664"/>
            <a:ext cx="8784976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1.10.2</a:t>
            </a:r>
            <a:r>
              <a:rPr lang="en-US" altLang="zh-CN" sz="2400" dirty="0"/>
              <a:t>   </a:t>
            </a:r>
            <a:r>
              <a:rPr lang="zh-CN" altLang="en-US" sz="2400" dirty="0"/>
              <a:t>设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55776" y="332656"/>
          <a:ext cx="5765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7" name="Equation" r:id="rId1" imgW="67360800" imgH="6705600" progId="Equation.DSMT4">
                  <p:embed/>
                </p:oleObj>
              </mc:Choice>
              <mc:Fallback>
                <p:oleObj name="Equation" r:id="rId1" imgW="67360800" imgH="67056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776" y="332656"/>
                        <a:ext cx="5765800" cy="574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683568" y="1052736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试用施密特正交化方法把这组向量化为标准正交向量组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95536" y="1700808"/>
            <a:ext cx="64807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  <a:endParaRPr lang="zh-CN" altLang="en-US" sz="2400" b="1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971600" y="1700808"/>
            <a:ext cx="50405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/>
              <a:t>取</a:t>
            </a:r>
            <a:endParaRPr lang="zh-CN" altLang="en-US" sz="2400" dirty="0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1763688" y="1700808"/>
          <a:ext cx="23907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8" name="Equation" r:id="rId3" imgW="28041600" imgH="6705600" progId="Equation.DSMT4">
                  <p:embed/>
                </p:oleObj>
              </mc:Choice>
              <mc:Fallback>
                <p:oleObj name="Equation" r:id="rId3" imgW="28041600" imgH="67056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1700808"/>
                        <a:ext cx="2390775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1619672" y="2276872"/>
          <a:ext cx="42195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9" name="Equation" r:id="rId5" imgW="49377600" imgH="11277600" progId="Equation.DSMT4">
                  <p:embed/>
                </p:oleObj>
              </mc:Choice>
              <mc:Fallback>
                <p:oleObj name="Equation" r:id="rId5" imgW="49377600" imgH="112776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2" y="2276872"/>
                        <a:ext cx="4219575" cy="963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1411288" y="3213100"/>
          <a:ext cx="565467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0" name="Equation" r:id="rId7" imgW="66141600" imgH="11277600" progId="Equation.DSMT4">
                  <p:embed/>
                </p:oleObj>
              </mc:Choice>
              <mc:Fallback>
                <p:oleObj name="Equation" r:id="rId7" imgW="66141600" imgH="112776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11288" y="3213100"/>
                        <a:ext cx="5654675" cy="963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19672" y="4221088"/>
          <a:ext cx="36385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1" name="Equation" r:id="rId9" imgW="42672000" imgH="5486400" progId="Equation.DSMT4">
                  <p:embed/>
                </p:oleObj>
              </mc:Choice>
              <mc:Fallback>
                <p:oleObj name="Equation" r:id="rId9" imgW="42672000" imgH="54864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4221088"/>
                        <a:ext cx="363855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0" y="4725144"/>
          <a:ext cx="3119438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2" name="Equation" r:id="rId11" imgW="36576000" imgH="10668000" progId="Equation.DSMT4">
                  <p:embed/>
                </p:oleObj>
              </mc:Choice>
              <mc:Fallback>
                <p:oleObj name="Equation" r:id="rId11" imgW="36576000" imgH="106680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0" y="4725144"/>
                        <a:ext cx="3119438" cy="909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3131840" y="4725144"/>
          <a:ext cx="30194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3" name="Equation" r:id="rId13" imgW="35356800" imgH="10668000" progId="Equation.DSMT4">
                  <p:embed/>
                </p:oleObj>
              </mc:Choice>
              <mc:Fallback>
                <p:oleObj name="Equation" r:id="rId13" imgW="35356800" imgH="106680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31840" y="4725144"/>
                        <a:ext cx="3019425" cy="911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6178550" y="4725144"/>
          <a:ext cx="29654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name="Equation" r:id="rId15" imgW="34747200" imgH="10668000" progId="Equation.DSMT4">
                  <p:embed/>
                </p:oleObj>
              </mc:Choice>
              <mc:Fallback>
                <p:oleObj name="Equation" r:id="rId15" imgW="34747200" imgH="106680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78550" y="4725144"/>
                        <a:ext cx="2965450" cy="909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4" name="Object 10"/>
          <p:cNvGraphicFramePr>
            <a:graphicFrameLocks noChangeAspect="1"/>
          </p:cNvGraphicFramePr>
          <p:nvPr/>
        </p:nvGraphicFramePr>
        <p:xfrm>
          <a:off x="1403648" y="5733256"/>
          <a:ext cx="5613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5" name="Equation" r:id="rId17" imgW="65836800" imgH="5486400" progId="Equation.DSMT4">
                  <p:embed/>
                </p:oleObj>
              </mc:Choice>
              <mc:Fallback>
                <p:oleObj name="Equation" r:id="rId17" imgW="65836800" imgH="54864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03648" y="5733256"/>
                        <a:ext cx="56134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6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6895A5-1A17-4514-B3B7-52CA346C8D6A}" type="datetime3">
              <a:rPr lang="zh-CN" altLang="en-US" smtClean="0"/>
            </a:fld>
            <a:endParaRPr lang="en-US" altLang="zh-CN"/>
          </a:p>
        </p:txBody>
      </p:sp>
      <p:sp>
        <p:nvSpPr>
          <p:cNvPr id="2356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2356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697DF1-67F3-44BA-AB2D-16012AFA4C6F}" type="slidenum">
              <a:rPr lang="en-US" altLang="zh-CN"/>
            </a:fld>
            <a:endParaRPr lang="en-US" altLang="zh-CN"/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323850" y="26035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</a:rPr>
              <a:t>例</a:t>
            </a:r>
            <a:endParaRPr lang="zh-CN" altLang="en-US" sz="2800" b="1">
              <a:solidFill>
                <a:srgbClr val="CC0000"/>
              </a:solidFill>
            </a:endParaRP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1042988" y="333375"/>
            <a:ext cx="662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33CC"/>
                </a:solidFill>
              </a:rPr>
              <a:t>利用施密特方法将如下向量组正交单位化</a:t>
            </a:r>
            <a:endParaRPr lang="zh-CN" altLang="en-US" sz="2400">
              <a:solidFill>
                <a:srgbClr val="0033CC"/>
              </a:solidFill>
            </a:endParaRPr>
          </a:p>
        </p:txBody>
      </p:sp>
      <p:sp>
        <p:nvSpPr>
          <p:cNvPr id="23569" name="Rectangle 4"/>
          <p:cNvSpPr>
            <a:spLocks noChangeArrowheads="1"/>
          </p:cNvSpPr>
          <p:nvPr/>
        </p:nvSpPr>
        <p:spPr bwMode="auto">
          <a:xfrm>
            <a:off x="28622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1042988" y="908050"/>
          <a:ext cx="73914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" r:id="rId1" imgW="4689475" imgH="313690" progId="Equation.DSMT4">
                  <p:embed/>
                </p:oleObj>
              </mc:Choice>
              <mc:Fallback>
                <p:oleObj name="" r:id="rId1" imgW="4689475" imgH="3136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908050"/>
                        <a:ext cx="7391400" cy="493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395288" y="155733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CC0000"/>
                </a:solidFill>
              </a:rPr>
              <a:t>解</a:t>
            </a:r>
            <a:endParaRPr lang="zh-CN" altLang="en-US" sz="2800" b="1">
              <a:solidFill>
                <a:srgbClr val="CC0000"/>
              </a:solidFill>
            </a:endParaRPr>
          </a:p>
        </p:txBody>
      </p:sp>
      <p:sp>
        <p:nvSpPr>
          <p:cNvPr id="23571" name="Rectangle 7"/>
          <p:cNvSpPr>
            <a:spLocks noChangeArrowheads="1"/>
          </p:cNvSpPr>
          <p:nvPr/>
        </p:nvSpPr>
        <p:spPr bwMode="auto">
          <a:xfrm>
            <a:off x="43386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1116013" y="1557338"/>
          <a:ext cx="1295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" r:id="rId3" imgW="469900" imgH="228600" progId="Equation.DSMT4">
                  <p:embed/>
                </p:oleObj>
              </mc:Choice>
              <mc:Fallback>
                <p:oleObj name="" r:id="rId3" imgW="4699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557338"/>
                        <a:ext cx="129540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Rectangle 9"/>
          <p:cNvSpPr>
            <a:spLocks noChangeArrowheads="1"/>
          </p:cNvSpPr>
          <p:nvPr/>
        </p:nvSpPr>
        <p:spPr bwMode="auto">
          <a:xfrm>
            <a:off x="409575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1116013" y="2276475"/>
          <a:ext cx="4730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name="Equation" r:id="rId5" imgW="190500" imgH="228600" progId="Equation.DSMT4">
                  <p:embed/>
                </p:oleObj>
              </mc:Choice>
              <mc:Fallback>
                <p:oleObj name="Equation" r:id="rId5" imgW="1905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276475"/>
                        <a:ext cx="4730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Rectangle 11"/>
          <p:cNvSpPr>
            <a:spLocks noChangeArrowheads="1"/>
          </p:cNvSpPr>
          <p:nvPr/>
        </p:nvSpPr>
        <p:spPr bwMode="auto">
          <a:xfrm>
            <a:off x="403860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72" name="Object 12"/>
          <p:cNvGraphicFramePr>
            <a:graphicFrameLocks noChangeAspect="1"/>
          </p:cNvGraphicFramePr>
          <p:nvPr/>
        </p:nvGraphicFramePr>
        <p:xfrm>
          <a:off x="1547813" y="2133600"/>
          <a:ext cx="25908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7" imgW="1066800" imgH="431800" progId="Equation.DSMT4">
                  <p:embed/>
                </p:oleObj>
              </mc:Choice>
              <mc:Fallback>
                <p:oleObj name="Equation" r:id="rId7" imgW="1066800" imgH="431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133600"/>
                        <a:ext cx="2590800" cy="104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4" name="Rectangle 13"/>
          <p:cNvSpPr>
            <a:spLocks noChangeArrowheads="1"/>
          </p:cNvSpPr>
          <p:nvPr/>
        </p:nvSpPr>
        <p:spPr bwMode="auto">
          <a:xfrm>
            <a:off x="354330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74" name="Object 14"/>
          <p:cNvGraphicFramePr>
            <a:graphicFrameLocks noChangeAspect="1"/>
          </p:cNvGraphicFramePr>
          <p:nvPr/>
        </p:nvGraphicFramePr>
        <p:xfrm>
          <a:off x="4067175" y="2205038"/>
          <a:ext cx="47339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name="Equation" r:id="rId9" imgW="2095500" imgH="393700" progId="Equation.DSMT4">
                  <p:embed/>
                </p:oleObj>
              </mc:Choice>
              <mc:Fallback>
                <p:oleObj name="Equation" r:id="rId9" imgW="2095500" imgH="393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205038"/>
                        <a:ext cx="4733925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Rectangle 15"/>
          <p:cNvSpPr>
            <a:spLocks noChangeArrowheads="1"/>
          </p:cNvSpPr>
          <p:nvPr/>
        </p:nvSpPr>
        <p:spPr bwMode="auto">
          <a:xfrm>
            <a:off x="4224338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76" name="Object 16"/>
          <p:cNvGraphicFramePr>
            <a:graphicFrameLocks noChangeAspect="1"/>
          </p:cNvGraphicFramePr>
          <p:nvPr/>
        </p:nvGraphicFramePr>
        <p:xfrm>
          <a:off x="1547813" y="3141663"/>
          <a:ext cx="19812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name="" r:id="rId11" imgW="698500" imgH="203200" progId="Equation.DSMT4">
                  <p:embed/>
                </p:oleObj>
              </mc:Choice>
              <mc:Fallback>
                <p:oleObj name="" r:id="rId11" imgW="6985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141663"/>
                        <a:ext cx="1981200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6" name="Rectangle 17"/>
          <p:cNvSpPr>
            <a:spLocks noChangeArrowheads="1"/>
          </p:cNvSpPr>
          <p:nvPr/>
        </p:nvSpPr>
        <p:spPr bwMode="auto">
          <a:xfrm>
            <a:off x="4110038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78" name="Object 18"/>
          <p:cNvGraphicFramePr>
            <a:graphicFrameLocks noChangeAspect="1"/>
          </p:cNvGraphicFramePr>
          <p:nvPr/>
        </p:nvGraphicFramePr>
        <p:xfrm>
          <a:off x="1187450" y="3789363"/>
          <a:ext cx="4524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0" name="Equation" r:id="rId13" imgW="177800" imgH="228600" progId="Equation.DSMT4">
                  <p:embed/>
                </p:oleObj>
              </mc:Choice>
              <mc:Fallback>
                <p:oleObj name="Equation" r:id="rId13" imgW="1778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789363"/>
                        <a:ext cx="452438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Rectangle 19"/>
          <p:cNvSpPr>
            <a:spLocks noChangeArrowheads="1"/>
          </p:cNvSpPr>
          <p:nvPr/>
        </p:nvSpPr>
        <p:spPr bwMode="auto">
          <a:xfrm>
            <a:off x="434816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78" name="Rectangle 20"/>
          <p:cNvSpPr>
            <a:spLocks noChangeArrowheads="1"/>
          </p:cNvSpPr>
          <p:nvPr/>
        </p:nvSpPr>
        <p:spPr bwMode="auto">
          <a:xfrm>
            <a:off x="3635375" y="3284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0981" name="Object 21"/>
          <p:cNvGraphicFramePr>
            <a:graphicFrameLocks noChangeAspect="1"/>
          </p:cNvGraphicFramePr>
          <p:nvPr/>
        </p:nvGraphicFramePr>
        <p:xfrm>
          <a:off x="1619250" y="3644900"/>
          <a:ext cx="41148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1" name="" r:id="rId15" imgW="1854200" imgH="431800" progId="Equation.DSMT4">
                  <p:embed/>
                </p:oleObj>
              </mc:Choice>
              <mc:Fallback>
                <p:oleObj name="" r:id="rId15" imgW="18542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644900"/>
                        <a:ext cx="4114800" cy="94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2" name="Object 22"/>
          <p:cNvGraphicFramePr>
            <a:graphicFrameLocks noChangeAspect="1"/>
          </p:cNvGraphicFramePr>
          <p:nvPr/>
        </p:nvGraphicFramePr>
        <p:xfrm>
          <a:off x="1619250" y="4508500"/>
          <a:ext cx="63246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2" name="" r:id="rId17" imgW="2743200" imgH="393700" progId="Equation.DSMT4">
                  <p:embed/>
                </p:oleObj>
              </mc:Choice>
              <mc:Fallback>
                <p:oleObj name="" r:id="rId17" imgW="2743200" imgH="3937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508500"/>
                        <a:ext cx="6324600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3" name="Object 23"/>
          <p:cNvGraphicFramePr>
            <a:graphicFrameLocks noChangeAspect="1"/>
          </p:cNvGraphicFramePr>
          <p:nvPr/>
        </p:nvGraphicFramePr>
        <p:xfrm>
          <a:off x="1619250" y="5426075"/>
          <a:ext cx="23764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3" name="" r:id="rId19" imgW="901065" imgH="203200" progId="Equation.DSMT4">
                  <p:embed/>
                </p:oleObj>
              </mc:Choice>
              <mc:Fallback>
                <p:oleObj name="" r:id="rId19" imgW="901065" imgH="2032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426075"/>
                        <a:ext cx="2376488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9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40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9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6" grpId="0" autoUpdateAnimBg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4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A7827D-D715-4BD3-A1E2-EE82A3F30496}" type="datetime3">
              <a:rPr lang="zh-CN" altLang="en-US" smtClean="0"/>
            </a:fld>
            <a:endParaRPr lang="en-US" altLang="zh-CN"/>
          </a:p>
        </p:txBody>
      </p:sp>
      <p:sp>
        <p:nvSpPr>
          <p:cNvPr id="24585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2458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EAAF081-DD07-42B9-AF15-0FB9E8326A14}" type="slidenum">
              <a:rPr lang="en-US" altLang="zh-CN"/>
            </a:fld>
            <a:endParaRPr lang="en-US" altLang="zh-CN"/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963613" y="1485900"/>
          <a:ext cx="16002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6" name="Equation" r:id="rId1" imgW="992505" imgH="614045" progId="Equation.DSMT4">
                  <p:embed/>
                </p:oleObj>
              </mc:Choice>
              <mc:Fallback>
                <p:oleObj name="Equation" r:id="rId1" imgW="992505" imgH="61404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1485900"/>
                        <a:ext cx="16002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411413" y="1557338"/>
          <a:ext cx="19986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name="Equation" r:id="rId3" imgW="1306195" imgH="535305" progId="Equation.DSMT4">
                  <p:embed/>
                </p:oleObj>
              </mc:Choice>
              <mc:Fallback>
                <p:oleObj name="Equation" r:id="rId3" imgW="1306195" imgH="53530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557338"/>
                        <a:ext cx="19986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976313" y="2565400"/>
          <a:ext cx="345281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Equation" r:id="rId5" imgW="2142490" imgH="614045" progId="Equation.DSMT4">
                  <p:embed/>
                </p:oleObj>
              </mc:Choice>
              <mc:Fallback>
                <p:oleObj name="Equation" r:id="rId5" imgW="2142490" imgH="61404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2565400"/>
                        <a:ext cx="3452812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963613" y="3573463"/>
          <a:ext cx="353695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7" imgW="2194560" imgH="614045" progId="Equation.DSMT4">
                  <p:embed/>
                </p:oleObj>
              </mc:Choice>
              <mc:Fallback>
                <p:oleObj name="Equation" r:id="rId7" imgW="2194560" imgH="6140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3573463"/>
                        <a:ext cx="353695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963613" y="4870450"/>
          <a:ext cx="13112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9" imgW="731520" imgH="313690" progId="Equation.DSMT4">
                  <p:embed/>
                </p:oleObj>
              </mc:Choice>
              <mc:Fallback>
                <p:oleObj name="Equation" r:id="rId9" imgW="731520" imgH="3136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4870450"/>
                        <a:ext cx="13112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2405063" y="4941888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</a:rPr>
              <a:t>即为所求的标准正交向量组</a:t>
            </a:r>
            <a:r>
              <a:rPr lang="en-US" altLang="zh-CN" sz="2400" b="1">
                <a:solidFill>
                  <a:srgbClr val="0000FF"/>
                </a:solidFill>
              </a:rPr>
              <a:t>.</a:t>
            </a:r>
            <a:endParaRPr lang="en-US" altLang="zh-CN" sz="2400" b="1">
              <a:solidFill>
                <a:srgbClr val="0000FF"/>
              </a:solidFill>
            </a:endParaRPr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971550" y="7651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将</a:t>
            </a:r>
            <a:endParaRPr lang="zh-CN" altLang="en-US" sz="2400" b="1"/>
          </a:p>
        </p:txBody>
      </p:sp>
      <p:graphicFrame>
        <p:nvGraphicFramePr>
          <p:cNvPr id="41993" name="Object 9"/>
          <p:cNvGraphicFramePr>
            <a:graphicFrameLocks noChangeAspect="1"/>
          </p:cNvGraphicFramePr>
          <p:nvPr/>
        </p:nvGraphicFramePr>
        <p:xfrm>
          <a:off x="1403350" y="765175"/>
          <a:ext cx="35290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11" imgW="1524000" imgH="228600" progId="Equation.DSMT4">
                  <p:embed/>
                </p:oleObj>
              </mc:Choice>
              <mc:Fallback>
                <p:oleObj name="Equation" r:id="rId11" imgW="15240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765175"/>
                        <a:ext cx="352901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/>
      <p:bldP spid="4199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0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91DBFC-4557-47DD-89CB-CF7C89834965}" type="datetime3">
              <a:rPr lang="zh-CN" altLang="en-US" smtClean="0"/>
            </a:fld>
            <a:endParaRPr lang="en-US" altLang="zh-CN"/>
          </a:p>
        </p:txBody>
      </p:sp>
      <p:sp>
        <p:nvSpPr>
          <p:cNvPr id="25611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256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F785B8-08EE-4571-AD6D-358FD515BF2E}" type="slidenum">
              <a:rPr lang="en-US" altLang="zh-CN"/>
            </a:fld>
            <a:endParaRPr lang="en-US" altLang="zh-CN"/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79388" y="260350"/>
            <a:ext cx="10668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例</a:t>
            </a:r>
            <a:endParaRPr lang="en-US" altLang="zh-CN" sz="2800" b="1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331913" y="260350"/>
          <a:ext cx="6624637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Equation" r:id="rId1" imgW="4219575" imgH="692150" progId="Equation.DSMT4">
                  <p:embed/>
                </p:oleObj>
              </mc:Choice>
              <mc:Fallback>
                <p:oleObj name="Equation" r:id="rId1" imgW="4219575" imgH="69215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60350"/>
                        <a:ext cx="6624637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107950" y="1341438"/>
            <a:ext cx="6477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解</a:t>
            </a:r>
            <a:endParaRPr lang="zh-CN" altLang="en-US" sz="2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755650" y="1268413"/>
          <a:ext cx="75850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3" imgW="3302000" imgH="381000" progId="Equation.DSMT4">
                  <p:embed/>
                </p:oleObj>
              </mc:Choice>
              <mc:Fallback>
                <p:oleObj name="Equation" r:id="rId3" imgW="3302000" imgH="38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268413"/>
                        <a:ext cx="75850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2195513" y="1989138"/>
          <a:ext cx="2582862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Equation" r:id="rId5" imgW="977900" imgH="228600" progId="Equation.DSMT4">
                  <p:embed/>
                </p:oleObj>
              </mc:Choice>
              <mc:Fallback>
                <p:oleObj name="Equation" r:id="rId5" imgW="9779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89138"/>
                        <a:ext cx="2582862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396875" y="2638425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它的基础解系为</a:t>
            </a:r>
            <a:endParaRPr lang="zh-CN" altLang="en-US" sz="2400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2771775" y="2565400"/>
          <a:ext cx="43275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9" name="Equation" r:id="rId7" imgW="1803400" imgH="241300" progId="Equation.DSMT4">
                  <p:embed/>
                </p:oleObj>
              </mc:Choice>
              <mc:Fallback>
                <p:oleObj name="Equation" r:id="rId7" imgW="1803400" imgH="241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565400"/>
                        <a:ext cx="4327525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9"/>
          <p:cNvGraphicFramePr>
            <a:graphicFrameLocks noChangeAspect="1"/>
          </p:cNvGraphicFramePr>
          <p:nvPr/>
        </p:nvGraphicFramePr>
        <p:xfrm>
          <a:off x="3203575" y="3141663"/>
          <a:ext cx="46672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0" name="Equation" r:id="rId9" imgW="2019300" imgH="431800" progId="Equation.DSMT4">
                  <p:embed/>
                </p:oleObj>
              </mc:Choice>
              <mc:Fallback>
                <p:oleObj name="Equation" r:id="rId9" imgW="20193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141663"/>
                        <a:ext cx="46672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468313" y="3357563"/>
          <a:ext cx="22320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1" name="Equation" r:id="rId11" imgW="1079500" imgH="228600" progId="Equation.DSMT4">
                  <p:embed/>
                </p:oleObj>
              </mc:Choice>
              <mc:Fallback>
                <p:oleObj name="Equation" r:id="rId11" imgW="10795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357563"/>
                        <a:ext cx="22320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1908175" y="4221163"/>
          <a:ext cx="48244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2" name="Equation" r:id="rId13" imgW="2400300" imgH="711200" progId="Equation.DSMT4">
                  <p:embed/>
                </p:oleObj>
              </mc:Choice>
              <mc:Fallback>
                <p:oleObj name="Equation" r:id="rId13" imgW="2400300" imgH="71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221163"/>
                        <a:ext cx="48244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900113" y="5734050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这时</a:t>
            </a:r>
            <a:endParaRPr lang="zh-CN" altLang="en-US" sz="2400"/>
          </a:p>
        </p:txBody>
      </p:sp>
      <p:graphicFrame>
        <p:nvGraphicFramePr>
          <p:cNvPr id="43021" name="Object 13"/>
          <p:cNvGraphicFramePr>
            <a:graphicFrameLocks noChangeAspect="1"/>
          </p:cNvGraphicFramePr>
          <p:nvPr/>
        </p:nvGraphicFramePr>
        <p:xfrm>
          <a:off x="1835150" y="5734050"/>
          <a:ext cx="13525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3" name="Equation" r:id="rId15" imgW="673100" imgH="228600" progId="Equation.DSMT4">
                  <p:embed/>
                </p:oleObj>
              </mc:Choice>
              <mc:Fallback>
                <p:oleObj name="Equation" r:id="rId15" imgW="6731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734050"/>
                        <a:ext cx="13525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3203575" y="5734050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两两正交。</a:t>
            </a:r>
            <a:endParaRPr lang="zh-CN" altLang="en-US" sz="2400"/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395288" y="429260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于是得</a:t>
            </a:r>
            <a:endParaRPr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2" grpId="0"/>
      <p:bldP spid="43015" grpId="0"/>
      <p:bldP spid="43020" grpId="0"/>
      <p:bldP spid="43022" grpId="0"/>
      <p:bldP spid="430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2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F2D151-5A32-48B7-90A4-E31F1EF8A4AA}" type="datetime3">
              <a:rPr lang="zh-CN" altLang="en-US" smtClean="0"/>
            </a:fld>
            <a:endParaRPr lang="en-US" altLang="zh-CN"/>
          </a:p>
        </p:txBody>
      </p:sp>
      <p:sp>
        <p:nvSpPr>
          <p:cNvPr id="26633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266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8BA25D-D8CC-4E2C-A132-E4537197FE4C}" type="slidenum">
              <a:rPr lang="en-US" altLang="zh-CN"/>
            </a:fld>
            <a:endParaRPr lang="en-US" altLang="zh-CN"/>
          </a:p>
        </p:txBody>
      </p:sp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79388" y="112713"/>
            <a:ext cx="2051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00FF"/>
                </a:solidFill>
              </a:rPr>
              <a:t>练一练：</a:t>
            </a:r>
            <a:endParaRPr lang="zh-CN" altLang="en-US" sz="3200" b="1">
              <a:solidFill>
                <a:srgbClr val="0000FF"/>
              </a:solidFill>
            </a:endParaRPr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/>
        </p:nvGraphicFramePr>
        <p:xfrm>
          <a:off x="539750" y="692150"/>
          <a:ext cx="705643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4" name="Equation" r:id="rId1" imgW="2971800" imgH="241300" progId="Equation.DSMT4">
                  <p:embed/>
                </p:oleObj>
              </mc:Choice>
              <mc:Fallback>
                <p:oleObj name="Equation" r:id="rId1" imgW="2971800" imgH="241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692150"/>
                        <a:ext cx="7056438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468313" y="1341438"/>
          <a:ext cx="64801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5" name="Equation" r:id="rId3" imgW="2781300" imgH="228600" progId="Equation.DSMT4">
                  <p:embed/>
                </p:oleObj>
              </mc:Choice>
              <mc:Fallback>
                <p:oleObj name="Equation" r:id="rId3" imgW="2781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341438"/>
                        <a:ext cx="64801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250825" y="1989138"/>
            <a:ext cx="93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解：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908050" y="1924050"/>
          <a:ext cx="675322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Equation" r:id="rId5" imgW="2654300" imgH="558800" progId="Equation.DSMT4">
                  <p:embed/>
                </p:oleObj>
              </mc:Choice>
              <mc:Fallback>
                <p:oleObj name="Equation" r:id="rId5" imgW="2654300" imgH="558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1924050"/>
                        <a:ext cx="6753225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1042988" y="3357563"/>
          <a:ext cx="2879725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7" imgW="1091565" imgH="482600" progId="Equation.DSMT4">
                  <p:embed/>
                </p:oleObj>
              </mc:Choice>
              <mc:Fallback>
                <p:oleObj name="Equation" r:id="rId7" imgW="1091565" imgH="482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57563"/>
                        <a:ext cx="2879725" cy="127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4140200" y="3644900"/>
            <a:ext cx="4608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解方程组得一个基础解系为</a:t>
            </a:r>
            <a:endParaRPr lang="zh-CN" altLang="en-US" sz="2800" b="1"/>
          </a:p>
        </p:txBody>
      </p:sp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4716463" y="4292600"/>
          <a:ext cx="2519362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Equation" r:id="rId9" imgW="1130300" imgH="279400" progId="Equation.DSMT4">
                  <p:embed/>
                </p:oleObj>
              </mc:Choice>
              <mc:Fallback>
                <p:oleObj name="Equation" r:id="rId9" imgW="1130300" imgH="279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292600"/>
                        <a:ext cx="2519362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2" name="Object 10"/>
          <p:cNvGraphicFramePr>
            <a:graphicFrameLocks noChangeAspect="1"/>
          </p:cNvGraphicFramePr>
          <p:nvPr/>
        </p:nvGraphicFramePr>
        <p:xfrm>
          <a:off x="1187450" y="5229225"/>
          <a:ext cx="525621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Equation" r:id="rId11" imgW="2032000" imgH="228600" progId="Equation.DSMT4">
                  <p:embed/>
                </p:oleObj>
              </mc:Choice>
              <mc:Fallback>
                <p:oleObj name="Equation" r:id="rId11" imgW="20320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229225"/>
                        <a:ext cx="525621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9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/>
      <p:bldP spid="59397" grpId="0"/>
      <p:bldP spid="5940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日期占位符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3E0017-AD81-4B7C-89B6-41DAF045B28A}" type="datetime3">
              <a:rPr lang="zh-CN" altLang="en-US" smtClean="0"/>
            </a:fld>
            <a:endParaRPr lang="en-US" altLang="zh-CN"/>
          </a:p>
        </p:txBody>
      </p:sp>
      <p:sp>
        <p:nvSpPr>
          <p:cNvPr id="3584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  <a:endParaRPr lang="en-US" altLang="zh-CN"/>
          </a:p>
        </p:txBody>
      </p:sp>
      <p:sp>
        <p:nvSpPr>
          <p:cNvPr id="3584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B31083-F17E-4FBD-8A92-AAFCED7A2564}" type="slidenum">
              <a:rPr lang="en-US" altLang="zh-CN"/>
            </a:fld>
            <a:endParaRPr lang="en-US" altLang="zh-CN"/>
          </a:p>
        </p:txBody>
      </p:sp>
      <p:sp>
        <p:nvSpPr>
          <p:cNvPr id="35848" name="Rectangle 2"/>
          <p:cNvSpPr>
            <a:spLocks noChangeArrowheads="1"/>
          </p:cNvSpPr>
          <p:nvPr/>
        </p:nvSpPr>
        <p:spPr bwMode="auto">
          <a:xfrm>
            <a:off x="323850" y="188913"/>
            <a:ext cx="4041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》2004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  <a:endParaRPr lang="zh-CN" altLang="en-US" b="1"/>
          </a:p>
        </p:txBody>
      </p:sp>
      <p:sp>
        <p:nvSpPr>
          <p:cNvPr id="35849" name="Rectangle 3"/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0" name="Rectangle 4"/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1" name="Rectangle 7"/>
          <p:cNvSpPr>
            <a:spLocks noChangeArrowheads="1"/>
          </p:cNvSpPr>
          <p:nvPr/>
        </p:nvSpPr>
        <p:spPr bwMode="auto">
          <a:xfrm>
            <a:off x="0" y="1738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2" name="Rectangle 9"/>
          <p:cNvSpPr>
            <a:spLocks noChangeArrowheads="1"/>
          </p:cNvSpPr>
          <p:nvPr/>
        </p:nvSpPr>
        <p:spPr bwMode="auto">
          <a:xfrm>
            <a:off x="0" y="2528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3" name="Rectangle 11"/>
          <p:cNvSpPr>
            <a:spLocks noChangeArrowheads="1"/>
          </p:cNvSpPr>
          <p:nvPr/>
        </p:nvSpPr>
        <p:spPr bwMode="auto">
          <a:xfrm>
            <a:off x="107950" y="620713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一．填空题</a:t>
            </a:r>
            <a:endParaRPr lang="zh-CN" altLang="en-US" sz="2400" b="1"/>
          </a:p>
        </p:txBody>
      </p:sp>
      <p:graphicFrame>
        <p:nvGraphicFramePr>
          <p:cNvPr id="35842" name="Object 13"/>
          <p:cNvGraphicFramePr>
            <a:graphicFrameLocks noChangeAspect="1"/>
          </p:cNvGraphicFramePr>
          <p:nvPr/>
        </p:nvGraphicFramePr>
        <p:xfrm>
          <a:off x="827088" y="1196975"/>
          <a:ext cx="30241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1" imgW="1612900" imgH="228600" progId="Equation.DSMT4">
                  <p:embed/>
                </p:oleObj>
              </mc:Choice>
              <mc:Fallback>
                <p:oleObj name="Equation" r:id="rId1" imgW="16129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196975"/>
                        <a:ext cx="302418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12"/>
          <p:cNvGraphicFramePr>
            <a:graphicFrameLocks noChangeAspect="1"/>
          </p:cNvGraphicFramePr>
          <p:nvPr/>
        </p:nvGraphicFramePr>
        <p:xfrm>
          <a:off x="4572000" y="1196975"/>
          <a:ext cx="10080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3" imgW="494665" imgH="215900" progId="Equation.DSMT4">
                  <p:embed/>
                </p:oleObj>
              </mc:Choice>
              <mc:Fallback>
                <p:oleObj name="Equation" r:id="rId3" imgW="494665" imgH="215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196975"/>
                        <a:ext cx="1008063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4" name="Rectangle 14"/>
          <p:cNvSpPr>
            <a:spLocks noChangeArrowheads="1"/>
          </p:cNvSpPr>
          <p:nvPr/>
        </p:nvSpPr>
        <p:spPr bwMode="auto">
          <a:xfrm>
            <a:off x="0" y="1196975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、若</a:t>
            </a:r>
            <a:endParaRPr lang="zh-CN" altLang="en-US" sz="2400"/>
          </a:p>
        </p:txBody>
      </p:sp>
      <p:sp>
        <p:nvSpPr>
          <p:cNvPr id="35855" name="Rectangle 15"/>
          <p:cNvSpPr>
            <a:spLocks noChangeArrowheads="1"/>
          </p:cNvSpPr>
          <p:nvPr/>
        </p:nvSpPr>
        <p:spPr bwMode="auto">
          <a:xfrm>
            <a:off x="3851275" y="119697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则与</a:t>
            </a:r>
            <a:endParaRPr lang="zh-CN" altLang="en-US" sz="2400"/>
          </a:p>
        </p:txBody>
      </p:sp>
      <p:sp>
        <p:nvSpPr>
          <p:cNvPr id="35856" name="Rectangle 16"/>
          <p:cNvSpPr>
            <a:spLocks noChangeArrowheads="1"/>
          </p:cNvSpPr>
          <p:nvPr/>
        </p:nvSpPr>
        <p:spPr bwMode="auto">
          <a:xfrm>
            <a:off x="5580063" y="1196975"/>
            <a:ext cx="3435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都正交的单位向量为</a:t>
            </a:r>
            <a:r>
              <a:rPr lang="zh-CN" altLang="en-US" sz="1000" u="sng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endParaRPr lang="zh-CN" altLang="en-US"/>
          </a:p>
        </p:txBody>
      </p:sp>
      <p:sp>
        <p:nvSpPr>
          <p:cNvPr id="35857" name="Rectangle 20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00" name="Object 19"/>
          <p:cNvGraphicFramePr>
            <a:graphicFrameLocks noChangeAspect="1"/>
          </p:cNvGraphicFramePr>
          <p:nvPr/>
        </p:nvGraphicFramePr>
        <p:xfrm>
          <a:off x="539750" y="2133600"/>
          <a:ext cx="7704138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5" imgW="3860800" imgH="1600200" progId="Equation.DSMT4">
                  <p:embed/>
                </p:oleObj>
              </mc:Choice>
              <mc:Fallback>
                <p:oleObj name="Equation" r:id="rId5" imgW="3860800" imgH="1600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133600"/>
                        <a:ext cx="7704138" cy="319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四、作业</a:t>
            </a:r>
            <a:endParaRPr lang="zh-CN" altLang="en-US" sz="3600" b="1" dirty="0"/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953938" y="1556792"/>
            <a:ext cx="5994325" cy="2620888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P22 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1.8</a:t>
            </a:r>
            <a:endParaRPr lang="en-US" altLang="zh-CN" sz="2800" dirty="0">
              <a:solidFill>
                <a:srgbClr val="0000FF"/>
              </a:solidFill>
              <a:latin typeface="+mn-ea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P23 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1.9</a:t>
            </a:r>
            <a:endParaRPr lang="en-US" altLang="zh-CN" sz="2800" dirty="0">
              <a:solidFill>
                <a:srgbClr val="0000FF"/>
              </a:solidFill>
              <a:latin typeface="+mn-ea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P26 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作业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1.10</a:t>
            </a:r>
            <a:endParaRPr lang="en-US" altLang="zh-CN" sz="2800" dirty="0">
              <a:solidFill>
                <a:srgbClr val="0000FF"/>
              </a:solidFill>
              <a:latin typeface="+mn-ea"/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预习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2.1-2.4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节，观看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2.1-2.4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视频</a:t>
            </a:r>
            <a:endParaRPr lang="en-US" altLang="zh-CN" sz="2800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 build="p"/>
    </p:bld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3138</Words>
  <Application>WPS 演示</Application>
  <PresentationFormat>全屏显示(4:3)</PresentationFormat>
  <Paragraphs>382</Paragraphs>
  <Slides>36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207</vt:i4>
      </vt:variant>
      <vt:variant>
        <vt:lpstr>幻灯片标题</vt:lpstr>
      </vt:variant>
      <vt:variant>
        <vt:i4>36</vt:i4>
      </vt:variant>
    </vt:vector>
  </HeadingPairs>
  <TitlesOfParts>
    <vt:vector size="257" baseType="lpstr">
      <vt:lpstr>Arial</vt:lpstr>
      <vt:lpstr>宋体</vt:lpstr>
      <vt:lpstr>Wingdings</vt:lpstr>
      <vt:lpstr>Verdana</vt:lpstr>
      <vt:lpstr>Calibri</vt:lpstr>
      <vt:lpstr>Times New Roman</vt:lpstr>
      <vt:lpstr>微软雅黑</vt:lpstr>
      <vt:lpstr>Arial Unicode MS</vt:lpstr>
      <vt:lpstr>黑体</vt:lpstr>
      <vt:lpstr>华文新魏</vt:lpstr>
      <vt:lpstr>隶书</vt:lpstr>
      <vt:lpstr>楷体_GB2312</vt:lpstr>
      <vt:lpstr>新宋体</vt:lpstr>
      <vt:lpstr>1_Office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第三讲  标准正交向量组</vt:lpstr>
      <vt:lpstr>1.7.1 、数域</vt:lpstr>
      <vt:lpstr>三、线性空间</vt:lpstr>
      <vt:lpstr>PowerPoint 演示文稿</vt:lpstr>
      <vt:lpstr>PowerPoint 演示文稿</vt:lpstr>
      <vt:lpstr>四、线性空间的性质</vt:lpstr>
      <vt:lpstr>五、线性子空间</vt:lpstr>
      <vt:lpstr>六、线性空间的基和维数</vt:lpstr>
      <vt:lpstr>PowerPoint 演示文稿</vt:lpstr>
      <vt:lpstr>PowerPoint 演示文稿</vt:lpstr>
      <vt:lpstr>PowerPoint 演示文稿</vt:lpstr>
      <vt:lpstr>PowerPoint 演示文稿</vt:lpstr>
      <vt:lpstr>一、正交向量与正交向量组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二、标准正交向量组</vt:lpstr>
      <vt:lpstr>PowerPoint 演示文稿</vt:lpstr>
      <vt:lpstr>PowerPoint 演示文稿</vt:lpstr>
      <vt:lpstr>PowerPoint 演示文稿</vt:lpstr>
      <vt:lpstr>PowerPoint 演示文稿</vt:lpstr>
      <vt:lpstr>三、向量组的标准正交化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101</cp:revision>
  <dcterms:created xsi:type="dcterms:W3CDTF">2020-12-08T11:04:00Z</dcterms:created>
  <dcterms:modified xsi:type="dcterms:W3CDTF">2025-04-11T06:16:51Z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884EC018769C42DF8B4702C311B9B01F_12</vt:lpwstr>
  </property>
</Properties>
</file>