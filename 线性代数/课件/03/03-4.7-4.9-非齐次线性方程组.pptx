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02" r:id="rId5"/>
    <p:sldId id="303" r:id="rId6"/>
    <p:sldId id="304" r:id="rId7"/>
    <p:sldId id="305" r:id="rId8"/>
    <p:sldId id="306" r:id="rId9"/>
    <p:sldId id="296" r:id="rId10"/>
    <p:sldId id="307" r:id="rId11"/>
    <p:sldId id="322" r:id="rId12"/>
    <p:sldId id="323" r:id="rId13"/>
    <p:sldId id="309" r:id="rId14"/>
    <p:sldId id="260" r:id="rId15"/>
    <p:sldId id="310" r:id="rId16"/>
    <p:sldId id="311" r:id="rId17"/>
    <p:sldId id="312" r:id="rId18"/>
    <p:sldId id="324" r:id="rId19"/>
    <p:sldId id="284" r:id="rId20"/>
    <p:sldId id="287" r:id="rId21"/>
    <p:sldId id="325" r:id="rId22"/>
    <p:sldId id="326" r:id="rId23"/>
    <p:sldId id="327" r:id="rId24"/>
    <p:sldId id="328" r:id="rId25"/>
    <p:sldId id="329" r:id="rId26"/>
    <p:sldId id="350" r:id="rId27"/>
    <p:sldId id="330" r:id="rId28"/>
    <p:sldId id="351" r:id="rId29"/>
    <p:sldId id="331" r:id="rId30"/>
    <p:sldId id="332" r:id="rId31"/>
    <p:sldId id="333" r:id="rId32"/>
    <p:sldId id="334" r:id="rId33"/>
    <p:sldId id="335" r:id="rId34"/>
    <p:sldId id="336" r:id="rId35"/>
    <p:sldId id="352" r:id="rId36"/>
    <p:sldId id="337" r:id="rId37"/>
    <p:sldId id="353" r:id="rId38"/>
    <p:sldId id="338" r:id="rId39"/>
    <p:sldId id="339" r:id="rId40"/>
    <p:sldId id="340" r:id="rId41"/>
    <p:sldId id="341" r:id="rId42"/>
    <p:sldId id="342" r:id="rId43"/>
    <p:sldId id="343" r:id="rId44"/>
    <p:sldId id="344" r:id="rId45"/>
    <p:sldId id="345" r:id="rId46"/>
    <p:sldId id="346" r:id="rId47"/>
    <p:sldId id="308" r:id="rId48"/>
    <p:sldId id="347" r:id="rId49"/>
    <p:sldId id="348" r:id="rId50"/>
    <p:sldId id="349" r:id="rId51"/>
    <p:sldId id="270" r:id="rId52"/>
    <p:sldId id="272" r:id="rId5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6725" autoAdjust="0"/>
  </p:normalViewPr>
  <p:slideViewPr>
    <p:cSldViewPr showGuides="1">
      <p:cViewPr varScale="1">
        <p:scale>
          <a:sx n="86" d="100"/>
          <a:sy n="86" d="100"/>
        </p:scale>
        <p:origin x="135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7" Type="http://schemas.openxmlformats.org/officeDocument/2006/relationships/image" Target="../media/image26.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12.wmf"/><Relationship Id="rId2" Type="http://schemas.openxmlformats.org/officeDocument/2006/relationships/image" Target="../media/image5.wmf"/><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7" Type="http://schemas.openxmlformats.org/officeDocument/2006/relationships/image" Target="../media/image41.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2.wmf"/></Relationships>
</file>

<file path=ppt/drawings/_rels/vmlDrawing12.vml.rels><?xml version="1.0" encoding="UTF-8" standalone="yes"?>
<Relationships xmlns="http://schemas.openxmlformats.org/package/2006/relationships"><Relationship Id="rId7" Type="http://schemas.openxmlformats.org/officeDocument/2006/relationships/image" Target="../media/image53.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e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7.wmf"/><Relationship Id="rId1" Type="http://schemas.openxmlformats.org/officeDocument/2006/relationships/image" Target="../media/image58.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6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76.wmf"/><Relationship Id="rId8" Type="http://schemas.openxmlformats.org/officeDocument/2006/relationships/image" Target="../media/image75.wmf"/><Relationship Id="rId7" Type="http://schemas.openxmlformats.org/officeDocument/2006/relationships/image" Target="../media/image74.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 Id="rId3" Type="http://schemas.openxmlformats.org/officeDocument/2006/relationships/image" Target="../media/image70.wmf"/><Relationship Id="rId2" Type="http://schemas.openxmlformats.org/officeDocument/2006/relationships/image" Target="../media/image69.wmf"/><Relationship Id="rId12" Type="http://schemas.openxmlformats.org/officeDocument/2006/relationships/image" Target="../media/image79.wmf"/><Relationship Id="rId11" Type="http://schemas.openxmlformats.org/officeDocument/2006/relationships/image" Target="../media/image78.wmf"/><Relationship Id="rId10" Type="http://schemas.openxmlformats.org/officeDocument/2006/relationships/image" Target="../media/image77.wmf"/><Relationship Id="rId1" Type="http://schemas.openxmlformats.org/officeDocument/2006/relationships/image" Target="../media/image68.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emf"/><Relationship Id="rId1" Type="http://schemas.openxmlformats.org/officeDocument/2006/relationships/image" Target="../media/image80.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86.emf"/><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image" Target="../media/image83.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23.vml.rels><?xml version="1.0" encoding="UTF-8" standalone="yes"?>
<Relationships xmlns="http://schemas.openxmlformats.org/package/2006/relationships"><Relationship Id="rId7" Type="http://schemas.openxmlformats.org/officeDocument/2006/relationships/image" Target="../media/image132.wmf"/><Relationship Id="rId6" Type="http://schemas.openxmlformats.org/officeDocument/2006/relationships/image" Target="../media/image131.emf"/><Relationship Id="rId5" Type="http://schemas.openxmlformats.org/officeDocument/2006/relationships/image" Target="../media/image130.emf"/><Relationship Id="rId4" Type="http://schemas.openxmlformats.org/officeDocument/2006/relationships/image" Target="../media/image129.wmf"/><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33.wmf"/><Relationship Id="rId1" Type="http://schemas.openxmlformats.org/officeDocument/2006/relationships/image" Target="../media/image126.emf"/></Relationships>
</file>

<file path=ppt/drawings/_rels/vmlDrawing25.vml.rels><?xml version="1.0" encoding="UTF-8" standalone="yes"?>
<Relationships xmlns="http://schemas.openxmlformats.org/package/2006/relationships"><Relationship Id="rId7" Type="http://schemas.openxmlformats.org/officeDocument/2006/relationships/image" Target="../media/image139.wmf"/><Relationship Id="rId6" Type="http://schemas.openxmlformats.org/officeDocument/2006/relationships/image" Target="../media/image138.emf"/><Relationship Id="rId5" Type="http://schemas.openxmlformats.org/officeDocument/2006/relationships/image" Target="../media/image137.emf"/><Relationship Id="rId4" Type="http://schemas.openxmlformats.org/officeDocument/2006/relationships/image" Target="../media/image129.wmf"/><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40.wmf"/><Relationship Id="rId1" Type="http://schemas.openxmlformats.org/officeDocument/2006/relationships/image" Target="../media/image134.e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148.wmf"/><Relationship Id="rId8" Type="http://schemas.openxmlformats.org/officeDocument/2006/relationships/image" Target="../media/image147.wmf"/><Relationship Id="rId7" Type="http://schemas.openxmlformats.org/officeDocument/2006/relationships/image" Target="../media/image146.wmf"/><Relationship Id="rId6" Type="http://schemas.openxmlformats.org/officeDocument/2006/relationships/image" Target="../media/image145.wmf"/><Relationship Id="rId5" Type="http://schemas.openxmlformats.org/officeDocument/2006/relationships/image" Target="../media/image144.wmf"/><Relationship Id="rId4" Type="http://schemas.openxmlformats.org/officeDocument/2006/relationships/image" Target="../media/image143.wmf"/><Relationship Id="rId3" Type="http://schemas.openxmlformats.org/officeDocument/2006/relationships/image" Target="../media/image142.wmf"/><Relationship Id="rId2" Type="http://schemas.openxmlformats.org/officeDocument/2006/relationships/image" Target="../media/image69.wmf"/><Relationship Id="rId12" Type="http://schemas.openxmlformats.org/officeDocument/2006/relationships/image" Target="../media/image151.wmf"/><Relationship Id="rId11" Type="http://schemas.openxmlformats.org/officeDocument/2006/relationships/image" Target="../media/image150.wmf"/><Relationship Id="rId10" Type="http://schemas.openxmlformats.org/officeDocument/2006/relationships/image" Target="../media/image149.wmf"/><Relationship Id="rId1" Type="http://schemas.openxmlformats.org/officeDocument/2006/relationships/image" Target="../media/image141.e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151.wmf"/><Relationship Id="rId5" Type="http://schemas.openxmlformats.org/officeDocument/2006/relationships/image" Target="../media/image82.wmf"/><Relationship Id="rId4" Type="http://schemas.openxmlformats.org/officeDocument/2006/relationships/image" Target="../media/image155.emf"/><Relationship Id="rId3" Type="http://schemas.openxmlformats.org/officeDocument/2006/relationships/image" Target="../media/image154.emf"/><Relationship Id="rId2" Type="http://schemas.openxmlformats.org/officeDocument/2006/relationships/image" Target="../media/image153.emf"/><Relationship Id="rId1" Type="http://schemas.openxmlformats.org/officeDocument/2006/relationships/image" Target="../media/image152.e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 Type="http://schemas.openxmlformats.org/officeDocument/2006/relationships/image" Target="../media/image156.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69.wmf"/><Relationship Id="rId8" Type="http://schemas.openxmlformats.org/officeDocument/2006/relationships/image" Target="../media/image168.wmf"/><Relationship Id="rId7" Type="http://schemas.openxmlformats.org/officeDocument/2006/relationships/image" Target="../media/image167.wmf"/><Relationship Id="rId6" Type="http://schemas.openxmlformats.org/officeDocument/2006/relationships/image" Target="../media/image166.wmf"/><Relationship Id="rId5" Type="http://schemas.openxmlformats.org/officeDocument/2006/relationships/image" Target="../media/image165.wmf"/><Relationship Id="rId4" Type="http://schemas.openxmlformats.org/officeDocument/2006/relationships/image" Target="../media/image164.wmf"/><Relationship Id="rId3" Type="http://schemas.openxmlformats.org/officeDocument/2006/relationships/image" Target="../media/image163.wmf"/><Relationship Id="rId2" Type="http://schemas.openxmlformats.org/officeDocument/2006/relationships/image" Target="../media/image162.wmf"/><Relationship Id="rId14" Type="http://schemas.openxmlformats.org/officeDocument/2006/relationships/image" Target="../media/image174.wmf"/><Relationship Id="rId13" Type="http://schemas.openxmlformats.org/officeDocument/2006/relationships/image" Target="../media/image173.wmf"/><Relationship Id="rId12" Type="http://schemas.openxmlformats.org/officeDocument/2006/relationships/image" Target="../media/image172.wmf"/><Relationship Id="rId11" Type="http://schemas.openxmlformats.org/officeDocument/2006/relationships/image" Target="../media/image171.wmf"/><Relationship Id="rId10" Type="http://schemas.openxmlformats.org/officeDocument/2006/relationships/image" Target="../media/image170.wmf"/><Relationship Id="rId1" Type="http://schemas.openxmlformats.org/officeDocument/2006/relationships/image" Target="../media/image161.wmf"/></Relationships>
</file>

<file path=ppt/drawings/_rels/vmlDrawing31.vml.rels><?xml version="1.0" encoding="UTF-8" standalone="yes"?>
<Relationships xmlns="http://schemas.openxmlformats.org/package/2006/relationships"><Relationship Id="rId7" Type="http://schemas.openxmlformats.org/officeDocument/2006/relationships/image" Target="../media/image181.wmf"/><Relationship Id="rId6" Type="http://schemas.openxmlformats.org/officeDocument/2006/relationships/image" Target="../media/image180.wmf"/><Relationship Id="rId5" Type="http://schemas.openxmlformats.org/officeDocument/2006/relationships/image" Target="../media/image179.wmf"/><Relationship Id="rId4" Type="http://schemas.openxmlformats.org/officeDocument/2006/relationships/image" Target="../media/image178.wmf"/><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89.wmf"/><Relationship Id="rId7" Type="http://schemas.openxmlformats.org/officeDocument/2006/relationships/image" Target="../media/image188.wmf"/><Relationship Id="rId6" Type="http://schemas.openxmlformats.org/officeDocument/2006/relationships/image" Target="../media/image187.wmf"/><Relationship Id="rId5" Type="http://schemas.openxmlformats.org/officeDocument/2006/relationships/image" Target="../media/image186.wmf"/><Relationship Id="rId4" Type="http://schemas.openxmlformats.org/officeDocument/2006/relationships/image" Target="../media/image185.wmf"/><Relationship Id="rId3" Type="http://schemas.openxmlformats.org/officeDocument/2006/relationships/image" Target="../media/image184.wmf"/><Relationship Id="rId2" Type="http://schemas.openxmlformats.org/officeDocument/2006/relationships/image" Target="../media/image183.wmf"/><Relationship Id="rId1" Type="http://schemas.openxmlformats.org/officeDocument/2006/relationships/image" Target="../media/image182.w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194.wmf"/><Relationship Id="rId4" Type="http://schemas.openxmlformats.org/officeDocument/2006/relationships/image" Target="../media/image193.wmf"/><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90.w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198.wmf"/><Relationship Id="rId3" Type="http://schemas.openxmlformats.org/officeDocument/2006/relationships/image" Target="../media/image197.wmf"/><Relationship Id="rId2" Type="http://schemas.openxmlformats.org/officeDocument/2006/relationships/image" Target="../media/image196.wmf"/><Relationship Id="rId1" Type="http://schemas.openxmlformats.org/officeDocument/2006/relationships/image" Target="../media/image195.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210.wmf"/><Relationship Id="rId1" Type="http://schemas.openxmlformats.org/officeDocument/2006/relationships/image" Target="../media/image209.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3.wmf"/><Relationship Id="rId2" Type="http://schemas.openxmlformats.org/officeDocument/2006/relationships/image" Target="../media/image212.wmf"/><Relationship Id="rId1" Type="http://schemas.openxmlformats.org/officeDocument/2006/relationships/image" Target="../media/image211.wmf"/></Relationships>
</file>

<file path=ppt/drawings/_rels/vmlDrawing37.vml.rels><?xml version="1.0" encoding="UTF-8" standalone="yes"?>
<Relationships xmlns="http://schemas.openxmlformats.org/package/2006/relationships"><Relationship Id="rId5" Type="http://schemas.openxmlformats.org/officeDocument/2006/relationships/image" Target="../media/image218.wmf"/><Relationship Id="rId4" Type="http://schemas.openxmlformats.org/officeDocument/2006/relationships/image" Target="../media/image217.wmf"/><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s>
</file>

<file path=ppt/drawings/_rels/vmlDrawing38.vml.rels><?xml version="1.0" encoding="UTF-8" standalone="yes"?>
<Relationships xmlns="http://schemas.openxmlformats.org/package/2006/relationships"><Relationship Id="rId5" Type="http://schemas.openxmlformats.org/officeDocument/2006/relationships/image" Target="../media/image223.wmf"/><Relationship Id="rId4" Type="http://schemas.openxmlformats.org/officeDocument/2006/relationships/image" Target="../media/image222.wmf"/><Relationship Id="rId3" Type="http://schemas.openxmlformats.org/officeDocument/2006/relationships/image" Target="../media/image221.wmf"/><Relationship Id="rId2" Type="http://schemas.openxmlformats.org/officeDocument/2006/relationships/image" Target="../media/image220.wmf"/><Relationship Id="rId1" Type="http://schemas.openxmlformats.org/officeDocument/2006/relationships/image" Target="../media/image219.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216.wmf"/><Relationship Id="rId1" Type="http://schemas.openxmlformats.org/officeDocument/2006/relationships/image" Target="../media/image217.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2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7208F89-9C62-40E6-A4B7-5241B108DCB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307C1D-A20E-4502-A38E-1928A7EE265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307C1D-A20E-4502-A38E-1928A7EE265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F307C1D-A20E-4502-A38E-1928A7EE265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F307C1D-A20E-4502-A38E-1928A7EE265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F307C1D-A20E-4502-A38E-1928A7EE265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F307C1D-A20E-4502-A38E-1928A7EE265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F307C1D-A20E-4502-A38E-1928A7EE265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4" Type="http://schemas.openxmlformats.org/officeDocument/2006/relationships/vmlDrawing" Target="../drawings/vmlDrawing1.vml"/><Relationship Id="rId13" Type="http://schemas.openxmlformats.org/officeDocument/2006/relationships/slideLayout" Target="../slideLayouts/slideLayout2.xml"/><Relationship Id="rId12" Type="http://schemas.openxmlformats.org/officeDocument/2006/relationships/image" Target="../media/image7.wmf"/><Relationship Id="rId11" Type="http://schemas.openxmlformats.org/officeDocument/2006/relationships/oleObject" Target="../embeddings/oleObject6.bin"/><Relationship Id="rId10" Type="http://schemas.openxmlformats.org/officeDocument/2006/relationships/image" Target="../media/image6.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11.wmf"/><Relationship Id="rId7" Type="http://schemas.openxmlformats.org/officeDocument/2006/relationships/oleObject" Target="../embeddings/oleObject10.bin"/><Relationship Id="rId6" Type="http://schemas.openxmlformats.org/officeDocument/2006/relationships/image" Target="../media/image10.wmf"/><Relationship Id="rId5" Type="http://schemas.openxmlformats.org/officeDocument/2006/relationships/oleObject" Target="../embeddings/oleObject9.bin"/><Relationship Id="rId4" Type="http://schemas.openxmlformats.org/officeDocument/2006/relationships/image" Target="../media/image9.wmf"/><Relationship Id="rId3" Type="http://schemas.openxmlformats.org/officeDocument/2006/relationships/oleObject" Target="../embeddings/oleObject8.bin"/><Relationship Id="rId2" Type="http://schemas.openxmlformats.org/officeDocument/2006/relationships/image" Target="../media/image8.wmf"/><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image" Target="../media/image12.wmf"/><Relationship Id="rId1"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15.wmf"/><Relationship Id="rId7" Type="http://schemas.openxmlformats.org/officeDocument/2006/relationships/oleObject" Target="../embeddings/oleObject15.bin"/><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image" Target="../media/image13.wmf"/><Relationship Id="rId3" Type="http://schemas.openxmlformats.org/officeDocument/2006/relationships/oleObject" Target="../embeddings/oleObject13.bin"/><Relationship Id="rId2" Type="http://schemas.openxmlformats.org/officeDocument/2006/relationships/image" Target="../media/image12.wmf"/><Relationship Id="rId15" Type="http://schemas.openxmlformats.org/officeDocument/2006/relationships/vmlDrawing" Target="../drawings/vmlDrawing3.vml"/><Relationship Id="rId14" Type="http://schemas.openxmlformats.org/officeDocument/2006/relationships/slideLayout" Target="../slideLayouts/slideLayout2.xml"/><Relationship Id="rId13" Type="http://schemas.openxmlformats.org/officeDocument/2006/relationships/oleObject" Target="../embeddings/oleObject19.bin"/><Relationship Id="rId12" Type="http://schemas.openxmlformats.org/officeDocument/2006/relationships/oleObject" Target="../embeddings/oleObject18.bin"/><Relationship Id="rId11" Type="http://schemas.openxmlformats.org/officeDocument/2006/relationships/oleObject" Target="../embeddings/oleObject17.bin"/><Relationship Id="rId10" Type="http://schemas.openxmlformats.org/officeDocument/2006/relationships/image" Target="../media/image16.wmf"/><Relationship Id="rId1"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image" Target="../media/image19.wmf"/><Relationship Id="rId4" Type="http://schemas.openxmlformats.org/officeDocument/2006/relationships/oleObject" Target="../embeddings/oleObject21.bin"/><Relationship Id="rId3" Type="http://schemas.openxmlformats.org/officeDocument/2006/relationships/image" Target="../media/image18.png"/><Relationship Id="rId2" Type="http://schemas.openxmlformats.org/officeDocument/2006/relationships/image" Target="../media/image17.wmf"/><Relationship Id="rId1" Type="http://schemas.openxmlformats.org/officeDocument/2006/relationships/oleObject" Target="../embeddings/oleObject20.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26.bin"/><Relationship Id="rId8" Type="http://schemas.openxmlformats.org/officeDocument/2006/relationships/image" Target="../media/image23.wmf"/><Relationship Id="rId7" Type="http://schemas.openxmlformats.org/officeDocument/2006/relationships/oleObject" Target="../embeddings/oleObject25.bin"/><Relationship Id="rId6" Type="http://schemas.openxmlformats.org/officeDocument/2006/relationships/image" Target="../media/image22.wmf"/><Relationship Id="rId5" Type="http://schemas.openxmlformats.org/officeDocument/2006/relationships/oleObject" Target="../embeddings/oleObject24.bin"/><Relationship Id="rId4" Type="http://schemas.openxmlformats.org/officeDocument/2006/relationships/image" Target="../media/image21.wmf"/><Relationship Id="rId3" Type="http://schemas.openxmlformats.org/officeDocument/2006/relationships/oleObject" Target="../embeddings/oleObject23.bin"/><Relationship Id="rId2" Type="http://schemas.openxmlformats.org/officeDocument/2006/relationships/image" Target="../media/image20.wmf"/><Relationship Id="rId16" Type="http://schemas.openxmlformats.org/officeDocument/2006/relationships/vmlDrawing" Target="../drawings/vmlDrawing5.vml"/><Relationship Id="rId15" Type="http://schemas.openxmlformats.org/officeDocument/2006/relationships/slideLayout" Target="../slideLayouts/slideLayout2.xml"/><Relationship Id="rId14" Type="http://schemas.openxmlformats.org/officeDocument/2006/relationships/image" Target="../media/image26.wmf"/><Relationship Id="rId13" Type="http://schemas.openxmlformats.org/officeDocument/2006/relationships/oleObject" Target="../embeddings/oleObject28.bin"/><Relationship Id="rId12" Type="http://schemas.openxmlformats.org/officeDocument/2006/relationships/image" Target="../media/image25.wmf"/><Relationship Id="rId11" Type="http://schemas.openxmlformats.org/officeDocument/2006/relationships/oleObject" Target="../embeddings/oleObject27.bin"/><Relationship Id="rId10" Type="http://schemas.openxmlformats.org/officeDocument/2006/relationships/image" Target="../media/image24.wmf"/><Relationship Id="rId1" Type="http://schemas.openxmlformats.org/officeDocument/2006/relationships/oleObject" Target="../embeddings/oleObject22.bin"/></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0.wmf"/><Relationship Id="rId7" Type="http://schemas.openxmlformats.org/officeDocument/2006/relationships/oleObject" Target="../embeddings/oleObject32.bin"/><Relationship Id="rId6" Type="http://schemas.openxmlformats.org/officeDocument/2006/relationships/image" Target="../media/image29.wmf"/><Relationship Id="rId5" Type="http://schemas.openxmlformats.org/officeDocument/2006/relationships/oleObject" Target="../embeddings/oleObject31.bin"/><Relationship Id="rId4" Type="http://schemas.openxmlformats.org/officeDocument/2006/relationships/image" Target="../media/image28.wmf"/><Relationship Id="rId3" Type="http://schemas.openxmlformats.org/officeDocument/2006/relationships/oleObject" Target="../embeddings/oleObject30.bin"/><Relationship Id="rId2" Type="http://schemas.openxmlformats.org/officeDocument/2006/relationships/image" Target="../media/image27.wmf"/><Relationship Id="rId10" Type="http://schemas.openxmlformats.org/officeDocument/2006/relationships/vmlDrawing" Target="../drawings/vmlDrawing6.vml"/><Relationship Id="rId1" Type="http://schemas.openxmlformats.org/officeDocument/2006/relationships/oleObject" Target="../embeddings/oleObject29.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35.bin"/><Relationship Id="rId4" Type="http://schemas.openxmlformats.org/officeDocument/2006/relationships/image" Target="../media/image32.wmf"/><Relationship Id="rId3" Type="http://schemas.openxmlformats.org/officeDocument/2006/relationships/oleObject" Target="../embeddings/oleObject34.bin"/><Relationship Id="rId2" Type="http://schemas.openxmlformats.org/officeDocument/2006/relationships/image" Target="../media/image31.wmf"/><Relationship Id="rId1" Type="http://schemas.openxmlformats.org/officeDocument/2006/relationships/oleObject" Target="../embeddings/oleObject33.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wmf"/><Relationship Id="rId7" Type="http://schemas.openxmlformats.org/officeDocument/2006/relationships/oleObject" Target="../embeddings/oleObject39.bin"/><Relationship Id="rId6" Type="http://schemas.openxmlformats.org/officeDocument/2006/relationships/image" Target="../media/image12.wmf"/><Relationship Id="rId5" Type="http://schemas.openxmlformats.org/officeDocument/2006/relationships/oleObject" Target="../embeddings/oleObject38.bin"/><Relationship Id="rId4" Type="http://schemas.openxmlformats.org/officeDocument/2006/relationships/image" Target="../media/image5.wmf"/><Relationship Id="rId3" Type="http://schemas.openxmlformats.org/officeDocument/2006/relationships/oleObject" Target="../embeddings/oleObject37.bin"/><Relationship Id="rId2" Type="http://schemas.openxmlformats.org/officeDocument/2006/relationships/image" Target="../media/image34.wmf"/><Relationship Id="rId11" Type="http://schemas.openxmlformats.org/officeDocument/2006/relationships/notesSlide" Target="../notesSlides/notesSlide3.xml"/><Relationship Id="rId10" Type="http://schemas.openxmlformats.org/officeDocument/2006/relationships/vmlDrawing" Target="../drawings/vmlDrawing8.vml"/><Relationship Id="rId1" Type="http://schemas.openxmlformats.org/officeDocument/2006/relationships/oleObject" Target="../embeddings/oleObject36.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image" Target="../media/image38.wmf"/><Relationship Id="rId7" Type="http://schemas.openxmlformats.org/officeDocument/2006/relationships/oleObject" Target="../embeddings/oleObject43.bin"/><Relationship Id="rId6" Type="http://schemas.openxmlformats.org/officeDocument/2006/relationships/image" Target="../media/image37.wmf"/><Relationship Id="rId5" Type="http://schemas.openxmlformats.org/officeDocument/2006/relationships/oleObject" Target="../embeddings/oleObject42.bin"/><Relationship Id="rId4" Type="http://schemas.openxmlformats.org/officeDocument/2006/relationships/image" Target="../media/image36.wmf"/><Relationship Id="rId3" Type="http://schemas.openxmlformats.org/officeDocument/2006/relationships/oleObject" Target="../embeddings/oleObject41.bin"/><Relationship Id="rId2" Type="http://schemas.openxmlformats.org/officeDocument/2006/relationships/image" Target="../media/image35.wmf"/><Relationship Id="rId16" Type="http://schemas.openxmlformats.org/officeDocument/2006/relationships/vmlDrawing" Target="../drawings/vmlDrawing9.vml"/><Relationship Id="rId15" Type="http://schemas.openxmlformats.org/officeDocument/2006/relationships/slideLayout" Target="../slideLayouts/slideLayout2.xml"/><Relationship Id="rId14" Type="http://schemas.openxmlformats.org/officeDocument/2006/relationships/image" Target="../media/image41.wmf"/><Relationship Id="rId13" Type="http://schemas.openxmlformats.org/officeDocument/2006/relationships/oleObject" Target="../embeddings/oleObject46.bin"/><Relationship Id="rId12" Type="http://schemas.openxmlformats.org/officeDocument/2006/relationships/image" Target="../media/image40.wmf"/><Relationship Id="rId11" Type="http://schemas.openxmlformats.org/officeDocument/2006/relationships/oleObject" Target="../embeddings/oleObject45.bin"/><Relationship Id="rId10" Type="http://schemas.openxmlformats.org/officeDocument/2006/relationships/image" Target="../media/image39.wmf"/><Relationship Id="rId1" Type="http://schemas.openxmlformats.org/officeDocument/2006/relationships/oleObject" Target="../embeddings/oleObject40.bin"/></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49.bin"/><Relationship Id="rId4" Type="http://schemas.openxmlformats.org/officeDocument/2006/relationships/image" Target="../media/image43.wmf"/><Relationship Id="rId3" Type="http://schemas.openxmlformats.org/officeDocument/2006/relationships/oleObject" Target="../embeddings/oleObject48.bin"/><Relationship Id="rId2" Type="http://schemas.openxmlformats.org/officeDocument/2006/relationships/image" Target="../media/image42.wmf"/><Relationship Id="rId1" Type="http://schemas.openxmlformats.org/officeDocument/2006/relationships/oleObject" Target="../embeddings/oleObject47.bin"/></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oleObject" Target="../embeddings/oleObject52.bin"/><Relationship Id="rId4" Type="http://schemas.openxmlformats.org/officeDocument/2006/relationships/image" Target="../media/image45.wmf"/><Relationship Id="rId3" Type="http://schemas.openxmlformats.org/officeDocument/2006/relationships/oleObject" Target="../embeddings/oleObject51.bin"/><Relationship Id="rId2" Type="http://schemas.openxmlformats.org/officeDocument/2006/relationships/image" Target="../media/image42.wmf"/><Relationship Id="rId1" Type="http://schemas.openxmlformats.org/officeDocument/2006/relationships/oleObject" Target="../embeddings/oleObject50.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57.bin"/><Relationship Id="rId8" Type="http://schemas.openxmlformats.org/officeDocument/2006/relationships/image" Target="../media/image50.wmf"/><Relationship Id="rId7" Type="http://schemas.openxmlformats.org/officeDocument/2006/relationships/oleObject" Target="../embeddings/oleObject56.bin"/><Relationship Id="rId6" Type="http://schemas.openxmlformats.org/officeDocument/2006/relationships/image" Target="../media/image49.wmf"/><Relationship Id="rId5" Type="http://schemas.openxmlformats.org/officeDocument/2006/relationships/oleObject" Target="../embeddings/oleObject55.bin"/><Relationship Id="rId4" Type="http://schemas.openxmlformats.org/officeDocument/2006/relationships/image" Target="../media/image48.wmf"/><Relationship Id="rId3" Type="http://schemas.openxmlformats.org/officeDocument/2006/relationships/oleObject" Target="../embeddings/oleObject54.bin"/><Relationship Id="rId2" Type="http://schemas.openxmlformats.org/officeDocument/2006/relationships/image" Target="../media/image47.wmf"/><Relationship Id="rId17" Type="http://schemas.openxmlformats.org/officeDocument/2006/relationships/notesSlide" Target="../notesSlides/notesSlide6.xml"/><Relationship Id="rId16" Type="http://schemas.openxmlformats.org/officeDocument/2006/relationships/vmlDrawing" Target="../drawings/vmlDrawing12.vml"/><Relationship Id="rId15" Type="http://schemas.openxmlformats.org/officeDocument/2006/relationships/slideLayout" Target="../slideLayouts/slideLayout2.xml"/><Relationship Id="rId14" Type="http://schemas.openxmlformats.org/officeDocument/2006/relationships/image" Target="../media/image53.wmf"/><Relationship Id="rId13" Type="http://schemas.openxmlformats.org/officeDocument/2006/relationships/oleObject" Target="../embeddings/oleObject59.bin"/><Relationship Id="rId12" Type="http://schemas.openxmlformats.org/officeDocument/2006/relationships/image" Target="../media/image52.wmf"/><Relationship Id="rId11" Type="http://schemas.openxmlformats.org/officeDocument/2006/relationships/oleObject" Target="../embeddings/oleObject58.bin"/><Relationship Id="rId10" Type="http://schemas.openxmlformats.org/officeDocument/2006/relationships/image" Target="../media/image51.wmf"/><Relationship Id="rId1" Type="http://schemas.openxmlformats.org/officeDocument/2006/relationships/oleObject" Target="../embeddings/oleObject53.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7.wmf"/><Relationship Id="rId7" Type="http://schemas.openxmlformats.org/officeDocument/2006/relationships/oleObject" Target="../embeddings/oleObject63.bin"/><Relationship Id="rId6" Type="http://schemas.openxmlformats.org/officeDocument/2006/relationships/image" Target="../media/image56.wmf"/><Relationship Id="rId5" Type="http://schemas.openxmlformats.org/officeDocument/2006/relationships/oleObject" Target="../embeddings/oleObject62.bin"/><Relationship Id="rId4" Type="http://schemas.openxmlformats.org/officeDocument/2006/relationships/image" Target="../media/image55.wmf"/><Relationship Id="rId3" Type="http://schemas.openxmlformats.org/officeDocument/2006/relationships/oleObject" Target="../embeddings/oleObject61.bin"/><Relationship Id="rId2" Type="http://schemas.openxmlformats.org/officeDocument/2006/relationships/image" Target="../media/image54.emf"/><Relationship Id="rId10" Type="http://schemas.openxmlformats.org/officeDocument/2006/relationships/vmlDrawing" Target="../drawings/vmlDrawing13.vml"/><Relationship Id="rId1" Type="http://schemas.openxmlformats.org/officeDocument/2006/relationships/oleObject" Target="../embeddings/oleObject60.bin"/></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0.wmf"/><Relationship Id="rId7" Type="http://schemas.openxmlformats.org/officeDocument/2006/relationships/oleObject" Target="../embeddings/oleObject67.bin"/><Relationship Id="rId6" Type="http://schemas.openxmlformats.org/officeDocument/2006/relationships/image" Target="../media/image59.wmf"/><Relationship Id="rId5" Type="http://schemas.openxmlformats.org/officeDocument/2006/relationships/oleObject" Target="../embeddings/oleObject66.bin"/><Relationship Id="rId4" Type="http://schemas.openxmlformats.org/officeDocument/2006/relationships/image" Target="../media/image57.wmf"/><Relationship Id="rId3" Type="http://schemas.openxmlformats.org/officeDocument/2006/relationships/oleObject" Target="../embeddings/oleObject65.bin"/><Relationship Id="rId2" Type="http://schemas.openxmlformats.org/officeDocument/2006/relationships/image" Target="../media/image58.wmf"/><Relationship Id="rId10" Type="http://schemas.openxmlformats.org/officeDocument/2006/relationships/vmlDrawing" Target="../drawings/vmlDrawing14.vml"/><Relationship Id="rId1" Type="http://schemas.openxmlformats.org/officeDocument/2006/relationships/oleObject" Target="../embeddings/oleObject64.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72.bin"/><Relationship Id="rId8" Type="http://schemas.openxmlformats.org/officeDocument/2006/relationships/image" Target="../media/image62.wmf"/><Relationship Id="rId7" Type="http://schemas.openxmlformats.org/officeDocument/2006/relationships/oleObject" Target="../embeddings/oleObject71.bin"/><Relationship Id="rId6" Type="http://schemas.openxmlformats.org/officeDocument/2006/relationships/image" Target="../media/image60.wmf"/><Relationship Id="rId5" Type="http://schemas.openxmlformats.org/officeDocument/2006/relationships/oleObject" Target="../embeddings/oleObject70.bin"/><Relationship Id="rId4" Type="http://schemas.openxmlformats.org/officeDocument/2006/relationships/image" Target="../media/image59.wmf"/><Relationship Id="rId3" Type="http://schemas.openxmlformats.org/officeDocument/2006/relationships/oleObject" Target="../embeddings/oleObject69.bin"/><Relationship Id="rId2" Type="http://schemas.openxmlformats.org/officeDocument/2006/relationships/image" Target="../media/image61.wmf"/><Relationship Id="rId12" Type="http://schemas.openxmlformats.org/officeDocument/2006/relationships/vmlDrawing" Target="../drawings/vmlDrawing15.vml"/><Relationship Id="rId11" Type="http://schemas.openxmlformats.org/officeDocument/2006/relationships/slideLayout" Target="../slideLayouts/slideLayout7.xml"/><Relationship Id="rId10" Type="http://schemas.openxmlformats.org/officeDocument/2006/relationships/image" Target="../media/image63.wmf"/><Relationship Id="rId1" Type="http://schemas.openxmlformats.org/officeDocument/2006/relationships/oleObject" Target="../embeddings/oleObject68.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64.wmf"/><Relationship Id="rId1" Type="http://schemas.openxmlformats.org/officeDocument/2006/relationships/oleObject" Target="../embeddings/oleObject73.bin"/></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7.xml"/><Relationship Id="rId4" Type="http://schemas.openxmlformats.org/officeDocument/2006/relationships/image" Target="../media/image66.wmf"/><Relationship Id="rId3" Type="http://schemas.openxmlformats.org/officeDocument/2006/relationships/oleObject" Target="../embeddings/oleObject75.bin"/><Relationship Id="rId2" Type="http://schemas.openxmlformats.org/officeDocument/2006/relationships/image" Target="../media/image65.wmf"/><Relationship Id="rId1" Type="http://schemas.openxmlformats.org/officeDocument/2006/relationships/oleObject" Target="../embeddings/oleObject74.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67.wmf"/><Relationship Id="rId1" Type="http://schemas.openxmlformats.org/officeDocument/2006/relationships/oleObject" Target="../embeddings/oleObject76.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81.bin"/><Relationship Id="rId8" Type="http://schemas.openxmlformats.org/officeDocument/2006/relationships/image" Target="../media/image71.wmf"/><Relationship Id="rId7" Type="http://schemas.openxmlformats.org/officeDocument/2006/relationships/oleObject" Target="../embeddings/oleObject80.bin"/><Relationship Id="rId6" Type="http://schemas.openxmlformats.org/officeDocument/2006/relationships/image" Target="../media/image70.wmf"/><Relationship Id="rId5" Type="http://schemas.openxmlformats.org/officeDocument/2006/relationships/oleObject" Target="../embeddings/oleObject79.bin"/><Relationship Id="rId4" Type="http://schemas.openxmlformats.org/officeDocument/2006/relationships/image" Target="../media/image69.wmf"/><Relationship Id="rId3" Type="http://schemas.openxmlformats.org/officeDocument/2006/relationships/oleObject" Target="../embeddings/oleObject78.bin"/><Relationship Id="rId26" Type="http://schemas.openxmlformats.org/officeDocument/2006/relationships/vmlDrawing" Target="../drawings/vmlDrawing19.vml"/><Relationship Id="rId25" Type="http://schemas.openxmlformats.org/officeDocument/2006/relationships/slideLayout" Target="../slideLayouts/slideLayout7.xml"/><Relationship Id="rId24" Type="http://schemas.openxmlformats.org/officeDocument/2006/relationships/image" Target="../media/image79.wmf"/><Relationship Id="rId23" Type="http://schemas.openxmlformats.org/officeDocument/2006/relationships/oleObject" Target="../embeddings/oleObject88.bin"/><Relationship Id="rId22" Type="http://schemas.openxmlformats.org/officeDocument/2006/relationships/image" Target="../media/image78.wmf"/><Relationship Id="rId21" Type="http://schemas.openxmlformats.org/officeDocument/2006/relationships/oleObject" Target="../embeddings/oleObject87.bin"/><Relationship Id="rId20" Type="http://schemas.openxmlformats.org/officeDocument/2006/relationships/image" Target="../media/image77.wmf"/><Relationship Id="rId2" Type="http://schemas.openxmlformats.org/officeDocument/2006/relationships/image" Target="../media/image68.emf"/><Relationship Id="rId19" Type="http://schemas.openxmlformats.org/officeDocument/2006/relationships/oleObject" Target="../embeddings/oleObject86.bin"/><Relationship Id="rId18" Type="http://schemas.openxmlformats.org/officeDocument/2006/relationships/image" Target="../media/image76.wmf"/><Relationship Id="rId17" Type="http://schemas.openxmlformats.org/officeDocument/2006/relationships/oleObject" Target="../embeddings/oleObject85.bin"/><Relationship Id="rId16" Type="http://schemas.openxmlformats.org/officeDocument/2006/relationships/image" Target="../media/image75.wmf"/><Relationship Id="rId15" Type="http://schemas.openxmlformats.org/officeDocument/2006/relationships/oleObject" Target="../embeddings/oleObject84.bin"/><Relationship Id="rId14" Type="http://schemas.openxmlformats.org/officeDocument/2006/relationships/image" Target="../media/image74.wmf"/><Relationship Id="rId13" Type="http://schemas.openxmlformats.org/officeDocument/2006/relationships/oleObject" Target="../embeddings/oleObject83.bin"/><Relationship Id="rId12" Type="http://schemas.openxmlformats.org/officeDocument/2006/relationships/image" Target="../media/image73.wmf"/><Relationship Id="rId11" Type="http://schemas.openxmlformats.org/officeDocument/2006/relationships/oleObject" Target="../embeddings/oleObject82.bin"/><Relationship Id="rId10" Type="http://schemas.openxmlformats.org/officeDocument/2006/relationships/image" Target="../media/image72.wmf"/><Relationship Id="rId1" Type="http://schemas.openxmlformats.org/officeDocument/2006/relationships/oleObject" Target="../embeddings/oleObject77.bin"/></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82.wmf"/><Relationship Id="rId5" Type="http://schemas.openxmlformats.org/officeDocument/2006/relationships/oleObject" Target="../embeddings/oleObject91.bin"/><Relationship Id="rId4" Type="http://schemas.openxmlformats.org/officeDocument/2006/relationships/image" Target="../media/image81.emf"/><Relationship Id="rId3" Type="http://schemas.openxmlformats.org/officeDocument/2006/relationships/oleObject" Target="../embeddings/oleObject90.bin"/><Relationship Id="rId2" Type="http://schemas.openxmlformats.org/officeDocument/2006/relationships/image" Target="../media/image80.wmf"/><Relationship Id="rId1" Type="http://schemas.openxmlformats.org/officeDocument/2006/relationships/oleObject" Target="../embeddings/oleObject89.bin"/></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6.emf"/><Relationship Id="rId7" Type="http://schemas.openxmlformats.org/officeDocument/2006/relationships/oleObject" Target="../embeddings/oleObject95.bin"/><Relationship Id="rId6" Type="http://schemas.openxmlformats.org/officeDocument/2006/relationships/image" Target="../media/image85.emf"/><Relationship Id="rId5" Type="http://schemas.openxmlformats.org/officeDocument/2006/relationships/oleObject" Target="../embeddings/oleObject94.bin"/><Relationship Id="rId4" Type="http://schemas.openxmlformats.org/officeDocument/2006/relationships/image" Target="../media/image84.emf"/><Relationship Id="rId3" Type="http://schemas.openxmlformats.org/officeDocument/2006/relationships/oleObject" Target="../embeddings/oleObject93.bin"/><Relationship Id="rId2" Type="http://schemas.openxmlformats.org/officeDocument/2006/relationships/image" Target="../media/image83.wmf"/><Relationship Id="rId10" Type="http://schemas.openxmlformats.org/officeDocument/2006/relationships/vmlDrawing" Target="../drawings/vmlDrawing21.vml"/><Relationship Id="rId1" Type="http://schemas.openxmlformats.org/officeDocument/2006/relationships/oleObject" Target="../embeddings/oleObject92.bin"/></Relationships>
</file>

<file path=ppt/slides/_rels/slide25.xml.rels><?xml version="1.0" encoding="UTF-8" standalone="yes"?>
<Relationships xmlns="http://schemas.openxmlformats.org/package/2006/relationships"><Relationship Id="rId9" Type="http://schemas.openxmlformats.org/officeDocument/2006/relationships/image" Target="../media/image94.wmf"/><Relationship Id="rId8" Type="http://schemas.openxmlformats.org/officeDocument/2006/relationships/oleObject" Target="../embeddings/oleObject96.bin"/><Relationship Id="rId7" Type="http://schemas.openxmlformats.org/officeDocument/2006/relationships/image" Target="../media/image93.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3" Type="http://schemas.openxmlformats.org/officeDocument/2006/relationships/vmlDrawing" Target="../drawings/vmlDrawing22.vml"/><Relationship Id="rId12" Type="http://schemas.openxmlformats.org/officeDocument/2006/relationships/slideLayout" Target="../slideLayouts/slideLayout2.xml"/><Relationship Id="rId11" Type="http://schemas.openxmlformats.org/officeDocument/2006/relationships/image" Target="../media/image95.wmf"/><Relationship Id="rId10" Type="http://schemas.openxmlformats.org/officeDocument/2006/relationships/oleObject" Target="../embeddings/oleObject97.bin"/><Relationship Id="rId1" Type="http://schemas.openxmlformats.org/officeDocument/2006/relationships/image" Target="../media/image87.wmf"/></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9.w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4.wmf"/><Relationship Id="rId4" Type="http://schemas.openxmlformats.org/officeDocument/2006/relationships/image" Target="../media/image103.wmf"/><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png"/><Relationship Id="rId1" Type="http://schemas.openxmlformats.org/officeDocument/2006/relationships/image" Target="../media/image105.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13.wmf"/><Relationship Id="rId4" Type="http://schemas.openxmlformats.org/officeDocument/2006/relationships/image" Target="../media/image112.wmf"/><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image" Target="../media/image117.wmf"/><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image" Target="../media/image114.wmf"/></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25.wmf"/><Relationship Id="rId6" Type="http://schemas.openxmlformats.org/officeDocument/2006/relationships/image" Target="../media/image124.wmf"/><Relationship Id="rId5" Type="http://schemas.openxmlformats.org/officeDocument/2006/relationships/image" Target="../media/image123.wmf"/><Relationship Id="rId4" Type="http://schemas.openxmlformats.org/officeDocument/2006/relationships/image" Target="../media/image122.png"/><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02.bin"/><Relationship Id="rId8" Type="http://schemas.openxmlformats.org/officeDocument/2006/relationships/image" Target="../media/image129.wmf"/><Relationship Id="rId7" Type="http://schemas.openxmlformats.org/officeDocument/2006/relationships/oleObject" Target="../embeddings/oleObject101.bin"/><Relationship Id="rId6" Type="http://schemas.openxmlformats.org/officeDocument/2006/relationships/image" Target="../media/image128.wmf"/><Relationship Id="rId5" Type="http://schemas.openxmlformats.org/officeDocument/2006/relationships/oleObject" Target="../embeddings/oleObject100.bin"/><Relationship Id="rId4" Type="http://schemas.openxmlformats.org/officeDocument/2006/relationships/image" Target="../media/image127.wmf"/><Relationship Id="rId3" Type="http://schemas.openxmlformats.org/officeDocument/2006/relationships/oleObject" Target="../embeddings/oleObject99.bin"/><Relationship Id="rId2" Type="http://schemas.openxmlformats.org/officeDocument/2006/relationships/image" Target="../media/image126.emf"/><Relationship Id="rId16" Type="http://schemas.openxmlformats.org/officeDocument/2006/relationships/vmlDrawing" Target="../drawings/vmlDrawing23.vml"/><Relationship Id="rId15" Type="http://schemas.openxmlformats.org/officeDocument/2006/relationships/slideLayout" Target="../slideLayouts/slideLayout7.xml"/><Relationship Id="rId14" Type="http://schemas.openxmlformats.org/officeDocument/2006/relationships/image" Target="../media/image132.wmf"/><Relationship Id="rId13" Type="http://schemas.openxmlformats.org/officeDocument/2006/relationships/oleObject" Target="../embeddings/oleObject104.bin"/><Relationship Id="rId12" Type="http://schemas.openxmlformats.org/officeDocument/2006/relationships/image" Target="../media/image131.emf"/><Relationship Id="rId11" Type="http://schemas.openxmlformats.org/officeDocument/2006/relationships/oleObject" Target="../embeddings/oleObject103.bin"/><Relationship Id="rId10" Type="http://schemas.openxmlformats.org/officeDocument/2006/relationships/image" Target="../media/image130.emf"/><Relationship Id="rId1" Type="http://schemas.openxmlformats.org/officeDocument/2006/relationships/oleObject" Target="../embeddings/oleObject98.bin"/></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7.xml"/><Relationship Id="rId6" Type="http://schemas.openxmlformats.org/officeDocument/2006/relationships/image" Target="../media/image128.wmf"/><Relationship Id="rId5" Type="http://schemas.openxmlformats.org/officeDocument/2006/relationships/oleObject" Target="../embeddings/oleObject107.bin"/><Relationship Id="rId4" Type="http://schemas.openxmlformats.org/officeDocument/2006/relationships/image" Target="../media/image133.wmf"/><Relationship Id="rId3" Type="http://schemas.openxmlformats.org/officeDocument/2006/relationships/oleObject" Target="../embeddings/oleObject106.bin"/><Relationship Id="rId2" Type="http://schemas.openxmlformats.org/officeDocument/2006/relationships/image" Target="../media/image126.emf"/><Relationship Id="rId1" Type="http://schemas.openxmlformats.org/officeDocument/2006/relationships/oleObject" Target="../embeddings/oleObject105.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112.bin"/><Relationship Id="rId8" Type="http://schemas.openxmlformats.org/officeDocument/2006/relationships/image" Target="../media/image129.wmf"/><Relationship Id="rId7" Type="http://schemas.openxmlformats.org/officeDocument/2006/relationships/oleObject" Target="../embeddings/oleObject111.bin"/><Relationship Id="rId6" Type="http://schemas.openxmlformats.org/officeDocument/2006/relationships/image" Target="../media/image136.wmf"/><Relationship Id="rId5" Type="http://schemas.openxmlformats.org/officeDocument/2006/relationships/oleObject" Target="../embeddings/oleObject110.bin"/><Relationship Id="rId4" Type="http://schemas.openxmlformats.org/officeDocument/2006/relationships/image" Target="../media/image135.wmf"/><Relationship Id="rId3" Type="http://schemas.openxmlformats.org/officeDocument/2006/relationships/oleObject" Target="../embeddings/oleObject109.bin"/><Relationship Id="rId2" Type="http://schemas.openxmlformats.org/officeDocument/2006/relationships/image" Target="../media/image134.emf"/><Relationship Id="rId16" Type="http://schemas.openxmlformats.org/officeDocument/2006/relationships/vmlDrawing" Target="../drawings/vmlDrawing25.vml"/><Relationship Id="rId15" Type="http://schemas.openxmlformats.org/officeDocument/2006/relationships/slideLayout" Target="../slideLayouts/slideLayout7.xml"/><Relationship Id="rId14" Type="http://schemas.openxmlformats.org/officeDocument/2006/relationships/image" Target="../media/image139.wmf"/><Relationship Id="rId13" Type="http://schemas.openxmlformats.org/officeDocument/2006/relationships/oleObject" Target="../embeddings/oleObject114.bin"/><Relationship Id="rId12" Type="http://schemas.openxmlformats.org/officeDocument/2006/relationships/image" Target="../media/image138.emf"/><Relationship Id="rId11" Type="http://schemas.openxmlformats.org/officeDocument/2006/relationships/oleObject" Target="../embeddings/oleObject113.bin"/><Relationship Id="rId10" Type="http://schemas.openxmlformats.org/officeDocument/2006/relationships/image" Target="../media/image137.emf"/><Relationship Id="rId1" Type="http://schemas.openxmlformats.org/officeDocument/2006/relationships/oleObject" Target="../embeddings/oleObject108.bin"/></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7.xml"/><Relationship Id="rId6" Type="http://schemas.openxmlformats.org/officeDocument/2006/relationships/image" Target="../media/image136.wmf"/><Relationship Id="rId5" Type="http://schemas.openxmlformats.org/officeDocument/2006/relationships/oleObject" Target="../embeddings/oleObject117.bin"/><Relationship Id="rId4" Type="http://schemas.openxmlformats.org/officeDocument/2006/relationships/image" Target="../media/image140.wmf"/><Relationship Id="rId3" Type="http://schemas.openxmlformats.org/officeDocument/2006/relationships/oleObject" Target="../embeddings/oleObject116.bin"/><Relationship Id="rId2" Type="http://schemas.openxmlformats.org/officeDocument/2006/relationships/image" Target="../media/image134.emf"/><Relationship Id="rId1" Type="http://schemas.openxmlformats.org/officeDocument/2006/relationships/oleObject" Target="../embeddings/oleObject115.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22.bin"/><Relationship Id="rId8" Type="http://schemas.openxmlformats.org/officeDocument/2006/relationships/image" Target="../media/image143.wmf"/><Relationship Id="rId7" Type="http://schemas.openxmlformats.org/officeDocument/2006/relationships/oleObject" Target="../embeddings/oleObject121.bin"/><Relationship Id="rId6" Type="http://schemas.openxmlformats.org/officeDocument/2006/relationships/image" Target="../media/image142.wmf"/><Relationship Id="rId5" Type="http://schemas.openxmlformats.org/officeDocument/2006/relationships/oleObject" Target="../embeddings/oleObject120.bin"/><Relationship Id="rId4" Type="http://schemas.openxmlformats.org/officeDocument/2006/relationships/image" Target="../media/image69.wmf"/><Relationship Id="rId3" Type="http://schemas.openxmlformats.org/officeDocument/2006/relationships/oleObject" Target="../embeddings/oleObject119.bin"/><Relationship Id="rId26" Type="http://schemas.openxmlformats.org/officeDocument/2006/relationships/vmlDrawing" Target="../drawings/vmlDrawing27.vml"/><Relationship Id="rId25" Type="http://schemas.openxmlformats.org/officeDocument/2006/relationships/slideLayout" Target="../slideLayouts/slideLayout7.xml"/><Relationship Id="rId24" Type="http://schemas.openxmlformats.org/officeDocument/2006/relationships/image" Target="../media/image151.wmf"/><Relationship Id="rId23" Type="http://schemas.openxmlformats.org/officeDocument/2006/relationships/oleObject" Target="../embeddings/oleObject129.bin"/><Relationship Id="rId22" Type="http://schemas.openxmlformats.org/officeDocument/2006/relationships/image" Target="../media/image150.wmf"/><Relationship Id="rId21" Type="http://schemas.openxmlformats.org/officeDocument/2006/relationships/oleObject" Target="../embeddings/oleObject128.bin"/><Relationship Id="rId20" Type="http://schemas.openxmlformats.org/officeDocument/2006/relationships/image" Target="../media/image149.wmf"/><Relationship Id="rId2" Type="http://schemas.openxmlformats.org/officeDocument/2006/relationships/image" Target="../media/image141.emf"/><Relationship Id="rId19" Type="http://schemas.openxmlformats.org/officeDocument/2006/relationships/oleObject" Target="../embeddings/oleObject127.bin"/><Relationship Id="rId18" Type="http://schemas.openxmlformats.org/officeDocument/2006/relationships/image" Target="../media/image148.wmf"/><Relationship Id="rId17" Type="http://schemas.openxmlformats.org/officeDocument/2006/relationships/oleObject" Target="../embeddings/oleObject126.bin"/><Relationship Id="rId16" Type="http://schemas.openxmlformats.org/officeDocument/2006/relationships/image" Target="../media/image147.wmf"/><Relationship Id="rId15" Type="http://schemas.openxmlformats.org/officeDocument/2006/relationships/oleObject" Target="../embeddings/oleObject125.bin"/><Relationship Id="rId14" Type="http://schemas.openxmlformats.org/officeDocument/2006/relationships/image" Target="../media/image146.wmf"/><Relationship Id="rId13" Type="http://schemas.openxmlformats.org/officeDocument/2006/relationships/oleObject" Target="../embeddings/oleObject124.bin"/><Relationship Id="rId12" Type="http://schemas.openxmlformats.org/officeDocument/2006/relationships/image" Target="../media/image145.wmf"/><Relationship Id="rId11" Type="http://schemas.openxmlformats.org/officeDocument/2006/relationships/oleObject" Target="../embeddings/oleObject123.bin"/><Relationship Id="rId10" Type="http://schemas.openxmlformats.org/officeDocument/2006/relationships/image" Target="../media/image144.wmf"/><Relationship Id="rId1" Type="http://schemas.openxmlformats.org/officeDocument/2006/relationships/oleObject" Target="../embeddings/oleObject118.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134.bin"/><Relationship Id="rId8" Type="http://schemas.openxmlformats.org/officeDocument/2006/relationships/image" Target="../media/image155.emf"/><Relationship Id="rId7" Type="http://schemas.openxmlformats.org/officeDocument/2006/relationships/oleObject" Target="../embeddings/oleObject133.bin"/><Relationship Id="rId6" Type="http://schemas.openxmlformats.org/officeDocument/2006/relationships/image" Target="../media/image154.emf"/><Relationship Id="rId5" Type="http://schemas.openxmlformats.org/officeDocument/2006/relationships/oleObject" Target="../embeddings/oleObject132.bin"/><Relationship Id="rId4" Type="http://schemas.openxmlformats.org/officeDocument/2006/relationships/image" Target="../media/image153.emf"/><Relationship Id="rId3" Type="http://schemas.openxmlformats.org/officeDocument/2006/relationships/oleObject" Target="../embeddings/oleObject131.bin"/><Relationship Id="rId2" Type="http://schemas.openxmlformats.org/officeDocument/2006/relationships/image" Target="../media/image152.emf"/><Relationship Id="rId14" Type="http://schemas.openxmlformats.org/officeDocument/2006/relationships/vmlDrawing" Target="../drawings/vmlDrawing28.vml"/><Relationship Id="rId13" Type="http://schemas.openxmlformats.org/officeDocument/2006/relationships/slideLayout" Target="../slideLayouts/slideLayout7.xml"/><Relationship Id="rId12" Type="http://schemas.openxmlformats.org/officeDocument/2006/relationships/image" Target="../media/image151.wmf"/><Relationship Id="rId11" Type="http://schemas.openxmlformats.org/officeDocument/2006/relationships/oleObject" Target="../embeddings/oleObject135.bin"/><Relationship Id="rId10" Type="http://schemas.openxmlformats.org/officeDocument/2006/relationships/image" Target="../media/image82.wmf"/><Relationship Id="rId1" Type="http://schemas.openxmlformats.org/officeDocument/2006/relationships/oleObject" Target="../embeddings/oleObject130.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59.wmf"/><Relationship Id="rId7" Type="http://schemas.openxmlformats.org/officeDocument/2006/relationships/oleObject" Target="../embeddings/oleObject139.bin"/><Relationship Id="rId6" Type="http://schemas.openxmlformats.org/officeDocument/2006/relationships/image" Target="../media/image158.wmf"/><Relationship Id="rId5" Type="http://schemas.openxmlformats.org/officeDocument/2006/relationships/oleObject" Target="../embeddings/oleObject138.bin"/><Relationship Id="rId4" Type="http://schemas.openxmlformats.org/officeDocument/2006/relationships/image" Target="../media/image157.wmf"/><Relationship Id="rId3" Type="http://schemas.openxmlformats.org/officeDocument/2006/relationships/oleObject" Target="../embeddings/oleObject137.bin"/><Relationship Id="rId2" Type="http://schemas.openxmlformats.org/officeDocument/2006/relationships/image" Target="../media/image156.wmf"/><Relationship Id="rId12" Type="http://schemas.openxmlformats.org/officeDocument/2006/relationships/vmlDrawing" Target="../drawings/vmlDrawing29.vml"/><Relationship Id="rId11" Type="http://schemas.openxmlformats.org/officeDocument/2006/relationships/slideLayout" Target="../slideLayouts/slideLayout7.xml"/><Relationship Id="rId10" Type="http://schemas.openxmlformats.org/officeDocument/2006/relationships/image" Target="../media/image160.wmf"/><Relationship Id="rId1" Type="http://schemas.openxmlformats.org/officeDocument/2006/relationships/oleObject" Target="../embeddings/oleObject136.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145.bin"/><Relationship Id="rId8" Type="http://schemas.openxmlformats.org/officeDocument/2006/relationships/image" Target="../media/image164.wmf"/><Relationship Id="rId7" Type="http://schemas.openxmlformats.org/officeDocument/2006/relationships/oleObject" Target="../embeddings/oleObject144.bin"/><Relationship Id="rId6" Type="http://schemas.openxmlformats.org/officeDocument/2006/relationships/image" Target="../media/image163.wmf"/><Relationship Id="rId5" Type="http://schemas.openxmlformats.org/officeDocument/2006/relationships/oleObject" Target="../embeddings/oleObject143.bin"/><Relationship Id="rId4" Type="http://schemas.openxmlformats.org/officeDocument/2006/relationships/image" Target="../media/image162.wmf"/><Relationship Id="rId30" Type="http://schemas.openxmlformats.org/officeDocument/2006/relationships/vmlDrawing" Target="../drawings/vmlDrawing30.vml"/><Relationship Id="rId3" Type="http://schemas.openxmlformats.org/officeDocument/2006/relationships/oleObject" Target="../embeddings/oleObject142.bin"/><Relationship Id="rId29" Type="http://schemas.openxmlformats.org/officeDocument/2006/relationships/slideLayout" Target="../slideLayouts/slideLayout7.xml"/><Relationship Id="rId28" Type="http://schemas.openxmlformats.org/officeDocument/2006/relationships/image" Target="../media/image174.wmf"/><Relationship Id="rId27" Type="http://schemas.openxmlformats.org/officeDocument/2006/relationships/oleObject" Target="../embeddings/oleObject154.bin"/><Relationship Id="rId26" Type="http://schemas.openxmlformats.org/officeDocument/2006/relationships/image" Target="../media/image173.wmf"/><Relationship Id="rId25" Type="http://schemas.openxmlformats.org/officeDocument/2006/relationships/oleObject" Target="../embeddings/oleObject153.bin"/><Relationship Id="rId24" Type="http://schemas.openxmlformats.org/officeDocument/2006/relationships/image" Target="../media/image172.wmf"/><Relationship Id="rId23" Type="http://schemas.openxmlformats.org/officeDocument/2006/relationships/oleObject" Target="../embeddings/oleObject152.bin"/><Relationship Id="rId22" Type="http://schemas.openxmlformats.org/officeDocument/2006/relationships/image" Target="../media/image171.wmf"/><Relationship Id="rId21" Type="http://schemas.openxmlformats.org/officeDocument/2006/relationships/oleObject" Target="../embeddings/oleObject151.bin"/><Relationship Id="rId20" Type="http://schemas.openxmlformats.org/officeDocument/2006/relationships/image" Target="../media/image170.wmf"/><Relationship Id="rId2" Type="http://schemas.openxmlformats.org/officeDocument/2006/relationships/image" Target="../media/image161.wmf"/><Relationship Id="rId19" Type="http://schemas.openxmlformats.org/officeDocument/2006/relationships/oleObject" Target="../embeddings/oleObject150.bin"/><Relationship Id="rId18" Type="http://schemas.openxmlformats.org/officeDocument/2006/relationships/image" Target="../media/image169.wmf"/><Relationship Id="rId17" Type="http://schemas.openxmlformats.org/officeDocument/2006/relationships/oleObject" Target="../embeddings/oleObject149.bin"/><Relationship Id="rId16" Type="http://schemas.openxmlformats.org/officeDocument/2006/relationships/image" Target="../media/image168.wmf"/><Relationship Id="rId15" Type="http://schemas.openxmlformats.org/officeDocument/2006/relationships/oleObject" Target="../embeddings/oleObject148.bin"/><Relationship Id="rId14" Type="http://schemas.openxmlformats.org/officeDocument/2006/relationships/image" Target="../media/image167.wmf"/><Relationship Id="rId13" Type="http://schemas.openxmlformats.org/officeDocument/2006/relationships/oleObject" Target="../embeddings/oleObject147.bin"/><Relationship Id="rId12" Type="http://schemas.openxmlformats.org/officeDocument/2006/relationships/image" Target="../media/image166.wmf"/><Relationship Id="rId11" Type="http://schemas.openxmlformats.org/officeDocument/2006/relationships/oleObject" Target="../embeddings/oleObject146.bin"/><Relationship Id="rId10" Type="http://schemas.openxmlformats.org/officeDocument/2006/relationships/image" Target="../media/image165.wmf"/><Relationship Id="rId1" Type="http://schemas.openxmlformats.org/officeDocument/2006/relationships/oleObject" Target="../embeddings/oleObject141.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image" Target="../media/image178.wmf"/><Relationship Id="rId7" Type="http://schemas.openxmlformats.org/officeDocument/2006/relationships/oleObject" Target="../embeddings/oleObject158.bin"/><Relationship Id="rId6" Type="http://schemas.openxmlformats.org/officeDocument/2006/relationships/image" Target="../media/image177.wmf"/><Relationship Id="rId5" Type="http://schemas.openxmlformats.org/officeDocument/2006/relationships/oleObject" Target="../embeddings/oleObject157.bin"/><Relationship Id="rId4" Type="http://schemas.openxmlformats.org/officeDocument/2006/relationships/image" Target="../media/image176.wmf"/><Relationship Id="rId3" Type="http://schemas.openxmlformats.org/officeDocument/2006/relationships/oleObject" Target="../embeddings/oleObject156.bin"/><Relationship Id="rId2" Type="http://schemas.openxmlformats.org/officeDocument/2006/relationships/image" Target="../media/image175.wmf"/><Relationship Id="rId19" Type="http://schemas.openxmlformats.org/officeDocument/2006/relationships/vmlDrawing" Target="../drawings/vmlDrawing31.vml"/><Relationship Id="rId18" Type="http://schemas.openxmlformats.org/officeDocument/2006/relationships/slideLayout" Target="../slideLayouts/slideLayout7.xml"/><Relationship Id="rId17" Type="http://schemas.openxmlformats.org/officeDocument/2006/relationships/image" Target="../media/image181.wmf"/><Relationship Id="rId16" Type="http://schemas.openxmlformats.org/officeDocument/2006/relationships/oleObject" Target="../embeddings/oleObject164.bin"/><Relationship Id="rId15" Type="http://schemas.openxmlformats.org/officeDocument/2006/relationships/oleObject" Target="../embeddings/oleObject163.bin"/><Relationship Id="rId14" Type="http://schemas.openxmlformats.org/officeDocument/2006/relationships/image" Target="../media/image180.wmf"/><Relationship Id="rId13" Type="http://schemas.openxmlformats.org/officeDocument/2006/relationships/oleObject" Target="../embeddings/oleObject162.bin"/><Relationship Id="rId12" Type="http://schemas.openxmlformats.org/officeDocument/2006/relationships/image" Target="../media/image179.wmf"/><Relationship Id="rId11" Type="http://schemas.openxmlformats.org/officeDocument/2006/relationships/oleObject" Target="../embeddings/oleObject161.bin"/><Relationship Id="rId10" Type="http://schemas.openxmlformats.org/officeDocument/2006/relationships/oleObject" Target="../embeddings/oleObject160.bin"/><Relationship Id="rId1" Type="http://schemas.openxmlformats.org/officeDocument/2006/relationships/oleObject" Target="../embeddings/oleObject155.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69.bin"/><Relationship Id="rId8" Type="http://schemas.openxmlformats.org/officeDocument/2006/relationships/image" Target="../media/image185.wmf"/><Relationship Id="rId7" Type="http://schemas.openxmlformats.org/officeDocument/2006/relationships/oleObject" Target="../embeddings/oleObject168.bin"/><Relationship Id="rId6" Type="http://schemas.openxmlformats.org/officeDocument/2006/relationships/image" Target="../media/image184.wmf"/><Relationship Id="rId5" Type="http://schemas.openxmlformats.org/officeDocument/2006/relationships/oleObject" Target="../embeddings/oleObject167.bin"/><Relationship Id="rId4" Type="http://schemas.openxmlformats.org/officeDocument/2006/relationships/image" Target="../media/image183.wmf"/><Relationship Id="rId3" Type="http://schemas.openxmlformats.org/officeDocument/2006/relationships/oleObject" Target="../embeddings/oleObject166.bin"/><Relationship Id="rId2" Type="http://schemas.openxmlformats.org/officeDocument/2006/relationships/image" Target="../media/image182.wmf"/><Relationship Id="rId18" Type="http://schemas.openxmlformats.org/officeDocument/2006/relationships/vmlDrawing" Target="../drawings/vmlDrawing32.vml"/><Relationship Id="rId17" Type="http://schemas.openxmlformats.org/officeDocument/2006/relationships/slideLayout" Target="../slideLayouts/slideLayout7.xml"/><Relationship Id="rId16" Type="http://schemas.openxmlformats.org/officeDocument/2006/relationships/image" Target="../media/image189.wmf"/><Relationship Id="rId15" Type="http://schemas.openxmlformats.org/officeDocument/2006/relationships/oleObject" Target="../embeddings/oleObject172.bin"/><Relationship Id="rId14" Type="http://schemas.openxmlformats.org/officeDocument/2006/relationships/image" Target="../media/image188.wmf"/><Relationship Id="rId13" Type="http://schemas.openxmlformats.org/officeDocument/2006/relationships/oleObject" Target="../embeddings/oleObject171.bin"/><Relationship Id="rId12" Type="http://schemas.openxmlformats.org/officeDocument/2006/relationships/image" Target="../media/image187.wmf"/><Relationship Id="rId11" Type="http://schemas.openxmlformats.org/officeDocument/2006/relationships/oleObject" Target="../embeddings/oleObject170.bin"/><Relationship Id="rId10" Type="http://schemas.openxmlformats.org/officeDocument/2006/relationships/image" Target="../media/image186.wmf"/><Relationship Id="rId1" Type="http://schemas.openxmlformats.org/officeDocument/2006/relationships/oleObject" Target="../embeddings/oleObject165.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77.bin"/><Relationship Id="rId8" Type="http://schemas.openxmlformats.org/officeDocument/2006/relationships/image" Target="../media/image193.wmf"/><Relationship Id="rId7" Type="http://schemas.openxmlformats.org/officeDocument/2006/relationships/oleObject" Target="../embeddings/oleObject176.bin"/><Relationship Id="rId6" Type="http://schemas.openxmlformats.org/officeDocument/2006/relationships/image" Target="../media/image192.wmf"/><Relationship Id="rId5" Type="http://schemas.openxmlformats.org/officeDocument/2006/relationships/oleObject" Target="../embeddings/oleObject175.bin"/><Relationship Id="rId4" Type="http://schemas.openxmlformats.org/officeDocument/2006/relationships/image" Target="../media/image191.wmf"/><Relationship Id="rId3" Type="http://schemas.openxmlformats.org/officeDocument/2006/relationships/oleObject" Target="../embeddings/oleObject174.bin"/><Relationship Id="rId2" Type="http://schemas.openxmlformats.org/officeDocument/2006/relationships/image" Target="../media/image190.wmf"/><Relationship Id="rId12" Type="http://schemas.openxmlformats.org/officeDocument/2006/relationships/vmlDrawing" Target="../drawings/vmlDrawing33.vml"/><Relationship Id="rId11" Type="http://schemas.openxmlformats.org/officeDocument/2006/relationships/slideLayout" Target="../slideLayouts/slideLayout7.xml"/><Relationship Id="rId10" Type="http://schemas.openxmlformats.org/officeDocument/2006/relationships/image" Target="../media/image194.wmf"/><Relationship Id="rId1" Type="http://schemas.openxmlformats.org/officeDocument/2006/relationships/oleObject" Target="../embeddings/oleObject173.bin"/></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98.wmf"/><Relationship Id="rId7" Type="http://schemas.openxmlformats.org/officeDocument/2006/relationships/oleObject" Target="../embeddings/oleObject181.bin"/><Relationship Id="rId6" Type="http://schemas.openxmlformats.org/officeDocument/2006/relationships/image" Target="../media/image197.wmf"/><Relationship Id="rId5" Type="http://schemas.openxmlformats.org/officeDocument/2006/relationships/oleObject" Target="../embeddings/oleObject180.bin"/><Relationship Id="rId4" Type="http://schemas.openxmlformats.org/officeDocument/2006/relationships/image" Target="../media/image196.wmf"/><Relationship Id="rId3" Type="http://schemas.openxmlformats.org/officeDocument/2006/relationships/oleObject" Target="../embeddings/oleObject179.bin"/><Relationship Id="rId2" Type="http://schemas.openxmlformats.org/officeDocument/2006/relationships/image" Target="../media/image195.wmf"/><Relationship Id="rId10" Type="http://schemas.openxmlformats.org/officeDocument/2006/relationships/vmlDrawing" Target="../drawings/vmlDrawing34.vml"/><Relationship Id="rId1" Type="http://schemas.openxmlformats.org/officeDocument/2006/relationships/oleObject" Target="../embeddings/oleObject178.bin"/></Relationships>
</file>

<file path=ppt/slides/_rels/slide44.xml.rels><?xml version="1.0" encoding="UTF-8" standalone="yes"?>
<Relationships xmlns="http://schemas.openxmlformats.org/package/2006/relationships"><Relationship Id="rId9" Type="http://schemas.openxmlformats.org/officeDocument/2006/relationships/image" Target="../media/image207.wmf"/><Relationship Id="rId8" Type="http://schemas.openxmlformats.org/officeDocument/2006/relationships/image" Target="../media/image206.wmf"/><Relationship Id="rId7" Type="http://schemas.openxmlformats.org/officeDocument/2006/relationships/image" Target="../media/image205.wmf"/><Relationship Id="rId6" Type="http://schemas.openxmlformats.org/officeDocument/2006/relationships/image" Target="../media/image204.wmf"/><Relationship Id="rId5" Type="http://schemas.openxmlformats.org/officeDocument/2006/relationships/image" Target="../media/image203.wmf"/><Relationship Id="rId4" Type="http://schemas.openxmlformats.org/officeDocument/2006/relationships/image" Target="../media/image202.wmf"/><Relationship Id="rId3" Type="http://schemas.openxmlformats.org/officeDocument/2006/relationships/image" Target="../media/image201.wmf"/><Relationship Id="rId2" Type="http://schemas.openxmlformats.org/officeDocument/2006/relationships/image" Target="../media/image200.wmf"/><Relationship Id="rId16" Type="http://schemas.openxmlformats.org/officeDocument/2006/relationships/vmlDrawing" Target="../drawings/vmlDrawing35.vml"/><Relationship Id="rId15" Type="http://schemas.openxmlformats.org/officeDocument/2006/relationships/slideLayout" Target="../slideLayouts/slideLayout7.xml"/><Relationship Id="rId14" Type="http://schemas.openxmlformats.org/officeDocument/2006/relationships/image" Target="../media/image210.wmf"/><Relationship Id="rId13" Type="http://schemas.openxmlformats.org/officeDocument/2006/relationships/oleObject" Target="../embeddings/oleObject183.bin"/><Relationship Id="rId12" Type="http://schemas.openxmlformats.org/officeDocument/2006/relationships/image" Target="../media/image209.wmf"/><Relationship Id="rId11" Type="http://schemas.openxmlformats.org/officeDocument/2006/relationships/oleObject" Target="../embeddings/oleObject182.bin"/><Relationship Id="rId10" Type="http://schemas.openxmlformats.org/officeDocument/2006/relationships/image" Target="../media/image208.wmf"/><Relationship Id="rId1" Type="http://schemas.openxmlformats.org/officeDocument/2006/relationships/image" Target="../media/image199.wmf"/></Relationships>
</file>

<file path=ppt/slides/_rels/slide45.xml.rels><?xml version="1.0" encoding="UTF-8" standalone="yes"?>
<Relationships xmlns="http://schemas.openxmlformats.org/package/2006/relationships"><Relationship Id="rId9" Type="http://schemas.openxmlformats.org/officeDocument/2006/relationships/image" Target="../media/image207.wmf"/><Relationship Id="rId8" Type="http://schemas.openxmlformats.org/officeDocument/2006/relationships/image" Target="../media/image206.wmf"/><Relationship Id="rId7" Type="http://schemas.openxmlformats.org/officeDocument/2006/relationships/image" Target="../media/image205.wmf"/><Relationship Id="rId6" Type="http://schemas.openxmlformats.org/officeDocument/2006/relationships/image" Target="../media/image204.wmf"/><Relationship Id="rId5" Type="http://schemas.openxmlformats.org/officeDocument/2006/relationships/image" Target="../media/image203.wmf"/><Relationship Id="rId4" Type="http://schemas.openxmlformats.org/officeDocument/2006/relationships/image" Target="../media/image202.wmf"/><Relationship Id="rId3" Type="http://schemas.openxmlformats.org/officeDocument/2006/relationships/image" Target="../media/image201.wmf"/><Relationship Id="rId2" Type="http://schemas.openxmlformats.org/officeDocument/2006/relationships/image" Target="../media/image200.wmf"/><Relationship Id="rId18" Type="http://schemas.openxmlformats.org/officeDocument/2006/relationships/vmlDrawing" Target="../drawings/vmlDrawing36.vml"/><Relationship Id="rId17" Type="http://schemas.openxmlformats.org/officeDocument/2006/relationships/slideLayout" Target="../slideLayouts/slideLayout7.xml"/><Relationship Id="rId16" Type="http://schemas.openxmlformats.org/officeDocument/2006/relationships/image" Target="../media/image213.wmf"/><Relationship Id="rId15" Type="http://schemas.openxmlformats.org/officeDocument/2006/relationships/oleObject" Target="../embeddings/oleObject186.bin"/><Relationship Id="rId14" Type="http://schemas.openxmlformats.org/officeDocument/2006/relationships/image" Target="../media/image212.wmf"/><Relationship Id="rId13" Type="http://schemas.openxmlformats.org/officeDocument/2006/relationships/oleObject" Target="../embeddings/oleObject185.bin"/><Relationship Id="rId12" Type="http://schemas.openxmlformats.org/officeDocument/2006/relationships/image" Target="../media/image211.wmf"/><Relationship Id="rId11" Type="http://schemas.openxmlformats.org/officeDocument/2006/relationships/oleObject" Target="../embeddings/oleObject184.bin"/><Relationship Id="rId10" Type="http://schemas.openxmlformats.org/officeDocument/2006/relationships/image" Target="../media/image208.wmf"/><Relationship Id="rId1" Type="http://schemas.openxmlformats.org/officeDocument/2006/relationships/image" Target="../media/image199.wmf"/></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191.bin"/><Relationship Id="rId8" Type="http://schemas.openxmlformats.org/officeDocument/2006/relationships/image" Target="../media/image217.wmf"/><Relationship Id="rId7" Type="http://schemas.openxmlformats.org/officeDocument/2006/relationships/oleObject" Target="../embeddings/oleObject190.bin"/><Relationship Id="rId6" Type="http://schemas.openxmlformats.org/officeDocument/2006/relationships/image" Target="../media/image216.wmf"/><Relationship Id="rId5" Type="http://schemas.openxmlformats.org/officeDocument/2006/relationships/oleObject" Target="../embeddings/oleObject189.bin"/><Relationship Id="rId4" Type="http://schemas.openxmlformats.org/officeDocument/2006/relationships/image" Target="../media/image215.wmf"/><Relationship Id="rId3" Type="http://schemas.openxmlformats.org/officeDocument/2006/relationships/oleObject" Target="../embeddings/oleObject188.bin"/><Relationship Id="rId2" Type="http://schemas.openxmlformats.org/officeDocument/2006/relationships/image" Target="../media/image214.wmf"/><Relationship Id="rId12" Type="http://schemas.openxmlformats.org/officeDocument/2006/relationships/vmlDrawing" Target="../drawings/vmlDrawing37.vml"/><Relationship Id="rId11" Type="http://schemas.openxmlformats.org/officeDocument/2006/relationships/slideLayout" Target="../slideLayouts/slideLayout7.xml"/><Relationship Id="rId10" Type="http://schemas.openxmlformats.org/officeDocument/2006/relationships/image" Target="../media/image218.wmf"/><Relationship Id="rId1" Type="http://schemas.openxmlformats.org/officeDocument/2006/relationships/oleObject" Target="../embeddings/oleObject187.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196.bin"/><Relationship Id="rId8" Type="http://schemas.openxmlformats.org/officeDocument/2006/relationships/image" Target="../media/image222.wmf"/><Relationship Id="rId7" Type="http://schemas.openxmlformats.org/officeDocument/2006/relationships/oleObject" Target="../embeddings/oleObject195.bin"/><Relationship Id="rId6" Type="http://schemas.openxmlformats.org/officeDocument/2006/relationships/image" Target="../media/image221.wmf"/><Relationship Id="rId5" Type="http://schemas.openxmlformats.org/officeDocument/2006/relationships/oleObject" Target="../embeddings/oleObject194.bin"/><Relationship Id="rId4" Type="http://schemas.openxmlformats.org/officeDocument/2006/relationships/image" Target="../media/image220.wmf"/><Relationship Id="rId3" Type="http://schemas.openxmlformats.org/officeDocument/2006/relationships/oleObject" Target="../embeddings/oleObject193.bin"/><Relationship Id="rId2" Type="http://schemas.openxmlformats.org/officeDocument/2006/relationships/image" Target="../media/image219.wmf"/><Relationship Id="rId12" Type="http://schemas.openxmlformats.org/officeDocument/2006/relationships/vmlDrawing" Target="../drawings/vmlDrawing38.vml"/><Relationship Id="rId11" Type="http://schemas.openxmlformats.org/officeDocument/2006/relationships/slideLayout" Target="../slideLayouts/slideLayout7.xml"/><Relationship Id="rId10" Type="http://schemas.openxmlformats.org/officeDocument/2006/relationships/image" Target="../media/image223.wmf"/><Relationship Id="rId1" Type="http://schemas.openxmlformats.org/officeDocument/2006/relationships/oleObject" Target="../embeddings/oleObject192.bin"/></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39.vml"/><Relationship Id="rId5" Type="http://schemas.openxmlformats.org/officeDocument/2006/relationships/slideLayout" Target="../slideLayouts/slideLayout7.xml"/><Relationship Id="rId4" Type="http://schemas.openxmlformats.org/officeDocument/2006/relationships/image" Target="../media/image216.wmf"/><Relationship Id="rId3" Type="http://schemas.openxmlformats.org/officeDocument/2006/relationships/oleObject" Target="../embeddings/oleObject198.bin"/><Relationship Id="rId2" Type="http://schemas.openxmlformats.org/officeDocument/2006/relationships/image" Target="../media/image217.wmf"/><Relationship Id="rId1" Type="http://schemas.openxmlformats.org/officeDocument/2006/relationships/oleObject" Target="../embeddings/oleObject197.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7.xml"/><Relationship Id="rId2" Type="http://schemas.openxmlformats.org/officeDocument/2006/relationships/image" Target="../media/image224.wmf"/><Relationship Id="rId1" Type="http://schemas.openxmlformats.org/officeDocument/2006/relationships/oleObject" Target="../embeddings/oleObject199.bin"/></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39552" y="1451024"/>
            <a:ext cx="7772400" cy="1470025"/>
          </a:xfrm>
        </p:spPr>
        <p:txBody>
          <a:bodyPr>
            <a:normAutofit/>
          </a:bodyPr>
          <a:lstStyle/>
          <a:p>
            <a:r>
              <a:rPr lang="zh-CN" altLang="en-US" sz="4800" dirty="0"/>
              <a:t>线性方程组及其解空间</a:t>
            </a:r>
            <a:endParaRPr lang="zh-CN" altLang="en-US" sz="4800" dirty="0"/>
          </a:p>
        </p:txBody>
      </p:sp>
      <p:sp>
        <p:nvSpPr>
          <p:cNvPr id="3" name="副标题 2"/>
          <p:cNvSpPr>
            <a:spLocks noGrp="1"/>
          </p:cNvSpPr>
          <p:nvPr>
            <p:ph type="subTitle" idx="1"/>
          </p:nvPr>
        </p:nvSpPr>
        <p:spPr>
          <a:xfrm>
            <a:off x="2051720" y="2921049"/>
            <a:ext cx="6400800" cy="2952328"/>
          </a:xfrm>
        </p:spPr>
        <p:txBody>
          <a:bodyPr>
            <a:noAutofit/>
          </a:bodyPr>
          <a:lstStyle/>
          <a:p>
            <a:pPr algn="l">
              <a:lnSpc>
                <a:spcPct val="150000"/>
              </a:lnSpc>
            </a:pPr>
            <a:r>
              <a:rPr lang="en-US" altLang="zh-CN" sz="2400" b="1" dirty="0">
                <a:solidFill>
                  <a:schemeClr val="tx1"/>
                </a:solidFill>
              </a:rPr>
              <a:t>4.7  </a:t>
            </a:r>
            <a:r>
              <a:rPr lang="zh-CN" altLang="en-US" sz="2400" b="1" dirty="0">
                <a:solidFill>
                  <a:schemeClr val="tx1"/>
                </a:solidFill>
              </a:rPr>
              <a:t>非齐次线性方程组解的结构</a:t>
            </a:r>
            <a:endParaRPr lang="en-US" altLang="zh-CN" sz="2400" b="1" dirty="0">
              <a:solidFill>
                <a:schemeClr val="tx1"/>
              </a:solidFill>
            </a:endParaRPr>
          </a:p>
          <a:p>
            <a:pPr algn="l">
              <a:lnSpc>
                <a:spcPct val="150000"/>
              </a:lnSpc>
            </a:pPr>
            <a:r>
              <a:rPr lang="en-US" altLang="zh-CN" sz="2400" b="1" dirty="0">
                <a:solidFill>
                  <a:schemeClr val="tx1"/>
                </a:solidFill>
              </a:rPr>
              <a:t>4.8  </a:t>
            </a:r>
            <a:r>
              <a:rPr lang="zh-CN" altLang="en-US" sz="2400" b="1" dirty="0">
                <a:solidFill>
                  <a:schemeClr val="tx1"/>
                </a:solidFill>
              </a:rPr>
              <a:t>非齐次线性方程组的求解（</a:t>
            </a:r>
            <a:r>
              <a:rPr lang="en-US" altLang="zh-CN" sz="2400" b="1" dirty="0">
                <a:solidFill>
                  <a:schemeClr val="tx1"/>
                </a:solidFill>
                <a:latin typeface="Times New Roman" panose="02020603050405020304" pitchFamily="18" charset="0"/>
                <a:cs typeface="Times New Roman" panose="02020603050405020304" pitchFamily="18" charset="0"/>
              </a:rPr>
              <a:t>1</a:t>
            </a:r>
            <a:r>
              <a:rPr lang="zh-CN" altLang="en-US" sz="2400" b="1" dirty="0">
                <a:solidFill>
                  <a:schemeClr val="tx1"/>
                </a:solidFill>
              </a:rPr>
              <a:t>）</a:t>
            </a:r>
            <a:endParaRPr lang="en-US" altLang="zh-CN" sz="2400" b="1" dirty="0">
              <a:solidFill>
                <a:schemeClr val="tx1"/>
              </a:solidFill>
            </a:endParaRPr>
          </a:p>
          <a:p>
            <a:pPr algn="l">
              <a:lnSpc>
                <a:spcPct val="150000"/>
              </a:lnSpc>
            </a:pPr>
            <a:r>
              <a:rPr lang="en-US" altLang="zh-CN" sz="2400" b="1" dirty="0">
                <a:solidFill>
                  <a:schemeClr val="tx1"/>
                </a:solidFill>
              </a:rPr>
              <a:t>4.9  </a:t>
            </a:r>
            <a:r>
              <a:rPr lang="zh-CN" altLang="en-US" sz="2400" b="1" dirty="0">
                <a:solidFill>
                  <a:schemeClr val="tx1"/>
                </a:solidFill>
              </a:rPr>
              <a:t>非齐次线性方程组的求解（</a:t>
            </a:r>
            <a:r>
              <a:rPr lang="en-US" altLang="zh-CN" sz="2400" b="1" dirty="0">
                <a:solidFill>
                  <a:schemeClr val="tx1"/>
                </a:solidFill>
                <a:latin typeface="Times New Roman" panose="02020603050405020304" pitchFamily="18" charset="0"/>
                <a:cs typeface="Times New Roman" panose="02020603050405020304" pitchFamily="18" charset="0"/>
              </a:rPr>
              <a:t>2</a:t>
            </a:r>
            <a:r>
              <a:rPr lang="zh-CN" altLang="en-US" sz="2400" b="1" dirty="0">
                <a:solidFill>
                  <a:schemeClr val="tx1"/>
                </a:solidFill>
              </a:rPr>
              <a:t>）</a:t>
            </a:r>
            <a:endParaRPr lang="en-US" altLang="zh-CN" sz="2400" b="1" dirty="0">
              <a:solidFill>
                <a:schemeClr val="tx1"/>
              </a:solidFill>
            </a:endParaRPr>
          </a:p>
          <a:p>
            <a:pPr algn="l">
              <a:lnSpc>
                <a:spcPct val="150000"/>
              </a:lnSpc>
            </a:pPr>
            <a:endParaRPr lang="zh-CN" altLang="en-US" sz="2400" dirty="0"/>
          </a:p>
        </p:txBody>
      </p:sp>
      <p:pic>
        <p:nvPicPr>
          <p:cNvPr id="4" name="Picture 2" descr="scau"/>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131" y="67811"/>
            <a:ext cx="5472112"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角三角形 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直角三角形 5"/>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normAutofit/>
          </a:bodyPr>
          <a:lstStyle/>
          <a:p>
            <a:pPr algn="l"/>
            <a:r>
              <a:rPr lang="zh-CN" altLang="en-US" sz="3600" dirty="0"/>
              <a:t>二、非齐次线性方程组解的结构</a:t>
            </a:r>
            <a:endParaRPr lang="zh-CN" altLang="en-US" sz="3600" dirty="0"/>
          </a:p>
        </p:txBody>
      </p:sp>
      <p:sp>
        <p:nvSpPr>
          <p:cNvPr id="3" name="内容占位符 2"/>
          <p:cNvSpPr>
            <a:spLocks noGrp="1"/>
          </p:cNvSpPr>
          <p:nvPr>
            <p:ph idx="1"/>
          </p:nvPr>
        </p:nvSpPr>
        <p:spPr>
          <a:xfrm>
            <a:off x="467544" y="1412776"/>
            <a:ext cx="8363272" cy="3168352"/>
          </a:xfrm>
        </p:spPr>
        <p:txBody>
          <a:bodyPr>
            <a:normAutofit fontScale="92500" lnSpcReduction="20000"/>
          </a:bodyPr>
          <a:lstStyle/>
          <a:p>
            <a:pPr marL="0" indent="0">
              <a:buNone/>
            </a:pPr>
            <a:r>
              <a:rPr lang="zh-CN" altLang="en-US" sz="2400" dirty="0"/>
              <a:t>常数项全为零的线性方程组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dirty="0">
                <a:latin typeface="Times New Roman" panose="02020603050405020304" pitchFamily="18" charset="0"/>
                <a:cs typeface="Times New Roman" panose="02020603050405020304" pitchFamily="18" charset="0"/>
              </a:rPr>
              <a:t>0</a:t>
            </a:r>
            <a:r>
              <a:rPr lang="zh-CN" altLang="en-US" sz="2400" dirty="0"/>
              <a:t>称为齐次线性方程组</a:t>
            </a:r>
            <a:r>
              <a:rPr lang="en-US" altLang="zh-CN" sz="2400" dirty="0"/>
              <a:t>,</a:t>
            </a:r>
            <a:r>
              <a:rPr lang="zh-CN" altLang="en-US" sz="2400" dirty="0"/>
              <a:t>例如</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r>
              <a:rPr lang="zh-CN" altLang="en-US" sz="2400" dirty="0"/>
              <a:t>常数项不全为零的线性方程组称为非齐次线性方程组</a:t>
            </a:r>
            <a:r>
              <a:rPr lang="en-US" altLang="zh-CN" sz="2400" dirty="0"/>
              <a:t>,</a:t>
            </a:r>
            <a:r>
              <a:rPr lang="zh-CN" altLang="en-US" sz="2400" dirty="0"/>
              <a:t>例如</a:t>
            </a:r>
            <a:endParaRPr lang="en-US" altLang="zh-CN" sz="2400" dirty="0"/>
          </a:p>
          <a:p>
            <a:pPr marL="0" indent="0">
              <a:buNone/>
            </a:pPr>
            <a:endParaRPr lang="en-US" altLang="zh-CN" sz="2400" dirty="0"/>
          </a:p>
          <a:p>
            <a:pPr marL="0" indent="0">
              <a:lnSpc>
                <a:spcPct val="150000"/>
              </a:lnSpc>
              <a:buNone/>
            </a:pPr>
            <a:endParaRPr lang="en-US" altLang="zh-CN" sz="2400" dirty="0"/>
          </a:p>
          <a:p>
            <a:pPr marL="0" indent="0">
              <a:lnSpc>
                <a:spcPct val="150000"/>
              </a:lnSpc>
              <a:buNone/>
            </a:pPr>
            <a:r>
              <a:rPr lang="zh-CN" altLang="en-US" sz="2400" dirty="0"/>
              <a:t> </a:t>
            </a:r>
            <a:endParaRPr lang="zh-CN" altLang="en-US" sz="2400" dirty="0"/>
          </a:p>
        </p:txBody>
      </p:sp>
      <p:graphicFrame>
        <p:nvGraphicFramePr>
          <p:cNvPr id="5" name="对象 4"/>
          <p:cNvGraphicFramePr>
            <a:graphicFrameLocks noChangeAspect="1"/>
          </p:cNvGraphicFramePr>
          <p:nvPr/>
        </p:nvGraphicFramePr>
        <p:xfrm>
          <a:off x="2915816" y="1700808"/>
          <a:ext cx="2943225" cy="990600"/>
        </p:xfrm>
        <a:graphic>
          <a:graphicData uri="http://schemas.openxmlformats.org/presentationml/2006/ole">
            <mc:AlternateContent xmlns:mc="http://schemas.openxmlformats.org/markup-compatibility/2006">
              <mc:Choice xmlns:v="urn:schemas-microsoft-com:vml" Requires="v">
                <p:oleObj spid="_x0000_s36992" name="Equation" r:id="rId1" imgW="34442400" imgH="11582400" progId="Equation.DSMT4">
                  <p:embed/>
                </p:oleObj>
              </mc:Choice>
              <mc:Fallback>
                <p:oleObj name="Equation" r:id="rId1" imgW="34442400" imgH="11582400" progId="Equation.DSMT4">
                  <p:embed/>
                  <p:pic>
                    <p:nvPicPr>
                      <p:cNvPr id="0" name="图片 37154"/>
                      <p:cNvPicPr>
                        <a:picLocks noChangeAspect="1" noChangeArrowheads="1"/>
                      </p:cNvPicPr>
                      <p:nvPr/>
                    </p:nvPicPr>
                    <p:blipFill>
                      <a:blip r:embed="rId2"/>
                      <a:srcRect/>
                      <a:stretch>
                        <a:fillRect/>
                      </a:stretch>
                    </p:blipFill>
                    <p:spPr bwMode="auto">
                      <a:xfrm>
                        <a:off x="2915816" y="1700808"/>
                        <a:ext cx="29432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2987824" y="3068960"/>
          <a:ext cx="2995613" cy="990600"/>
        </p:xfrm>
        <a:graphic>
          <a:graphicData uri="http://schemas.openxmlformats.org/presentationml/2006/ole">
            <mc:AlternateContent xmlns:mc="http://schemas.openxmlformats.org/markup-compatibility/2006">
              <mc:Choice xmlns:v="urn:schemas-microsoft-com:vml" Requires="v">
                <p:oleObj spid="_x0000_s36993" name="Equation" r:id="rId3" imgW="35052000" imgH="11582400" progId="Equation.DSMT4">
                  <p:embed/>
                </p:oleObj>
              </mc:Choice>
              <mc:Fallback>
                <p:oleObj name="Equation" r:id="rId3" imgW="35052000" imgH="11582400" progId="Equation.DSMT4">
                  <p:embed/>
                  <p:pic>
                    <p:nvPicPr>
                      <p:cNvPr id="0" name="对象 4"/>
                      <p:cNvPicPr>
                        <a:picLocks noChangeAspect="1" noChangeArrowheads="1"/>
                      </p:cNvPicPr>
                      <p:nvPr/>
                    </p:nvPicPr>
                    <p:blipFill>
                      <a:blip r:embed="rId4"/>
                      <a:srcRect/>
                      <a:stretch>
                        <a:fillRect/>
                      </a:stretch>
                    </p:blipFill>
                    <p:spPr bwMode="auto">
                      <a:xfrm>
                        <a:off x="2987824" y="3068960"/>
                        <a:ext cx="29956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内容占位符 2"/>
          <p:cNvSpPr txBox="1"/>
          <p:nvPr/>
        </p:nvSpPr>
        <p:spPr>
          <a:xfrm>
            <a:off x="467544" y="4103579"/>
            <a:ext cx="8496944" cy="223224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b="1" dirty="0"/>
              <a:t>定义</a:t>
            </a:r>
            <a:r>
              <a:rPr lang="en-US" altLang="zh-CN" sz="2400" b="1" dirty="0"/>
              <a:t>4.7.1</a:t>
            </a:r>
            <a:r>
              <a:rPr lang="zh-CN" altLang="en-US" sz="2400" b="1" dirty="0"/>
              <a:t>   </a:t>
            </a:r>
            <a:r>
              <a:rPr lang="zh-CN" altLang="zh-CN" sz="2400" dirty="0"/>
              <a:t>一般地</a:t>
            </a:r>
            <a:r>
              <a:rPr lang="zh-CN" altLang="en-US" sz="2400" dirty="0"/>
              <a:t>               </a:t>
            </a:r>
            <a:r>
              <a:rPr lang="en-US" altLang="zh-CN" sz="2400" dirty="0"/>
              <a:t> </a:t>
            </a:r>
            <a:r>
              <a:rPr lang="zh-CN" altLang="zh-CN" sz="2400" dirty="0"/>
              <a:t>叫做</a:t>
            </a:r>
            <a:r>
              <a:rPr lang="zh-CN" altLang="zh-CN" sz="2400" b="1" dirty="0">
                <a:solidFill>
                  <a:srgbClr val="0000FF"/>
                </a:solidFill>
              </a:rPr>
              <a:t>非齐次线性方程组</a:t>
            </a:r>
            <a:r>
              <a:rPr lang="zh-CN" altLang="zh-CN" sz="2400" dirty="0"/>
              <a:t>，</a:t>
            </a:r>
            <a:endParaRPr lang="en-US" altLang="zh-CN" sz="2400" dirty="0"/>
          </a:p>
          <a:p>
            <a:pPr marL="0" indent="0">
              <a:lnSpc>
                <a:spcPct val="150000"/>
              </a:lnSpc>
              <a:buNone/>
            </a:pPr>
            <a:r>
              <a:rPr lang="en-US" altLang="zh-CN" sz="2400" dirty="0"/>
              <a:t> </a:t>
            </a:r>
            <a:r>
              <a:rPr lang="zh-CN" altLang="en-US" sz="2400" dirty="0"/>
              <a:t>         </a:t>
            </a:r>
            <a:r>
              <a:rPr lang="zh-CN" altLang="zh-CN" sz="2400" dirty="0"/>
              <a:t>称为非齐次线性方程组</a:t>
            </a:r>
            <a:r>
              <a:rPr lang="en-US" altLang="zh-CN" sz="2400" dirty="0"/>
              <a:t>        </a:t>
            </a:r>
            <a:r>
              <a:rPr lang="zh-CN" altLang="zh-CN" sz="2400" dirty="0"/>
              <a:t>的</a:t>
            </a:r>
            <a:r>
              <a:rPr lang="zh-CN" altLang="zh-CN" sz="2400" b="1" dirty="0">
                <a:solidFill>
                  <a:srgbClr val="0000FF"/>
                </a:solidFill>
              </a:rPr>
              <a:t>增广矩阵</a:t>
            </a:r>
            <a:r>
              <a:rPr lang="zh-CN" altLang="zh-CN" sz="2400" dirty="0"/>
              <a:t>。同时，方程组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dirty="0">
                <a:latin typeface="Times New Roman" panose="02020603050405020304" pitchFamily="18" charset="0"/>
                <a:cs typeface="Times New Roman" panose="02020603050405020304" pitchFamily="18" charset="0"/>
              </a:rPr>
              <a:t>0</a:t>
            </a:r>
            <a:r>
              <a:rPr lang="en-US" altLang="zh-CN" sz="2400" dirty="0"/>
              <a:t> </a:t>
            </a:r>
            <a:r>
              <a:rPr lang="zh-CN" altLang="zh-CN" sz="2400" dirty="0"/>
              <a:t>称为</a:t>
            </a:r>
            <a:r>
              <a:rPr lang="en-US" altLang="zh-CN" sz="2400" dirty="0"/>
              <a:t>        </a:t>
            </a:r>
            <a:r>
              <a:rPr lang="zh-CN" altLang="zh-CN" sz="2400" dirty="0"/>
              <a:t>对应的齐次线性方程组，也称为</a:t>
            </a:r>
            <a:r>
              <a:rPr lang="zh-CN" altLang="zh-CN" sz="2400" b="1" dirty="0"/>
              <a:t>导出组</a:t>
            </a:r>
            <a:r>
              <a:rPr lang="zh-CN" altLang="zh-CN" sz="2400" dirty="0"/>
              <a:t>。</a:t>
            </a:r>
            <a:endParaRPr lang="zh-CN" altLang="zh-CN" sz="2400" dirty="0"/>
          </a:p>
        </p:txBody>
      </p:sp>
      <p:graphicFrame>
        <p:nvGraphicFramePr>
          <p:cNvPr id="8" name="对象 7"/>
          <p:cNvGraphicFramePr>
            <a:graphicFrameLocks noChangeAspect="1"/>
          </p:cNvGraphicFramePr>
          <p:nvPr/>
        </p:nvGraphicFramePr>
        <p:xfrm>
          <a:off x="3275856" y="4221088"/>
          <a:ext cx="1633538" cy="485775"/>
        </p:xfrm>
        <a:graphic>
          <a:graphicData uri="http://schemas.openxmlformats.org/presentationml/2006/ole">
            <mc:AlternateContent xmlns:mc="http://schemas.openxmlformats.org/markup-compatibility/2006">
              <mc:Choice xmlns:v="urn:schemas-microsoft-com:vml" Requires="v">
                <p:oleObj spid="_x0000_s36994" name="Equation" r:id="rId5" imgW="24384000" imgH="5181600" progId="Equation.DSMT4">
                  <p:embed/>
                </p:oleObj>
              </mc:Choice>
              <mc:Fallback>
                <p:oleObj name="Equation" r:id="rId5" imgW="24384000" imgH="5181600" progId="Equation.DSMT4">
                  <p:embed/>
                  <p:pic>
                    <p:nvPicPr>
                      <p:cNvPr id="0" name="对象 3"/>
                      <p:cNvPicPr>
                        <a:picLocks noChangeAspect="1" noChangeArrowheads="1"/>
                      </p:cNvPicPr>
                      <p:nvPr/>
                    </p:nvPicPr>
                    <p:blipFill>
                      <a:blip r:embed="rId6"/>
                      <a:srcRect/>
                      <a:stretch>
                        <a:fillRect/>
                      </a:stretch>
                    </p:blipFill>
                    <p:spPr bwMode="auto">
                      <a:xfrm>
                        <a:off x="3275856" y="4221088"/>
                        <a:ext cx="1633538"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404813" y="4783138"/>
          <a:ext cx="1163637" cy="542925"/>
        </p:xfrm>
        <a:graphic>
          <a:graphicData uri="http://schemas.openxmlformats.org/presentationml/2006/ole">
            <mc:AlternateContent xmlns:mc="http://schemas.openxmlformats.org/markup-compatibility/2006">
              <mc:Choice xmlns:v="urn:schemas-microsoft-com:vml" Requires="v">
                <p:oleObj spid="_x0000_s36995" name="Equation" r:id="rId7" imgW="17373600" imgH="5791200" progId="Equation.DSMT4">
                  <p:embed/>
                </p:oleObj>
              </mc:Choice>
              <mc:Fallback>
                <p:oleObj name="Equation" r:id="rId7" imgW="17373600" imgH="5791200" progId="Equation.DSMT4">
                  <p:embed/>
                  <p:pic>
                    <p:nvPicPr>
                      <p:cNvPr id="0" name="对象 7"/>
                      <p:cNvPicPr>
                        <a:picLocks noChangeAspect="1" noChangeArrowheads="1"/>
                      </p:cNvPicPr>
                      <p:nvPr/>
                    </p:nvPicPr>
                    <p:blipFill>
                      <a:blip r:embed="rId8"/>
                      <a:srcRect/>
                      <a:stretch>
                        <a:fillRect/>
                      </a:stretch>
                    </p:blipFill>
                    <p:spPr bwMode="auto">
                      <a:xfrm>
                        <a:off x="404813" y="4783138"/>
                        <a:ext cx="1163637"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4644008" y="4869160"/>
          <a:ext cx="817562" cy="400050"/>
        </p:xfrm>
        <a:graphic>
          <a:graphicData uri="http://schemas.openxmlformats.org/presentationml/2006/ole">
            <mc:AlternateContent xmlns:mc="http://schemas.openxmlformats.org/markup-compatibility/2006">
              <mc:Choice xmlns:v="urn:schemas-microsoft-com:vml" Requires="v">
                <p:oleObj spid="_x0000_s36996" name="Equation" r:id="rId9" imgW="12192000" imgH="4267200" progId="Equation.DSMT4">
                  <p:embed/>
                </p:oleObj>
              </mc:Choice>
              <mc:Fallback>
                <p:oleObj name="Equation" r:id="rId9" imgW="12192000" imgH="4267200" progId="Equation.DSMT4">
                  <p:embed/>
                  <p:pic>
                    <p:nvPicPr>
                      <p:cNvPr id="0" name="对象 7"/>
                      <p:cNvPicPr>
                        <a:picLocks noChangeAspect="1" noChangeArrowheads="1"/>
                      </p:cNvPicPr>
                      <p:nvPr/>
                    </p:nvPicPr>
                    <p:blipFill>
                      <a:blip r:embed="rId10"/>
                      <a:srcRect/>
                      <a:stretch>
                        <a:fillRect/>
                      </a:stretch>
                    </p:blipFill>
                    <p:spPr bwMode="auto">
                      <a:xfrm>
                        <a:off x="4644008" y="4869160"/>
                        <a:ext cx="817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2699792" y="5445224"/>
          <a:ext cx="817562" cy="400050"/>
        </p:xfrm>
        <a:graphic>
          <a:graphicData uri="http://schemas.openxmlformats.org/presentationml/2006/ole">
            <mc:AlternateContent xmlns:mc="http://schemas.openxmlformats.org/markup-compatibility/2006">
              <mc:Choice xmlns:v="urn:schemas-microsoft-com:vml" Requires="v">
                <p:oleObj spid="_x0000_s36997" name="Equation" r:id="rId11" imgW="508000" imgH="177800" progId="Equation.DSMT4">
                  <p:embed/>
                </p:oleObj>
              </mc:Choice>
              <mc:Fallback>
                <p:oleObj name="Equation" r:id="rId11" imgW="508000" imgH="177800" progId="Equation.DSMT4">
                  <p:embed/>
                  <p:pic>
                    <p:nvPicPr>
                      <p:cNvPr id="0" name="对象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9792" y="5445224"/>
                        <a:ext cx="817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直角三角形 12"/>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down)">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par>
                                <p:cTn id="31" presetID="22" presetClass="entr" presetSubtype="8"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par>
                                <p:cTn id="34" presetID="22" presetClass="entr" presetSubtype="8"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par>
                                <p:cTn id="37" presetID="22" presetClass="entr" presetSubtype="8"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par>
                                <p:cTn id="40" presetID="22" presetClass="entr" presetSubtype="8"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uiExpand="1" build="p"/>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1965" y="0"/>
            <a:ext cx="8432081" cy="2232765"/>
          </a:xfrm>
        </p:spPr>
        <p:txBody>
          <a:bodyPr>
            <a:normAutofit/>
          </a:bodyPr>
          <a:lstStyle/>
          <a:p>
            <a:pPr marL="0" indent="0">
              <a:lnSpc>
                <a:spcPct val="160000"/>
              </a:lnSpc>
              <a:buNone/>
            </a:pPr>
            <a:r>
              <a:rPr lang="en-US" altLang="zh-CN" sz="2400" dirty="0"/>
              <a:t>     </a:t>
            </a:r>
            <a:r>
              <a:rPr lang="zh-CN" altLang="zh-CN" sz="2400" dirty="0"/>
              <a:t>非齐次线性方程组的解的性质是什么？非齐次线性方程组的解与其对应的导出组的解之间有什么关系？下面讨论非齐次线性方程组解的性质。</a:t>
            </a:r>
            <a:endParaRPr lang="zh-CN" altLang="zh-CN" sz="2400" dirty="0"/>
          </a:p>
          <a:p>
            <a:pPr marL="0" indent="0">
              <a:buNone/>
            </a:pPr>
            <a:endParaRPr lang="zh-CN" altLang="en-US" dirty="0"/>
          </a:p>
        </p:txBody>
      </p:sp>
      <p:sp>
        <p:nvSpPr>
          <p:cNvPr id="5" name="TextBox 4"/>
          <p:cNvSpPr txBox="1"/>
          <p:nvPr/>
        </p:nvSpPr>
        <p:spPr>
          <a:xfrm>
            <a:off x="252672" y="1891815"/>
            <a:ext cx="3983783" cy="461665"/>
          </a:xfrm>
          <a:prstGeom prst="rect">
            <a:avLst/>
          </a:prstGeom>
          <a:noFill/>
        </p:spPr>
        <p:txBody>
          <a:bodyPr wrap="none" rtlCol="0">
            <a:spAutoFit/>
          </a:bodyPr>
          <a:lstStyle/>
          <a:p>
            <a:r>
              <a:rPr lang="zh-CN" altLang="en-US" sz="2400" b="1" dirty="0"/>
              <a:t>非齐次线性方程组解的性质</a:t>
            </a:r>
            <a:endParaRPr lang="zh-CN" altLang="en-US" sz="2400" b="1" dirty="0"/>
          </a:p>
        </p:txBody>
      </p:sp>
      <p:sp>
        <p:nvSpPr>
          <p:cNvPr id="7" name="TextBox 6"/>
          <p:cNvSpPr txBox="1"/>
          <p:nvPr/>
        </p:nvSpPr>
        <p:spPr>
          <a:xfrm>
            <a:off x="289872" y="2226609"/>
            <a:ext cx="8856983" cy="1384995"/>
          </a:xfrm>
          <a:prstGeom prst="rect">
            <a:avLst/>
          </a:prstGeom>
          <a:noFill/>
        </p:spPr>
        <p:txBody>
          <a:bodyPr wrap="square" rtlCol="0">
            <a:spAutoFit/>
          </a:bodyPr>
          <a:lstStyle/>
          <a:p>
            <a:pPr>
              <a:lnSpc>
                <a:spcPct val="150000"/>
              </a:lnSpc>
            </a:pPr>
            <a:r>
              <a:rPr lang="zh-CN" altLang="en-US" sz="2400" b="1" dirty="0"/>
              <a:t>性质</a:t>
            </a:r>
            <a:r>
              <a:rPr lang="en-US" altLang="zh-CN" sz="2400" b="1" dirty="0"/>
              <a:t>4.7.1   </a:t>
            </a:r>
            <a:r>
              <a:rPr lang="zh-CN" altLang="en-US" sz="2400" dirty="0"/>
              <a:t>若</a:t>
            </a:r>
            <a:r>
              <a:rPr lang="en-US" altLang="zh-CN" sz="2800" b="1" i="1" dirty="0">
                <a:latin typeface="Times New Roman" panose="02020603050405020304" pitchFamily="18" charset="0"/>
                <a:cs typeface="Times New Roman" panose="02020603050405020304" pitchFamily="18" charset="0"/>
              </a:rPr>
              <a:t>α</a:t>
            </a:r>
            <a:r>
              <a:rPr lang="en-US" altLang="zh-CN" sz="2400" baseline="-25000" dirty="0"/>
              <a:t>1</a:t>
            </a:r>
            <a:r>
              <a:rPr lang="zh-CN" altLang="en-US" sz="2400" dirty="0"/>
              <a:t>，</a:t>
            </a:r>
            <a:r>
              <a:rPr lang="en-US" altLang="zh-CN" sz="2800" b="1" i="1" dirty="0">
                <a:latin typeface="Times New Roman" panose="02020603050405020304" pitchFamily="18" charset="0"/>
                <a:cs typeface="Times New Roman" panose="02020603050405020304" pitchFamily="18" charset="0"/>
              </a:rPr>
              <a:t>α</a:t>
            </a:r>
            <a:r>
              <a:rPr lang="en-US" altLang="zh-CN" sz="2400" baseline="-25000" dirty="0"/>
              <a:t>2</a:t>
            </a:r>
            <a:r>
              <a:rPr lang="zh-CN" altLang="en-US" sz="2400" dirty="0"/>
              <a:t>是非齐次线性方程组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en-US" sz="2400" dirty="0"/>
              <a:t>的解，则</a:t>
            </a:r>
            <a:endParaRPr lang="en-US" altLang="zh-CN" sz="2400" dirty="0"/>
          </a:p>
          <a:p>
            <a:pPr>
              <a:lnSpc>
                <a:spcPct val="150000"/>
              </a:lnSpc>
            </a:pPr>
            <a:r>
              <a:rPr lang="en-US" altLang="zh-CN" sz="2800" b="1" i="1" dirty="0">
                <a:latin typeface="Times New Roman" panose="02020603050405020304" pitchFamily="18" charset="0"/>
                <a:cs typeface="Times New Roman" panose="02020603050405020304" pitchFamily="18" charset="0"/>
              </a:rPr>
              <a:t>α</a:t>
            </a:r>
            <a:r>
              <a:rPr lang="en-US" altLang="zh-CN" sz="2400" baseline="-25000" dirty="0"/>
              <a:t>1 </a:t>
            </a:r>
            <a:r>
              <a:rPr lang="en-US" altLang="zh-CN" sz="2400" dirty="0"/>
              <a:t>-</a:t>
            </a:r>
            <a:r>
              <a:rPr lang="en-US" altLang="zh-CN" sz="2800" b="1" i="1" dirty="0">
                <a:latin typeface="Times New Roman" panose="02020603050405020304" pitchFamily="18" charset="0"/>
                <a:cs typeface="Times New Roman" panose="02020603050405020304" pitchFamily="18" charset="0"/>
              </a:rPr>
              <a:t>α</a:t>
            </a:r>
            <a:r>
              <a:rPr lang="en-US" altLang="zh-CN" sz="2400" baseline="-25000" dirty="0"/>
              <a:t>2</a:t>
            </a:r>
            <a:r>
              <a:rPr lang="zh-CN" altLang="en-US" sz="2400" dirty="0"/>
              <a:t>是齐次线性方程组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的解。</a:t>
            </a:r>
            <a:endParaRPr lang="en-US" altLang="zh-CN" sz="2400" dirty="0"/>
          </a:p>
        </p:txBody>
      </p:sp>
      <p:sp>
        <p:nvSpPr>
          <p:cNvPr id="8" name="TextBox 7"/>
          <p:cNvSpPr txBox="1"/>
          <p:nvPr/>
        </p:nvSpPr>
        <p:spPr>
          <a:xfrm>
            <a:off x="282388" y="3435119"/>
            <a:ext cx="8856983" cy="1384995"/>
          </a:xfrm>
          <a:prstGeom prst="rect">
            <a:avLst/>
          </a:prstGeom>
          <a:noFill/>
        </p:spPr>
        <p:txBody>
          <a:bodyPr wrap="square" rtlCol="0">
            <a:spAutoFit/>
          </a:bodyPr>
          <a:lstStyle/>
          <a:p>
            <a:pPr>
              <a:lnSpc>
                <a:spcPct val="150000"/>
              </a:lnSpc>
            </a:pPr>
            <a:r>
              <a:rPr lang="zh-CN" altLang="en-US" sz="2400" b="1" dirty="0"/>
              <a:t>性质</a:t>
            </a:r>
            <a:r>
              <a:rPr lang="en-US" altLang="zh-CN" sz="2400" b="1" dirty="0"/>
              <a:t>4.7.2   </a:t>
            </a:r>
            <a:r>
              <a:rPr lang="zh-CN" altLang="en-US" sz="2400" dirty="0"/>
              <a:t>若</a:t>
            </a:r>
            <a:r>
              <a:rPr lang="en-US" altLang="zh-CN" sz="2800" b="1" i="1" dirty="0">
                <a:latin typeface="Times New Roman" panose="02020603050405020304" pitchFamily="18" charset="0"/>
                <a:cs typeface="Times New Roman" panose="02020603050405020304" pitchFamily="18" charset="0"/>
              </a:rPr>
              <a:t>α</a:t>
            </a:r>
            <a:r>
              <a:rPr lang="zh-CN" altLang="en-US" sz="2400" dirty="0"/>
              <a:t>是非齐次线性方程组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 </a:t>
            </a:r>
            <a:r>
              <a:rPr lang="zh-CN" altLang="en-US" sz="2400" dirty="0"/>
              <a:t>的解，</a:t>
            </a:r>
            <a:r>
              <a:rPr lang="en-US" altLang="zh-CN" sz="2400"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β</a:t>
            </a:r>
            <a:r>
              <a:rPr lang="zh-CN" altLang="en-US" sz="2400" dirty="0"/>
              <a:t>是齐次线性方程组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dirty="0">
                <a:latin typeface="Times New Roman" panose="02020603050405020304" pitchFamily="18" charset="0"/>
                <a:cs typeface="Times New Roman" panose="02020603050405020304" pitchFamily="18" charset="0"/>
              </a:rPr>
              <a:t>0</a:t>
            </a:r>
            <a:r>
              <a:rPr lang="zh-CN" altLang="en-US" sz="2400" dirty="0"/>
              <a:t>的解，则</a:t>
            </a:r>
            <a:r>
              <a:rPr lang="en-US" altLang="zh-CN" sz="2800" b="1" i="1" dirty="0">
                <a:latin typeface="Times New Roman" panose="02020603050405020304" pitchFamily="18" charset="0"/>
                <a:cs typeface="Times New Roman" panose="02020603050405020304" pitchFamily="18" charset="0"/>
              </a:rPr>
              <a:t>α</a:t>
            </a:r>
            <a:r>
              <a:rPr lang="en-US" altLang="zh-CN" sz="2400" dirty="0"/>
              <a:t>+</a:t>
            </a:r>
            <a:r>
              <a:rPr lang="en-US" altLang="zh-CN" sz="2800" b="1" i="1" dirty="0">
                <a:latin typeface="Times New Roman" panose="02020603050405020304" pitchFamily="18" charset="0"/>
                <a:cs typeface="Times New Roman" panose="02020603050405020304" pitchFamily="18" charset="0"/>
              </a:rPr>
              <a:t>β </a:t>
            </a:r>
            <a:r>
              <a:rPr lang="zh-CN" altLang="en-US" sz="2400" dirty="0"/>
              <a:t>是</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en-US" sz="2400" dirty="0"/>
              <a:t>的解。</a:t>
            </a:r>
            <a:endParaRPr lang="zh-CN" altLang="en-US" sz="2400" dirty="0"/>
          </a:p>
        </p:txBody>
      </p:sp>
      <p:sp>
        <p:nvSpPr>
          <p:cNvPr id="9" name="TextBox 8"/>
          <p:cNvSpPr txBox="1"/>
          <p:nvPr/>
        </p:nvSpPr>
        <p:spPr>
          <a:xfrm>
            <a:off x="314832" y="4611603"/>
            <a:ext cx="8832023" cy="1308628"/>
          </a:xfrm>
          <a:prstGeom prst="rect">
            <a:avLst/>
          </a:prstGeom>
          <a:noFill/>
        </p:spPr>
        <p:txBody>
          <a:bodyPr wrap="square" rtlCol="0">
            <a:spAutoFit/>
          </a:bodyPr>
          <a:lstStyle/>
          <a:p>
            <a:pPr>
              <a:lnSpc>
                <a:spcPct val="150000"/>
              </a:lnSpc>
            </a:pPr>
            <a:r>
              <a:rPr lang="zh-CN" altLang="en-US" sz="2400" b="1" dirty="0"/>
              <a:t>性质</a:t>
            </a:r>
            <a:r>
              <a:rPr lang="en-US" altLang="zh-CN" sz="2400" b="1"/>
              <a:t>4.7.3   </a:t>
            </a:r>
            <a:r>
              <a:rPr lang="zh-CN" altLang="en-US" sz="2400"/>
              <a:t>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 </a:t>
            </a:r>
            <a:r>
              <a:rPr lang="zh-CN" altLang="en-US" sz="2400" dirty="0"/>
              <a:t>的任意一个解</a:t>
            </a:r>
            <a:r>
              <a:rPr lang="en-US" altLang="zh-CN" sz="2800" b="1" i="1" dirty="0">
                <a:latin typeface="Times New Roman" panose="02020603050405020304" pitchFamily="18" charset="0"/>
                <a:cs typeface="Times New Roman" panose="02020603050405020304" pitchFamily="18" charset="0"/>
              </a:rPr>
              <a:t>α</a:t>
            </a:r>
            <a:r>
              <a:rPr lang="zh-CN" altLang="en-US" sz="2400" dirty="0"/>
              <a:t>可以表示成</a:t>
            </a:r>
            <a:r>
              <a:rPr lang="en-US" altLang="zh-CN" sz="2800" b="1" i="1" dirty="0">
                <a:latin typeface="Times New Roman" panose="02020603050405020304" pitchFamily="18" charset="0"/>
                <a:cs typeface="Times New Roman" panose="02020603050405020304" pitchFamily="18" charset="0"/>
              </a:rPr>
              <a:t>α= α</a:t>
            </a:r>
            <a:r>
              <a:rPr lang="en-US" altLang="zh-CN" sz="2400" baseline="-25000" dirty="0">
                <a:latin typeface="Times New Roman" panose="02020603050405020304" pitchFamily="18" charset="0"/>
                <a:cs typeface="Times New Roman" panose="02020603050405020304" pitchFamily="18" charset="0"/>
              </a:rPr>
              <a:t>0</a:t>
            </a:r>
            <a:r>
              <a:rPr lang="en-US" altLang="zh-CN" sz="2400" baseline="-25000" dirty="0"/>
              <a:t> </a:t>
            </a:r>
            <a:r>
              <a:rPr lang="en-US" altLang="zh-CN" sz="2400" dirty="0"/>
              <a:t>+</a:t>
            </a:r>
            <a:r>
              <a:rPr lang="en-US" altLang="zh-CN" sz="2800" b="1" i="1" dirty="0">
                <a:latin typeface="Times New Roman" panose="02020603050405020304" pitchFamily="18" charset="0"/>
                <a:cs typeface="Times New Roman" panose="02020603050405020304" pitchFamily="18" charset="0"/>
              </a:rPr>
              <a:t>β </a:t>
            </a:r>
            <a:r>
              <a:rPr lang="zh-CN" altLang="en-US" sz="28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其中</a:t>
            </a:r>
            <a:r>
              <a:rPr lang="en-US" altLang="zh-CN" sz="2800" b="1" i="1"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0</a:t>
            </a:r>
            <a:r>
              <a:rPr lang="zh-CN" altLang="en-US" sz="2400" dirty="0"/>
              <a:t>是</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en-US" sz="2400" dirty="0"/>
              <a:t>的任意一个特解，</a:t>
            </a:r>
            <a:r>
              <a:rPr lang="en-US" altLang="zh-CN" sz="2400" b="1" i="1" dirty="0">
                <a:latin typeface="Times New Roman" panose="02020603050405020304" pitchFamily="18" charset="0"/>
                <a:cs typeface="Times New Roman" panose="02020603050405020304" pitchFamily="18" charset="0"/>
              </a:rPr>
              <a:t> β </a:t>
            </a:r>
            <a:r>
              <a:rPr lang="zh-CN" altLang="en-US" sz="2400" dirty="0"/>
              <a:t>是</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的解。 </a:t>
            </a:r>
            <a:endParaRPr lang="zh-CN" altLang="en-US" sz="2400" dirty="0"/>
          </a:p>
        </p:txBody>
      </p:sp>
      <p:sp>
        <p:nvSpPr>
          <p:cNvPr id="10" name="直角三角形 9"/>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直角三角形 10"/>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404664"/>
            <a:ext cx="8136904" cy="2592288"/>
          </a:xfrm>
        </p:spPr>
        <p:txBody>
          <a:bodyPr>
            <a:normAutofit/>
          </a:bodyPr>
          <a:lstStyle/>
          <a:p>
            <a:pPr marL="0" indent="0">
              <a:lnSpc>
                <a:spcPct val="150000"/>
              </a:lnSpc>
              <a:buNone/>
            </a:pPr>
            <a:r>
              <a:rPr lang="zh-CN" altLang="en-US" sz="2400" b="1" dirty="0"/>
              <a:t>定理</a:t>
            </a:r>
            <a:r>
              <a:rPr lang="en-US" altLang="zh-CN" sz="2400" b="1" dirty="0"/>
              <a:t>4.7.1   </a:t>
            </a:r>
            <a:r>
              <a:rPr lang="zh-CN" altLang="zh-CN" sz="2400" dirty="0"/>
              <a:t>若非齐次线性方程组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zh-CN" sz="2400" dirty="0"/>
              <a:t>满足</a:t>
            </a:r>
            <a:r>
              <a:rPr lang="en-US" altLang="zh-CN" sz="2400" dirty="0"/>
              <a:t>              </a:t>
            </a:r>
            <a:r>
              <a:rPr lang="zh-CN" altLang="zh-CN" sz="2400" dirty="0"/>
              <a:t>，</a:t>
            </a:r>
            <a:r>
              <a:rPr lang="en-US" altLang="zh-CN" sz="2400" dirty="0"/>
              <a:t> </a:t>
            </a:r>
            <a:endParaRPr lang="en-US" altLang="zh-CN" sz="2400" dirty="0"/>
          </a:p>
          <a:p>
            <a:pPr marL="0" indent="0">
              <a:lnSpc>
                <a:spcPct val="150000"/>
              </a:lnSpc>
              <a:buNone/>
            </a:pPr>
            <a:r>
              <a:rPr lang="en-US" altLang="zh-CN" sz="2400" dirty="0"/>
              <a:t>              </a:t>
            </a:r>
            <a:r>
              <a:rPr lang="zh-CN" altLang="zh-CN" sz="2400" dirty="0"/>
              <a:t>是对应的齐次线性方程组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dirty="0">
                <a:latin typeface="Times New Roman" panose="02020603050405020304" pitchFamily="18" charset="0"/>
                <a:cs typeface="Times New Roman" panose="02020603050405020304" pitchFamily="18" charset="0"/>
              </a:rPr>
              <a:t>0</a:t>
            </a:r>
            <a:r>
              <a:rPr lang="zh-CN" altLang="zh-CN" sz="2400" dirty="0"/>
              <a:t>的基础解系，</a:t>
            </a:r>
            <a:r>
              <a:rPr lang="en-US" altLang="zh-CN" sz="2800" dirty="0"/>
              <a:t>  </a:t>
            </a:r>
            <a:r>
              <a:rPr lang="zh-CN" altLang="zh-CN" sz="2400" dirty="0"/>
              <a:t>是</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zh-CN" sz="2400" dirty="0"/>
              <a:t>的任意一个特解，则</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zh-CN" sz="2400" dirty="0"/>
              <a:t>的解可以表示为</a:t>
            </a:r>
            <a:endParaRPr lang="en-US" altLang="zh-CN" sz="2400" dirty="0"/>
          </a:p>
          <a:p>
            <a:pPr marL="0" indent="0">
              <a:lnSpc>
                <a:spcPct val="150000"/>
              </a:lnSpc>
              <a:buNone/>
            </a:pPr>
            <a:endParaRPr lang="zh-CN" altLang="zh-CN" sz="2400" dirty="0"/>
          </a:p>
        </p:txBody>
      </p:sp>
      <p:sp>
        <p:nvSpPr>
          <p:cNvPr id="14" name="内容占位符 2"/>
          <p:cNvSpPr txBox="1"/>
          <p:nvPr/>
        </p:nvSpPr>
        <p:spPr>
          <a:xfrm>
            <a:off x="284980" y="3212976"/>
            <a:ext cx="8391476" cy="240364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b="1" dirty="0">
                <a:solidFill>
                  <a:srgbClr val="FF0000"/>
                </a:solidFill>
              </a:rPr>
              <a:t>注意  </a:t>
            </a:r>
            <a:r>
              <a:rPr lang="zh-CN" altLang="en-US" sz="2400" dirty="0"/>
              <a:t> 当                   时，</a:t>
            </a:r>
            <a:r>
              <a:rPr lang="zh-CN" altLang="zh-CN" sz="2400" dirty="0"/>
              <a:t>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zh-CN" sz="2400" dirty="0"/>
              <a:t>有唯一解，其中</a:t>
            </a:r>
            <a:r>
              <a:rPr lang="en-US" altLang="zh-CN" sz="2400" i="1" dirty="0">
                <a:latin typeface="Times New Roman" panose="02020603050405020304" pitchFamily="18" charset="0"/>
                <a:cs typeface="Times New Roman" panose="02020603050405020304" pitchFamily="18" charset="0"/>
              </a:rPr>
              <a:t>n</a:t>
            </a:r>
            <a:r>
              <a:rPr lang="zh-CN" altLang="zh-CN" sz="2400" dirty="0"/>
              <a:t>是方程组所含未知量的个数。 </a:t>
            </a:r>
            <a:endParaRPr lang="zh-CN" altLang="zh-CN" sz="2400" dirty="0"/>
          </a:p>
          <a:p>
            <a:pPr marL="0" indent="0">
              <a:lnSpc>
                <a:spcPct val="150000"/>
              </a:lnSpc>
              <a:buNone/>
            </a:pPr>
            <a:r>
              <a:rPr lang="zh-CN" altLang="en-US" sz="2400" dirty="0"/>
              <a:t>       </a:t>
            </a:r>
            <a:endParaRPr lang="zh-CN" altLang="zh-CN" sz="2400" dirty="0"/>
          </a:p>
        </p:txBody>
      </p:sp>
      <p:graphicFrame>
        <p:nvGraphicFramePr>
          <p:cNvPr id="2" name="对象 1"/>
          <p:cNvGraphicFramePr>
            <a:graphicFrameLocks noChangeAspect="1"/>
          </p:cNvGraphicFramePr>
          <p:nvPr/>
        </p:nvGraphicFramePr>
        <p:xfrm>
          <a:off x="6444208" y="476672"/>
          <a:ext cx="1584176" cy="542925"/>
        </p:xfrm>
        <a:graphic>
          <a:graphicData uri="http://schemas.openxmlformats.org/presentationml/2006/ole">
            <mc:AlternateContent xmlns:mc="http://schemas.openxmlformats.org/markup-compatibility/2006">
              <mc:Choice xmlns:v="urn:schemas-microsoft-com:vml" Requires="v">
                <p:oleObj spid="_x0000_s37995" name="Equation" r:id="rId1" imgW="18288000" imgH="5791200" progId="Equation.DSMT4">
                  <p:embed/>
                </p:oleObj>
              </mc:Choice>
              <mc:Fallback>
                <p:oleObj name="Equation" r:id="rId1" imgW="18288000" imgH="5791200" progId="Equation.DSMT4">
                  <p:embed/>
                  <p:pic>
                    <p:nvPicPr>
                      <p:cNvPr id="0" name="对象 8"/>
                      <p:cNvPicPr>
                        <a:picLocks noChangeAspect="1" noChangeArrowheads="1"/>
                      </p:cNvPicPr>
                      <p:nvPr/>
                    </p:nvPicPr>
                    <p:blipFill>
                      <a:blip r:embed="rId2"/>
                      <a:srcRect/>
                      <a:stretch>
                        <a:fillRect/>
                      </a:stretch>
                    </p:blipFill>
                    <p:spPr bwMode="auto">
                      <a:xfrm>
                        <a:off x="6444208" y="476672"/>
                        <a:ext cx="1584176" cy="542925"/>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323528" y="1124744"/>
          <a:ext cx="1689100" cy="514350"/>
        </p:xfrm>
        <a:graphic>
          <a:graphicData uri="http://schemas.openxmlformats.org/presentationml/2006/ole">
            <mc:AlternateContent xmlns:mc="http://schemas.openxmlformats.org/markup-compatibility/2006">
              <mc:Choice xmlns:v="urn:schemas-microsoft-com:vml" Requires="v">
                <p:oleObj spid="_x0000_s37996" name="Equation" r:id="rId3" imgW="19507200" imgH="5486400" progId="Equation.DSMT4">
                  <p:embed/>
                </p:oleObj>
              </mc:Choice>
              <mc:Fallback>
                <p:oleObj name="Equation" r:id="rId3" imgW="19507200" imgH="5486400" progId="Equation.DSMT4">
                  <p:embed/>
                  <p:pic>
                    <p:nvPicPr>
                      <p:cNvPr id="0" name="对象 1"/>
                      <p:cNvPicPr>
                        <a:picLocks noChangeAspect="1" noChangeArrowheads="1"/>
                      </p:cNvPicPr>
                      <p:nvPr/>
                    </p:nvPicPr>
                    <p:blipFill>
                      <a:blip r:embed="rId4"/>
                      <a:srcRect/>
                      <a:stretch>
                        <a:fillRect/>
                      </a:stretch>
                    </p:blipFill>
                    <p:spPr bwMode="auto">
                      <a:xfrm>
                        <a:off x="323528" y="1124744"/>
                        <a:ext cx="16891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1992313" y="2420938"/>
          <a:ext cx="4303712" cy="514350"/>
        </p:xfrm>
        <a:graphic>
          <a:graphicData uri="http://schemas.openxmlformats.org/presentationml/2006/ole">
            <mc:AlternateContent xmlns:mc="http://schemas.openxmlformats.org/markup-compatibility/2006">
              <mc:Choice xmlns:v="urn:schemas-microsoft-com:vml" Requires="v">
                <p:oleObj spid="_x0000_s37997" name="Equation" r:id="rId5" imgW="49682400" imgH="5486400" progId="Equation.DSMT4">
                  <p:embed/>
                </p:oleObj>
              </mc:Choice>
              <mc:Fallback>
                <p:oleObj name="Equation" r:id="rId5" imgW="49682400" imgH="5486400" progId="Equation.DSMT4">
                  <p:embed/>
                  <p:pic>
                    <p:nvPicPr>
                      <p:cNvPr id="0" name="对象 1"/>
                      <p:cNvPicPr>
                        <a:picLocks noChangeAspect="1" noChangeArrowheads="1"/>
                      </p:cNvPicPr>
                      <p:nvPr/>
                    </p:nvPicPr>
                    <p:blipFill>
                      <a:blip r:embed="rId6"/>
                      <a:srcRect/>
                      <a:stretch>
                        <a:fillRect/>
                      </a:stretch>
                    </p:blipFill>
                    <p:spPr bwMode="auto">
                      <a:xfrm>
                        <a:off x="1992313" y="2420938"/>
                        <a:ext cx="430371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1619672" y="3284984"/>
          <a:ext cx="2058987" cy="542925"/>
        </p:xfrm>
        <a:graphic>
          <a:graphicData uri="http://schemas.openxmlformats.org/presentationml/2006/ole">
            <mc:AlternateContent xmlns:mc="http://schemas.openxmlformats.org/markup-compatibility/2006">
              <mc:Choice xmlns:v="urn:schemas-microsoft-com:vml" Requires="v">
                <p:oleObj spid="_x0000_s37998" name="Equation" r:id="rId7" imgW="23774400" imgH="5791200" progId="Equation.DSMT4">
                  <p:embed/>
                </p:oleObj>
              </mc:Choice>
              <mc:Fallback>
                <p:oleObj name="Equation" r:id="rId7" imgW="23774400" imgH="5791200" progId="Equation.DSMT4">
                  <p:embed/>
                  <p:pic>
                    <p:nvPicPr>
                      <p:cNvPr id="0" name="对象 1"/>
                      <p:cNvPicPr>
                        <a:picLocks noChangeAspect="1" noChangeArrowheads="1"/>
                      </p:cNvPicPr>
                      <p:nvPr/>
                    </p:nvPicPr>
                    <p:blipFill>
                      <a:blip r:embed="rId8"/>
                      <a:srcRect/>
                      <a:stretch>
                        <a:fillRect/>
                      </a:stretch>
                    </p:blipFill>
                    <p:spPr bwMode="auto">
                      <a:xfrm>
                        <a:off x="1619672" y="3284984"/>
                        <a:ext cx="2058987"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7812360" y="1196752"/>
          <a:ext cx="336550" cy="471487"/>
        </p:xfrm>
        <a:graphic>
          <a:graphicData uri="http://schemas.openxmlformats.org/presentationml/2006/ole">
            <mc:AlternateContent xmlns:mc="http://schemas.openxmlformats.org/markup-compatibility/2006">
              <mc:Choice xmlns:v="urn:schemas-microsoft-com:vml" Requires="v">
                <p:oleObj spid="_x0000_s37999" name="Equation" r:id="rId9" imgW="165100" imgH="228600" progId="Equation.DSMT4">
                  <p:embed/>
                </p:oleObj>
              </mc:Choice>
              <mc:Fallback>
                <p:oleObj name="Equation" r:id="rId9" imgW="165100" imgH="228600" progId="Equation.DSMT4">
                  <p:embed/>
                  <p:pic>
                    <p:nvPicPr>
                      <p:cNvPr id="0" name="对象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12360" y="1196752"/>
                        <a:ext cx="33655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直角三角形 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直角三角形 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par>
                                <p:cTn id="16" presetID="22" presetClass="entr" presetSubtype="4"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par>
                                <p:cTn id="27" presetID="22" presetClass="entr" presetSubtype="4"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par>
                                <p:cTn id="30" presetID="22" presetClass="entr" presetSubtype="4"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down)">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2"/>
          <p:cNvSpPr txBox="1"/>
          <p:nvPr/>
        </p:nvSpPr>
        <p:spPr>
          <a:xfrm>
            <a:off x="251520" y="492364"/>
            <a:ext cx="8892480" cy="221655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b="1" dirty="0"/>
              <a:t>例</a:t>
            </a:r>
            <a:r>
              <a:rPr lang="en-US" altLang="zh-CN" sz="2400" b="1" dirty="0"/>
              <a:t>4   </a:t>
            </a:r>
            <a:r>
              <a:rPr lang="zh-CN" altLang="zh-CN" sz="2400" dirty="0"/>
              <a:t>若三元非齐次线性方程组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zh-CN" sz="2400" dirty="0"/>
              <a:t>的一个特解为</a:t>
            </a:r>
            <a:r>
              <a:rPr lang="en-US" altLang="zh-CN" sz="2400" dirty="0"/>
              <a:t>  </a:t>
            </a:r>
            <a:r>
              <a:rPr lang="zh-CN" altLang="en-US" sz="2400" dirty="0"/>
              <a:t>，</a:t>
            </a:r>
            <a:r>
              <a:rPr lang="zh-CN" altLang="zh-CN" sz="2400" dirty="0"/>
              <a:t>其对应的齐次线性方程组（导出组）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dirty="0">
                <a:latin typeface="Times New Roman" panose="02020603050405020304" pitchFamily="18" charset="0"/>
                <a:cs typeface="Times New Roman" panose="02020603050405020304" pitchFamily="18" charset="0"/>
              </a:rPr>
              <a:t>0</a:t>
            </a:r>
            <a:r>
              <a:rPr lang="zh-CN" altLang="zh-CN" sz="2400" dirty="0"/>
              <a:t>的一个基础解系为</a:t>
            </a:r>
            <a:r>
              <a:rPr lang="en-US" altLang="zh-CN" sz="2400" dirty="0"/>
              <a:t>  </a:t>
            </a:r>
            <a:r>
              <a:rPr lang="zh-CN" altLang="zh-CN" sz="2400" dirty="0"/>
              <a:t>，则</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en-US" altLang="zh-CN" sz="2400" dirty="0"/>
              <a:t> </a:t>
            </a:r>
            <a:r>
              <a:rPr lang="zh-CN" altLang="zh-CN" sz="2400" dirty="0"/>
              <a:t>的通解可以表示为（</a:t>
            </a:r>
            <a:r>
              <a:rPr lang="en-US" altLang="zh-CN" sz="2400" dirty="0"/>
              <a:t>   </a:t>
            </a:r>
            <a:r>
              <a:rPr lang="zh-CN" altLang="zh-CN" sz="2400" dirty="0"/>
              <a:t>）</a:t>
            </a:r>
            <a:endParaRPr lang="en-US" altLang="zh-CN" sz="2400" dirty="0"/>
          </a:p>
          <a:p>
            <a:pPr marL="0" indent="0">
              <a:lnSpc>
                <a:spcPct val="150000"/>
              </a:lnSpc>
              <a:buNone/>
            </a:pPr>
            <a:r>
              <a:rPr lang="en-US" altLang="zh-CN" sz="2400" b="1" dirty="0">
                <a:latin typeface="Times New Roman" panose="02020603050405020304" pitchFamily="18" charset="0"/>
                <a:cs typeface="Times New Roman" panose="02020603050405020304" pitchFamily="18" charset="0"/>
              </a:rPr>
              <a:t>A.                                 ;      B.                    ;     C.</a:t>
            </a:r>
            <a:endParaRPr lang="zh-CN" altLang="zh-CN" sz="2400" dirty="0"/>
          </a:p>
          <a:p>
            <a:pPr marL="0" indent="0">
              <a:lnSpc>
                <a:spcPct val="200000"/>
              </a:lnSpc>
              <a:buNone/>
            </a:pPr>
            <a:endParaRPr lang="zh-CN" altLang="en-US" sz="2400" dirty="0"/>
          </a:p>
        </p:txBody>
      </p:sp>
      <p:sp>
        <p:nvSpPr>
          <p:cNvPr id="16" name="内容占位符 2"/>
          <p:cNvSpPr txBox="1"/>
          <p:nvPr/>
        </p:nvSpPr>
        <p:spPr>
          <a:xfrm>
            <a:off x="323528" y="3062211"/>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endParaRPr lang="zh-CN" altLang="en-US" sz="2400" b="1" dirty="0"/>
          </a:p>
        </p:txBody>
      </p:sp>
      <p:sp>
        <p:nvSpPr>
          <p:cNvPr id="23" name="内容占位符 2"/>
          <p:cNvSpPr txBox="1"/>
          <p:nvPr/>
        </p:nvSpPr>
        <p:spPr>
          <a:xfrm>
            <a:off x="1185245" y="2942580"/>
            <a:ext cx="7993753" cy="264666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dirty="0"/>
              <a:t>因为非齐次线性方程组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 </a:t>
            </a:r>
            <a:r>
              <a:rPr lang="zh-CN" altLang="en-US" sz="2400" dirty="0"/>
              <a:t>的一个特解   ，导出</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dirty="0">
                <a:latin typeface="Times New Roman" panose="02020603050405020304" pitchFamily="18" charset="0"/>
                <a:cs typeface="Times New Roman" panose="02020603050405020304" pitchFamily="18" charset="0"/>
              </a:rPr>
              <a:t>0 </a:t>
            </a:r>
            <a:r>
              <a:rPr lang="zh-CN" altLang="en-US" sz="2400" dirty="0">
                <a:latin typeface="Times New Roman" panose="02020603050405020304" pitchFamily="18" charset="0"/>
                <a:cs typeface="Times New Roman" panose="02020603050405020304" pitchFamily="18" charset="0"/>
              </a:rPr>
              <a:t>的一个基础解系为   ，</a:t>
            </a:r>
            <a:r>
              <a:rPr lang="zh-CN" altLang="zh-CN" sz="2400" dirty="0"/>
              <a:t>根据非齐次线性方程组解的结构定理知</a:t>
            </a:r>
            <a:r>
              <a:rPr lang="en-US" altLang="zh-CN" sz="2400" dirty="0"/>
              <a:t>                         </a:t>
            </a:r>
            <a:r>
              <a:rPr lang="zh-CN" altLang="zh-CN" sz="2400" dirty="0"/>
              <a:t>是</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zh-CN" sz="2400" dirty="0"/>
              <a:t>的通解，故选</a:t>
            </a:r>
            <a:r>
              <a:rPr lang="en-US" altLang="zh-CN" sz="2400" b="1" dirty="0">
                <a:latin typeface="Times New Roman" panose="02020603050405020304" pitchFamily="18" charset="0"/>
                <a:cs typeface="Times New Roman" panose="02020603050405020304" pitchFamily="18" charset="0"/>
              </a:rPr>
              <a:t>A </a:t>
            </a:r>
            <a:r>
              <a:rPr lang="zh-CN" altLang="zh-CN" sz="2400" dirty="0"/>
              <a:t>。</a:t>
            </a:r>
            <a:endParaRPr lang="zh-CN" altLang="zh-CN" sz="2400" dirty="0"/>
          </a:p>
          <a:p>
            <a:pPr marL="0" indent="0">
              <a:lnSpc>
                <a:spcPct val="150000"/>
              </a:lnSpc>
              <a:buNone/>
            </a:pPr>
            <a:endParaRPr lang="zh-CN" altLang="en-US" sz="2400" dirty="0"/>
          </a:p>
        </p:txBody>
      </p:sp>
      <p:graphicFrame>
        <p:nvGraphicFramePr>
          <p:cNvPr id="2" name="对象 1"/>
          <p:cNvGraphicFramePr>
            <a:graphicFrameLocks noChangeAspect="1"/>
          </p:cNvGraphicFramePr>
          <p:nvPr/>
        </p:nvGraphicFramePr>
        <p:xfrm>
          <a:off x="7092280" y="620688"/>
          <a:ext cx="336550" cy="471487"/>
        </p:xfrm>
        <a:graphic>
          <a:graphicData uri="http://schemas.openxmlformats.org/presentationml/2006/ole">
            <mc:AlternateContent xmlns:mc="http://schemas.openxmlformats.org/markup-compatibility/2006">
              <mc:Choice xmlns:v="urn:schemas-microsoft-com:vml" Requires="v">
                <p:oleObj spid="_x0000_s39082" name="Equation" r:id="rId1" imgW="165100" imgH="228600" progId="Equation.DSMT4">
                  <p:embed/>
                </p:oleObj>
              </mc:Choice>
              <mc:Fallback>
                <p:oleObj name="Equation" r:id="rId1" imgW="165100" imgH="228600" progId="Equation.DSMT4">
                  <p:embed/>
                  <p:pic>
                    <p:nvPicPr>
                      <p:cNvPr id="0" name="对象 3"/>
                      <p:cNvPicPr>
                        <a:picLocks noChangeAspect="1" noChangeArrowheads="1"/>
                      </p:cNvPicPr>
                      <p:nvPr/>
                    </p:nvPicPr>
                    <p:blipFill>
                      <a:blip r:embed="rId2"/>
                      <a:srcRect/>
                      <a:stretch>
                        <a:fillRect/>
                      </a:stretch>
                    </p:blipFill>
                    <p:spPr bwMode="auto">
                      <a:xfrm>
                        <a:off x="7092280" y="620688"/>
                        <a:ext cx="33655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7236296" y="1196267"/>
          <a:ext cx="258763" cy="419100"/>
        </p:xfrm>
        <a:graphic>
          <a:graphicData uri="http://schemas.openxmlformats.org/presentationml/2006/ole">
            <mc:AlternateContent xmlns:mc="http://schemas.openxmlformats.org/markup-compatibility/2006">
              <mc:Choice xmlns:v="urn:schemas-microsoft-com:vml" Requires="v">
                <p:oleObj spid="_x0000_s39083" name="Equation" r:id="rId3" imgW="3048000" imgH="4876800" progId="Equation.DSMT4">
                  <p:embed/>
                </p:oleObj>
              </mc:Choice>
              <mc:Fallback>
                <p:oleObj name="Equation" r:id="rId3" imgW="3048000" imgH="4876800" progId="Equation.DSMT4">
                  <p:embed/>
                  <p:pic>
                    <p:nvPicPr>
                      <p:cNvPr id="0" name="对象 1"/>
                      <p:cNvPicPr>
                        <a:picLocks noChangeAspect="1" noChangeArrowheads="1"/>
                      </p:cNvPicPr>
                      <p:nvPr/>
                    </p:nvPicPr>
                    <p:blipFill>
                      <a:blip r:embed="rId4"/>
                      <a:srcRect/>
                      <a:stretch>
                        <a:fillRect/>
                      </a:stretch>
                    </p:blipFill>
                    <p:spPr bwMode="auto">
                      <a:xfrm>
                        <a:off x="7236296" y="1196267"/>
                        <a:ext cx="2587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667023" y="2348880"/>
          <a:ext cx="2536825" cy="471488"/>
        </p:xfrm>
        <a:graphic>
          <a:graphicData uri="http://schemas.openxmlformats.org/presentationml/2006/ole">
            <mc:AlternateContent xmlns:mc="http://schemas.openxmlformats.org/markup-compatibility/2006">
              <mc:Choice xmlns:v="urn:schemas-microsoft-com:vml" Requires="v">
                <p:oleObj spid="_x0000_s39084" name="Equation" r:id="rId5" imgW="29870400" imgH="5486400" progId="Equation.DSMT4">
                  <p:embed/>
                </p:oleObj>
              </mc:Choice>
              <mc:Fallback>
                <p:oleObj name="Equation" r:id="rId5" imgW="29870400" imgH="5486400" progId="Equation.DSMT4">
                  <p:embed/>
                  <p:pic>
                    <p:nvPicPr>
                      <p:cNvPr id="0" name="对象 1"/>
                      <p:cNvPicPr>
                        <a:picLocks noChangeAspect="1" noChangeArrowheads="1"/>
                      </p:cNvPicPr>
                      <p:nvPr/>
                    </p:nvPicPr>
                    <p:blipFill>
                      <a:blip r:embed="rId6"/>
                      <a:srcRect/>
                      <a:stretch>
                        <a:fillRect/>
                      </a:stretch>
                    </p:blipFill>
                    <p:spPr bwMode="auto">
                      <a:xfrm>
                        <a:off x="667023" y="2348880"/>
                        <a:ext cx="253682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4067944" y="2348880"/>
          <a:ext cx="1422400" cy="471488"/>
        </p:xfrm>
        <a:graphic>
          <a:graphicData uri="http://schemas.openxmlformats.org/presentationml/2006/ole">
            <mc:AlternateContent xmlns:mc="http://schemas.openxmlformats.org/markup-compatibility/2006">
              <mc:Choice xmlns:v="urn:schemas-microsoft-com:vml" Requires="v">
                <p:oleObj spid="_x0000_s39085" name="Equation" r:id="rId7" imgW="16764000" imgH="5486400" progId="Equation.DSMT4">
                  <p:embed/>
                </p:oleObj>
              </mc:Choice>
              <mc:Fallback>
                <p:oleObj name="Equation" r:id="rId7" imgW="16764000" imgH="5486400" progId="Equation.DSMT4">
                  <p:embed/>
                  <p:pic>
                    <p:nvPicPr>
                      <p:cNvPr id="0" name="对象 5"/>
                      <p:cNvPicPr>
                        <a:picLocks noChangeAspect="1" noChangeArrowheads="1"/>
                      </p:cNvPicPr>
                      <p:nvPr/>
                    </p:nvPicPr>
                    <p:blipFill>
                      <a:blip r:embed="rId8"/>
                      <a:srcRect/>
                      <a:stretch>
                        <a:fillRect/>
                      </a:stretch>
                    </p:blipFill>
                    <p:spPr bwMode="auto">
                      <a:xfrm>
                        <a:off x="4067944" y="2348880"/>
                        <a:ext cx="14224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6355655" y="2348880"/>
          <a:ext cx="2536825" cy="471488"/>
        </p:xfrm>
        <a:graphic>
          <a:graphicData uri="http://schemas.openxmlformats.org/presentationml/2006/ole">
            <mc:AlternateContent xmlns:mc="http://schemas.openxmlformats.org/markup-compatibility/2006">
              <mc:Choice xmlns:v="urn:schemas-microsoft-com:vml" Requires="v">
                <p:oleObj spid="_x0000_s39086" name="Equation" r:id="rId9" imgW="29870400" imgH="5486400" progId="Equation.DSMT4">
                  <p:embed/>
                </p:oleObj>
              </mc:Choice>
              <mc:Fallback>
                <p:oleObj name="Equation" r:id="rId9" imgW="29870400" imgH="5486400" progId="Equation.DSMT4">
                  <p:embed/>
                  <p:pic>
                    <p:nvPicPr>
                      <p:cNvPr id="0" name="对象 5"/>
                      <p:cNvPicPr>
                        <a:picLocks noChangeAspect="1" noChangeArrowheads="1"/>
                      </p:cNvPicPr>
                      <p:nvPr/>
                    </p:nvPicPr>
                    <p:blipFill>
                      <a:blip r:embed="rId10"/>
                      <a:srcRect/>
                      <a:stretch>
                        <a:fillRect/>
                      </a:stretch>
                    </p:blipFill>
                    <p:spPr bwMode="auto">
                      <a:xfrm>
                        <a:off x="6355655" y="2348880"/>
                        <a:ext cx="253682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6732240" y="3003275"/>
          <a:ext cx="336550" cy="471487"/>
        </p:xfrm>
        <a:graphic>
          <a:graphicData uri="http://schemas.openxmlformats.org/presentationml/2006/ole">
            <mc:AlternateContent xmlns:mc="http://schemas.openxmlformats.org/markup-compatibility/2006">
              <mc:Choice xmlns:v="urn:schemas-microsoft-com:vml" Requires="v">
                <p:oleObj spid="_x0000_s39087" name="Equation" r:id="rId11" imgW="165100" imgH="228600" progId="Equation.DSMT4">
                  <p:embed/>
                </p:oleObj>
              </mc:Choice>
              <mc:Fallback>
                <p:oleObj name="Equation" r:id="rId11" imgW="165100" imgH="228600" progId="Equation.DSMT4">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240" y="3003275"/>
                        <a:ext cx="33655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3707904" y="3634815"/>
          <a:ext cx="258763" cy="419100"/>
        </p:xfrm>
        <a:graphic>
          <a:graphicData uri="http://schemas.openxmlformats.org/presentationml/2006/ole">
            <mc:AlternateContent xmlns:mc="http://schemas.openxmlformats.org/markup-compatibility/2006">
              <mc:Choice xmlns:v="urn:schemas-microsoft-com:vml" Requires="v">
                <p:oleObj spid="_x0000_s39088" name="Equation" r:id="rId12" imgW="3048000" imgH="4876800" progId="Equation.DSMT4">
                  <p:embed/>
                </p:oleObj>
              </mc:Choice>
              <mc:Fallback>
                <p:oleObj name="Equation" r:id="rId12" imgW="3048000" imgH="48768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3634815"/>
                        <a:ext cx="2587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1907704" y="4149080"/>
          <a:ext cx="2536825" cy="471488"/>
        </p:xfrm>
        <a:graphic>
          <a:graphicData uri="http://schemas.openxmlformats.org/presentationml/2006/ole">
            <mc:AlternateContent xmlns:mc="http://schemas.openxmlformats.org/markup-compatibility/2006">
              <mc:Choice xmlns:v="urn:schemas-microsoft-com:vml" Requires="v">
                <p:oleObj spid="_x0000_s39089" name="Equation" r:id="rId13" imgW="29870400" imgH="5486400" progId="Equation.DSMT4">
                  <p:embed/>
                </p:oleObj>
              </mc:Choice>
              <mc:Fallback>
                <p:oleObj name="Equation" r:id="rId13" imgW="29870400" imgH="5486400"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704" y="4149080"/>
                        <a:ext cx="253682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直角三角形 13"/>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直角三角形 1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22" presetClass="entr" presetSubtype="4"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par>
                                <p:cTn id="17" presetID="2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4"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par>
                                <p:cTn id="33" presetID="22" presetClass="entr" presetSubtype="4"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down)">
                                      <p:cBhvr>
                                        <p:cTn id="35" dur="500"/>
                                        <p:tgtEl>
                                          <p:spTgt spid="9"/>
                                        </p:tgtEl>
                                      </p:cBhvr>
                                    </p:animEffect>
                                  </p:childTnLst>
                                </p:cTn>
                              </p:par>
                              <p:par>
                                <p:cTn id="36" presetID="22" presetClass="entr" presetSubtype="4"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down)">
                                      <p:cBhvr>
                                        <p:cTn id="38" dur="500"/>
                                        <p:tgtEl>
                                          <p:spTgt spid="10"/>
                                        </p:tgtEl>
                                      </p:cBhvr>
                                    </p:animEffect>
                                  </p:childTnLst>
                                </p:cTn>
                              </p:par>
                              <p:par>
                                <p:cTn id="39" presetID="22" presetClass="entr" presetSubtype="4"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990" y="-99392"/>
            <a:ext cx="8229600" cy="1143000"/>
          </a:xfrm>
        </p:spPr>
        <p:txBody>
          <a:bodyPr>
            <a:normAutofit/>
          </a:bodyPr>
          <a:lstStyle/>
          <a:p>
            <a:pPr algn="l"/>
            <a:r>
              <a:rPr lang="zh-CN" altLang="en-US" sz="3600" dirty="0"/>
              <a:t>三、非齐次线性方程组的求解</a:t>
            </a:r>
            <a:endParaRPr lang="zh-CN" altLang="en-US" sz="3600" dirty="0"/>
          </a:p>
        </p:txBody>
      </p:sp>
      <p:sp>
        <p:nvSpPr>
          <p:cNvPr id="6" name="矩形 5"/>
          <p:cNvSpPr/>
          <p:nvPr/>
        </p:nvSpPr>
        <p:spPr>
          <a:xfrm>
            <a:off x="301986" y="908720"/>
            <a:ext cx="8270809" cy="2241255"/>
          </a:xfrm>
          <a:prstGeom prst="rect">
            <a:avLst/>
          </a:prstGeom>
        </p:spPr>
        <p:txBody>
          <a:bodyPr wrap="square">
            <a:spAutoFit/>
          </a:bodyPr>
          <a:lstStyle/>
          <a:p>
            <a:pPr>
              <a:lnSpc>
                <a:spcPct val="150000"/>
              </a:lnSpc>
            </a:pPr>
            <a:r>
              <a:rPr lang="zh-CN" altLang="en-US" sz="2400" b="1" dirty="0"/>
              <a:t>引例   </a:t>
            </a:r>
            <a:r>
              <a:rPr lang="zh-CN" altLang="zh-CN" sz="2400" dirty="0"/>
              <a:t>交通流量的规划问题：含四个节点</a:t>
            </a:r>
            <a:r>
              <a:rPr lang="en-US" altLang="zh-CN" sz="2400" dirty="0">
                <a:latin typeface="Times New Roman" panose="02020603050405020304" pitchFamily="18" charset="0"/>
                <a:cs typeface="Times New Roman" panose="02020603050405020304" pitchFamily="18" charset="0"/>
              </a:rPr>
              <a:t>A</a:t>
            </a:r>
            <a:r>
              <a:rPr lang="zh-CN"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B</a:t>
            </a:r>
            <a:r>
              <a:rPr lang="zh-CN"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C</a:t>
            </a:r>
            <a:r>
              <a:rPr lang="zh-CN"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D</a:t>
            </a:r>
            <a:r>
              <a:rPr lang="zh-CN" altLang="zh-CN" sz="2400" dirty="0"/>
              <a:t>的十字路口，如图</a:t>
            </a:r>
            <a:r>
              <a:rPr lang="en-US" altLang="zh-CN" sz="2400" dirty="0">
                <a:latin typeface="Times New Roman" panose="02020603050405020304" pitchFamily="18" charset="0"/>
                <a:cs typeface="Times New Roman" panose="02020603050405020304" pitchFamily="18" charset="0"/>
              </a:rPr>
              <a:t>4.8.1</a:t>
            </a:r>
            <a:r>
              <a:rPr lang="zh-CN" altLang="zh-CN" sz="2400" dirty="0"/>
              <a:t>，汽车进出十字路口的流量（每小时的车流数）已经标在图上，试求每两个节点之间路段上的交通流量。</a:t>
            </a:r>
            <a:endParaRPr lang="zh-CN" altLang="zh-CN" sz="2400" dirty="0"/>
          </a:p>
        </p:txBody>
      </p:sp>
      <p:sp>
        <p:nvSpPr>
          <p:cNvPr id="2" name="TextBox 1"/>
          <p:cNvSpPr txBox="1"/>
          <p:nvPr/>
        </p:nvSpPr>
        <p:spPr>
          <a:xfrm>
            <a:off x="432738" y="3429000"/>
            <a:ext cx="8322622" cy="2308324"/>
          </a:xfrm>
          <a:prstGeom prst="rect">
            <a:avLst/>
          </a:prstGeom>
          <a:noFill/>
        </p:spPr>
        <p:txBody>
          <a:bodyPr wrap="square" rtlCol="0">
            <a:spAutoFit/>
          </a:bodyPr>
          <a:lstStyle/>
          <a:p>
            <a:pPr>
              <a:lnSpc>
                <a:spcPct val="150000"/>
              </a:lnSpc>
            </a:pPr>
            <a:r>
              <a:rPr lang="zh-CN" altLang="zh-CN" sz="2400" dirty="0"/>
              <a:t>解决此问题可假设每两个节点之间路段上的交通流量为：</a:t>
            </a:r>
            <a:endParaRPr lang="en-US" altLang="zh-CN" sz="2400" dirty="0"/>
          </a:p>
          <a:p>
            <a:pPr>
              <a:lnSpc>
                <a:spcPct val="150000"/>
              </a:lnSpc>
            </a:pPr>
            <a:r>
              <a:rPr lang="en-US" altLang="zh-CN" sz="2400" i="1" dirty="0">
                <a:latin typeface="Times New Roman" panose="02020603050405020304" pitchFamily="18" charset="0"/>
                <a:cs typeface="Times New Roman" panose="02020603050405020304" pitchFamily="18" charset="0"/>
              </a:rPr>
              <a:t>     D</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A</a:t>
            </a:r>
            <a:r>
              <a:rPr lang="zh-CN" altLang="zh-CN" sz="2400"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1</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A</a:t>
            </a:r>
            <a:r>
              <a:rPr lang="en-US" altLang="zh-CN" sz="2400" dirty="0">
                <a:latin typeface="Times New Roman" panose="02020603050405020304" pitchFamily="18" charset="0"/>
                <a:cs typeface="Times New Roman" panose="02020603050405020304" pitchFamily="18" charset="0"/>
              </a:rPr>
              <a:t> → </a:t>
            </a:r>
            <a:r>
              <a:rPr lang="en-US" altLang="zh-CN" sz="2400" i="1" dirty="0">
                <a:latin typeface="Times New Roman" panose="02020603050405020304" pitchFamily="18" charset="0"/>
                <a:cs typeface="Times New Roman" panose="02020603050405020304" pitchFamily="18" charset="0"/>
              </a:rPr>
              <a:t>B</a:t>
            </a:r>
            <a:r>
              <a:rPr lang="zh-CN"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 x</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 ;  </a:t>
            </a:r>
            <a:r>
              <a:rPr lang="en-US" altLang="zh-CN" sz="2400" i="1" dirty="0">
                <a:latin typeface="Times New Roman" panose="02020603050405020304" pitchFamily="18" charset="0"/>
                <a:cs typeface="Times New Roman" panose="02020603050405020304" pitchFamily="18" charset="0"/>
              </a:rPr>
              <a:t>B</a:t>
            </a:r>
            <a:r>
              <a:rPr lang="en-US" altLang="zh-CN" sz="2400" dirty="0">
                <a:latin typeface="Times New Roman" panose="02020603050405020304" pitchFamily="18" charset="0"/>
                <a:cs typeface="Times New Roman" panose="02020603050405020304" pitchFamily="18" charset="0"/>
              </a:rPr>
              <a:t> → </a:t>
            </a:r>
            <a:r>
              <a:rPr lang="en-US" altLang="zh-CN" sz="2400" i="1" dirty="0">
                <a:latin typeface="Times New Roman" panose="02020603050405020304" pitchFamily="18" charset="0"/>
                <a:cs typeface="Times New Roman" panose="02020603050405020304" pitchFamily="18" charset="0"/>
              </a:rPr>
              <a:t>C </a:t>
            </a:r>
            <a:r>
              <a:rPr lang="zh-CN"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 x</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 ;  </a:t>
            </a:r>
            <a:r>
              <a:rPr lang="en-US" altLang="zh-CN" sz="2400" i="1" dirty="0">
                <a:latin typeface="Times New Roman" panose="02020603050405020304" pitchFamily="18" charset="0"/>
                <a:cs typeface="Times New Roman" panose="02020603050405020304" pitchFamily="18" charset="0"/>
              </a:rPr>
              <a:t>C </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D</a:t>
            </a:r>
            <a:r>
              <a:rPr lang="zh-CN"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 x</a:t>
            </a:r>
            <a:r>
              <a:rPr lang="en-US" altLang="zh-CN" sz="2400" baseline="-25000" dirty="0">
                <a:latin typeface="Times New Roman" panose="02020603050405020304" pitchFamily="18" charset="0"/>
                <a:cs typeface="Times New Roman" panose="02020603050405020304" pitchFamily="18" charset="0"/>
              </a:rPr>
              <a:t>4</a:t>
            </a:r>
            <a:r>
              <a:rPr lang="en-US" altLang="zh-CN" sz="2400" dirty="0">
                <a:latin typeface="Times New Roman" panose="02020603050405020304" pitchFamily="18" charset="0"/>
                <a:cs typeface="Times New Roman" panose="02020603050405020304" pitchFamily="18" charset="0"/>
              </a:rPr>
              <a:t> </a:t>
            </a:r>
            <a:r>
              <a:rPr lang="zh-CN" altLang="zh-CN" sz="2400" dirty="0"/>
              <a:t>，</a:t>
            </a:r>
            <a:r>
              <a:rPr lang="en-US" altLang="zh-CN" sz="2400" dirty="0"/>
              <a:t>  </a:t>
            </a:r>
            <a:endParaRPr lang="en-US" altLang="zh-CN" sz="2400" dirty="0"/>
          </a:p>
          <a:p>
            <a:pPr>
              <a:lnSpc>
                <a:spcPct val="150000"/>
              </a:lnSpc>
            </a:pPr>
            <a:r>
              <a:rPr lang="zh-CN" altLang="zh-CN" sz="2400" dirty="0"/>
              <a:t>且假设针对每个节点，进入和离开的车辆数相等，则由已知条件可建立四个节点流量的线性方程组： </a:t>
            </a:r>
            <a:endParaRPr lang="zh-CN" altLang="zh-CN" sz="2400" dirty="0"/>
          </a:p>
        </p:txBody>
      </p:sp>
      <p:sp>
        <p:nvSpPr>
          <p:cNvPr id="5" name="直角三角形 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827584" y="260648"/>
          <a:ext cx="2624138" cy="1931987"/>
        </p:xfrm>
        <a:graphic>
          <a:graphicData uri="http://schemas.openxmlformats.org/presentationml/2006/ole">
            <mc:AlternateContent xmlns:mc="http://schemas.openxmlformats.org/markup-compatibility/2006">
              <mc:Choice xmlns:v="urn:schemas-microsoft-com:vml" Requires="v">
                <p:oleObj spid="_x0000_s39980" name="Equation" r:id="rId1" imgW="1282700" imgH="939800" progId="Equation.DSMT4">
                  <p:embed/>
                </p:oleObj>
              </mc:Choice>
              <mc:Fallback>
                <p:oleObj name="Equation" r:id="rId1" imgW="1282700" imgH="939800" progId="Equation.DSMT4">
                  <p:embed/>
                  <p:pic>
                    <p:nvPicPr>
                      <p:cNvPr id="0" name="对象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60648"/>
                        <a:ext cx="2624138"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图片 4" descr="C:\Users\曹静\AppData\Local\Temp\1568480714(1).png"/>
          <p:cNvPicPr/>
          <p:nvPr/>
        </p:nvPicPr>
        <p:blipFill>
          <a:blip r:embed="rId3">
            <a:extLst>
              <a:ext uri="{28A0092B-C50C-407E-A947-70E740481C1C}">
                <a14:useLocalDpi xmlns:a14="http://schemas.microsoft.com/office/drawing/2010/main" val="0"/>
              </a:ext>
            </a:extLst>
          </a:blip>
          <a:srcRect/>
          <a:stretch>
            <a:fillRect/>
          </a:stretch>
        </p:blipFill>
        <p:spPr bwMode="auto">
          <a:xfrm>
            <a:off x="4644008" y="116632"/>
            <a:ext cx="3240360" cy="2736304"/>
          </a:xfrm>
          <a:prstGeom prst="rect">
            <a:avLst/>
          </a:prstGeom>
          <a:noFill/>
          <a:ln>
            <a:noFill/>
          </a:ln>
        </p:spPr>
      </p:pic>
      <p:sp>
        <p:nvSpPr>
          <p:cNvPr id="6" name="TextBox 5"/>
          <p:cNvSpPr txBox="1"/>
          <p:nvPr/>
        </p:nvSpPr>
        <p:spPr>
          <a:xfrm>
            <a:off x="697053" y="2335361"/>
            <a:ext cx="3877985" cy="461665"/>
          </a:xfrm>
          <a:prstGeom prst="rect">
            <a:avLst/>
          </a:prstGeom>
          <a:noFill/>
        </p:spPr>
        <p:txBody>
          <a:bodyPr wrap="none" rtlCol="0">
            <a:spAutoFit/>
          </a:bodyPr>
          <a:lstStyle/>
          <a:p>
            <a:r>
              <a:rPr lang="zh-CN" altLang="en-US" sz="2400" dirty="0"/>
              <a:t>这个方程组定价于方程组：</a:t>
            </a:r>
            <a:endParaRPr lang="en-US" altLang="zh-CN" sz="2400" dirty="0"/>
          </a:p>
        </p:txBody>
      </p:sp>
      <p:graphicFrame>
        <p:nvGraphicFramePr>
          <p:cNvPr id="7" name="对象 6"/>
          <p:cNvGraphicFramePr>
            <a:graphicFrameLocks noChangeAspect="1"/>
          </p:cNvGraphicFramePr>
          <p:nvPr/>
        </p:nvGraphicFramePr>
        <p:xfrm>
          <a:off x="2636045" y="2797026"/>
          <a:ext cx="2376264" cy="2093295"/>
        </p:xfrm>
        <a:graphic>
          <a:graphicData uri="http://schemas.openxmlformats.org/presentationml/2006/ole">
            <mc:AlternateContent xmlns:mc="http://schemas.openxmlformats.org/markup-compatibility/2006">
              <mc:Choice xmlns:v="urn:schemas-microsoft-com:vml" Requires="v">
                <p:oleObj spid="_x0000_s39981" name="Equation" r:id="rId4" imgW="1066800" imgH="939800" progId="Equation.DSMT4">
                  <p:embed/>
                </p:oleObj>
              </mc:Choice>
              <mc:Fallback>
                <p:oleObj name="Equation" r:id="rId4" imgW="1066800" imgH="9398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6045" y="2797026"/>
                        <a:ext cx="2376264" cy="2093295"/>
                      </a:xfrm>
                      <a:prstGeom prst="rect">
                        <a:avLst/>
                      </a:prstGeom>
                      <a:noFill/>
                    </p:spPr>
                  </p:pic>
                </p:oleObj>
              </mc:Fallback>
            </mc:AlternateContent>
          </a:graphicData>
        </a:graphic>
      </p:graphicFrame>
      <p:sp>
        <p:nvSpPr>
          <p:cNvPr id="8" name="TextBox 7"/>
          <p:cNvSpPr txBox="1"/>
          <p:nvPr/>
        </p:nvSpPr>
        <p:spPr>
          <a:xfrm>
            <a:off x="395536" y="4797152"/>
            <a:ext cx="8608569" cy="2308324"/>
          </a:xfrm>
          <a:prstGeom prst="rect">
            <a:avLst/>
          </a:prstGeom>
          <a:noFill/>
        </p:spPr>
        <p:txBody>
          <a:bodyPr wrap="square" rtlCol="0">
            <a:spAutoFit/>
          </a:bodyPr>
          <a:lstStyle/>
          <a:p>
            <a:pPr>
              <a:lnSpc>
                <a:spcPct val="150000"/>
              </a:lnSpc>
            </a:pPr>
            <a:r>
              <a:rPr lang="zh-CN" altLang="en-US" sz="2400" dirty="0">
                <a:latin typeface="+mj-ea"/>
                <a:ea typeface="+mj-ea"/>
              </a:rPr>
              <a:t>       只要求出</a:t>
            </a:r>
            <a:r>
              <a:rPr lang="zh-CN" altLang="zh-CN" sz="2400" dirty="0">
                <a:latin typeface="+mj-ea"/>
                <a:ea typeface="+mj-ea"/>
              </a:rPr>
              <a:t>只要求解出这个方程组的解，就可以知道每个路段的交通流量，即将一个交通流量的实际问题转化成了一个求解非其次线性方程组的问题。</a:t>
            </a:r>
            <a:r>
              <a:rPr lang="en-US" altLang="zh-CN" sz="2400" dirty="0">
                <a:latin typeface="+mj-ea"/>
                <a:ea typeface="+mj-ea"/>
              </a:rPr>
              <a:t> </a:t>
            </a:r>
            <a:endParaRPr lang="zh-CN" altLang="zh-CN" sz="2400" dirty="0">
              <a:latin typeface="+mj-ea"/>
              <a:ea typeface="+mj-ea"/>
            </a:endParaRPr>
          </a:p>
          <a:p>
            <a:endParaRPr lang="en-US" altLang="zh-CN" dirty="0"/>
          </a:p>
          <a:p>
            <a:endParaRPr lang="zh-CN" altLang="en-US" dirty="0"/>
          </a:p>
        </p:txBody>
      </p:sp>
      <p:sp>
        <p:nvSpPr>
          <p:cNvPr id="9" name="直角三角形 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直角三角形 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par>
                                <p:cTn id="16" presetID="22" presetClass="entr" presetSubtype="4"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404664"/>
            <a:ext cx="8964488" cy="3024336"/>
          </a:xfrm>
        </p:spPr>
        <p:txBody>
          <a:bodyPr>
            <a:normAutofit/>
          </a:bodyPr>
          <a:lstStyle/>
          <a:p>
            <a:pPr marL="0" indent="0">
              <a:lnSpc>
                <a:spcPct val="150000"/>
              </a:lnSpc>
              <a:buNone/>
            </a:pPr>
            <a:r>
              <a:rPr lang="zh-CN" altLang="en-US" sz="2400" b="1" dirty="0"/>
              <a:t>定理</a:t>
            </a:r>
            <a:r>
              <a:rPr lang="en-US" altLang="zh-CN" sz="2400" b="1" dirty="0"/>
              <a:t>4.8.1   </a:t>
            </a:r>
            <a:r>
              <a:rPr lang="zh-CN" altLang="zh-CN" sz="2400" dirty="0"/>
              <a:t>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zh-CN" sz="2400" dirty="0"/>
              <a:t>有解的充分必要条件是：系数矩阵的秩等于增广矩阵的秩，即</a:t>
            </a:r>
            <a:r>
              <a:rPr lang="en-US" altLang="zh-CN" sz="2400" dirty="0"/>
              <a:t>               </a:t>
            </a:r>
            <a:r>
              <a:rPr lang="zh-CN" altLang="zh-CN" sz="2400" dirty="0"/>
              <a:t>，并且</a:t>
            </a:r>
            <a:endParaRPr lang="en-US" altLang="zh-CN" sz="2400" dirty="0"/>
          </a:p>
          <a:p>
            <a:pPr marL="0" indent="0">
              <a:lnSpc>
                <a:spcPct val="150000"/>
              </a:lnSpc>
              <a:buNone/>
            </a:pPr>
            <a:r>
              <a:rPr lang="zh-CN" altLang="en-US" sz="2400" dirty="0"/>
              <a:t> 当系数矩阵的秩                       时，方程组只有唯一解；</a:t>
            </a:r>
            <a:endParaRPr lang="zh-CN" altLang="en-US" sz="2400" dirty="0"/>
          </a:p>
          <a:p>
            <a:pPr marL="0" indent="0">
              <a:lnSpc>
                <a:spcPct val="150000"/>
              </a:lnSpc>
              <a:buNone/>
            </a:pPr>
            <a:r>
              <a:rPr lang="zh-CN" altLang="en-US" sz="2400" dirty="0"/>
              <a:t> 当系数矩阵的秩                       时，方程组有无穷多解。</a:t>
            </a:r>
            <a:endParaRPr lang="zh-CN" altLang="en-US" sz="2400" dirty="0"/>
          </a:p>
          <a:p>
            <a:pPr marL="0" indent="0">
              <a:lnSpc>
                <a:spcPct val="150000"/>
              </a:lnSpc>
              <a:buNone/>
            </a:pPr>
            <a:endParaRPr lang="en-US" altLang="zh-CN" sz="2400" dirty="0"/>
          </a:p>
        </p:txBody>
      </p:sp>
      <p:graphicFrame>
        <p:nvGraphicFramePr>
          <p:cNvPr id="2" name="对象 1"/>
          <p:cNvGraphicFramePr>
            <a:graphicFrameLocks noChangeAspect="1"/>
          </p:cNvGraphicFramePr>
          <p:nvPr/>
        </p:nvGraphicFramePr>
        <p:xfrm>
          <a:off x="4860032" y="980728"/>
          <a:ext cx="1584325" cy="542925"/>
        </p:xfrm>
        <a:graphic>
          <a:graphicData uri="http://schemas.openxmlformats.org/presentationml/2006/ole">
            <mc:AlternateContent xmlns:mc="http://schemas.openxmlformats.org/markup-compatibility/2006">
              <mc:Choice xmlns:v="urn:schemas-microsoft-com:vml" Requires="v">
                <p:oleObj spid="_x0000_s41109" name="Equation" r:id="rId1" imgW="18288000" imgH="5791200" progId="Equation.DSMT4">
                  <p:embed/>
                </p:oleObj>
              </mc:Choice>
              <mc:Fallback>
                <p:oleObj name="Equation" r:id="rId1" imgW="18288000" imgH="5791200" progId="Equation.DSMT4">
                  <p:embed/>
                  <p:pic>
                    <p:nvPicPr>
                      <p:cNvPr id="0" name="对象 12"/>
                      <p:cNvPicPr>
                        <a:picLocks noChangeAspect="1" noChangeArrowheads="1"/>
                      </p:cNvPicPr>
                      <p:nvPr/>
                    </p:nvPicPr>
                    <p:blipFill>
                      <a:blip r:embed="rId2"/>
                      <a:srcRect/>
                      <a:stretch>
                        <a:fillRect/>
                      </a:stretch>
                    </p:blipFill>
                    <p:spPr bwMode="auto">
                      <a:xfrm>
                        <a:off x="4860032" y="980728"/>
                        <a:ext cx="15843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2483768" y="1628800"/>
          <a:ext cx="2535238" cy="542925"/>
        </p:xfrm>
        <a:graphic>
          <a:graphicData uri="http://schemas.openxmlformats.org/presentationml/2006/ole">
            <mc:AlternateContent xmlns:mc="http://schemas.openxmlformats.org/markup-compatibility/2006">
              <mc:Choice xmlns:v="urn:schemas-microsoft-com:vml" Requires="v">
                <p:oleObj spid="_x0000_s41110" name="Equation" r:id="rId3" imgW="29260800" imgH="5791200" progId="Equation.DSMT4">
                  <p:embed/>
                </p:oleObj>
              </mc:Choice>
              <mc:Fallback>
                <p:oleObj name="Equation" r:id="rId3" imgW="29260800" imgH="5791200" progId="Equation.DSMT4">
                  <p:embed/>
                  <p:pic>
                    <p:nvPicPr>
                      <p:cNvPr id="0" name="对象 1"/>
                      <p:cNvPicPr>
                        <a:picLocks noChangeAspect="1" noChangeArrowheads="1"/>
                      </p:cNvPicPr>
                      <p:nvPr/>
                    </p:nvPicPr>
                    <p:blipFill>
                      <a:blip r:embed="rId4"/>
                      <a:srcRect/>
                      <a:stretch>
                        <a:fillRect/>
                      </a:stretch>
                    </p:blipFill>
                    <p:spPr bwMode="auto">
                      <a:xfrm>
                        <a:off x="2483768" y="1628800"/>
                        <a:ext cx="2535238"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2483768" y="2276872"/>
          <a:ext cx="2535237" cy="542925"/>
        </p:xfrm>
        <a:graphic>
          <a:graphicData uri="http://schemas.openxmlformats.org/presentationml/2006/ole">
            <mc:AlternateContent xmlns:mc="http://schemas.openxmlformats.org/markup-compatibility/2006">
              <mc:Choice xmlns:v="urn:schemas-microsoft-com:vml" Requires="v">
                <p:oleObj spid="_x0000_s41111" name="Equation" r:id="rId5" imgW="29260800" imgH="5791200" progId="Equation.DSMT4">
                  <p:embed/>
                </p:oleObj>
              </mc:Choice>
              <mc:Fallback>
                <p:oleObj name="Equation" r:id="rId5" imgW="29260800" imgH="5791200" progId="Equation.DSMT4">
                  <p:embed/>
                  <p:pic>
                    <p:nvPicPr>
                      <p:cNvPr id="0" name="对象 3"/>
                      <p:cNvPicPr>
                        <a:picLocks noChangeAspect="1" noChangeArrowheads="1"/>
                      </p:cNvPicPr>
                      <p:nvPr/>
                    </p:nvPicPr>
                    <p:blipFill>
                      <a:blip r:embed="rId6"/>
                      <a:srcRect/>
                      <a:stretch>
                        <a:fillRect/>
                      </a:stretch>
                    </p:blipFill>
                    <p:spPr bwMode="auto">
                      <a:xfrm>
                        <a:off x="2483768" y="2276872"/>
                        <a:ext cx="2535237"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 name="组合 9"/>
          <p:cNvGrpSpPr/>
          <p:nvPr/>
        </p:nvGrpSpPr>
        <p:grpSpPr>
          <a:xfrm>
            <a:off x="251520" y="3068960"/>
            <a:ext cx="8892480" cy="987425"/>
            <a:chOff x="467544" y="393303"/>
            <a:chExt cx="8059738" cy="987425"/>
          </a:xfrm>
        </p:grpSpPr>
        <p:sp>
          <p:nvSpPr>
            <p:cNvPr id="11" name="内容占位符 2"/>
            <p:cNvSpPr txBox="1"/>
            <p:nvPr/>
          </p:nvSpPr>
          <p:spPr>
            <a:xfrm>
              <a:off x="467544" y="620688"/>
              <a:ext cx="8059738"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b="1" dirty="0"/>
                <a:t>例</a:t>
              </a:r>
              <a:r>
                <a:rPr lang="en-US" altLang="zh-CN" sz="2400" b="1" dirty="0"/>
                <a:t>5</a:t>
              </a:r>
              <a:r>
                <a:rPr lang="en-US" altLang="zh-CN" sz="2400" dirty="0"/>
                <a:t>   </a:t>
              </a:r>
              <a:r>
                <a:rPr lang="zh-CN" altLang="en-US" sz="2400" dirty="0"/>
                <a:t>判断非齐次线性方程组矩阵                  有多少解（  ）</a:t>
              </a:r>
              <a:r>
                <a:rPr lang="en-US" altLang="zh-CN" sz="2400" dirty="0"/>
                <a:t>.</a:t>
              </a:r>
              <a:endParaRPr lang="en-US" altLang="zh-CN" sz="2400" dirty="0"/>
            </a:p>
            <a:p>
              <a:pPr marL="0" indent="0">
                <a:buNone/>
              </a:pPr>
              <a:endParaRPr lang="zh-CN" altLang="en-US" sz="2400" dirty="0"/>
            </a:p>
          </p:txBody>
        </p:sp>
        <p:graphicFrame>
          <p:nvGraphicFramePr>
            <p:cNvPr id="12" name="对象 11"/>
            <p:cNvGraphicFramePr>
              <a:graphicFrameLocks noChangeAspect="1"/>
            </p:cNvGraphicFramePr>
            <p:nvPr/>
          </p:nvGraphicFramePr>
          <p:xfrm>
            <a:off x="4644489" y="393303"/>
            <a:ext cx="1631619" cy="987425"/>
          </p:xfrm>
          <a:graphic>
            <a:graphicData uri="http://schemas.openxmlformats.org/presentationml/2006/ole">
              <mc:AlternateContent xmlns:mc="http://schemas.openxmlformats.org/markup-compatibility/2006">
                <mc:Choice xmlns:v="urn:schemas-microsoft-com:vml" Requires="v">
                  <p:oleObj spid="_x0000_s41112" name="Equation" r:id="rId7" imgW="21945600" imgH="11582400" progId="Equation.DSMT4">
                    <p:embed/>
                  </p:oleObj>
                </mc:Choice>
                <mc:Fallback>
                  <p:oleObj name="Equation" r:id="rId7" imgW="21945600" imgH="11582400" progId="Equation.DSMT4">
                    <p:embed/>
                    <p:pic>
                      <p:nvPicPr>
                        <p:cNvPr id="0" name="图片 42150"/>
                        <p:cNvPicPr>
                          <a:picLocks noChangeAspect="1" noChangeArrowheads="1"/>
                        </p:cNvPicPr>
                        <p:nvPr/>
                      </p:nvPicPr>
                      <p:blipFill>
                        <a:blip r:embed="rId8"/>
                        <a:srcRect/>
                        <a:stretch>
                          <a:fillRect/>
                        </a:stretch>
                      </p:blipFill>
                      <p:spPr bwMode="auto">
                        <a:xfrm>
                          <a:off x="4644489" y="393303"/>
                          <a:ext cx="1631619" cy="987425"/>
                        </a:xfrm>
                        <a:prstGeom prst="rect">
                          <a:avLst/>
                        </a:prstGeom>
                        <a:noFill/>
                        <a:ln>
                          <a:noFill/>
                        </a:ln>
                      </p:spPr>
                    </p:pic>
                  </p:oleObj>
                </mc:Fallback>
              </mc:AlternateContent>
            </a:graphicData>
          </a:graphic>
        </p:graphicFrame>
      </p:grpSp>
      <p:sp>
        <p:nvSpPr>
          <p:cNvPr id="6" name="TextBox 5"/>
          <p:cNvSpPr txBox="1"/>
          <p:nvPr/>
        </p:nvSpPr>
        <p:spPr>
          <a:xfrm>
            <a:off x="1259632" y="4077072"/>
            <a:ext cx="6126998"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唯一解               </a:t>
            </a:r>
            <a:r>
              <a:rPr lang="en-US" altLang="zh-CN" sz="2400"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无解               </a:t>
            </a:r>
            <a:r>
              <a:rPr lang="en-US" altLang="zh-CN" sz="2400"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无穷多解</a:t>
            </a:r>
            <a:endParaRPr lang="zh-CN" altLang="en-US" sz="2400" dirty="0">
              <a:latin typeface="Times New Roman" panose="02020603050405020304" pitchFamily="18" charset="0"/>
              <a:cs typeface="Times New Roman" panose="02020603050405020304" pitchFamily="18" charset="0"/>
            </a:endParaRPr>
          </a:p>
        </p:txBody>
      </p:sp>
      <p:sp>
        <p:nvSpPr>
          <p:cNvPr id="15" name="内容占位符 2"/>
          <p:cNvSpPr txBox="1"/>
          <p:nvPr/>
        </p:nvSpPr>
        <p:spPr>
          <a:xfrm>
            <a:off x="395536" y="4753743"/>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endParaRPr lang="zh-CN" altLang="en-US" sz="2400" b="1" dirty="0"/>
          </a:p>
        </p:txBody>
      </p:sp>
      <p:sp>
        <p:nvSpPr>
          <p:cNvPr id="13" name="TextBox 12"/>
          <p:cNvSpPr txBox="1"/>
          <p:nvPr/>
        </p:nvSpPr>
        <p:spPr>
          <a:xfrm>
            <a:off x="1115616" y="4753743"/>
            <a:ext cx="6652783" cy="461665"/>
          </a:xfrm>
          <a:prstGeom prst="rect">
            <a:avLst/>
          </a:prstGeom>
          <a:noFill/>
        </p:spPr>
        <p:txBody>
          <a:bodyPr wrap="none" rtlCol="0">
            <a:spAutoFit/>
          </a:bodyPr>
          <a:lstStyle/>
          <a:p>
            <a:r>
              <a:rPr lang="zh-CN" altLang="zh-CN" sz="2400" dirty="0"/>
              <a:t>对非齐次线性方程组的增广矩阵作初等行变换</a:t>
            </a:r>
            <a:r>
              <a:rPr lang="zh-CN" altLang="zh-CN" dirty="0"/>
              <a:t>：</a:t>
            </a:r>
            <a:r>
              <a:rPr lang="zh-CN" altLang="en-US" dirty="0"/>
              <a:t> </a:t>
            </a:r>
            <a:endParaRPr lang="zh-CN" altLang="en-US" dirty="0"/>
          </a:p>
        </p:txBody>
      </p:sp>
      <p:graphicFrame>
        <p:nvGraphicFramePr>
          <p:cNvPr id="16" name="对象 15"/>
          <p:cNvGraphicFramePr>
            <a:graphicFrameLocks noChangeAspect="1"/>
          </p:cNvGraphicFramePr>
          <p:nvPr/>
        </p:nvGraphicFramePr>
        <p:xfrm>
          <a:off x="467544" y="5445224"/>
          <a:ext cx="4673601" cy="1028700"/>
        </p:xfrm>
        <a:graphic>
          <a:graphicData uri="http://schemas.openxmlformats.org/presentationml/2006/ole">
            <mc:AlternateContent xmlns:mc="http://schemas.openxmlformats.org/markup-compatibility/2006">
              <mc:Choice xmlns:v="urn:schemas-microsoft-com:vml" Requires="v">
                <p:oleObj spid="_x0000_s41113" name="Equation" r:id="rId9" imgW="53949600" imgH="10972800" progId="Equation.DSMT4">
                  <p:embed/>
                </p:oleObj>
              </mc:Choice>
              <mc:Fallback>
                <p:oleObj name="Equation" r:id="rId9" imgW="53949600" imgH="10972800" progId="Equation.DSMT4">
                  <p:embed/>
                  <p:pic>
                    <p:nvPicPr>
                      <p:cNvPr id="0" name="对象 1"/>
                      <p:cNvPicPr>
                        <a:picLocks noChangeAspect="1" noChangeArrowheads="1"/>
                      </p:cNvPicPr>
                      <p:nvPr/>
                    </p:nvPicPr>
                    <p:blipFill>
                      <a:blip r:embed="rId10"/>
                      <a:srcRect/>
                      <a:stretch>
                        <a:fillRect/>
                      </a:stretch>
                    </p:blipFill>
                    <p:spPr bwMode="auto">
                      <a:xfrm>
                        <a:off x="467544" y="5445224"/>
                        <a:ext cx="4673601"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Box 16"/>
          <p:cNvSpPr txBox="1"/>
          <p:nvPr/>
        </p:nvSpPr>
        <p:spPr>
          <a:xfrm>
            <a:off x="5436096" y="5383876"/>
            <a:ext cx="3528392" cy="461665"/>
          </a:xfrm>
          <a:prstGeom prst="rect">
            <a:avLst/>
          </a:prstGeom>
          <a:noFill/>
        </p:spPr>
        <p:txBody>
          <a:bodyPr wrap="square" rtlCol="0">
            <a:spAutoFit/>
          </a:bodyPr>
          <a:lstStyle/>
          <a:p>
            <a:r>
              <a:rPr lang="zh-CN" altLang="en-US" sz="2400" dirty="0"/>
              <a:t>因为</a:t>
            </a:r>
            <a:endParaRPr lang="zh-CN" altLang="en-US" sz="2400" dirty="0"/>
          </a:p>
        </p:txBody>
      </p:sp>
      <p:graphicFrame>
        <p:nvGraphicFramePr>
          <p:cNvPr id="18" name="对象 17"/>
          <p:cNvGraphicFramePr>
            <a:graphicFrameLocks noChangeAspect="1"/>
          </p:cNvGraphicFramePr>
          <p:nvPr/>
        </p:nvGraphicFramePr>
        <p:xfrm>
          <a:off x="6145999" y="5343245"/>
          <a:ext cx="2481262" cy="542925"/>
        </p:xfrm>
        <a:graphic>
          <a:graphicData uri="http://schemas.openxmlformats.org/presentationml/2006/ole">
            <mc:AlternateContent xmlns:mc="http://schemas.openxmlformats.org/markup-compatibility/2006">
              <mc:Choice xmlns:v="urn:schemas-microsoft-com:vml" Requires="v">
                <p:oleObj spid="_x0000_s41114" name="Equation" r:id="rId11" imgW="28651200" imgH="5791200" progId="Equation.DSMT4">
                  <p:embed/>
                </p:oleObj>
              </mc:Choice>
              <mc:Fallback>
                <p:oleObj name="Equation" r:id="rId11" imgW="28651200" imgH="5791200" progId="Equation.DSMT4">
                  <p:embed/>
                  <p:pic>
                    <p:nvPicPr>
                      <p:cNvPr id="0" name="对象 3"/>
                      <p:cNvPicPr>
                        <a:picLocks noChangeAspect="1" noChangeArrowheads="1"/>
                      </p:cNvPicPr>
                      <p:nvPr/>
                    </p:nvPicPr>
                    <p:blipFill>
                      <a:blip r:embed="rId12"/>
                      <a:srcRect/>
                      <a:stretch>
                        <a:fillRect/>
                      </a:stretch>
                    </p:blipFill>
                    <p:spPr bwMode="auto">
                      <a:xfrm>
                        <a:off x="6145999" y="5343245"/>
                        <a:ext cx="2481262"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Box 18"/>
          <p:cNvSpPr txBox="1"/>
          <p:nvPr/>
        </p:nvSpPr>
        <p:spPr>
          <a:xfrm>
            <a:off x="5474110" y="6001689"/>
            <a:ext cx="3570208" cy="461665"/>
          </a:xfrm>
          <a:prstGeom prst="rect">
            <a:avLst/>
          </a:prstGeom>
          <a:noFill/>
        </p:spPr>
        <p:txBody>
          <a:bodyPr wrap="none" rtlCol="0">
            <a:spAutoFit/>
          </a:bodyPr>
          <a:lstStyle/>
          <a:p>
            <a:r>
              <a:rPr lang="zh-CN" altLang="en-US" sz="2400" dirty="0"/>
              <a:t>所以方程组有无穷多解。</a:t>
            </a:r>
            <a:endParaRPr lang="zh-CN" altLang="en-US" sz="2400" dirty="0"/>
          </a:p>
        </p:txBody>
      </p:sp>
      <p:graphicFrame>
        <p:nvGraphicFramePr>
          <p:cNvPr id="20" name="对象 19"/>
          <p:cNvGraphicFramePr>
            <a:graphicFrameLocks noChangeAspect="1"/>
          </p:cNvGraphicFramePr>
          <p:nvPr/>
        </p:nvGraphicFramePr>
        <p:xfrm>
          <a:off x="8244408" y="3307216"/>
          <a:ext cx="309563" cy="365125"/>
        </p:xfrm>
        <a:graphic>
          <a:graphicData uri="http://schemas.openxmlformats.org/presentationml/2006/ole">
            <mc:AlternateContent xmlns:mc="http://schemas.openxmlformats.org/markup-compatibility/2006">
              <mc:Choice xmlns:v="urn:schemas-microsoft-com:vml" Requires="v">
                <p:oleObj spid="_x0000_s41115" name="Equation" r:id="rId13" imgW="3657600" imgH="4267200" progId="Equation.DSMT4">
                  <p:embed/>
                </p:oleObj>
              </mc:Choice>
              <mc:Fallback>
                <p:oleObj name="Equation" r:id="rId13" imgW="3657600" imgH="4267200" progId="Equation.DSMT4">
                  <p:embed/>
                  <p:pic>
                    <p:nvPicPr>
                      <p:cNvPr id="0" name="对象 3"/>
                      <p:cNvPicPr>
                        <a:picLocks noChangeAspect="1" noChangeArrowheads="1"/>
                      </p:cNvPicPr>
                      <p:nvPr/>
                    </p:nvPicPr>
                    <p:blipFill>
                      <a:blip r:embed="rId14"/>
                      <a:srcRect/>
                      <a:stretch>
                        <a:fillRect/>
                      </a:stretch>
                    </p:blipFill>
                    <p:spPr bwMode="auto">
                      <a:xfrm>
                        <a:off x="8244408" y="3307216"/>
                        <a:ext cx="3095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直角三角形 20"/>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2" name="直角三角形 21"/>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down)">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down)">
                                      <p:cBhvr>
                                        <p:cTn id="58" dur="500"/>
                                        <p:tgtEl>
                                          <p:spTgt spid="18"/>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wipe(down)">
                                      <p:cBhvr>
                                        <p:cTn id="61" dur="500"/>
                                        <p:tgtEl>
                                          <p:spTgt spid="1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down)">
                                      <p:cBhvr>
                                        <p:cTn id="66" dur="500"/>
                                        <p:tgtEl>
                                          <p:spTgt spid="19"/>
                                        </p:tgtEl>
                                      </p:cBhvr>
                                    </p:animEffect>
                                  </p:childTnLst>
                                </p:cTn>
                              </p:par>
                              <p:par>
                                <p:cTn id="67" presetID="22" presetClass="entr" presetSubtype="8" fill="hold"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left)">
                                      <p:cBhvr>
                                        <p:cTn id="6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15" grpId="0"/>
      <p:bldP spid="13" grpId="0"/>
      <p:bldP spid="17"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E5BD239-55A8-405E-B23D-54328E6EDE99}" type="datetime3">
              <a:rPr lang="zh-CN" altLang="en-US" smtClean="0"/>
            </a:fld>
            <a:endParaRPr lang="en-US" altLang="zh-CN"/>
          </a:p>
        </p:txBody>
      </p:sp>
      <p:sp>
        <p:nvSpPr>
          <p:cNvPr id="410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41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21E21B-44C9-442A-814F-B2142E989AF9}" type="slidenum">
              <a:rPr lang="en-US" altLang="zh-CN"/>
            </a:fld>
            <a:endParaRPr lang="en-US" altLang="zh-CN"/>
          </a:p>
        </p:txBody>
      </p:sp>
      <p:graphicFrame>
        <p:nvGraphicFramePr>
          <p:cNvPr id="44034" name="Object 2"/>
          <p:cNvGraphicFramePr>
            <a:graphicFrameLocks noChangeAspect="1"/>
          </p:cNvGraphicFramePr>
          <p:nvPr/>
        </p:nvGraphicFramePr>
        <p:xfrm>
          <a:off x="755650" y="908050"/>
          <a:ext cx="5761038" cy="758825"/>
        </p:xfrm>
        <a:graphic>
          <a:graphicData uri="http://schemas.openxmlformats.org/presentationml/2006/ole">
            <mc:AlternateContent xmlns:mc="http://schemas.openxmlformats.org/markup-compatibility/2006">
              <mc:Choice xmlns:v="urn:schemas-microsoft-com:vml" Requires="v">
                <p:oleObj spid="_x0000_s42070" name="Equation" r:id="rId1" imgW="1803400" imgH="215900" progId="Equation.DSMT4">
                  <p:embed/>
                </p:oleObj>
              </mc:Choice>
              <mc:Fallback>
                <p:oleObj name="Equation" r:id="rId1" imgW="1803400" imgH="2159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908050"/>
                        <a:ext cx="5761038"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5" name="Object 3"/>
          <p:cNvGraphicFramePr>
            <a:graphicFrameLocks noChangeAspect="1"/>
          </p:cNvGraphicFramePr>
          <p:nvPr/>
        </p:nvGraphicFramePr>
        <p:xfrm>
          <a:off x="684213" y="2060575"/>
          <a:ext cx="7559675" cy="698500"/>
        </p:xfrm>
        <a:graphic>
          <a:graphicData uri="http://schemas.openxmlformats.org/presentationml/2006/ole">
            <mc:AlternateContent xmlns:mc="http://schemas.openxmlformats.org/markup-compatibility/2006">
              <mc:Choice xmlns:v="urn:schemas-microsoft-com:vml" Requires="v">
                <p:oleObj spid="_x0000_s42071" name="Equation" r:id="rId3" imgW="2336800" imgH="215900" progId="Equation.DSMT4">
                  <p:embed/>
                </p:oleObj>
              </mc:Choice>
              <mc:Fallback>
                <p:oleObj name="Equation" r:id="rId3" imgW="2336800" imgH="2159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060575"/>
                        <a:ext cx="7559675"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6" name="Object 4"/>
          <p:cNvGraphicFramePr>
            <a:graphicFrameLocks noChangeAspect="1"/>
          </p:cNvGraphicFramePr>
          <p:nvPr/>
        </p:nvGraphicFramePr>
        <p:xfrm>
          <a:off x="611188" y="3284538"/>
          <a:ext cx="8053387" cy="698500"/>
        </p:xfrm>
        <a:graphic>
          <a:graphicData uri="http://schemas.openxmlformats.org/presentationml/2006/ole">
            <mc:AlternateContent xmlns:mc="http://schemas.openxmlformats.org/markup-compatibility/2006">
              <mc:Choice xmlns:v="urn:schemas-microsoft-com:vml" Requires="v">
                <p:oleObj spid="_x0000_s42072" name="Equation" r:id="rId5" imgW="2489200" imgH="215900" progId="Equation.DSMT4">
                  <p:embed/>
                </p:oleObj>
              </mc:Choice>
              <mc:Fallback>
                <p:oleObj name="Equation" r:id="rId5" imgW="2489200" imgH="2159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3284538"/>
                        <a:ext cx="8053387"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5" name="Rectangle 5"/>
          <p:cNvSpPr>
            <a:spLocks noChangeArrowheads="1"/>
          </p:cNvSpPr>
          <p:nvPr/>
        </p:nvSpPr>
        <p:spPr bwMode="auto">
          <a:xfrm>
            <a:off x="360521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4038" name="Object 6"/>
          <p:cNvGraphicFramePr>
            <a:graphicFrameLocks noChangeAspect="1"/>
          </p:cNvGraphicFramePr>
          <p:nvPr/>
        </p:nvGraphicFramePr>
        <p:xfrm>
          <a:off x="900113" y="4581525"/>
          <a:ext cx="6172200" cy="700088"/>
        </p:xfrm>
        <a:graphic>
          <a:graphicData uri="http://schemas.openxmlformats.org/presentationml/2006/ole">
            <mc:AlternateContent xmlns:mc="http://schemas.openxmlformats.org/markup-compatibility/2006">
              <mc:Choice xmlns:v="urn:schemas-microsoft-com:vml" Requires="v">
                <p:oleObj spid="_x0000_s42073" name="" r:id="rId7" imgW="1930400" imgH="215900" progId="Equation.DSMT4">
                  <p:embed/>
                </p:oleObj>
              </mc:Choice>
              <mc:Fallback>
                <p:oleObj name="" r:id="rId7" imgW="1930400" imgH="2159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4581525"/>
                        <a:ext cx="6172200" cy="700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6" name="Text Box 2"/>
          <p:cNvSpPr txBox="1">
            <a:spLocks noChangeArrowheads="1"/>
          </p:cNvSpPr>
          <p:nvPr/>
        </p:nvSpPr>
        <p:spPr bwMode="auto">
          <a:xfrm>
            <a:off x="0" y="333375"/>
            <a:ext cx="8137525" cy="528638"/>
          </a:xfrm>
          <a:prstGeom prst="rect">
            <a:avLst/>
          </a:prstGeom>
          <a:noFill/>
          <a:ln w="9525" algn="ctr">
            <a:solidFill>
              <a:srgbClr val="FF66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latin typeface="宋体" panose="02010600030101010101" pitchFamily="2" charset="-122"/>
              </a:rPr>
              <a:t>    </a:t>
            </a:r>
            <a:r>
              <a:rPr lang="zh-CN" altLang="en-US" sz="2800" b="1">
                <a:latin typeface="宋体" panose="02010600030101010101" pitchFamily="2" charset="-122"/>
              </a:rPr>
              <a:t>非齐次方程解的情况总结：</a:t>
            </a:r>
            <a:endParaRPr lang="zh-CN" altLang="en-US" sz="2800" b="1">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4034"/>
                                        </p:tgtEl>
                                        <p:attrNameLst>
                                          <p:attrName>style.visibility</p:attrName>
                                        </p:attrNameLst>
                                      </p:cBhvr>
                                      <p:to>
                                        <p:strVal val="visible"/>
                                      </p:to>
                                    </p:set>
                                    <p:anim calcmode="lin" valueType="num">
                                      <p:cBhvr>
                                        <p:cTn id="7" dur="500" fill="hold"/>
                                        <p:tgtEl>
                                          <p:spTgt spid="44034"/>
                                        </p:tgtEl>
                                        <p:attrNameLst>
                                          <p:attrName>ppt_w</p:attrName>
                                        </p:attrNameLst>
                                      </p:cBhvr>
                                      <p:tavLst>
                                        <p:tav tm="0">
                                          <p:val>
                                            <p:fltVal val="0"/>
                                          </p:val>
                                        </p:tav>
                                        <p:tav tm="100000">
                                          <p:val>
                                            <p:strVal val="#ppt_w"/>
                                          </p:val>
                                        </p:tav>
                                      </p:tavLst>
                                    </p:anim>
                                    <p:anim calcmode="lin" valueType="num">
                                      <p:cBhvr>
                                        <p:cTn id="8" dur="500" fill="hold"/>
                                        <p:tgtEl>
                                          <p:spTgt spid="4403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4035"/>
                                        </p:tgtEl>
                                        <p:attrNameLst>
                                          <p:attrName>style.visibility</p:attrName>
                                        </p:attrNameLst>
                                      </p:cBhvr>
                                      <p:to>
                                        <p:strVal val="visible"/>
                                      </p:to>
                                    </p:set>
                                    <p:anim calcmode="lin" valueType="num">
                                      <p:cBhvr>
                                        <p:cTn id="13" dur="500" fill="hold"/>
                                        <p:tgtEl>
                                          <p:spTgt spid="44035"/>
                                        </p:tgtEl>
                                        <p:attrNameLst>
                                          <p:attrName>ppt_w</p:attrName>
                                        </p:attrNameLst>
                                      </p:cBhvr>
                                      <p:tavLst>
                                        <p:tav tm="0">
                                          <p:val>
                                            <p:fltVal val="0"/>
                                          </p:val>
                                        </p:tav>
                                        <p:tav tm="100000">
                                          <p:val>
                                            <p:strVal val="#ppt_w"/>
                                          </p:val>
                                        </p:tav>
                                      </p:tavLst>
                                    </p:anim>
                                    <p:anim calcmode="lin" valueType="num">
                                      <p:cBhvr>
                                        <p:cTn id="14" dur="500" fill="hold"/>
                                        <p:tgtEl>
                                          <p:spTgt spid="4403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44036"/>
                                        </p:tgtEl>
                                        <p:attrNameLst>
                                          <p:attrName>style.visibility</p:attrName>
                                        </p:attrNameLst>
                                      </p:cBhvr>
                                      <p:to>
                                        <p:strVal val="visible"/>
                                      </p:to>
                                    </p:set>
                                    <p:anim calcmode="lin" valueType="num">
                                      <p:cBhvr>
                                        <p:cTn id="19" dur="500" fill="hold"/>
                                        <p:tgtEl>
                                          <p:spTgt spid="44036"/>
                                        </p:tgtEl>
                                        <p:attrNameLst>
                                          <p:attrName>ppt_w</p:attrName>
                                        </p:attrNameLst>
                                      </p:cBhvr>
                                      <p:tavLst>
                                        <p:tav tm="0">
                                          <p:val>
                                            <p:fltVal val="0"/>
                                          </p:val>
                                        </p:tav>
                                        <p:tav tm="100000">
                                          <p:val>
                                            <p:strVal val="#ppt_w"/>
                                          </p:val>
                                        </p:tav>
                                      </p:tavLst>
                                    </p:anim>
                                    <p:anim calcmode="lin" valueType="num">
                                      <p:cBhvr>
                                        <p:cTn id="20" dur="500" fill="hold"/>
                                        <p:tgtEl>
                                          <p:spTgt spid="44036"/>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44038"/>
                                        </p:tgtEl>
                                        <p:attrNameLst>
                                          <p:attrName>style.visibility</p:attrName>
                                        </p:attrNameLst>
                                      </p:cBhvr>
                                      <p:to>
                                        <p:strVal val="visible"/>
                                      </p:to>
                                    </p:set>
                                    <p:anim calcmode="lin" valueType="num">
                                      <p:cBhvr>
                                        <p:cTn id="25" dur="500" fill="hold"/>
                                        <p:tgtEl>
                                          <p:spTgt spid="44038"/>
                                        </p:tgtEl>
                                        <p:attrNameLst>
                                          <p:attrName>ppt_w</p:attrName>
                                        </p:attrNameLst>
                                      </p:cBhvr>
                                      <p:tavLst>
                                        <p:tav tm="0">
                                          <p:val>
                                            <p:fltVal val="0"/>
                                          </p:val>
                                        </p:tav>
                                        <p:tav tm="100000">
                                          <p:val>
                                            <p:strVal val="#ppt_w"/>
                                          </p:val>
                                        </p:tav>
                                      </p:tavLst>
                                    </p:anim>
                                    <p:anim calcmode="lin" valueType="num">
                                      <p:cBhvr>
                                        <p:cTn id="26" dur="500" fill="hold"/>
                                        <p:tgtEl>
                                          <p:spTgt spid="4403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灯片编号占位符 1"/>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fld id="{648F82D6-89B4-4828-BBC0-6D9F99FBBFAB}" type="slidenum">
              <a:rPr lang="en-US" altLang="zh-CN"/>
            </a:fld>
            <a:endParaRPr lang="en-US" altLang="zh-CN"/>
          </a:p>
        </p:txBody>
      </p:sp>
      <p:graphicFrame>
        <p:nvGraphicFramePr>
          <p:cNvPr id="5122" name="Object 2"/>
          <p:cNvGraphicFramePr>
            <a:graphicFrameLocks noChangeAspect="1"/>
          </p:cNvGraphicFramePr>
          <p:nvPr/>
        </p:nvGraphicFramePr>
        <p:xfrm>
          <a:off x="546100" y="1700213"/>
          <a:ext cx="7645400" cy="719137"/>
        </p:xfrm>
        <a:graphic>
          <a:graphicData uri="http://schemas.openxmlformats.org/presentationml/2006/ole">
            <mc:AlternateContent xmlns:mc="http://schemas.openxmlformats.org/markup-compatibility/2006">
              <mc:Choice xmlns:v="urn:schemas-microsoft-com:vml" Requires="v">
                <p:oleObj spid="_x0000_s43073" name="Equation" r:id="rId1" imgW="2298700" imgH="241300" progId="Equation.DSMT4">
                  <p:embed/>
                </p:oleObj>
              </mc:Choice>
              <mc:Fallback>
                <p:oleObj name="Equation" r:id="rId1" imgW="2298700" imgH="2413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00" y="1700213"/>
                        <a:ext cx="7645400"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3"/>
          <p:cNvGraphicFramePr>
            <a:graphicFrameLocks noChangeAspect="1"/>
          </p:cNvGraphicFramePr>
          <p:nvPr/>
        </p:nvGraphicFramePr>
        <p:xfrm>
          <a:off x="427038" y="3008313"/>
          <a:ext cx="6572250" cy="781050"/>
        </p:xfrm>
        <a:graphic>
          <a:graphicData uri="http://schemas.openxmlformats.org/presentationml/2006/ole">
            <mc:AlternateContent xmlns:mc="http://schemas.openxmlformats.org/markup-compatibility/2006">
              <mc:Choice xmlns:v="urn:schemas-microsoft-com:vml" Requires="v">
                <p:oleObj spid="_x0000_s43074" name="Equation" r:id="rId3" imgW="2032000" imgH="241300" progId="Equation.DSMT4">
                  <p:embed/>
                </p:oleObj>
              </mc:Choice>
              <mc:Fallback>
                <p:oleObj name="Equation" r:id="rId3" imgW="2032000" imgH="2413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38" y="3008313"/>
                        <a:ext cx="657225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 name="Object 4"/>
          <p:cNvGraphicFramePr>
            <a:graphicFrameLocks noChangeAspect="1"/>
          </p:cNvGraphicFramePr>
          <p:nvPr/>
        </p:nvGraphicFramePr>
        <p:xfrm>
          <a:off x="263525" y="4292600"/>
          <a:ext cx="7065963" cy="781050"/>
        </p:xfrm>
        <a:graphic>
          <a:graphicData uri="http://schemas.openxmlformats.org/presentationml/2006/ole">
            <mc:AlternateContent xmlns:mc="http://schemas.openxmlformats.org/markup-compatibility/2006">
              <mc:Choice xmlns:v="urn:schemas-microsoft-com:vml" Requires="v">
                <p:oleObj spid="_x0000_s43075" name="Equation" r:id="rId5" imgW="2184400" imgH="241300" progId="Equation.DSMT4">
                  <p:embed/>
                </p:oleObj>
              </mc:Choice>
              <mc:Fallback>
                <p:oleObj name="Equation" r:id="rId5" imgW="2184400" imgH="2413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525" y="4292600"/>
                        <a:ext cx="7065963"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6" name="Text Box 5"/>
          <p:cNvSpPr txBox="1">
            <a:spLocks noChangeArrowheads="1"/>
          </p:cNvSpPr>
          <p:nvPr/>
        </p:nvSpPr>
        <p:spPr bwMode="auto">
          <a:xfrm>
            <a:off x="684213" y="452438"/>
            <a:ext cx="5400675" cy="528637"/>
          </a:xfrm>
          <a:prstGeom prst="rect">
            <a:avLst/>
          </a:prstGeom>
          <a:noFill/>
          <a:ln w="9525" algn="ctr">
            <a:solidFill>
              <a:srgbClr val="FF66CC"/>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800" b="1">
                <a:latin typeface="宋体" panose="02010600030101010101" pitchFamily="2" charset="-122"/>
              </a:rPr>
              <a:t>齐次方程组解情况总结：</a:t>
            </a:r>
            <a:endParaRPr lang="zh-CN" altLang="en-US" sz="2800" b="1">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07504" y="1124744"/>
            <a:ext cx="9036496" cy="4524315"/>
          </a:xfrm>
          <a:prstGeom prst="rect">
            <a:avLst/>
          </a:prstGeom>
          <a:noFill/>
        </p:spPr>
        <p:txBody>
          <a:bodyPr wrap="square" rtlCol="0">
            <a:spAutoFit/>
          </a:bodyPr>
          <a:lstStyle/>
          <a:p>
            <a:pPr>
              <a:lnSpc>
                <a:spcPct val="150000"/>
              </a:lnSpc>
            </a:pPr>
            <a:r>
              <a:rPr lang="zh-CN" altLang="en-US" sz="2400" dirty="0"/>
              <a:t>求解非齐次线性方程组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en-US" sz="2400" dirty="0"/>
              <a:t>的</a:t>
            </a:r>
            <a:r>
              <a:rPr lang="zh-CN" altLang="en-US" sz="2400" b="1" dirty="0">
                <a:solidFill>
                  <a:srgbClr val="FF0000"/>
                </a:solidFill>
              </a:rPr>
              <a:t>步骤</a:t>
            </a:r>
            <a:r>
              <a:rPr lang="zh-CN" altLang="en-US" sz="2400" dirty="0"/>
              <a:t>：</a:t>
            </a:r>
            <a:endParaRPr lang="en-US" altLang="zh-CN" sz="2400" dirty="0"/>
          </a:p>
          <a:p>
            <a:pPr>
              <a:lnSpc>
                <a:spcPct val="150000"/>
              </a:lnSpc>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）对增广矩阵                作一系列初等行变换化成行阶梯矩阵；</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）判断</a:t>
            </a:r>
            <a:r>
              <a:rPr lang="zh-CN" altLang="en-US" sz="2400" dirty="0"/>
              <a:t>非齐次线性方程组是否有解，在有解的情况下，判断其解的个数；</a:t>
            </a:r>
            <a:endParaRPr lang="en-US" altLang="zh-CN" sz="2400" dirty="0"/>
          </a:p>
          <a:p>
            <a:pPr>
              <a:lnSpc>
                <a:spcPct val="150000"/>
              </a:lnSpc>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）求得方程组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i="1"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的一个特解    ，以及导出组</a:t>
            </a:r>
            <a:r>
              <a:rPr lang="en-US" altLang="zh-CN" sz="2400" b="1" i="1" dirty="0">
                <a:latin typeface="Times New Roman" panose="02020603050405020304" pitchFamily="18" charset="0"/>
                <a:cs typeface="Times New Roman" panose="02020603050405020304" pitchFamily="18" charset="0"/>
              </a:rPr>
              <a:t>AX</a:t>
            </a:r>
            <a:r>
              <a:rPr lang="en-US" altLang="zh-CN" sz="2400" dirty="0"/>
              <a:t>=</a:t>
            </a:r>
            <a:r>
              <a:rPr lang="en-US" altLang="zh-CN" sz="2400" b="1"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的一个基础解系                      ；               </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）写出方程组的通解：</a:t>
            </a:r>
            <a:endParaRPr lang="zh-CN" altLang="en-US" sz="2400" dirty="0">
              <a:latin typeface="Times New Roman" panose="02020603050405020304" pitchFamily="18" charset="0"/>
              <a:cs typeface="Times New Roman" panose="02020603050405020304" pitchFamily="18" charset="0"/>
            </a:endParaRPr>
          </a:p>
          <a:p>
            <a:pPr>
              <a:lnSpc>
                <a:spcPct val="150000"/>
              </a:lnSpc>
            </a:pPr>
            <a:r>
              <a:rPr lang="zh-CN" altLang="en-US" sz="2400" i="1"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a:t>
            </a:r>
            <a:endParaRPr lang="zh-CN" altLang="en-US" sz="2400" i="1" dirty="0">
              <a:latin typeface="Times New Roman" panose="02020603050405020304" pitchFamily="18" charset="0"/>
              <a:cs typeface="Times New Roman" panose="02020603050405020304" pitchFamily="18" charset="0"/>
            </a:endParaRPr>
          </a:p>
        </p:txBody>
      </p:sp>
      <p:graphicFrame>
        <p:nvGraphicFramePr>
          <p:cNvPr id="9" name="对象 8"/>
          <p:cNvGraphicFramePr>
            <a:graphicFrameLocks noChangeAspect="1"/>
          </p:cNvGraphicFramePr>
          <p:nvPr/>
        </p:nvGraphicFramePr>
        <p:xfrm>
          <a:off x="1115616" y="4005064"/>
          <a:ext cx="1663700" cy="469900"/>
        </p:xfrm>
        <a:graphic>
          <a:graphicData uri="http://schemas.openxmlformats.org/presentationml/2006/ole">
            <mc:AlternateContent xmlns:mc="http://schemas.openxmlformats.org/markup-compatibility/2006">
              <mc:Choice xmlns:v="urn:schemas-microsoft-com:vml" Requires="v">
                <p:oleObj spid="_x0000_s44118" name="Equation" r:id="rId1" imgW="19507200" imgH="5486400" progId="Equation.DSMT4">
                  <p:embed/>
                </p:oleObj>
              </mc:Choice>
              <mc:Fallback>
                <p:oleObj name="Equation" r:id="rId1" imgW="19507200" imgH="5486400" progId="Equation.DSMT4">
                  <p:embed/>
                  <p:pic>
                    <p:nvPicPr>
                      <p:cNvPr id="0" name="图片 43084"/>
                      <p:cNvPicPr>
                        <a:picLocks noChangeAspect="1" noChangeArrowheads="1"/>
                      </p:cNvPicPr>
                      <p:nvPr/>
                    </p:nvPicPr>
                    <p:blipFill>
                      <a:blip r:embed="rId2"/>
                      <a:srcRect/>
                      <a:stretch>
                        <a:fillRect/>
                      </a:stretch>
                    </p:blipFill>
                    <p:spPr bwMode="auto">
                      <a:xfrm>
                        <a:off x="1115616" y="4005064"/>
                        <a:ext cx="1663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2483768" y="1700808"/>
          <a:ext cx="1163637" cy="542925"/>
        </p:xfrm>
        <a:graphic>
          <a:graphicData uri="http://schemas.openxmlformats.org/presentationml/2006/ole">
            <mc:AlternateContent xmlns:mc="http://schemas.openxmlformats.org/markup-compatibility/2006">
              <mc:Choice xmlns:v="urn:schemas-microsoft-com:vml" Requires="v">
                <p:oleObj spid="_x0000_s44119" name="Equation" r:id="rId3" imgW="17373600" imgH="5791200" progId="Equation.DSMT4">
                  <p:embed/>
                </p:oleObj>
              </mc:Choice>
              <mc:Fallback>
                <p:oleObj name="Equation" r:id="rId3" imgW="17373600" imgH="57912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1700808"/>
                        <a:ext cx="1163637"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4788024" y="3386901"/>
          <a:ext cx="336550" cy="471487"/>
        </p:xfrm>
        <a:graphic>
          <a:graphicData uri="http://schemas.openxmlformats.org/presentationml/2006/ole">
            <mc:AlternateContent xmlns:mc="http://schemas.openxmlformats.org/markup-compatibility/2006">
              <mc:Choice xmlns:v="urn:schemas-microsoft-com:vml" Requires="v">
                <p:oleObj spid="_x0000_s44120" name="Equation" r:id="rId5" imgW="165100" imgH="228600" progId="Equation.DSMT4">
                  <p:embed/>
                </p:oleObj>
              </mc:Choice>
              <mc:Fallback>
                <p:oleObj name="Equation" r:id="rId5" imgW="165100" imgH="2286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024" y="3386901"/>
                        <a:ext cx="33655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3635896" y="4509120"/>
          <a:ext cx="4303712" cy="514350"/>
        </p:xfrm>
        <a:graphic>
          <a:graphicData uri="http://schemas.openxmlformats.org/presentationml/2006/ole">
            <mc:AlternateContent xmlns:mc="http://schemas.openxmlformats.org/markup-compatibility/2006">
              <mc:Choice xmlns:v="urn:schemas-microsoft-com:vml" Requires="v">
                <p:oleObj spid="_x0000_s44121" name="Equation" r:id="rId7" imgW="49682400" imgH="5486400" progId="Equation.DSMT4">
                  <p:embed/>
                </p:oleObj>
              </mc:Choice>
              <mc:Fallback>
                <p:oleObj name="Equation" r:id="rId7" imgW="49682400" imgH="5486400" progId="Equation.DSMT4">
                  <p:embed/>
                  <p:pic>
                    <p:nvPicPr>
                      <p:cNvPr id="0" name="对象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896" y="4509120"/>
                        <a:ext cx="430371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p:cNvSpPr txBox="1"/>
          <p:nvPr/>
        </p:nvSpPr>
        <p:spPr>
          <a:xfrm>
            <a:off x="673735" y="5439410"/>
            <a:ext cx="5737860" cy="460375"/>
          </a:xfrm>
          <a:prstGeom prst="rect">
            <a:avLst/>
          </a:prstGeom>
          <a:noFill/>
        </p:spPr>
        <p:txBody>
          <a:bodyPr wrap="square" rtlCol="0">
            <a:spAutoFit/>
          </a:bodyPr>
          <a:lstStyle/>
          <a:p>
            <a:r>
              <a:rPr lang="zh-CN" altLang="en-US" sz="2400" b="1">
                <a:solidFill>
                  <a:srgbClr val="FF0000"/>
                </a:solidFill>
                <a:latin typeface="微软雅黑" panose="020B0503020204020204" charset="-122"/>
                <a:ea typeface="微软雅黑" panose="020B0503020204020204" charset="-122"/>
                <a:cs typeface="微软雅黑" panose="020B0503020204020204" charset="-122"/>
              </a:rPr>
              <a:t>观看</a:t>
            </a:r>
            <a:r>
              <a:rPr lang="en-US" altLang="zh-CN" sz="2400" b="1">
                <a:solidFill>
                  <a:srgbClr val="FF0000"/>
                </a:solidFill>
                <a:latin typeface="微软雅黑" panose="020B0503020204020204" charset="-122"/>
                <a:ea typeface="微软雅黑" panose="020B0503020204020204" charset="-122"/>
                <a:cs typeface="微软雅黑" panose="020B0503020204020204" charset="-122"/>
              </a:rPr>
              <a:t>P116</a:t>
            </a:r>
            <a:r>
              <a:rPr lang="zh-CN" altLang="en-US" sz="2400" b="1">
                <a:solidFill>
                  <a:srgbClr val="FF0000"/>
                </a:solidFill>
                <a:latin typeface="微软雅黑" panose="020B0503020204020204" charset="-122"/>
                <a:ea typeface="微软雅黑" panose="020B0503020204020204" charset="-122"/>
                <a:cs typeface="微软雅黑" panose="020B0503020204020204" charset="-122"/>
              </a:rPr>
              <a:t>动画：非线性方程组的解集</a:t>
            </a:r>
            <a:endParaRPr lang="zh-CN" altLang="en-US" sz="24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0" name="直角三角形 9"/>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直角三角形 11"/>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89856" y="312713"/>
            <a:ext cx="8954144" cy="1206004"/>
            <a:chOff x="467544" y="284014"/>
            <a:chExt cx="8388073" cy="1206004"/>
          </a:xfrm>
        </p:grpSpPr>
        <p:sp>
          <p:nvSpPr>
            <p:cNvPr id="13" name="内容占位符 2"/>
            <p:cNvSpPr txBox="1"/>
            <p:nvPr/>
          </p:nvSpPr>
          <p:spPr>
            <a:xfrm>
              <a:off x="467544" y="620688"/>
              <a:ext cx="8388073"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6</a:t>
              </a:r>
              <a:r>
                <a:rPr lang="en-US" altLang="zh-CN" sz="2400" dirty="0"/>
                <a:t>   </a:t>
              </a:r>
              <a:r>
                <a:rPr lang="zh-CN" altLang="en-US" sz="2400" dirty="0"/>
                <a:t>求解非齐次线性方程组                     </a:t>
              </a:r>
              <a:r>
                <a:rPr lang="en-US" altLang="zh-CN" sz="2400" dirty="0"/>
                <a:t>.</a:t>
              </a:r>
              <a:endParaRPr lang="zh-CN" altLang="en-US" sz="2400" dirty="0"/>
            </a:p>
          </p:txBody>
        </p:sp>
        <p:graphicFrame>
          <p:nvGraphicFramePr>
            <p:cNvPr id="10" name="对象 9"/>
            <p:cNvGraphicFramePr>
              <a:graphicFrameLocks noChangeAspect="1"/>
            </p:cNvGraphicFramePr>
            <p:nvPr/>
          </p:nvGraphicFramePr>
          <p:xfrm>
            <a:off x="4235375" y="284014"/>
            <a:ext cx="2003008" cy="1206004"/>
          </p:xfrm>
          <a:graphic>
            <a:graphicData uri="http://schemas.openxmlformats.org/presentationml/2006/ole">
              <mc:AlternateContent xmlns:mc="http://schemas.openxmlformats.org/markup-compatibility/2006">
                <mc:Choice xmlns:v="urn:schemas-microsoft-com:vml" Requires="v">
                  <p:oleObj spid="_x0000_s45205" name="Equation" r:id="rId1" imgW="21945600" imgH="11582400" progId="Equation.DSMT4">
                    <p:embed/>
                  </p:oleObj>
                </mc:Choice>
                <mc:Fallback>
                  <p:oleObj name="Equation" r:id="rId1" imgW="21945600" imgH="11582400" progId="Equation.DSMT4">
                    <p:embed/>
                    <p:pic>
                      <p:nvPicPr>
                        <p:cNvPr id="0" name="对象 3"/>
                        <p:cNvPicPr>
                          <a:picLocks noChangeAspect="1" noChangeArrowheads="1"/>
                        </p:cNvPicPr>
                        <p:nvPr/>
                      </p:nvPicPr>
                      <p:blipFill>
                        <a:blip r:embed="rId2"/>
                        <a:srcRect/>
                        <a:stretch>
                          <a:fillRect/>
                        </a:stretch>
                      </p:blipFill>
                      <p:spPr bwMode="auto">
                        <a:xfrm>
                          <a:off x="4235375" y="284014"/>
                          <a:ext cx="2003008" cy="1206004"/>
                        </a:xfrm>
                        <a:prstGeom prst="rect">
                          <a:avLst/>
                        </a:prstGeom>
                        <a:noFill/>
                        <a:ln>
                          <a:noFill/>
                        </a:ln>
                      </p:spPr>
                    </p:pic>
                  </p:oleObj>
                </mc:Fallback>
              </mc:AlternateContent>
            </a:graphicData>
          </a:graphic>
        </p:graphicFrame>
      </p:grpSp>
      <p:sp>
        <p:nvSpPr>
          <p:cNvPr id="16" name="内容占位符 2"/>
          <p:cNvSpPr txBox="1"/>
          <p:nvPr/>
        </p:nvSpPr>
        <p:spPr>
          <a:xfrm>
            <a:off x="462990" y="1844824"/>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endParaRPr lang="zh-CN" altLang="en-US" sz="2400" b="1" dirty="0"/>
          </a:p>
        </p:txBody>
      </p:sp>
      <p:sp>
        <p:nvSpPr>
          <p:cNvPr id="17" name="内容占位符 2"/>
          <p:cNvSpPr txBox="1"/>
          <p:nvPr/>
        </p:nvSpPr>
        <p:spPr>
          <a:xfrm>
            <a:off x="1058012" y="1838177"/>
            <a:ext cx="80509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t>由例</a:t>
            </a:r>
            <a:r>
              <a:rPr lang="en-US" altLang="zh-CN" sz="2400" dirty="0">
                <a:latin typeface="Times New Roman" panose="02020603050405020304" pitchFamily="18" charset="0"/>
                <a:cs typeface="Times New Roman" panose="02020603050405020304" pitchFamily="18" charset="0"/>
              </a:rPr>
              <a:t>4.8.1</a:t>
            </a:r>
            <a:r>
              <a:rPr lang="zh-CN" altLang="en-US" sz="2400" dirty="0"/>
              <a:t>该方程组有无穷多解，且原方程组等价于方程组：</a:t>
            </a:r>
            <a:endParaRPr lang="zh-CN" altLang="en-US" sz="2400" dirty="0"/>
          </a:p>
        </p:txBody>
      </p:sp>
      <p:graphicFrame>
        <p:nvGraphicFramePr>
          <p:cNvPr id="19" name="对象 18"/>
          <p:cNvGraphicFramePr>
            <a:graphicFrameLocks noChangeAspect="1"/>
          </p:cNvGraphicFramePr>
          <p:nvPr/>
        </p:nvGraphicFramePr>
        <p:xfrm>
          <a:off x="3131840" y="2406786"/>
          <a:ext cx="1800200" cy="630711"/>
        </p:xfrm>
        <a:graphic>
          <a:graphicData uri="http://schemas.openxmlformats.org/presentationml/2006/ole">
            <mc:AlternateContent xmlns:mc="http://schemas.openxmlformats.org/markup-compatibility/2006">
              <mc:Choice xmlns:v="urn:schemas-microsoft-com:vml" Requires="v">
                <p:oleObj spid="_x0000_s45206" name="Equation" r:id="rId3" imgW="16764000" imgH="5486400" progId="Equation.DSMT4">
                  <p:embed/>
                </p:oleObj>
              </mc:Choice>
              <mc:Fallback>
                <p:oleObj name="Equation" r:id="rId3" imgW="16764000" imgH="5486400" progId="Equation.DSMT4">
                  <p:embed/>
                  <p:pic>
                    <p:nvPicPr>
                      <p:cNvPr id="0" name="图片 44119"/>
                      <p:cNvPicPr>
                        <a:picLocks noChangeAspect="1" noChangeArrowheads="1"/>
                      </p:cNvPicPr>
                      <p:nvPr/>
                    </p:nvPicPr>
                    <p:blipFill>
                      <a:blip r:embed="rId4"/>
                      <a:srcRect/>
                      <a:stretch>
                        <a:fillRect/>
                      </a:stretch>
                    </p:blipFill>
                    <p:spPr bwMode="auto">
                      <a:xfrm>
                        <a:off x="3131840" y="2406786"/>
                        <a:ext cx="1800200" cy="630711"/>
                      </a:xfrm>
                      <a:prstGeom prst="rect">
                        <a:avLst/>
                      </a:prstGeom>
                      <a:noFill/>
                      <a:ln>
                        <a:noFill/>
                      </a:ln>
                    </p:spPr>
                  </p:pic>
                </p:oleObj>
              </mc:Fallback>
            </mc:AlternateContent>
          </a:graphicData>
        </a:graphic>
      </p:graphicFrame>
      <p:sp>
        <p:nvSpPr>
          <p:cNvPr id="3" name="TextBox 2"/>
          <p:cNvSpPr txBox="1"/>
          <p:nvPr/>
        </p:nvSpPr>
        <p:spPr>
          <a:xfrm>
            <a:off x="395536" y="3212975"/>
            <a:ext cx="5602816" cy="461665"/>
          </a:xfrm>
          <a:prstGeom prst="rect">
            <a:avLst/>
          </a:prstGeom>
          <a:noFill/>
        </p:spPr>
        <p:txBody>
          <a:bodyPr wrap="none" rtlCol="0">
            <a:spAutoFit/>
          </a:bodyPr>
          <a:lstStyle/>
          <a:p>
            <a:pPr>
              <a:spcBef>
                <a:spcPct val="20000"/>
              </a:spcBef>
            </a:pPr>
            <a:r>
              <a:rPr lang="zh-CN" altLang="en-US" sz="2400" dirty="0"/>
              <a:t>令       ，得到方程组顶一个特解为      </a:t>
            </a:r>
            <a:endParaRPr lang="zh-CN" altLang="en-US" sz="2400" dirty="0"/>
          </a:p>
        </p:txBody>
      </p:sp>
      <p:sp>
        <p:nvSpPr>
          <p:cNvPr id="15" name="TextBox 14"/>
          <p:cNvSpPr txBox="1"/>
          <p:nvPr/>
        </p:nvSpPr>
        <p:spPr>
          <a:xfrm>
            <a:off x="395536" y="3907743"/>
            <a:ext cx="8302273" cy="461665"/>
          </a:xfrm>
          <a:prstGeom prst="rect">
            <a:avLst/>
          </a:prstGeom>
          <a:noFill/>
        </p:spPr>
        <p:txBody>
          <a:bodyPr wrap="none" rtlCol="0">
            <a:spAutoFit/>
          </a:bodyPr>
          <a:lstStyle/>
          <a:p>
            <a:pPr>
              <a:spcBef>
                <a:spcPct val="20000"/>
              </a:spcBef>
            </a:pPr>
            <a:r>
              <a:rPr lang="zh-CN" altLang="en-US" sz="2400" dirty="0"/>
              <a:t>原方程组的导出组为            ，它的一个基础解系为      </a:t>
            </a:r>
            <a:endParaRPr lang="zh-CN" altLang="en-US" sz="2400" dirty="0"/>
          </a:p>
        </p:txBody>
      </p:sp>
      <p:graphicFrame>
        <p:nvGraphicFramePr>
          <p:cNvPr id="18" name="对象 17"/>
          <p:cNvGraphicFramePr>
            <a:graphicFrameLocks noChangeAspect="1"/>
          </p:cNvGraphicFramePr>
          <p:nvPr/>
        </p:nvGraphicFramePr>
        <p:xfrm>
          <a:off x="3199629" y="3886063"/>
          <a:ext cx="1467299" cy="533728"/>
        </p:xfrm>
        <a:graphic>
          <a:graphicData uri="http://schemas.openxmlformats.org/presentationml/2006/ole">
            <mc:AlternateContent xmlns:mc="http://schemas.openxmlformats.org/markup-compatibility/2006">
              <mc:Choice xmlns:v="urn:schemas-microsoft-com:vml" Requires="v">
                <p:oleObj spid="_x0000_s45207" name="Equation" r:id="rId5" imgW="16154400" imgH="5486400" progId="Equation.DSMT4">
                  <p:embed/>
                </p:oleObj>
              </mc:Choice>
              <mc:Fallback>
                <p:oleObj name="Equation" r:id="rId5" imgW="16154400" imgH="5486400" progId="Equation.DSMT4">
                  <p:embed/>
                  <p:pic>
                    <p:nvPicPr>
                      <p:cNvPr id="0" name="图片 44122"/>
                      <p:cNvPicPr>
                        <a:picLocks noChangeAspect="1" noChangeArrowheads="1"/>
                      </p:cNvPicPr>
                      <p:nvPr/>
                    </p:nvPicPr>
                    <p:blipFill>
                      <a:blip r:embed="rId6"/>
                      <a:srcRect/>
                      <a:stretch>
                        <a:fillRect/>
                      </a:stretch>
                    </p:blipFill>
                    <p:spPr bwMode="auto">
                      <a:xfrm>
                        <a:off x="3199629" y="3886063"/>
                        <a:ext cx="1467299" cy="533728"/>
                      </a:xfrm>
                      <a:prstGeom prst="rect">
                        <a:avLst/>
                      </a:prstGeom>
                      <a:noFill/>
                      <a:ln>
                        <a:noFill/>
                      </a:ln>
                    </p:spPr>
                  </p:pic>
                </p:oleObj>
              </mc:Fallback>
            </mc:AlternateContent>
          </a:graphicData>
        </a:graphic>
      </p:graphicFrame>
      <p:sp>
        <p:nvSpPr>
          <p:cNvPr id="21" name="TextBox 20"/>
          <p:cNvSpPr txBox="1"/>
          <p:nvPr/>
        </p:nvSpPr>
        <p:spPr>
          <a:xfrm>
            <a:off x="599079" y="4797152"/>
            <a:ext cx="5056192" cy="461665"/>
          </a:xfrm>
          <a:prstGeom prst="rect">
            <a:avLst/>
          </a:prstGeom>
          <a:noFill/>
        </p:spPr>
        <p:txBody>
          <a:bodyPr wrap="none" rtlCol="0">
            <a:spAutoFit/>
          </a:bodyPr>
          <a:lstStyle/>
          <a:p>
            <a:pPr>
              <a:spcBef>
                <a:spcPct val="20000"/>
              </a:spcBef>
            </a:pPr>
            <a:r>
              <a:rPr lang="zh-CN" altLang="en-US" sz="2400" dirty="0"/>
              <a:t>故原方程组的通解为</a:t>
            </a:r>
            <a:r>
              <a:rPr lang="en-US" altLang="zh-CN" sz="2400" dirty="0"/>
              <a:t>:</a:t>
            </a:r>
            <a:r>
              <a:rPr lang="zh-CN" altLang="en-US" sz="2400" dirty="0"/>
              <a:t>                  </a:t>
            </a:r>
            <a:endParaRPr lang="zh-CN" altLang="en-US" sz="2400" dirty="0"/>
          </a:p>
        </p:txBody>
      </p:sp>
      <p:sp>
        <p:nvSpPr>
          <p:cNvPr id="22" name="直角三角形 2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3" name="直角三角形 22"/>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aphicFrame>
        <p:nvGraphicFramePr>
          <p:cNvPr id="5" name="对象 4"/>
          <p:cNvGraphicFramePr>
            <a:graphicFrameLocks noChangeAspect="1"/>
          </p:cNvGraphicFramePr>
          <p:nvPr/>
        </p:nvGraphicFramePr>
        <p:xfrm>
          <a:off x="762000" y="3221038"/>
          <a:ext cx="819150" cy="461962"/>
        </p:xfrm>
        <a:graphic>
          <a:graphicData uri="http://schemas.openxmlformats.org/presentationml/2006/ole">
            <mc:AlternateContent xmlns:mc="http://schemas.openxmlformats.org/markup-compatibility/2006">
              <mc:Choice xmlns:v="urn:schemas-microsoft-com:vml" Requires="v">
                <p:oleObj spid="_x0000_s45208" name="Equation" r:id="rId7" imgW="9753600" imgH="5486400" progId="Equation.DSMT4">
                  <p:embed/>
                </p:oleObj>
              </mc:Choice>
              <mc:Fallback>
                <p:oleObj name="Equation" r:id="rId7" imgW="9753600" imgH="5486400" progId="Equation.DSMT4">
                  <p:embed/>
                  <p:pic>
                    <p:nvPicPr>
                      <p:cNvPr id="0" name="图片 45207"/>
                      <p:cNvPicPr/>
                      <p:nvPr/>
                    </p:nvPicPr>
                    <p:blipFill>
                      <a:blip r:embed="rId8"/>
                      <a:stretch>
                        <a:fillRect/>
                      </a:stretch>
                    </p:blipFill>
                    <p:spPr>
                      <a:xfrm>
                        <a:off x="762000" y="3221038"/>
                        <a:ext cx="819150" cy="46196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5269409" y="3209896"/>
          <a:ext cx="1457886" cy="461664"/>
        </p:xfrm>
        <a:graphic>
          <a:graphicData uri="http://schemas.openxmlformats.org/presentationml/2006/ole">
            <mc:AlternateContent xmlns:mc="http://schemas.openxmlformats.org/markup-compatibility/2006">
              <mc:Choice xmlns:v="urn:schemas-microsoft-com:vml" Requires="v">
                <p:oleObj spid="_x0000_s45209" name="Equation" r:id="rId9" imgW="18288000" imgH="5791200" progId="Equation.DSMT4">
                  <p:embed/>
                </p:oleObj>
              </mc:Choice>
              <mc:Fallback>
                <p:oleObj name="Equation" r:id="rId9" imgW="18288000" imgH="5791200" progId="Equation.DSMT4">
                  <p:embed/>
                  <p:pic>
                    <p:nvPicPr>
                      <p:cNvPr id="0" name="图片 45208"/>
                      <p:cNvPicPr/>
                      <p:nvPr/>
                    </p:nvPicPr>
                    <p:blipFill>
                      <a:blip r:embed="rId10"/>
                      <a:stretch>
                        <a:fillRect/>
                      </a:stretch>
                    </p:blipFill>
                    <p:spPr>
                      <a:xfrm>
                        <a:off x="5269409" y="3209896"/>
                        <a:ext cx="1457886" cy="461664"/>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1916113" y="5357813"/>
          <a:ext cx="4786312" cy="461962"/>
        </p:xfrm>
        <a:graphic>
          <a:graphicData uri="http://schemas.openxmlformats.org/presentationml/2006/ole">
            <mc:AlternateContent xmlns:mc="http://schemas.openxmlformats.org/markup-compatibility/2006">
              <mc:Choice xmlns:v="urn:schemas-microsoft-com:vml" Requires="v">
                <p:oleObj spid="_x0000_s45210" name="Equation" r:id="rId11" imgW="60045600" imgH="5791200" progId="Equation.DSMT4">
                  <p:embed/>
                </p:oleObj>
              </mc:Choice>
              <mc:Fallback>
                <p:oleObj name="Equation" r:id="rId11" imgW="60045600" imgH="5791200" progId="Equation.DSMT4">
                  <p:embed/>
                  <p:pic>
                    <p:nvPicPr>
                      <p:cNvPr id="0" name="图片 45209"/>
                      <p:cNvPicPr/>
                      <p:nvPr/>
                    </p:nvPicPr>
                    <p:blipFill>
                      <a:blip r:embed="rId12"/>
                      <a:stretch>
                        <a:fillRect/>
                      </a:stretch>
                    </p:blipFill>
                    <p:spPr>
                      <a:xfrm>
                        <a:off x="1916113" y="5357813"/>
                        <a:ext cx="4786312" cy="461962"/>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7640755" y="3929126"/>
          <a:ext cx="1411551" cy="461962"/>
        </p:xfrm>
        <a:graphic>
          <a:graphicData uri="http://schemas.openxmlformats.org/presentationml/2006/ole">
            <mc:AlternateContent xmlns:mc="http://schemas.openxmlformats.org/markup-compatibility/2006">
              <mc:Choice xmlns:v="urn:schemas-microsoft-com:vml" Requires="v">
                <p:oleObj spid="_x0000_s45211" name="Equation" r:id="rId13" imgW="16764000" imgH="5486400" progId="Equation.DSMT4">
                  <p:embed/>
                </p:oleObj>
              </mc:Choice>
              <mc:Fallback>
                <p:oleObj name="Equation" r:id="rId13" imgW="16764000" imgH="5486400" progId="Equation.DSMT4">
                  <p:embed/>
                  <p:pic>
                    <p:nvPicPr>
                      <p:cNvPr id="0" name="图片 45210"/>
                      <p:cNvPicPr/>
                      <p:nvPr/>
                    </p:nvPicPr>
                    <p:blipFill>
                      <a:blip r:embed="rId14"/>
                      <a:stretch>
                        <a:fillRect/>
                      </a:stretch>
                    </p:blipFill>
                    <p:spPr>
                      <a:xfrm>
                        <a:off x="7640755" y="3929126"/>
                        <a:ext cx="1411551" cy="46196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500"/>
                                        <p:tgtEl>
                                          <p:spTgt spid="15"/>
                                        </p:tgtEl>
                                      </p:cBhvr>
                                    </p:animEffect>
                                  </p:childTnLst>
                                </p:cTn>
                              </p:par>
                              <p:par>
                                <p:cTn id="28" presetID="22" presetClass="entr" presetSubtype="4"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down)">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down)">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3" grpId="0"/>
      <p:bldP spid="15"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95536" y="267431"/>
            <a:ext cx="8568952" cy="2873538"/>
            <a:chOff x="467544" y="620688"/>
            <a:chExt cx="8229600" cy="1923323"/>
          </a:xfrm>
        </p:grpSpPr>
        <p:sp>
          <p:nvSpPr>
            <p:cNvPr id="9" name="内容占位符 2"/>
            <p:cNvSpPr txBox="1"/>
            <p:nvPr/>
          </p:nvSpPr>
          <p:spPr>
            <a:xfrm>
              <a:off x="467544" y="620688"/>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7</a:t>
              </a:r>
              <a:r>
                <a:rPr lang="en-US" altLang="zh-CN" sz="2400" dirty="0"/>
                <a:t>   </a:t>
              </a:r>
              <a:r>
                <a:rPr lang="zh-CN" altLang="en-US" sz="2400" dirty="0"/>
                <a:t>交通流量规划问题转化为求解非齐次线性方程组</a:t>
              </a: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zh-CN" altLang="en-US" sz="2400" dirty="0"/>
            </a:p>
          </p:txBody>
        </p:sp>
        <p:graphicFrame>
          <p:nvGraphicFramePr>
            <p:cNvPr id="10" name="对象 9"/>
            <p:cNvGraphicFramePr>
              <a:graphicFrameLocks noChangeAspect="1"/>
            </p:cNvGraphicFramePr>
            <p:nvPr/>
          </p:nvGraphicFramePr>
          <p:xfrm>
            <a:off x="3302952" y="953525"/>
            <a:ext cx="2167266" cy="1590486"/>
          </p:xfrm>
          <a:graphic>
            <a:graphicData uri="http://schemas.openxmlformats.org/presentationml/2006/ole">
              <mc:AlternateContent xmlns:mc="http://schemas.openxmlformats.org/markup-compatibility/2006">
                <mc:Choice xmlns:v="urn:schemas-microsoft-com:vml" Requires="v">
                  <p:oleObj spid="_x0000_s46145" name="Equation" r:id="rId1" imgW="26212800" imgH="22555200" progId="Equation.DSMT4">
                    <p:embed/>
                  </p:oleObj>
                </mc:Choice>
                <mc:Fallback>
                  <p:oleObj name="Equation" r:id="rId1" imgW="26212800" imgH="22555200" progId="Equation.DSMT4">
                    <p:embed/>
                    <p:pic>
                      <p:nvPicPr>
                        <p:cNvPr id="0" name="图片 45090"/>
                        <p:cNvPicPr>
                          <a:picLocks noChangeAspect="1" noChangeArrowheads="1"/>
                        </p:cNvPicPr>
                        <p:nvPr/>
                      </p:nvPicPr>
                      <p:blipFill>
                        <a:blip r:embed="rId2"/>
                        <a:srcRect/>
                        <a:stretch>
                          <a:fillRect/>
                        </a:stretch>
                      </p:blipFill>
                      <p:spPr bwMode="auto">
                        <a:xfrm>
                          <a:off x="3302952" y="953525"/>
                          <a:ext cx="2167266" cy="1590486"/>
                        </a:xfrm>
                        <a:prstGeom prst="rect">
                          <a:avLst/>
                        </a:prstGeom>
                        <a:noFill/>
                        <a:ln>
                          <a:noFill/>
                        </a:ln>
                      </p:spPr>
                    </p:pic>
                  </p:oleObj>
                </mc:Fallback>
              </mc:AlternateContent>
            </a:graphicData>
          </a:graphic>
        </p:graphicFrame>
      </p:grpSp>
      <p:sp>
        <p:nvSpPr>
          <p:cNvPr id="11" name="内容占位符 2"/>
          <p:cNvSpPr txBox="1"/>
          <p:nvPr/>
        </p:nvSpPr>
        <p:spPr>
          <a:xfrm>
            <a:off x="493218" y="3429000"/>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endParaRPr lang="zh-CN" altLang="en-US" sz="2400" b="1" dirty="0"/>
          </a:p>
        </p:txBody>
      </p:sp>
      <p:sp>
        <p:nvSpPr>
          <p:cNvPr id="12" name="TextBox 11"/>
          <p:cNvSpPr txBox="1"/>
          <p:nvPr/>
        </p:nvSpPr>
        <p:spPr>
          <a:xfrm>
            <a:off x="1177014" y="3429000"/>
            <a:ext cx="7263527" cy="461665"/>
          </a:xfrm>
          <a:prstGeom prst="rect">
            <a:avLst/>
          </a:prstGeom>
          <a:noFill/>
        </p:spPr>
        <p:txBody>
          <a:bodyPr wrap="none" rtlCol="0">
            <a:spAutoFit/>
          </a:bodyPr>
          <a:lstStyle/>
          <a:p>
            <a:r>
              <a:rPr lang="zh-CN" altLang="zh-CN" sz="2200" dirty="0"/>
              <a:t>对</a:t>
            </a:r>
            <a:r>
              <a:rPr lang="zh-CN" altLang="en-US" sz="2200" dirty="0"/>
              <a:t>方程组的增广</a:t>
            </a:r>
            <a:r>
              <a:rPr lang="zh-CN" altLang="zh-CN" sz="2200" dirty="0"/>
              <a:t>矩阵</a:t>
            </a:r>
            <a:r>
              <a:rPr lang="zh-CN" altLang="en-US" sz="2400" b="1" i="1" dirty="0">
                <a:latin typeface="Times New Roman" panose="02020603050405020304" pitchFamily="18" charset="0"/>
                <a:cs typeface="Times New Roman" panose="02020603050405020304" pitchFamily="18" charset="0"/>
              </a:rPr>
              <a:t>    </a:t>
            </a:r>
            <a:r>
              <a:rPr lang="zh-CN" altLang="zh-CN" sz="2200" dirty="0"/>
              <a:t>作行初等变换，化成行阶梯矩阵：</a:t>
            </a:r>
            <a:endParaRPr lang="zh-CN" altLang="en-US" sz="2200" dirty="0"/>
          </a:p>
        </p:txBody>
      </p:sp>
      <p:graphicFrame>
        <p:nvGraphicFramePr>
          <p:cNvPr id="13" name="对象 12"/>
          <p:cNvGraphicFramePr>
            <a:graphicFrameLocks noChangeAspect="1"/>
          </p:cNvGraphicFramePr>
          <p:nvPr/>
        </p:nvGraphicFramePr>
        <p:xfrm>
          <a:off x="395536" y="3789040"/>
          <a:ext cx="8438655" cy="2377512"/>
        </p:xfrm>
        <a:graphic>
          <a:graphicData uri="http://schemas.openxmlformats.org/presentationml/2006/ole">
            <mc:AlternateContent xmlns:mc="http://schemas.openxmlformats.org/markup-compatibility/2006">
              <mc:Choice xmlns:v="urn:schemas-microsoft-com:vml" Requires="v">
                <p:oleObj spid="_x0000_s46146" name="Equation" r:id="rId3" imgW="143865600" imgH="40538400" progId="Equation.DSMT4">
                  <p:embed/>
                </p:oleObj>
              </mc:Choice>
              <mc:Fallback>
                <p:oleObj name="Equation" r:id="rId3" imgW="143865600" imgH="40538400" progId="Equation.DSMT4">
                  <p:embed/>
                  <p:pic>
                    <p:nvPicPr>
                      <p:cNvPr id="0" name="图片 45091"/>
                      <p:cNvPicPr/>
                      <p:nvPr/>
                    </p:nvPicPr>
                    <p:blipFill>
                      <a:blip r:embed="rId4"/>
                      <a:stretch>
                        <a:fillRect/>
                      </a:stretch>
                    </p:blipFill>
                    <p:spPr>
                      <a:xfrm>
                        <a:off x="395536" y="3789040"/>
                        <a:ext cx="8438655" cy="2377512"/>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3779838" y="3468688"/>
          <a:ext cx="309562" cy="417512"/>
        </p:xfrm>
        <a:graphic>
          <a:graphicData uri="http://schemas.openxmlformats.org/presentationml/2006/ole">
            <mc:AlternateContent xmlns:mc="http://schemas.openxmlformats.org/markup-compatibility/2006">
              <mc:Choice xmlns:v="urn:schemas-microsoft-com:vml" Requires="v">
                <p:oleObj spid="_x0000_s46147" name="Equation" r:id="rId5" imgW="3657600" imgH="4876800" progId="Equation.DSMT4">
                  <p:embed/>
                </p:oleObj>
              </mc:Choice>
              <mc:Fallback>
                <p:oleObj name="Equation" r:id="rId5" imgW="3657600" imgH="4876800" progId="Equation.DSMT4">
                  <p:embed/>
                  <p:pic>
                    <p:nvPicPr>
                      <p:cNvPr id="0" name="对象 19"/>
                      <p:cNvPicPr>
                        <a:picLocks noChangeAspect="1" noChangeArrowheads="1"/>
                      </p:cNvPicPr>
                      <p:nvPr/>
                    </p:nvPicPr>
                    <p:blipFill>
                      <a:blip r:embed="rId6"/>
                      <a:srcRect/>
                      <a:stretch>
                        <a:fillRect/>
                      </a:stretch>
                    </p:blipFill>
                    <p:spPr bwMode="auto">
                      <a:xfrm>
                        <a:off x="3779838" y="3468688"/>
                        <a:ext cx="30956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直角三角形 13"/>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直角三角形 1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par>
                                <p:cTn id="18" presetID="22" presetClass="entr" presetSubtype="8"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par>
                                <p:cTn id="21" presetID="22" presetClass="entr" presetSubtype="8"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95536" y="267431"/>
            <a:ext cx="8568952" cy="2657512"/>
            <a:chOff x="467544" y="620688"/>
            <a:chExt cx="8229600" cy="1778732"/>
          </a:xfrm>
        </p:grpSpPr>
        <p:sp>
          <p:nvSpPr>
            <p:cNvPr id="9" name="内容占位符 2"/>
            <p:cNvSpPr txBox="1"/>
            <p:nvPr/>
          </p:nvSpPr>
          <p:spPr>
            <a:xfrm>
              <a:off x="467544" y="620688"/>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7</a:t>
              </a:r>
              <a:r>
                <a:rPr lang="en-US" altLang="zh-CN" sz="2400" dirty="0"/>
                <a:t>   </a:t>
              </a:r>
              <a:r>
                <a:rPr lang="zh-CN" altLang="en-US" sz="2400" dirty="0"/>
                <a:t>交通流量规划问题转化为求解非齐次线性方程组</a:t>
              </a: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en-US" altLang="zh-CN" sz="2400" dirty="0"/>
            </a:p>
            <a:p>
              <a:pPr marL="0" indent="0">
                <a:buFont typeface="Arial" panose="020B0604020202020204" pitchFamily="34" charset="0"/>
                <a:buNone/>
              </a:pPr>
              <a:endParaRPr lang="zh-CN" altLang="en-US" sz="2400" dirty="0"/>
            </a:p>
          </p:txBody>
        </p:sp>
        <p:graphicFrame>
          <p:nvGraphicFramePr>
            <p:cNvPr id="10" name="对象 9"/>
            <p:cNvGraphicFramePr>
              <a:graphicFrameLocks noChangeAspect="1"/>
            </p:cNvGraphicFramePr>
            <p:nvPr/>
          </p:nvGraphicFramePr>
          <p:xfrm>
            <a:off x="3302952" y="953525"/>
            <a:ext cx="2167266" cy="1445895"/>
          </p:xfrm>
          <a:graphic>
            <a:graphicData uri="http://schemas.openxmlformats.org/presentationml/2006/ole">
              <mc:AlternateContent xmlns:mc="http://schemas.openxmlformats.org/markup-compatibility/2006">
                <mc:Choice xmlns:v="urn:schemas-microsoft-com:vml" Requires="v">
                  <p:oleObj spid="_x0000_s47169" name="Equation" r:id="rId1" imgW="26212800" imgH="22555200" progId="Equation.DSMT4">
                    <p:embed/>
                  </p:oleObj>
                </mc:Choice>
                <mc:Fallback>
                  <p:oleObj name="Equation" r:id="rId1" imgW="26212800" imgH="22555200" progId="Equation.DSMT4">
                    <p:embed/>
                    <p:pic>
                      <p:nvPicPr>
                        <p:cNvPr id="0" name="图片 46109"/>
                        <p:cNvPicPr>
                          <a:picLocks noChangeAspect="1" noChangeArrowheads="1"/>
                        </p:cNvPicPr>
                        <p:nvPr/>
                      </p:nvPicPr>
                      <p:blipFill>
                        <a:blip r:embed="rId2"/>
                        <a:srcRect/>
                        <a:stretch>
                          <a:fillRect/>
                        </a:stretch>
                      </p:blipFill>
                      <p:spPr bwMode="auto">
                        <a:xfrm>
                          <a:off x="3302952" y="953525"/>
                          <a:ext cx="2167266" cy="1445895"/>
                        </a:xfrm>
                        <a:prstGeom prst="rect">
                          <a:avLst/>
                        </a:prstGeom>
                        <a:noFill/>
                        <a:ln>
                          <a:noFill/>
                        </a:ln>
                      </p:spPr>
                    </p:pic>
                  </p:oleObj>
                </mc:Fallback>
              </mc:AlternateContent>
            </a:graphicData>
          </a:graphic>
        </p:graphicFrame>
      </p:grpSp>
      <p:sp>
        <p:nvSpPr>
          <p:cNvPr id="11" name="内容占位符 2"/>
          <p:cNvSpPr txBox="1"/>
          <p:nvPr/>
        </p:nvSpPr>
        <p:spPr>
          <a:xfrm>
            <a:off x="323528" y="3162672"/>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endParaRPr lang="zh-CN" altLang="en-US" sz="2400" b="1" dirty="0"/>
          </a:p>
        </p:txBody>
      </p:sp>
      <p:graphicFrame>
        <p:nvGraphicFramePr>
          <p:cNvPr id="2" name="对象 1"/>
          <p:cNvGraphicFramePr>
            <a:graphicFrameLocks noChangeAspect="1"/>
          </p:cNvGraphicFramePr>
          <p:nvPr/>
        </p:nvGraphicFramePr>
        <p:xfrm>
          <a:off x="971600" y="3068960"/>
          <a:ext cx="7904932" cy="1765439"/>
        </p:xfrm>
        <a:graphic>
          <a:graphicData uri="http://schemas.openxmlformats.org/presentationml/2006/ole">
            <mc:AlternateContent xmlns:mc="http://schemas.openxmlformats.org/markup-compatibility/2006">
              <mc:Choice xmlns:v="urn:schemas-microsoft-com:vml" Requires="v">
                <p:oleObj spid="_x0000_s47170" name="Equation" r:id="rId3" imgW="99364800" imgH="21945600" progId="Equation.DSMT4">
                  <p:embed/>
                </p:oleObj>
              </mc:Choice>
              <mc:Fallback>
                <p:oleObj name="Equation" r:id="rId3" imgW="99364800" imgH="21945600" progId="Equation.DSMT4">
                  <p:embed/>
                  <p:pic>
                    <p:nvPicPr>
                      <p:cNvPr id="0" name="图片 46110"/>
                      <p:cNvPicPr>
                        <a:picLocks noChangeAspect="1" noChangeArrowheads="1"/>
                      </p:cNvPicPr>
                      <p:nvPr/>
                    </p:nvPicPr>
                    <p:blipFill>
                      <a:blip r:embed="rId4"/>
                      <a:srcRect/>
                      <a:stretch>
                        <a:fillRect/>
                      </a:stretch>
                    </p:blipFill>
                    <p:spPr bwMode="auto">
                      <a:xfrm>
                        <a:off x="971600" y="3068960"/>
                        <a:ext cx="7904932" cy="1765439"/>
                      </a:xfrm>
                      <a:prstGeom prst="rect">
                        <a:avLst/>
                      </a:prstGeom>
                      <a:noFill/>
                      <a:ln>
                        <a:noFill/>
                      </a:ln>
                    </p:spPr>
                  </p:pic>
                </p:oleObj>
              </mc:Fallback>
            </mc:AlternateContent>
          </a:graphicData>
        </a:graphic>
      </p:graphicFrame>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直角三角形 12"/>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aphicFrame>
        <p:nvGraphicFramePr>
          <p:cNvPr id="4" name="对象 3"/>
          <p:cNvGraphicFramePr>
            <a:graphicFrameLocks noChangeAspect="1"/>
          </p:cNvGraphicFramePr>
          <p:nvPr/>
        </p:nvGraphicFramePr>
        <p:xfrm>
          <a:off x="1054718" y="4997840"/>
          <a:ext cx="6364598" cy="1527504"/>
        </p:xfrm>
        <a:graphic>
          <a:graphicData uri="http://schemas.openxmlformats.org/presentationml/2006/ole">
            <mc:AlternateContent xmlns:mc="http://schemas.openxmlformats.org/markup-compatibility/2006">
              <mc:Choice xmlns:v="urn:schemas-microsoft-com:vml" Requires="v">
                <p:oleObj spid="_x0000_s47171" name="Equation" r:id="rId5" imgW="91440000" imgH="21945600" progId="Equation.DSMT4">
                  <p:embed/>
                </p:oleObj>
              </mc:Choice>
              <mc:Fallback>
                <p:oleObj name="Equation" r:id="rId5" imgW="91440000" imgH="21945600" progId="Equation.DSMT4">
                  <p:embed/>
                  <p:pic>
                    <p:nvPicPr>
                      <p:cNvPr id="0" name="图片 47170"/>
                      <p:cNvPicPr/>
                      <p:nvPr/>
                    </p:nvPicPr>
                    <p:blipFill>
                      <a:blip r:embed="rId6"/>
                      <a:stretch>
                        <a:fillRect/>
                      </a:stretch>
                    </p:blipFill>
                    <p:spPr>
                      <a:xfrm>
                        <a:off x="1054718" y="4997840"/>
                        <a:ext cx="6364598" cy="1527504"/>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txBox="1"/>
          <p:nvPr/>
        </p:nvSpPr>
        <p:spPr>
          <a:xfrm>
            <a:off x="361428" y="404664"/>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endParaRPr lang="zh-CN" altLang="en-US" sz="2400" b="1" dirty="0"/>
          </a:p>
        </p:txBody>
      </p:sp>
      <p:sp>
        <p:nvSpPr>
          <p:cNvPr id="12" name="TextBox 11"/>
          <p:cNvSpPr txBox="1"/>
          <p:nvPr/>
        </p:nvSpPr>
        <p:spPr>
          <a:xfrm>
            <a:off x="1151620" y="404664"/>
            <a:ext cx="7308812" cy="461665"/>
          </a:xfrm>
          <a:prstGeom prst="rect">
            <a:avLst/>
          </a:prstGeom>
          <a:noFill/>
        </p:spPr>
        <p:txBody>
          <a:bodyPr wrap="square" rtlCol="0">
            <a:spAutoFit/>
          </a:bodyPr>
          <a:lstStyle/>
          <a:p>
            <a:r>
              <a:rPr lang="zh-CN" altLang="en-US" sz="2400" dirty="0"/>
              <a:t>因为                       ，所以方程组有无穷多解，</a:t>
            </a:r>
            <a:endParaRPr lang="zh-CN" altLang="en-US" sz="2400" dirty="0"/>
          </a:p>
        </p:txBody>
      </p:sp>
      <p:graphicFrame>
        <p:nvGraphicFramePr>
          <p:cNvPr id="13" name="对象 12"/>
          <p:cNvGraphicFramePr>
            <a:graphicFrameLocks noChangeAspect="1"/>
          </p:cNvGraphicFramePr>
          <p:nvPr/>
        </p:nvGraphicFramePr>
        <p:xfrm>
          <a:off x="1849438" y="364605"/>
          <a:ext cx="2508250" cy="542925"/>
        </p:xfrm>
        <a:graphic>
          <a:graphicData uri="http://schemas.openxmlformats.org/presentationml/2006/ole">
            <mc:AlternateContent xmlns:mc="http://schemas.openxmlformats.org/markup-compatibility/2006">
              <mc:Choice xmlns:v="urn:schemas-microsoft-com:vml" Requires="v">
                <p:oleObj spid="_x0000_s48277" name="Equation" r:id="rId1" imgW="28956000" imgH="5791200" progId="Equation.DSMT4">
                  <p:embed/>
                </p:oleObj>
              </mc:Choice>
              <mc:Fallback>
                <p:oleObj name="Equation" r:id="rId1" imgW="28956000" imgH="5791200" progId="Equation.DSMT4">
                  <p:embed/>
                  <p:pic>
                    <p:nvPicPr>
                      <p:cNvPr id="0" name="图片 47157"/>
                      <p:cNvPicPr>
                        <a:picLocks noChangeAspect="1" noChangeArrowheads="1"/>
                      </p:cNvPicPr>
                      <p:nvPr/>
                    </p:nvPicPr>
                    <p:blipFill>
                      <a:blip r:embed="rId2"/>
                      <a:srcRect/>
                      <a:stretch>
                        <a:fillRect/>
                      </a:stretch>
                    </p:blipFill>
                    <p:spPr bwMode="auto">
                      <a:xfrm>
                        <a:off x="1849438" y="364605"/>
                        <a:ext cx="25082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1151620" y="1519871"/>
            <a:ext cx="7308812" cy="461665"/>
          </a:xfrm>
          <a:prstGeom prst="rect">
            <a:avLst/>
          </a:prstGeom>
          <a:noFill/>
        </p:spPr>
        <p:txBody>
          <a:bodyPr wrap="square" rtlCol="0">
            <a:spAutoFit/>
          </a:bodyPr>
          <a:lstStyle/>
          <a:p>
            <a:r>
              <a:rPr lang="zh-CN" altLang="en-US" sz="2400" dirty="0"/>
              <a:t>且原方程组等价于方程组</a:t>
            </a:r>
            <a:endParaRPr lang="zh-CN" altLang="en-US" sz="2400" dirty="0"/>
          </a:p>
        </p:txBody>
      </p:sp>
      <p:sp>
        <p:nvSpPr>
          <p:cNvPr id="17" name="TextBox 16"/>
          <p:cNvSpPr txBox="1"/>
          <p:nvPr/>
        </p:nvSpPr>
        <p:spPr>
          <a:xfrm>
            <a:off x="892972" y="2601855"/>
            <a:ext cx="7308812" cy="461665"/>
          </a:xfrm>
          <a:prstGeom prst="rect">
            <a:avLst/>
          </a:prstGeom>
          <a:noFill/>
        </p:spPr>
        <p:txBody>
          <a:bodyPr wrap="square" rtlCol="0">
            <a:spAutoFit/>
          </a:bodyPr>
          <a:lstStyle/>
          <a:p>
            <a:r>
              <a:rPr lang="zh-CN" altLang="en-US" sz="2400" dirty="0"/>
              <a:t>令        ，得到方程组的一个特解为</a:t>
            </a:r>
            <a:endParaRPr lang="zh-CN" altLang="en-US" sz="2400" dirty="0"/>
          </a:p>
        </p:txBody>
      </p:sp>
      <p:graphicFrame>
        <p:nvGraphicFramePr>
          <p:cNvPr id="18" name="对象 17"/>
          <p:cNvGraphicFramePr>
            <a:graphicFrameLocks noChangeAspect="1"/>
          </p:cNvGraphicFramePr>
          <p:nvPr/>
        </p:nvGraphicFramePr>
        <p:xfrm>
          <a:off x="1331640" y="2603405"/>
          <a:ext cx="896144" cy="514350"/>
        </p:xfrm>
        <a:graphic>
          <a:graphicData uri="http://schemas.openxmlformats.org/presentationml/2006/ole">
            <mc:AlternateContent xmlns:mc="http://schemas.openxmlformats.org/markup-compatibility/2006">
              <mc:Choice xmlns:v="urn:schemas-microsoft-com:vml" Requires="v">
                <p:oleObj spid="_x0000_s48278" name="Equation" r:id="rId3" imgW="9753600" imgH="5486400" progId="Equation.DSMT4">
                  <p:embed/>
                </p:oleObj>
              </mc:Choice>
              <mc:Fallback>
                <p:oleObj name="Equation" r:id="rId3" imgW="9753600" imgH="5486400" progId="Equation.DSMT4">
                  <p:embed/>
                  <p:pic>
                    <p:nvPicPr>
                      <p:cNvPr id="0" name="图片 47159"/>
                      <p:cNvPicPr>
                        <a:picLocks noChangeAspect="1" noChangeArrowheads="1"/>
                      </p:cNvPicPr>
                      <p:nvPr/>
                    </p:nvPicPr>
                    <p:blipFill>
                      <a:blip r:embed="rId4"/>
                      <a:srcRect/>
                      <a:stretch>
                        <a:fillRect/>
                      </a:stretch>
                    </p:blipFill>
                    <p:spPr bwMode="auto">
                      <a:xfrm>
                        <a:off x="1331640" y="2603405"/>
                        <a:ext cx="896144" cy="514350"/>
                      </a:xfrm>
                      <a:prstGeom prst="rect">
                        <a:avLst/>
                      </a:prstGeom>
                      <a:noFill/>
                      <a:ln>
                        <a:noFill/>
                      </a:ln>
                    </p:spPr>
                  </p:pic>
                </p:oleObj>
              </mc:Fallback>
            </mc:AlternateContent>
          </a:graphicData>
        </a:graphic>
      </p:graphicFrame>
      <p:sp>
        <p:nvSpPr>
          <p:cNvPr id="19" name="TextBox 18"/>
          <p:cNvSpPr txBox="1"/>
          <p:nvPr/>
        </p:nvSpPr>
        <p:spPr>
          <a:xfrm>
            <a:off x="213908" y="3647026"/>
            <a:ext cx="7994496" cy="461665"/>
          </a:xfrm>
          <a:prstGeom prst="rect">
            <a:avLst/>
          </a:prstGeom>
          <a:noFill/>
        </p:spPr>
        <p:txBody>
          <a:bodyPr wrap="none" rtlCol="0">
            <a:spAutoFit/>
          </a:bodyPr>
          <a:lstStyle/>
          <a:p>
            <a:pPr>
              <a:spcBef>
                <a:spcPct val="20000"/>
              </a:spcBef>
            </a:pPr>
            <a:r>
              <a:rPr lang="zh-CN" altLang="en-US" sz="2400" dirty="0"/>
              <a:t>原方程组的导出组为            ，它的一个基础解系为      </a:t>
            </a:r>
            <a:endParaRPr lang="zh-CN" altLang="en-US" sz="2400" dirty="0"/>
          </a:p>
        </p:txBody>
      </p:sp>
      <p:graphicFrame>
        <p:nvGraphicFramePr>
          <p:cNvPr id="20" name="对象 19"/>
          <p:cNvGraphicFramePr>
            <a:graphicFrameLocks noChangeAspect="1"/>
          </p:cNvGraphicFramePr>
          <p:nvPr/>
        </p:nvGraphicFramePr>
        <p:xfrm>
          <a:off x="3090822" y="3067018"/>
          <a:ext cx="1219200" cy="1658938"/>
        </p:xfrm>
        <a:graphic>
          <a:graphicData uri="http://schemas.openxmlformats.org/presentationml/2006/ole">
            <mc:AlternateContent xmlns:mc="http://schemas.openxmlformats.org/markup-compatibility/2006">
              <mc:Choice xmlns:v="urn:schemas-microsoft-com:vml" Requires="v">
                <p:oleObj spid="_x0000_s48279" name="Equation" r:id="rId5" imgW="13411200" imgH="17068800" progId="Equation.DSMT4">
                  <p:embed/>
                </p:oleObj>
              </mc:Choice>
              <mc:Fallback>
                <p:oleObj name="Equation" r:id="rId5" imgW="13411200" imgH="17068800" progId="Equation.DSMT4">
                  <p:embed/>
                  <p:pic>
                    <p:nvPicPr>
                      <p:cNvPr id="0" name="图片 47161"/>
                      <p:cNvPicPr>
                        <a:picLocks noChangeAspect="1" noChangeArrowheads="1"/>
                      </p:cNvPicPr>
                      <p:nvPr/>
                    </p:nvPicPr>
                    <p:blipFill>
                      <a:blip r:embed="rId6"/>
                      <a:srcRect/>
                      <a:stretch>
                        <a:fillRect/>
                      </a:stretch>
                    </p:blipFill>
                    <p:spPr bwMode="auto">
                      <a:xfrm>
                        <a:off x="3090822" y="3067018"/>
                        <a:ext cx="1219200" cy="1658938"/>
                      </a:xfrm>
                      <a:prstGeom prst="rect">
                        <a:avLst/>
                      </a:prstGeom>
                      <a:noFill/>
                      <a:ln>
                        <a:noFill/>
                      </a:ln>
                    </p:spPr>
                  </p:pic>
                </p:oleObj>
              </mc:Fallback>
            </mc:AlternateContent>
          </a:graphicData>
        </a:graphic>
      </p:graphicFrame>
      <p:graphicFrame>
        <p:nvGraphicFramePr>
          <p:cNvPr id="21" name="对象 20"/>
          <p:cNvGraphicFramePr>
            <a:graphicFrameLocks noChangeAspect="1"/>
          </p:cNvGraphicFramePr>
          <p:nvPr/>
        </p:nvGraphicFramePr>
        <p:xfrm>
          <a:off x="7308304" y="3611579"/>
          <a:ext cx="1576388" cy="466725"/>
        </p:xfrm>
        <a:graphic>
          <a:graphicData uri="http://schemas.openxmlformats.org/presentationml/2006/ole">
            <mc:AlternateContent xmlns:mc="http://schemas.openxmlformats.org/markup-compatibility/2006">
              <mc:Choice xmlns:v="urn:schemas-microsoft-com:vml" Requires="v">
                <p:oleObj spid="_x0000_s48280" name="Equation" r:id="rId7" imgW="19812000" imgH="5486400" progId="Equation.DSMT4">
                  <p:embed/>
                </p:oleObj>
              </mc:Choice>
              <mc:Fallback>
                <p:oleObj name="Equation" r:id="rId7" imgW="19812000" imgH="5486400" progId="Equation.DSMT4">
                  <p:embed/>
                  <p:pic>
                    <p:nvPicPr>
                      <p:cNvPr id="0" name="图片 47162"/>
                      <p:cNvPicPr>
                        <a:picLocks noChangeAspect="1" noChangeArrowheads="1"/>
                      </p:cNvPicPr>
                      <p:nvPr/>
                    </p:nvPicPr>
                    <p:blipFill>
                      <a:blip r:embed="rId8"/>
                      <a:srcRect/>
                      <a:stretch>
                        <a:fillRect/>
                      </a:stretch>
                    </p:blipFill>
                    <p:spPr bwMode="auto">
                      <a:xfrm>
                        <a:off x="7308304" y="3611579"/>
                        <a:ext cx="15763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Box 21"/>
          <p:cNvSpPr txBox="1"/>
          <p:nvPr/>
        </p:nvSpPr>
        <p:spPr>
          <a:xfrm>
            <a:off x="251520" y="4653136"/>
            <a:ext cx="5056192" cy="461665"/>
          </a:xfrm>
          <a:prstGeom prst="rect">
            <a:avLst/>
          </a:prstGeom>
          <a:noFill/>
        </p:spPr>
        <p:txBody>
          <a:bodyPr wrap="none" rtlCol="0">
            <a:spAutoFit/>
          </a:bodyPr>
          <a:lstStyle/>
          <a:p>
            <a:pPr>
              <a:spcBef>
                <a:spcPct val="20000"/>
              </a:spcBef>
            </a:pPr>
            <a:r>
              <a:rPr lang="zh-CN" altLang="en-US" sz="2400" dirty="0"/>
              <a:t>故原方程组的通解为</a:t>
            </a:r>
            <a:r>
              <a:rPr lang="en-US" altLang="zh-CN" sz="2400" dirty="0"/>
              <a:t>:</a:t>
            </a:r>
            <a:r>
              <a:rPr lang="zh-CN" altLang="en-US" sz="2400" dirty="0"/>
              <a:t>                  </a:t>
            </a:r>
            <a:endParaRPr lang="zh-CN" altLang="en-US" sz="2400" dirty="0"/>
          </a:p>
        </p:txBody>
      </p:sp>
      <p:sp>
        <p:nvSpPr>
          <p:cNvPr id="23" name="标题 1"/>
          <p:cNvSpPr>
            <a:spLocks noGrp="1"/>
          </p:cNvSpPr>
          <p:nvPr>
            <p:ph type="title"/>
          </p:nvPr>
        </p:nvSpPr>
        <p:spPr>
          <a:xfrm>
            <a:off x="611560" y="5636543"/>
            <a:ext cx="8617615" cy="864096"/>
          </a:xfrm>
        </p:spPr>
        <p:txBody>
          <a:bodyPr>
            <a:noAutofit/>
          </a:bodyPr>
          <a:lstStyle/>
          <a:p>
            <a:pPr algn="l">
              <a:lnSpc>
                <a:spcPct val="150000"/>
              </a:lnSpc>
            </a:pPr>
            <a:r>
              <a:rPr lang="zh-CN" altLang="en-US" sz="2400" b="1" dirty="0">
                <a:solidFill>
                  <a:srgbClr val="FF0000"/>
                </a:solidFill>
              </a:rPr>
              <a:t>注意</a:t>
            </a:r>
            <a:r>
              <a:rPr lang="zh-CN" altLang="en-US" sz="2400" b="1" dirty="0"/>
              <a:t>：</a:t>
            </a:r>
            <a:r>
              <a:rPr lang="zh-CN" altLang="en-US" sz="2400" dirty="0">
                <a:latin typeface="+mn-lt"/>
                <a:ea typeface="+mn-ea"/>
                <a:cs typeface="+mn-cs"/>
              </a:rPr>
              <a:t>可以根据道路的具体情况，给出非齐次线性方程组不同时段的特解。</a:t>
            </a:r>
            <a:endParaRPr lang="zh-CN" altLang="en-US" sz="2400" dirty="0">
              <a:latin typeface="+mn-lt"/>
              <a:ea typeface="+mn-ea"/>
              <a:cs typeface="+mn-cs"/>
            </a:endParaRPr>
          </a:p>
        </p:txBody>
      </p:sp>
      <p:sp>
        <p:nvSpPr>
          <p:cNvPr id="24" name="直角三角形 23"/>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5" name="直角三角形 2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aphicFrame>
        <p:nvGraphicFramePr>
          <p:cNvPr id="2" name="对象 1"/>
          <p:cNvGraphicFramePr>
            <a:graphicFrameLocks noChangeAspect="1"/>
          </p:cNvGraphicFramePr>
          <p:nvPr/>
        </p:nvGraphicFramePr>
        <p:xfrm>
          <a:off x="1476375" y="5084763"/>
          <a:ext cx="6426200" cy="482600"/>
        </p:xfrm>
        <a:graphic>
          <a:graphicData uri="http://schemas.openxmlformats.org/presentationml/2006/ole">
            <mc:AlternateContent xmlns:mc="http://schemas.openxmlformats.org/markup-compatibility/2006">
              <mc:Choice xmlns:v="urn:schemas-microsoft-com:vml" Requires="v">
                <p:oleObj spid="_x0000_s48281" name="Equation" r:id="rId9" imgW="77114400" imgH="5791200" progId="Equation.DSMT4">
                  <p:embed/>
                </p:oleObj>
              </mc:Choice>
              <mc:Fallback>
                <p:oleObj name="Equation" r:id="rId9" imgW="77114400" imgH="5791200" progId="Equation.DSMT4">
                  <p:embed/>
                  <p:pic>
                    <p:nvPicPr>
                      <p:cNvPr id="0" name="图片 48280"/>
                      <p:cNvPicPr/>
                      <p:nvPr/>
                    </p:nvPicPr>
                    <p:blipFill>
                      <a:blip r:embed="rId10"/>
                      <a:stretch>
                        <a:fillRect/>
                      </a:stretch>
                    </p:blipFill>
                    <p:spPr>
                      <a:xfrm>
                        <a:off x="1476375" y="5084763"/>
                        <a:ext cx="6426200" cy="482600"/>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5783263" y="2582863"/>
          <a:ext cx="3219450" cy="466725"/>
        </p:xfrm>
        <a:graphic>
          <a:graphicData uri="http://schemas.openxmlformats.org/presentationml/2006/ole">
            <mc:AlternateContent xmlns:mc="http://schemas.openxmlformats.org/markup-compatibility/2006">
              <mc:Choice xmlns:v="urn:schemas-microsoft-com:vml" Requires="v">
                <p:oleObj spid="_x0000_s48282" name="Equation" r:id="rId11" imgW="39928800" imgH="5791200" progId="Equation.DSMT4">
                  <p:embed/>
                </p:oleObj>
              </mc:Choice>
              <mc:Fallback>
                <p:oleObj name="Equation" r:id="rId11" imgW="39928800" imgH="5791200" progId="Equation.DSMT4">
                  <p:embed/>
                  <p:pic>
                    <p:nvPicPr>
                      <p:cNvPr id="0" name="图片 48281"/>
                      <p:cNvPicPr/>
                      <p:nvPr/>
                    </p:nvPicPr>
                    <p:blipFill>
                      <a:blip r:embed="rId12"/>
                      <a:stretch>
                        <a:fillRect/>
                      </a:stretch>
                    </p:blipFill>
                    <p:spPr>
                      <a:xfrm>
                        <a:off x="5783263" y="2582863"/>
                        <a:ext cx="3219450" cy="466725"/>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780671" y="1046108"/>
          <a:ext cx="1636945" cy="1348073"/>
        </p:xfrm>
        <a:graphic>
          <a:graphicData uri="http://schemas.openxmlformats.org/presentationml/2006/ole">
            <mc:AlternateContent xmlns:mc="http://schemas.openxmlformats.org/markup-compatibility/2006">
              <mc:Choice xmlns:v="urn:schemas-microsoft-com:vml" Requires="v">
                <p:oleObj spid="_x0000_s48283" name="Equation" r:id="rId13" imgW="20726400" imgH="17068800" progId="Equation.DSMT4">
                  <p:embed/>
                </p:oleObj>
              </mc:Choice>
              <mc:Fallback>
                <p:oleObj name="Equation" r:id="rId13" imgW="20726400" imgH="17068800" progId="Equation.DSMT4">
                  <p:embed/>
                  <p:pic>
                    <p:nvPicPr>
                      <p:cNvPr id="0" name="图片 48282"/>
                      <p:cNvPicPr/>
                      <p:nvPr/>
                    </p:nvPicPr>
                    <p:blipFill>
                      <a:blip r:embed="rId14"/>
                      <a:stretch>
                        <a:fillRect/>
                      </a:stretch>
                    </p:blipFill>
                    <p:spPr>
                      <a:xfrm>
                        <a:off x="4780671" y="1046108"/>
                        <a:ext cx="1636945" cy="1348073"/>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down)">
                                      <p:cBhvr>
                                        <p:cTn id="18" dur="500"/>
                                        <p:tgtEl>
                                          <p:spTgt spid="18"/>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down)">
                                      <p:cBhvr>
                                        <p:cTn id="26" dur="500"/>
                                        <p:tgtEl>
                                          <p:spTgt spid="19"/>
                                        </p:tgtEl>
                                      </p:cBhvr>
                                    </p:animEffect>
                                  </p:childTnLst>
                                </p:cTn>
                              </p:par>
                              <p:par>
                                <p:cTn id="27" presetID="22" presetClass="entr" presetSubtype="4"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down)">
                                      <p:cBhvr>
                                        <p:cTn id="29" dur="500"/>
                                        <p:tgtEl>
                                          <p:spTgt spid="20"/>
                                        </p:tgtEl>
                                      </p:cBhvr>
                                    </p:animEffect>
                                  </p:childTnLst>
                                </p:cTn>
                              </p:par>
                              <p:par>
                                <p:cTn id="30" presetID="22" presetClass="entr" presetSubtype="4"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down)">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7" grpId="0"/>
      <p:bldP spid="19" grpId="0"/>
      <p:bldP spid="2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F9CCB8D-98C4-4DED-A905-09207CC44A42}" type="datetime3">
              <a:rPr lang="zh-CN" altLang="en-US" smtClean="0"/>
            </a:fld>
            <a:endParaRPr lang="en-US" altLang="zh-CN"/>
          </a:p>
        </p:txBody>
      </p:sp>
      <p:sp>
        <p:nvSpPr>
          <p:cNvPr id="922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92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96B0CD-4933-4DD7-8B03-4A279B138083}" type="slidenum">
              <a:rPr lang="en-US" altLang="zh-CN"/>
            </a:fld>
            <a:endParaRPr lang="en-US" altLang="zh-CN"/>
          </a:p>
        </p:txBody>
      </p:sp>
      <p:sp>
        <p:nvSpPr>
          <p:cNvPr id="37890" name="Text Box 2"/>
          <p:cNvSpPr txBox="1">
            <a:spLocks noChangeArrowheads="1"/>
          </p:cNvSpPr>
          <p:nvPr/>
        </p:nvSpPr>
        <p:spPr bwMode="auto">
          <a:xfrm>
            <a:off x="323850" y="536575"/>
            <a:ext cx="1079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dirty="0">
                <a:solidFill>
                  <a:srgbClr val="0000FF"/>
                </a:solidFill>
                <a:latin typeface="Times New Roman" panose="02020603050405020304" pitchFamily="18" charset="0"/>
                <a:ea typeface="楷体_GB2312" pitchFamily="49" charset="-122"/>
              </a:rPr>
              <a:t>例</a:t>
            </a:r>
            <a:r>
              <a:rPr lang="en-US" altLang="zh-CN" sz="2400" b="1" dirty="0">
                <a:solidFill>
                  <a:srgbClr val="0000FF"/>
                </a:solidFill>
                <a:latin typeface="Times New Roman" panose="02020603050405020304" pitchFamily="18" charset="0"/>
                <a:ea typeface="楷体_GB2312" pitchFamily="49" charset="-122"/>
              </a:rPr>
              <a:t>4.9</a:t>
            </a:r>
            <a:endParaRPr lang="en-US" altLang="zh-CN" sz="2400" b="1" dirty="0">
              <a:solidFill>
                <a:srgbClr val="0000FF"/>
              </a:solidFill>
              <a:latin typeface="Times New Roman" panose="02020603050405020304" pitchFamily="18" charset="0"/>
              <a:ea typeface="楷体_GB2312" pitchFamily="49" charset="-122"/>
            </a:endParaRPr>
          </a:p>
        </p:txBody>
      </p:sp>
      <p:sp>
        <p:nvSpPr>
          <p:cNvPr id="37891" name="Text Box 3"/>
          <p:cNvSpPr txBox="1">
            <a:spLocks noChangeArrowheads="1"/>
          </p:cNvSpPr>
          <p:nvPr/>
        </p:nvSpPr>
        <p:spPr bwMode="auto">
          <a:xfrm>
            <a:off x="1403350" y="522288"/>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latin typeface="Times New Roman" panose="02020603050405020304" pitchFamily="18" charset="0"/>
                <a:ea typeface="楷体_GB2312" pitchFamily="49" charset="-122"/>
              </a:rPr>
              <a:t>解方程组</a:t>
            </a:r>
            <a:endParaRPr lang="zh-CN" altLang="en-US" sz="2400" b="1">
              <a:solidFill>
                <a:srgbClr val="0000FF"/>
              </a:solidFill>
              <a:latin typeface="Times New Roman" panose="02020603050405020304" pitchFamily="18" charset="0"/>
              <a:ea typeface="楷体_GB2312" pitchFamily="49" charset="-122"/>
            </a:endParaRPr>
          </a:p>
        </p:txBody>
      </p:sp>
      <p:graphicFrame>
        <p:nvGraphicFramePr>
          <p:cNvPr id="37892" name="Object 4"/>
          <p:cNvGraphicFramePr>
            <a:graphicFrameLocks noChangeAspect="1"/>
          </p:cNvGraphicFramePr>
          <p:nvPr/>
        </p:nvGraphicFramePr>
        <p:xfrm>
          <a:off x="2843213" y="-1588"/>
          <a:ext cx="3244850" cy="1552576"/>
        </p:xfrm>
        <a:graphic>
          <a:graphicData uri="http://schemas.openxmlformats.org/presentationml/2006/ole">
            <mc:AlternateContent xmlns:mc="http://schemas.openxmlformats.org/markup-compatibility/2006">
              <mc:Choice xmlns:v="urn:schemas-microsoft-com:vml" Requires="v">
                <p:oleObj spid="_x0000_s49238" name="Equation" r:id="rId1" imgW="2051050" imgH="979805" progId="Equation.DSMT4">
                  <p:embed/>
                </p:oleObj>
              </mc:Choice>
              <mc:Fallback>
                <p:oleObj name="Equation" r:id="rId1" imgW="2051050" imgH="979805"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588"/>
                        <a:ext cx="3244850" cy="15525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3" name="Text Box 5"/>
          <p:cNvSpPr txBox="1">
            <a:spLocks noChangeArrowheads="1"/>
          </p:cNvSpPr>
          <p:nvPr/>
        </p:nvSpPr>
        <p:spPr bwMode="auto">
          <a:xfrm>
            <a:off x="395288" y="165417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latin typeface="Times New Roman" panose="02020603050405020304" pitchFamily="18" charset="0"/>
                <a:ea typeface="楷体_GB2312" pitchFamily="49" charset="-122"/>
              </a:rPr>
              <a:t>解</a:t>
            </a:r>
            <a:endParaRPr lang="zh-CN" altLang="en-US" sz="2400" b="1">
              <a:solidFill>
                <a:srgbClr val="0000FF"/>
              </a:solidFill>
              <a:latin typeface="Times New Roman" panose="02020603050405020304" pitchFamily="18" charset="0"/>
              <a:ea typeface="楷体_GB2312" pitchFamily="49" charset="-122"/>
            </a:endParaRPr>
          </a:p>
        </p:txBody>
      </p:sp>
      <p:graphicFrame>
        <p:nvGraphicFramePr>
          <p:cNvPr id="37894" name="Object 6"/>
          <p:cNvGraphicFramePr>
            <a:graphicFrameLocks noChangeAspect="1"/>
          </p:cNvGraphicFramePr>
          <p:nvPr/>
        </p:nvGraphicFramePr>
        <p:xfrm>
          <a:off x="971550" y="1581150"/>
          <a:ext cx="7559675" cy="1454150"/>
        </p:xfrm>
        <a:graphic>
          <a:graphicData uri="http://schemas.openxmlformats.org/presentationml/2006/ole">
            <mc:AlternateContent xmlns:mc="http://schemas.openxmlformats.org/markup-compatibility/2006">
              <mc:Choice xmlns:v="urn:schemas-microsoft-com:vml" Requires="v">
                <p:oleObj spid="_x0000_s49239" name="Equation" r:id="rId3" imgW="3695700" imgH="711200" progId="Equation.DSMT4">
                  <p:embed/>
                </p:oleObj>
              </mc:Choice>
              <mc:Fallback>
                <p:oleObj name="Equation" r:id="rId3" imgW="3695700" imgH="7112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581150"/>
                        <a:ext cx="7559675" cy="1454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5" name="Object 7"/>
          <p:cNvGraphicFramePr>
            <a:graphicFrameLocks noChangeAspect="1"/>
          </p:cNvGraphicFramePr>
          <p:nvPr/>
        </p:nvGraphicFramePr>
        <p:xfrm>
          <a:off x="827088" y="3309938"/>
          <a:ext cx="3527425" cy="1266825"/>
        </p:xfrm>
        <a:graphic>
          <a:graphicData uri="http://schemas.openxmlformats.org/presentationml/2006/ole">
            <mc:AlternateContent xmlns:mc="http://schemas.openxmlformats.org/markup-compatibility/2006">
              <mc:Choice xmlns:v="urn:schemas-microsoft-com:vml" Requires="v">
                <p:oleObj spid="_x0000_s49240" name="Equation" r:id="rId5" imgW="1981200" imgH="711200" progId="Equation.DSMT4">
                  <p:embed/>
                </p:oleObj>
              </mc:Choice>
              <mc:Fallback>
                <p:oleObj name="Equation" r:id="rId5" imgW="1981200" imgH="71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3309938"/>
                        <a:ext cx="3527425"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6" name="Text Box 8"/>
          <p:cNvSpPr txBox="1">
            <a:spLocks noChangeArrowheads="1"/>
          </p:cNvSpPr>
          <p:nvPr/>
        </p:nvSpPr>
        <p:spPr bwMode="auto">
          <a:xfrm>
            <a:off x="4498975" y="3598863"/>
            <a:ext cx="481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ea typeface="楷体_GB2312" pitchFamily="49" charset="-122"/>
              </a:rPr>
              <a:t>所以</a:t>
            </a:r>
            <a:r>
              <a:rPr lang="en-US" altLang="zh-CN" sz="2400" b="1">
                <a:latin typeface="Times New Roman" panose="02020603050405020304" pitchFamily="18" charset="0"/>
                <a:ea typeface="楷体_GB2312" pitchFamily="49" charset="-122"/>
              </a:rPr>
              <a:t>R(A)=R(B)=2,</a:t>
            </a:r>
            <a:r>
              <a:rPr lang="zh-CN" altLang="en-US" sz="2400" b="1">
                <a:latin typeface="Times New Roman" panose="02020603050405020304" pitchFamily="18" charset="0"/>
                <a:ea typeface="楷体_GB2312" pitchFamily="49" charset="-122"/>
              </a:rPr>
              <a:t>即方程组有解</a:t>
            </a:r>
            <a:r>
              <a:rPr lang="en-US" altLang="zh-CN" sz="2400" b="1">
                <a:latin typeface="Times New Roman" panose="02020603050405020304" pitchFamily="18" charset="0"/>
                <a:ea typeface="楷体_GB2312" pitchFamily="49" charset="-122"/>
              </a:rPr>
              <a:t>.</a:t>
            </a:r>
            <a:r>
              <a:rPr lang="zh-CN" altLang="en-US" sz="2000" b="1">
                <a:latin typeface="Times New Roman" panose="02020603050405020304" pitchFamily="18" charset="0"/>
                <a:ea typeface="楷体_GB2312" pitchFamily="49" charset="-122"/>
              </a:rPr>
              <a:t>。</a:t>
            </a:r>
            <a:endParaRPr lang="zh-CN" altLang="en-US" sz="2000" b="1">
              <a:latin typeface="Times New Roman" panose="02020603050405020304" pitchFamily="18" charset="0"/>
              <a:ea typeface="楷体_GB2312" pitchFamily="49" charset="-122"/>
            </a:endParaRPr>
          </a:p>
        </p:txBody>
      </p:sp>
      <p:graphicFrame>
        <p:nvGraphicFramePr>
          <p:cNvPr id="37897" name="Object 9"/>
          <p:cNvGraphicFramePr>
            <a:graphicFrameLocks noChangeAspect="1"/>
          </p:cNvGraphicFramePr>
          <p:nvPr/>
        </p:nvGraphicFramePr>
        <p:xfrm>
          <a:off x="1860550" y="4391025"/>
          <a:ext cx="5832475" cy="1990725"/>
        </p:xfrm>
        <a:graphic>
          <a:graphicData uri="http://schemas.openxmlformats.org/presentationml/2006/ole">
            <mc:AlternateContent xmlns:mc="http://schemas.openxmlformats.org/markup-compatibility/2006">
              <mc:Choice xmlns:v="urn:schemas-microsoft-com:vml" Requires="v">
                <p:oleObj spid="_x0000_s49241" name="Equation" r:id="rId7" imgW="3644900" imgH="1244600" progId="Equation.DSMT4">
                  <p:embed/>
                </p:oleObj>
              </mc:Choice>
              <mc:Fallback>
                <p:oleObj name="Equation" r:id="rId7" imgW="3644900" imgH="12446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0550" y="4391025"/>
                        <a:ext cx="583247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additive="base">
                                        <p:cTn id="7" dur="500" fill="hold"/>
                                        <p:tgtEl>
                                          <p:spTgt spid="37890"/>
                                        </p:tgtEl>
                                        <p:attrNameLst>
                                          <p:attrName>ppt_x</p:attrName>
                                        </p:attrNameLst>
                                      </p:cBhvr>
                                      <p:tavLst>
                                        <p:tav tm="0">
                                          <p:val>
                                            <p:strVal val="0-#ppt_w/2"/>
                                          </p:val>
                                        </p:tav>
                                        <p:tav tm="100000">
                                          <p:val>
                                            <p:strVal val="#ppt_x"/>
                                          </p:val>
                                        </p:tav>
                                      </p:tavLst>
                                    </p:anim>
                                    <p:anim calcmode="lin" valueType="num">
                                      <p:cBhvr additive="base">
                                        <p:cTn id="8" dur="500" fill="hold"/>
                                        <p:tgtEl>
                                          <p:spTgt spid="3789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7891"/>
                                        </p:tgtEl>
                                        <p:attrNameLst>
                                          <p:attrName>style.visibility</p:attrName>
                                        </p:attrNameLst>
                                      </p:cBhvr>
                                      <p:to>
                                        <p:strVal val="visible"/>
                                      </p:to>
                                    </p:set>
                                    <p:anim calcmode="lin" valueType="num">
                                      <p:cBhvr additive="base">
                                        <p:cTn id="11" dur="500" fill="hold"/>
                                        <p:tgtEl>
                                          <p:spTgt spid="37891"/>
                                        </p:tgtEl>
                                        <p:attrNameLst>
                                          <p:attrName>ppt_x</p:attrName>
                                        </p:attrNameLst>
                                      </p:cBhvr>
                                      <p:tavLst>
                                        <p:tav tm="0">
                                          <p:val>
                                            <p:strVal val="0-#ppt_w/2"/>
                                          </p:val>
                                        </p:tav>
                                        <p:tav tm="100000">
                                          <p:val>
                                            <p:strVal val="#ppt_x"/>
                                          </p:val>
                                        </p:tav>
                                      </p:tavLst>
                                    </p:anim>
                                    <p:anim calcmode="lin" valueType="num">
                                      <p:cBhvr additive="base">
                                        <p:cTn id="12" dur="500" fill="hold"/>
                                        <p:tgtEl>
                                          <p:spTgt spid="3789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7892"/>
                                        </p:tgtEl>
                                        <p:attrNameLst>
                                          <p:attrName>style.visibility</p:attrName>
                                        </p:attrNameLst>
                                      </p:cBhvr>
                                      <p:to>
                                        <p:strVal val="visible"/>
                                      </p:to>
                                    </p:set>
                                    <p:anim calcmode="lin" valueType="num">
                                      <p:cBhvr additive="base">
                                        <p:cTn id="15" dur="500" fill="hold"/>
                                        <p:tgtEl>
                                          <p:spTgt spid="37892"/>
                                        </p:tgtEl>
                                        <p:attrNameLst>
                                          <p:attrName>ppt_x</p:attrName>
                                        </p:attrNameLst>
                                      </p:cBhvr>
                                      <p:tavLst>
                                        <p:tav tm="0">
                                          <p:val>
                                            <p:strVal val="0-#ppt_w/2"/>
                                          </p:val>
                                        </p:tav>
                                        <p:tav tm="100000">
                                          <p:val>
                                            <p:strVal val="#ppt_x"/>
                                          </p:val>
                                        </p:tav>
                                      </p:tavLst>
                                    </p:anim>
                                    <p:anim calcmode="lin" valueType="num">
                                      <p:cBhvr additive="base">
                                        <p:cTn id="16" dur="500" fill="hold"/>
                                        <p:tgtEl>
                                          <p:spTgt spid="37892"/>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37894"/>
                                        </p:tgtEl>
                                        <p:attrNameLst>
                                          <p:attrName>style.visibility</p:attrName>
                                        </p:attrNameLst>
                                      </p:cBhvr>
                                      <p:to>
                                        <p:strVal val="visible"/>
                                      </p:to>
                                    </p:set>
                                    <p:anim calcmode="lin" valueType="num">
                                      <p:cBhvr additive="base">
                                        <p:cTn id="21" dur="500" fill="hold"/>
                                        <p:tgtEl>
                                          <p:spTgt spid="37894"/>
                                        </p:tgtEl>
                                        <p:attrNameLst>
                                          <p:attrName>ppt_x</p:attrName>
                                        </p:attrNameLst>
                                      </p:cBhvr>
                                      <p:tavLst>
                                        <p:tav tm="0">
                                          <p:val>
                                            <p:strVal val="0-#ppt_w/2"/>
                                          </p:val>
                                        </p:tav>
                                        <p:tav tm="100000">
                                          <p:val>
                                            <p:strVal val="#ppt_x"/>
                                          </p:val>
                                        </p:tav>
                                      </p:tavLst>
                                    </p:anim>
                                    <p:anim calcmode="lin" valueType="num">
                                      <p:cBhvr additive="base">
                                        <p:cTn id="22" dur="500" fill="hold"/>
                                        <p:tgtEl>
                                          <p:spTgt spid="37894"/>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7893"/>
                                        </p:tgtEl>
                                        <p:attrNameLst>
                                          <p:attrName>style.visibility</p:attrName>
                                        </p:attrNameLst>
                                      </p:cBhvr>
                                      <p:to>
                                        <p:strVal val="visible"/>
                                      </p:to>
                                    </p:set>
                                    <p:anim calcmode="lin" valueType="num">
                                      <p:cBhvr additive="base">
                                        <p:cTn id="25" dur="500" fill="hold"/>
                                        <p:tgtEl>
                                          <p:spTgt spid="37893"/>
                                        </p:tgtEl>
                                        <p:attrNameLst>
                                          <p:attrName>ppt_x</p:attrName>
                                        </p:attrNameLst>
                                      </p:cBhvr>
                                      <p:tavLst>
                                        <p:tav tm="0">
                                          <p:val>
                                            <p:strVal val="0-#ppt_w/2"/>
                                          </p:val>
                                        </p:tav>
                                        <p:tav tm="100000">
                                          <p:val>
                                            <p:strVal val="#ppt_x"/>
                                          </p:val>
                                        </p:tav>
                                      </p:tavLst>
                                    </p:anim>
                                    <p:anim calcmode="lin" valueType="num">
                                      <p:cBhvr additive="base">
                                        <p:cTn id="26" dur="500" fill="hold"/>
                                        <p:tgtEl>
                                          <p:spTgt spid="3789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7895"/>
                                        </p:tgtEl>
                                        <p:attrNameLst>
                                          <p:attrName>style.visibility</p:attrName>
                                        </p:attrNameLst>
                                      </p:cBhvr>
                                      <p:to>
                                        <p:strVal val="visible"/>
                                      </p:to>
                                    </p:set>
                                    <p:anim calcmode="lin" valueType="num">
                                      <p:cBhvr additive="base">
                                        <p:cTn id="31" dur="500" fill="hold"/>
                                        <p:tgtEl>
                                          <p:spTgt spid="37895"/>
                                        </p:tgtEl>
                                        <p:attrNameLst>
                                          <p:attrName>ppt_x</p:attrName>
                                        </p:attrNameLst>
                                      </p:cBhvr>
                                      <p:tavLst>
                                        <p:tav tm="0">
                                          <p:val>
                                            <p:strVal val="0-#ppt_w/2"/>
                                          </p:val>
                                        </p:tav>
                                        <p:tav tm="100000">
                                          <p:val>
                                            <p:strVal val="#ppt_x"/>
                                          </p:val>
                                        </p:tav>
                                      </p:tavLst>
                                    </p:anim>
                                    <p:anim calcmode="lin" valueType="num">
                                      <p:cBhvr additive="base">
                                        <p:cTn id="32" dur="500" fill="hold"/>
                                        <p:tgtEl>
                                          <p:spTgt spid="3789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7896"/>
                                        </p:tgtEl>
                                        <p:attrNameLst>
                                          <p:attrName>style.visibility</p:attrName>
                                        </p:attrNameLst>
                                      </p:cBhvr>
                                      <p:to>
                                        <p:strVal val="visible"/>
                                      </p:to>
                                    </p:set>
                                    <p:animEffect transition="in" filter="diamond(in)">
                                      <p:cBhvr>
                                        <p:cTn id="37" dur="1000"/>
                                        <p:tgtEl>
                                          <p:spTgt spid="37896"/>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37897"/>
                                        </p:tgtEl>
                                        <p:attrNameLst>
                                          <p:attrName>style.visibility</p:attrName>
                                        </p:attrNameLst>
                                      </p:cBhvr>
                                      <p:to>
                                        <p:strVal val="visible"/>
                                      </p:to>
                                    </p:set>
                                    <p:animEffect transition="in" filter="diamond(in)">
                                      <p:cBhvr>
                                        <p:cTn id="42" dur="1000"/>
                                        <p:tgtEl>
                                          <p:spTgt spid="37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891" grpId="0"/>
      <p:bldP spid="37893" grpId="0"/>
      <p:bldP spid="3789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E7948B-D59D-4849-9D21-CFD39C96A055}" type="datetime3">
              <a:rPr lang="zh-CN" altLang="en-US" smtClean="0"/>
            </a:fld>
            <a:endParaRPr lang="en-US" altLang="zh-CN"/>
          </a:p>
        </p:txBody>
      </p:sp>
      <p:sp>
        <p:nvSpPr>
          <p:cNvPr id="10247"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02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7C0652-3015-4018-93F8-9476CCECDBEB}" type="slidenum">
              <a:rPr lang="en-US" altLang="zh-CN"/>
            </a:fld>
            <a:endParaRPr lang="en-US" altLang="zh-CN"/>
          </a:p>
        </p:txBody>
      </p:sp>
      <p:graphicFrame>
        <p:nvGraphicFramePr>
          <p:cNvPr id="38914" name="Object 2"/>
          <p:cNvGraphicFramePr>
            <a:graphicFrameLocks noChangeAspect="1"/>
          </p:cNvGraphicFramePr>
          <p:nvPr/>
        </p:nvGraphicFramePr>
        <p:xfrm>
          <a:off x="827088" y="2492375"/>
          <a:ext cx="6048375" cy="2951163"/>
        </p:xfrm>
        <a:graphic>
          <a:graphicData uri="http://schemas.openxmlformats.org/presentationml/2006/ole">
            <mc:AlternateContent xmlns:mc="http://schemas.openxmlformats.org/markup-compatibility/2006">
              <mc:Choice xmlns:v="urn:schemas-microsoft-com:vml" Requires="v">
                <p:oleObj spid="_x0000_s50262" name="Equation" r:id="rId1" imgW="3124200" imgH="1524000" progId="Equation.DSMT4">
                  <p:embed/>
                </p:oleObj>
              </mc:Choice>
              <mc:Fallback>
                <p:oleObj name="Equation" r:id="rId1" imgW="3124200" imgH="15240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492375"/>
                        <a:ext cx="6048375" cy="295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3" name="Object 3"/>
          <p:cNvGraphicFramePr>
            <a:graphicFrameLocks noChangeAspect="1"/>
          </p:cNvGraphicFramePr>
          <p:nvPr/>
        </p:nvGraphicFramePr>
        <p:xfrm>
          <a:off x="755650" y="188913"/>
          <a:ext cx="6480175" cy="2211387"/>
        </p:xfrm>
        <a:graphic>
          <a:graphicData uri="http://schemas.openxmlformats.org/presentationml/2006/ole">
            <mc:AlternateContent xmlns:mc="http://schemas.openxmlformats.org/markup-compatibility/2006">
              <mc:Choice xmlns:v="urn:schemas-microsoft-com:vml" Requires="v">
                <p:oleObj spid="_x0000_s50263" name="Equation" r:id="rId3" imgW="3644900" imgH="1244600" progId="Equation.DSMT4">
                  <p:embed/>
                </p:oleObj>
              </mc:Choice>
              <mc:Fallback>
                <p:oleObj name="Equation" r:id="rId3" imgW="3644900" imgH="1244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88913"/>
                        <a:ext cx="6480175" cy="221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1"/>
          <p:cNvGrpSpPr/>
          <p:nvPr/>
        </p:nvGrpSpPr>
        <p:grpSpPr bwMode="auto">
          <a:xfrm>
            <a:off x="611188" y="5589588"/>
            <a:ext cx="5545137" cy="469900"/>
            <a:chOff x="204" y="161"/>
            <a:chExt cx="3493" cy="296"/>
          </a:xfrm>
        </p:grpSpPr>
        <p:sp>
          <p:nvSpPr>
            <p:cNvPr id="10250" name="Rectangle 4"/>
            <p:cNvSpPr>
              <a:spLocks noChangeArrowheads="1"/>
            </p:cNvSpPr>
            <p:nvPr/>
          </p:nvSpPr>
          <p:spPr bwMode="auto">
            <a:xfrm>
              <a:off x="204" y="161"/>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令</a:t>
              </a:r>
              <a:endParaRPr lang="zh-CN" altLang="en-US" sz="2400" b="1"/>
            </a:p>
          </p:txBody>
        </p:sp>
        <p:graphicFrame>
          <p:nvGraphicFramePr>
            <p:cNvPr id="10245" name="Object 5"/>
            <p:cNvGraphicFramePr>
              <a:graphicFrameLocks noChangeAspect="1"/>
            </p:cNvGraphicFramePr>
            <p:nvPr/>
          </p:nvGraphicFramePr>
          <p:xfrm>
            <a:off x="521" y="164"/>
            <a:ext cx="1044" cy="293"/>
          </p:xfrm>
          <a:graphic>
            <a:graphicData uri="http://schemas.openxmlformats.org/presentationml/2006/ole">
              <mc:AlternateContent xmlns:mc="http://schemas.openxmlformats.org/markup-compatibility/2006">
                <mc:Choice xmlns:v="urn:schemas-microsoft-com:vml" Requires="v">
                  <p:oleObj spid="_x0000_s50264" name="Equation" r:id="rId5" imgW="812165" imgH="228600" progId="Equation.DSMT4">
                    <p:embed/>
                  </p:oleObj>
                </mc:Choice>
                <mc:Fallback>
                  <p:oleObj name="Equation" r:id="rId5" imgW="812165" imgH="228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 y="164"/>
                          <a:ext cx="1044"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1" name="Rectangle 6"/>
            <p:cNvSpPr>
              <a:spLocks noChangeArrowheads="1"/>
            </p:cNvSpPr>
            <p:nvPr/>
          </p:nvSpPr>
          <p:spPr bwMode="auto">
            <a:xfrm>
              <a:off x="1610" y="164"/>
              <a:ext cx="20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可得方程组的一个特解</a:t>
              </a:r>
              <a:endParaRPr lang="zh-CN" altLang="en-US" sz="2400" b="1"/>
            </a:p>
          </p:txBody>
        </p:sp>
      </p:grpSp>
      <p:graphicFrame>
        <p:nvGraphicFramePr>
          <p:cNvPr id="11" name="Object 7"/>
          <p:cNvGraphicFramePr>
            <a:graphicFrameLocks noChangeAspect="1"/>
          </p:cNvGraphicFramePr>
          <p:nvPr/>
        </p:nvGraphicFramePr>
        <p:xfrm>
          <a:off x="6057900" y="5594350"/>
          <a:ext cx="2098675" cy="568325"/>
        </p:xfrm>
        <a:graphic>
          <a:graphicData uri="http://schemas.openxmlformats.org/presentationml/2006/ole">
            <mc:AlternateContent xmlns:mc="http://schemas.openxmlformats.org/markup-compatibility/2006">
              <mc:Choice xmlns:v="urn:schemas-microsoft-com:vml" Requires="v">
                <p:oleObj spid="_x0000_s50265" name="Equation" r:id="rId7" imgW="1028700" imgH="279400" progId="Equation.DSMT4">
                  <p:embed/>
                </p:oleObj>
              </mc:Choice>
              <mc:Fallback>
                <p:oleObj name="Equation" r:id="rId7" imgW="1028700" imgH="2794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57900" y="5594350"/>
                        <a:ext cx="209867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diamond(in)">
                                      <p:cBhvr>
                                        <p:cTn id="7" dur="2000"/>
                                        <p:tgtEl>
                                          <p:spTgt spid="389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970346D-0101-4F00-830E-1D252E6888C6}" type="datetime3">
              <a:rPr lang="zh-CN" altLang="en-US" smtClean="0"/>
            </a:fld>
            <a:endParaRPr lang="en-US" altLang="zh-CN"/>
          </a:p>
        </p:txBody>
      </p:sp>
      <p:sp>
        <p:nvSpPr>
          <p:cNvPr id="11272"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127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F42846-C10F-4875-8EB8-84908D85B07A}" type="slidenum">
              <a:rPr lang="en-US" altLang="zh-CN"/>
            </a:fld>
            <a:endParaRPr lang="en-US" altLang="zh-CN"/>
          </a:p>
        </p:txBody>
      </p:sp>
      <p:graphicFrame>
        <p:nvGraphicFramePr>
          <p:cNvPr id="41986" name="Object 2"/>
          <p:cNvGraphicFramePr>
            <a:graphicFrameLocks noChangeAspect="1"/>
          </p:cNvGraphicFramePr>
          <p:nvPr/>
        </p:nvGraphicFramePr>
        <p:xfrm>
          <a:off x="1476375" y="4581525"/>
          <a:ext cx="5616575" cy="1630363"/>
        </p:xfrm>
        <a:graphic>
          <a:graphicData uri="http://schemas.openxmlformats.org/presentationml/2006/ole">
            <mc:AlternateContent xmlns:mc="http://schemas.openxmlformats.org/markup-compatibility/2006">
              <mc:Choice xmlns:v="urn:schemas-microsoft-com:vml" Requires="v">
                <p:oleObj spid="_x0000_s51307" name="Equation" r:id="rId1" imgW="3238500" imgH="939800" progId="Equation.DSMT4">
                  <p:embed/>
                </p:oleObj>
              </mc:Choice>
              <mc:Fallback>
                <p:oleObj name="Equation" r:id="rId1" imgW="3238500" imgH="939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4581525"/>
                        <a:ext cx="5616575"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1"/>
          <p:cNvGrpSpPr/>
          <p:nvPr/>
        </p:nvGrpSpPr>
        <p:grpSpPr bwMode="auto">
          <a:xfrm>
            <a:off x="323850" y="255588"/>
            <a:ext cx="5545138" cy="469900"/>
            <a:chOff x="204" y="161"/>
            <a:chExt cx="3493" cy="296"/>
          </a:xfrm>
        </p:grpSpPr>
        <p:sp>
          <p:nvSpPr>
            <p:cNvPr id="11278" name="Rectangle 4"/>
            <p:cNvSpPr>
              <a:spLocks noChangeArrowheads="1"/>
            </p:cNvSpPr>
            <p:nvPr/>
          </p:nvSpPr>
          <p:spPr bwMode="auto">
            <a:xfrm>
              <a:off x="204" y="161"/>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令</a:t>
              </a:r>
              <a:endParaRPr lang="zh-CN" altLang="en-US" sz="2400" b="1"/>
            </a:p>
          </p:txBody>
        </p:sp>
        <p:graphicFrame>
          <p:nvGraphicFramePr>
            <p:cNvPr id="11270" name="Object 5"/>
            <p:cNvGraphicFramePr>
              <a:graphicFrameLocks noChangeAspect="1"/>
            </p:cNvGraphicFramePr>
            <p:nvPr/>
          </p:nvGraphicFramePr>
          <p:xfrm>
            <a:off x="521" y="164"/>
            <a:ext cx="1044" cy="293"/>
          </p:xfrm>
          <a:graphic>
            <a:graphicData uri="http://schemas.openxmlformats.org/presentationml/2006/ole">
              <mc:AlternateContent xmlns:mc="http://schemas.openxmlformats.org/markup-compatibility/2006">
                <mc:Choice xmlns:v="urn:schemas-microsoft-com:vml" Requires="v">
                  <p:oleObj spid="_x0000_s51308" name="Equation" r:id="rId3" imgW="812165" imgH="228600" progId="Equation.DSMT4">
                    <p:embed/>
                  </p:oleObj>
                </mc:Choice>
                <mc:Fallback>
                  <p:oleObj name="Equation" r:id="rId3" imgW="812165" imgH="2286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 y="164"/>
                          <a:ext cx="1044"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6"/>
            <p:cNvSpPr>
              <a:spLocks noChangeArrowheads="1"/>
            </p:cNvSpPr>
            <p:nvPr/>
          </p:nvSpPr>
          <p:spPr bwMode="auto">
            <a:xfrm>
              <a:off x="1610" y="164"/>
              <a:ext cx="20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可得方程组的一个特解</a:t>
              </a:r>
              <a:endParaRPr lang="zh-CN" altLang="en-US" sz="2400" b="1"/>
            </a:p>
          </p:txBody>
        </p:sp>
      </p:grpSp>
      <p:graphicFrame>
        <p:nvGraphicFramePr>
          <p:cNvPr id="41991" name="Object 7"/>
          <p:cNvGraphicFramePr>
            <a:graphicFrameLocks noChangeAspect="1"/>
          </p:cNvGraphicFramePr>
          <p:nvPr/>
        </p:nvGraphicFramePr>
        <p:xfrm>
          <a:off x="5770563" y="260350"/>
          <a:ext cx="2098675" cy="568325"/>
        </p:xfrm>
        <a:graphic>
          <a:graphicData uri="http://schemas.openxmlformats.org/presentationml/2006/ole">
            <mc:AlternateContent xmlns:mc="http://schemas.openxmlformats.org/markup-compatibility/2006">
              <mc:Choice xmlns:v="urn:schemas-microsoft-com:vml" Requires="v">
                <p:oleObj spid="_x0000_s51309" name="Equation" r:id="rId5" imgW="1028700" imgH="279400" progId="Equation.DSMT4">
                  <p:embed/>
                </p:oleObj>
              </mc:Choice>
              <mc:Fallback>
                <p:oleObj name="Equation" r:id="rId5" imgW="1028700" imgH="2794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70563" y="260350"/>
                        <a:ext cx="209867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2" name="Rectangle 8"/>
          <p:cNvSpPr>
            <a:spLocks noChangeArrowheads="1"/>
          </p:cNvSpPr>
          <p:nvPr/>
        </p:nvSpPr>
        <p:spPr bwMode="auto">
          <a:xfrm>
            <a:off x="323850" y="765175"/>
            <a:ext cx="4464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解其相应的齐次方程组：</a:t>
            </a:r>
            <a:endParaRPr lang="zh-CN" altLang="en-US" sz="2400" b="1"/>
          </a:p>
        </p:txBody>
      </p:sp>
      <p:graphicFrame>
        <p:nvGraphicFramePr>
          <p:cNvPr id="38914" name="Object 14"/>
          <p:cNvGraphicFramePr>
            <a:graphicFrameLocks noChangeAspect="1"/>
          </p:cNvGraphicFramePr>
          <p:nvPr/>
        </p:nvGraphicFramePr>
        <p:xfrm>
          <a:off x="611188" y="1268413"/>
          <a:ext cx="3616325" cy="2016125"/>
        </p:xfrm>
        <a:graphic>
          <a:graphicData uri="http://schemas.openxmlformats.org/presentationml/2006/ole">
            <mc:AlternateContent xmlns:mc="http://schemas.openxmlformats.org/markup-compatibility/2006">
              <mc:Choice xmlns:v="urn:schemas-microsoft-com:vml" Requires="v">
                <p:oleObj spid="_x0000_s51310" name="Equation" r:id="rId7" imgW="2324100" imgH="1295400" progId="Equation.DSMT4">
                  <p:embed/>
                </p:oleObj>
              </mc:Choice>
              <mc:Fallback>
                <p:oleObj name="Equation" r:id="rId7" imgW="2324100" imgH="12954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1268413"/>
                        <a:ext cx="361632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矩形 14"/>
          <p:cNvSpPr>
            <a:spLocks noChangeArrowheads="1"/>
          </p:cNvSpPr>
          <p:nvPr/>
        </p:nvSpPr>
        <p:spPr bwMode="auto">
          <a:xfrm>
            <a:off x="468313" y="3357563"/>
            <a:ext cx="4492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得齐次线性方程组的基础解系：</a:t>
            </a:r>
            <a:endParaRPr lang="zh-CN" altLang="en-US" sz="2400"/>
          </a:p>
        </p:txBody>
      </p:sp>
      <p:graphicFrame>
        <p:nvGraphicFramePr>
          <p:cNvPr id="11279" name="Object 15"/>
          <p:cNvGraphicFramePr>
            <a:graphicFrameLocks noChangeAspect="1"/>
          </p:cNvGraphicFramePr>
          <p:nvPr/>
        </p:nvGraphicFramePr>
        <p:xfrm>
          <a:off x="4932363" y="2781300"/>
          <a:ext cx="2506662" cy="1655763"/>
        </p:xfrm>
        <a:graphic>
          <a:graphicData uri="http://schemas.openxmlformats.org/presentationml/2006/ole">
            <mc:AlternateContent xmlns:mc="http://schemas.openxmlformats.org/markup-compatibility/2006">
              <mc:Choice xmlns:v="urn:schemas-microsoft-com:vml" Requires="v">
                <p:oleObj spid="_x0000_s51311" name="Equation" r:id="rId9" imgW="1384300" imgH="914400" progId="Equation.DSMT4">
                  <p:embed/>
                </p:oleObj>
              </mc:Choice>
              <mc:Fallback>
                <p:oleObj name="Equation" r:id="rId9" imgW="1384300" imgH="914400"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2363" y="2781300"/>
                        <a:ext cx="2506662"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矩形 16"/>
          <p:cNvSpPr>
            <a:spLocks noChangeArrowheads="1"/>
          </p:cNvSpPr>
          <p:nvPr/>
        </p:nvSpPr>
        <p:spPr bwMode="auto">
          <a:xfrm>
            <a:off x="468313" y="4076700"/>
            <a:ext cx="4205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所以，齐次方程组的通解为：</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991"/>
                                        </p:tgtEl>
                                        <p:attrNameLst>
                                          <p:attrName>style.visibility</p:attrName>
                                        </p:attrNameLst>
                                      </p:cBhvr>
                                      <p:to>
                                        <p:strVal val="visible"/>
                                      </p:to>
                                    </p:set>
                                    <p:anim calcmode="lin" valueType="num">
                                      <p:cBhvr additive="base">
                                        <p:cTn id="13" dur="500" fill="hold"/>
                                        <p:tgtEl>
                                          <p:spTgt spid="41991"/>
                                        </p:tgtEl>
                                        <p:attrNameLst>
                                          <p:attrName>ppt_x</p:attrName>
                                        </p:attrNameLst>
                                      </p:cBhvr>
                                      <p:tavLst>
                                        <p:tav tm="0">
                                          <p:val>
                                            <p:strVal val="#ppt_x"/>
                                          </p:val>
                                        </p:tav>
                                        <p:tav tm="100000">
                                          <p:val>
                                            <p:strVal val="#ppt_x"/>
                                          </p:val>
                                        </p:tav>
                                      </p:tavLst>
                                    </p:anim>
                                    <p:anim calcmode="lin" valueType="num">
                                      <p:cBhvr additive="base">
                                        <p:cTn id="14" dur="500" fill="hold"/>
                                        <p:tgtEl>
                                          <p:spTgt spid="4199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992"/>
                                        </p:tgtEl>
                                        <p:attrNameLst>
                                          <p:attrName>style.visibility</p:attrName>
                                        </p:attrNameLst>
                                      </p:cBhvr>
                                      <p:to>
                                        <p:strVal val="visible"/>
                                      </p:to>
                                    </p:set>
                                    <p:anim calcmode="lin" valueType="num">
                                      <p:cBhvr additive="base">
                                        <p:cTn id="19" dur="500" fill="hold"/>
                                        <p:tgtEl>
                                          <p:spTgt spid="41992"/>
                                        </p:tgtEl>
                                        <p:attrNameLst>
                                          <p:attrName>ppt_x</p:attrName>
                                        </p:attrNameLst>
                                      </p:cBhvr>
                                      <p:tavLst>
                                        <p:tav tm="0">
                                          <p:val>
                                            <p:strVal val="#ppt_x"/>
                                          </p:val>
                                        </p:tav>
                                        <p:tav tm="100000">
                                          <p:val>
                                            <p:strVal val="#ppt_x"/>
                                          </p:val>
                                        </p:tav>
                                      </p:tavLst>
                                    </p:anim>
                                    <p:anim calcmode="lin" valueType="num">
                                      <p:cBhvr additive="base">
                                        <p:cTn id="20" dur="500" fill="hold"/>
                                        <p:tgtEl>
                                          <p:spTgt spid="4199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childTnLst>
                                    <p:set>
                                      <p:cBhvr>
                                        <p:cTn id="24" dur="1" fill="hold">
                                          <p:stCondLst>
                                            <p:cond delay="0"/>
                                          </p:stCondLst>
                                        </p:cTn>
                                        <p:tgtEl>
                                          <p:spTgt spid="38914"/>
                                        </p:tgtEl>
                                        <p:attrNameLst>
                                          <p:attrName>style.visibility</p:attrName>
                                        </p:attrNameLst>
                                      </p:cBhvr>
                                      <p:to>
                                        <p:strVal val="visible"/>
                                      </p:to>
                                    </p:set>
                                    <p:animEffect transition="in" filter="diamond(in)">
                                      <p:cBhvr>
                                        <p:cTn id="25" dur="2000"/>
                                        <p:tgtEl>
                                          <p:spTgt spid="38914"/>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1279"/>
                                        </p:tgtEl>
                                        <p:attrNameLst>
                                          <p:attrName>style.visibility</p:attrName>
                                        </p:attrNameLst>
                                      </p:cBhvr>
                                      <p:to>
                                        <p:strVal val="visible"/>
                                      </p:to>
                                    </p:set>
                                    <p:animEffect transition="in" filter="blinds(horizontal)">
                                      <p:cBhvr>
                                        <p:cTn id="36" dur="500"/>
                                        <p:tgtEl>
                                          <p:spTgt spid="11279"/>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ppt_x"/>
                                          </p:val>
                                        </p:tav>
                                        <p:tav tm="100000">
                                          <p:val>
                                            <p:strVal val="#ppt_x"/>
                                          </p:val>
                                        </p:tav>
                                      </p:tavLst>
                                    </p:anim>
                                    <p:anim calcmode="lin" valueType="num">
                                      <p:cBhvr additive="base">
                                        <p:cTn id="4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1986"/>
                                        </p:tgtEl>
                                        <p:attrNameLst>
                                          <p:attrName>style.visibility</p:attrName>
                                        </p:attrNameLst>
                                      </p:cBhvr>
                                      <p:to>
                                        <p:strVal val="visible"/>
                                      </p:to>
                                    </p:set>
                                    <p:animEffect transition="in" filter="blinds(horizontal)">
                                      <p:cBhvr>
                                        <p:cTn id="47" dur="500"/>
                                        <p:tgtEl>
                                          <p:spTgt spid="41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2" grpId="0"/>
      <p:bldP spid="15"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B63A8F9-50AE-43D7-8122-8C304C91EF5E}" type="datetime3">
              <a:rPr lang="zh-CN" altLang="en-US" smtClean="0"/>
            </a:fld>
            <a:endParaRPr lang="en-US" altLang="zh-CN"/>
          </a:p>
        </p:txBody>
      </p:sp>
      <p:sp>
        <p:nvSpPr>
          <p:cNvPr id="12292"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229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D9CBCB6-0FB9-417B-9BD8-0819D4F2F230}" type="slidenum">
              <a:rPr lang="en-US" altLang="zh-CN"/>
            </a:fld>
            <a:endParaRPr lang="en-US" altLang="zh-CN"/>
          </a:p>
        </p:txBody>
      </p:sp>
      <p:sp>
        <p:nvSpPr>
          <p:cNvPr id="41993" name="Rectangle 9"/>
          <p:cNvSpPr>
            <a:spLocks noChangeArrowheads="1"/>
          </p:cNvSpPr>
          <p:nvPr/>
        </p:nvSpPr>
        <p:spPr bwMode="auto">
          <a:xfrm>
            <a:off x="250825" y="981075"/>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所以原非齐次方程组的通解为</a:t>
            </a:r>
            <a:endParaRPr lang="zh-CN" altLang="en-US" sz="2400" b="1"/>
          </a:p>
        </p:txBody>
      </p:sp>
      <p:graphicFrame>
        <p:nvGraphicFramePr>
          <p:cNvPr id="41994" name="Object 10"/>
          <p:cNvGraphicFramePr>
            <a:graphicFrameLocks noChangeAspect="1"/>
          </p:cNvGraphicFramePr>
          <p:nvPr/>
        </p:nvGraphicFramePr>
        <p:xfrm>
          <a:off x="755650" y="1773238"/>
          <a:ext cx="7059613" cy="1852612"/>
        </p:xfrm>
        <a:graphic>
          <a:graphicData uri="http://schemas.openxmlformats.org/presentationml/2006/ole">
            <mc:AlternateContent xmlns:mc="http://schemas.openxmlformats.org/markup-compatibility/2006">
              <mc:Choice xmlns:v="urn:schemas-microsoft-com:vml" Requires="v">
                <p:oleObj spid="_x0000_s52247" name="Equation" r:id="rId1" imgW="3581400" imgH="939800" progId="Equation.DSMT4">
                  <p:embed/>
                </p:oleObj>
              </mc:Choice>
              <mc:Fallback>
                <p:oleObj name="Equation" r:id="rId1" imgW="3581400" imgH="9398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773238"/>
                        <a:ext cx="7059613" cy="185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993"/>
                                        </p:tgtEl>
                                        <p:attrNameLst>
                                          <p:attrName>style.visibility</p:attrName>
                                        </p:attrNameLst>
                                      </p:cBhvr>
                                      <p:to>
                                        <p:strVal val="visible"/>
                                      </p:to>
                                    </p:set>
                                    <p:anim calcmode="lin" valueType="num">
                                      <p:cBhvr additive="base">
                                        <p:cTn id="7" dur="500" fill="hold"/>
                                        <p:tgtEl>
                                          <p:spTgt spid="41993"/>
                                        </p:tgtEl>
                                        <p:attrNameLst>
                                          <p:attrName>ppt_x</p:attrName>
                                        </p:attrNameLst>
                                      </p:cBhvr>
                                      <p:tavLst>
                                        <p:tav tm="0">
                                          <p:val>
                                            <p:strVal val="#ppt_x"/>
                                          </p:val>
                                        </p:tav>
                                        <p:tav tm="100000">
                                          <p:val>
                                            <p:strVal val="#ppt_x"/>
                                          </p:val>
                                        </p:tav>
                                      </p:tavLst>
                                    </p:anim>
                                    <p:anim calcmode="lin" valueType="num">
                                      <p:cBhvr additive="base">
                                        <p:cTn id="8" dur="500" fill="hold"/>
                                        <p:tgtEl>
                                          <p:spTgt spid="4199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994"/>
                                        </p:tgtEl>
                                        <p:attrNameLst>
                                          <p:attrName>style.visibility</p:attrName>
                                        </p:attrNameLst>
                                      </p:cBhvr>
                                      <p:to>
                                        <p:strVal val="visible"/>
                                      </p:to>
                                    </p:set>
                                    <p:anim calcmode="lin" valueType="num">
                                      <p:cBhvr additive="base">
                                        <p:cTn id="13" dur="500" fill="hold"/>
                                        <p:tgtEl>
                                          <p:spTgt spid="41994"/>
                                        </p:tgtEl>
                                        <p:attrNameLst>
                                          <p:attrName>ppt_x</p:attrName>
                                        </p:attrNameLst>
                                      </p:cBhvr>
                                      <p:tavLst>
                                        <p:tav tm="0">
                                          <p:val>
                                            <p:strVal val="#ppt_x"/>
                                          </p:val>
                                        </p:tav>
                                        <p:tav tm="100000">
                                          <p:val>
                                            <p:strVal val="#ppt_x"/>
                                          </p:val>
                                        </p:tav>
                                      </p:tavLst>
                                    </p:anim>
                                    <p:anim calcmode="lin" valueType="num">
                                      <p:cBhvr additive="base">
                                        <p:cTn id="14" dur="500" fill="hold"/>
                                        <p:tgtEl>
                                          <p:spTgt spid="419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315566-A25C-4C8B-8DD7-536812BB24B8}" type="datetime3">
              <a:rPr lang="zh-CN" altLang="en-US" smtClean="0"/>
            </a:fld>
            <a:endParaRPr lang="en-US" altLang="zh-CN"/>
          </a:p>
        </p:txBody>
      </p:sp>
      <p:sp>
        <p:nvSpPr>
          <p:cNvPr id="13317"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33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52C6D9-2EC8-4A22-BB88-E969D82E6A6A}" type="slidenum">
              <a:rPr lang="en-US" altLang="zh-CN"/>
            </a:fld>
            <a:endParaRPr lang="en-US" altLang="zh-CN"/>
          </a:p>
        </p:txBody>
      </p:sp>
      <p:sp>
        <p:nvSpPr>
          <p:cNvPr id="39938" name="Rectangle 2"/>
          <p:cNvSpPr>
            <a:spLocks noChangeArrowheads="1"/>
          </p:cNvSpPr>
          <p:nvPr/>
        </p:nvSpPr>
        <p:spPr bwMode="auto">
          <a:xfrm>
            <a:off x="0" y="185738"/>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800" b="1">
                <a:solidFill>
                  <a:srgbClr val="0000FF"/>
                </a:solidFill>
                <a:latin typeface="Times New Roman" panose="02020603050405020304" pitchFamily="18" charset="0"/>
                <a:ea typeface="楷体_GB2312" pitchFamily="49" charset="-122"/>
              </a:rPr>
              <a:t>例</a:t>
            </a:r>
            <a:r>
              <a:rPr lang="zh-CN" altLang="en-US" sz="2800" b="1">
                <a:latin typeface="Times New Roman" panose="02020603050405020304" pitchFamily="18" charset="0"/>
                <a:ea typeface="楷体_GB2312" pitchFamily="49" charset="-122"/>
              </a:rPr>
              <a:t>　</a:t>
            </a:r>
            <a:r>
              <a:rPr lang="zh-CN" altLang="en-US" sz="2800" b="1">
                <a:solidFill>
                  <a:srgbClr val="0000FF"/>
                </a:solidFill>
                <a:latin typeface="Times New Roman" panose="02020603050405020304" pitchFamily="18" charset="0"/>
                <a:ea typeface="楷体_GB2312" pitchFamily="49" charset="-122"/>
              </a:rPr>
              <a:t>解下列线性方程组</a:t>
            </a:r>
            <a:endParaRPr lang="zh-CN" altLang="en-US" sz="2800" b="1">
              <a:latin typeface="Times New Roman" panose="02020603050405020304" pitchFamily="18" charset="0"/>
              <a:ea typeface="楷体_GB2312" pitchFamily="49" charset="-122"/>
            </a:endParaRPr>
          </a:p>
        </p:txBody>
      </p:sp>
      <p:graphicFrame>
        <p:nvGraphicFramePr>
          <p:cNvPr id="39939" name="Object 3"/>
          <p:cNvGraphicFramePr>
            <a:graphicFrameLocks noChangeAspect="1"/>
          </p:cNvGraphicFramePr>
          <p:nvPr/>
        </p:nvGraphicFramePr>
        <p:xfrm>
          <a:off x="1963738" y="858838"/>
          <a:ext cx="2809875" cy="1690687"/>
        </p:xfrm>
        <a:graphic>
          <a:graphicData uri="http://schemas.openxmlformats.org/presentationml/2006/ole">
            <mc:AlternateContent xmlns:mc="http://schemas.openxmlformats.org/markup-compatibility/2006">
              <mc:Choice xmlns:v="urn:schemas-microsoft-com:vml" Requires="v">
                <p:oleObj spid="_x0000_s53292" name="Microsoft 公式 3.0" r:id="rId1" imgW="2590800" imgH="1549400" progId="Equation.3">
                  <p:embed/>
                </p:oleObj>
              </mc:Choice>
              <mc:Fallback>
                <p:oleObj name="Microsoft 公式 3.0" r:id="rId1" imgW="2590800" imgH="15494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3738" y="858838"/>
                        <a:ext cx="2809875" cy="169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0" name="Rectangle 4"/>
          <p:cNvSpPr>
            <a:spLocks noChangeArrowheads="1"/>
          </p:cNvSpPr>
          <p:nvPr/>
        </p:nvSpPr>
        <p:spPr bwMode="auto">
          <a:xfrm>
            <a:off x="19050" y="2730500"/>
            <a:ext cx="830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Times New Roman" panose="02020603050405020304" pitchFamily="18" charset="0"/>
                <a:ea typeface="楷体_GB2312" pitchFamily="49" charset="-122"/>
              </a:rPr>
              <a:t>解</a:t>
            </a:r>
            <a:r>
              <a:rPr lang="zh-CN" altLang="en-US" sz="2800" b="1">
                <a:latin typeface="Times New Roman" panose="02020603050405020304" pitchFamily="18" charset="0"/>
                <a:ea typeface="楷体_GB2312" pitchFamily="49" charset="-122"/>
              </a:rPr>
              <a:t> 对增广矩阵</a:t>
            </a:r>
            <a:r>
              <a:rPr lang="en-US" altLang="zh-CN" sz="2800" b="1">
                <a:latin typeface="Times New Roman" panose="02020603050405020304" pitchFamily="18" charset="0"/>
                <a:ea typeface="楷体_GB2312" pitchFamily="49" charset="-122"/>
              </a:rPr>
              <a:t>B</a:t>
            </a:r>
            <a:r>
              <a:rPr lang="zh-CN" altLang="en-US" sz="2800" b="1">
                <a:latin typeface="Times New Roman" panose="02020603050405020304" pitchFamily="18" charset="0"/>
                <a:ea typeface="楷体_GB2312" pitchFamily="49" charset="-122"/>
              </a:rPr>
              <a:t>施行初等行变换 </a:t>
            </a:r>
            <a:endParaRPr lang="zh-CN" altLang="en-US" sz="2800" b="1">
              <a:latin typeface="Times New Roman" panose="02020603050405020304" pitchFamily="18" charset="0"/>
              <a:ea typeface="楷体_GB2312" pitchFamily="49" charset="-122"/>
            </a:endParaRPr>
          </a:p>
        </p:txBody>
      </p:sp>
      <p:graphicFrame>
        <p:nvGraphicFramePr>
          <p:cNvPr id="39941" name="Object 5"/>
          <p:cNvGraphicFramePr>
            <a:graphicFrameLocks noChangeAspect="1"/>
          </p:cNvGraphicFramePr>
          <p:nvPr/>
        </p:nvGraphicFramePr>
        <p:xfrm>
          <a:off x="1258888" y="3573463"/>
          <a:ext cx="5699125" cy="1860550"/>
        </p:xfrm>
        <a:graphic>
          <a:graphicData uri="http://schemas.openxmlformats.org/presentationml/2006/ole">
            <mc:AlternateContent xmlns:mc="http://schemas.openxmlformats.org/markup-compatibility/2006">
              <mc:Choice xmlns:v="urn:schemas-microsoft-com:vml" Requires="v">
                <p:oleObj spid="_x0000_s53293" name="Equation" r:id="rId3" imgW="2946400" imgH="711200" progId="Equation.DSMT4">
                  <p:embed/>
                </p:oleObj>
              </mc:Choice>
              <mc:Fallback>
                <p:oleObj name="Equation" r:id="rId3" imgW="2946400" imgH="7112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3573463"/>
                        <a:ext cx="5699125" cy="186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938"/>
                                        </p:tgtEl>
                                        <p:attrNameLst>
                                          <p:attrName>style.visibility</p:attrName>
                                        </p:attrNameLst>
                                      </p:cBhvr>
                                      <p:to>
                                        <p:strVal val="visible"/>
                                      </p:to>
                                    </p:set>
                                    <p:anim calcmode="lin" valueType="num">
                                      <p:cBhvr additive="base">
                                        <p:cTn id="7" dur="500" fill="hold"/>
                                        <p:tgtEl>
                                          <p:spTgt spid="39938"/>
                                        </p:tgtEl>
                                        <p:attrNameLst>
                                          <p:attrName>ppt_x</p:attrName>
                                        </p:attrNameLst>
                                      </p:cBhvr>
                                      <p:tavLst>
                                        <p:tav tm="0">
                                          <p:val>
                                            <p:strVal val="0-#ppt_w/2"/>
                                          </p:val>
                                        </p:tav>
                                        <p:tav tm="100000">
                                          <p:val>
                                            <p:strVal val="#ppt_x"/>
                                          </p:val>
                                        </p:tav>
                                      </p:tavLst>
                                    </p:anim>
                                    <p:anim calcmode="lin" valueType="num">
                                      <p:cBhvr additive="base">
                                        <p:cTn id="8" dur="500" fill="hold"/>
                                        <p:tgtEl>
                                          <p:spTgt spid="399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9939"/>
                                        </p:tgtEl>
                                        <p:attrNameLst>
                                          <p:attrName>style.visibility</p:attrName>
                                        </p:attrNameLst>
                                      </p:cBhvr>
                                      <p:to>
                                        <p:strVal val="visible"/>
                                      </p:to>
                                    </p:set>
                                    <p:anim calcmode="lin" valueType="num">
                                      <p:cBhvr additive="base">
                                        <p:cTn id="13" dur="500" fill="hold"/>
                                        <p:tgtEl>
                                          <p:spTgt spid="39939"/>
                                        </p:tgtEl>
                                        <p:attrNameLst>
                                          <p:attrName>ppt_x</p:attrName>
                                        </p:attrNameLst>
                                      </p:cBhvr>
                                      <p:tavLst>
                                        <p:tav tm="0">
                                          <p:val>
                                            <p:strVal val="0-#ppt_w/2"/>
                                          </p:val>
                                        </p:tav>
                                        <p:tav tm="100000">
                                          <p:val>
                                            <p:strVal val="#ppt_x"/>
                                          </p:val>
                                        </p:tav>
                                      </p:tavLst>
                                    </p:anim>
                                    <p:anim calcmode="lin" valueType="num">
                                      <p:cBhvr additive="base">
                                        <p:cTn id="14" dur="500" fill="hold"/>
                                        <p:tgtEl>
                                          <p:spTgt spid="399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940"/>
                                        </p:tgtEl>
                                        <p:attrNameLst>
                                          <p:attrName>style.visibility</p:attrName>
                                        </p:attrNameLst>
                                      </p:cBhvr>
                                      <p:to>
                                        <p:strVal val="visible"/>
                                      </p:to>
                                    </p:set>
                                    <p:anim calcmode="lin" valueType="num">
                                      <p:cBhvr additive="base">
                                        <p:cTn id="19" dur="500" fill="hold"/>
                                        <p:tgtEl>
                                          <p:spTgt spid="39940"/>
                                        </p:tgtEl>
                                        <p:attrNameLst>
                                          <p:attrName>ppt_x</p:attrName>
                                        </p:attrNameLst>
                                      </p:cBhvr>
                                      <p:tavLst>
                                        <p:tav tm="0">
                                          <p:val>
                                            <p:strVal val="0-#ppt_w/2"/>
                                          </p:val>
                                        </p:tav>
                                        <p:tav tm="100000">
                                          <p:val>
                                            <p:strVal val="#ppt_x"/>
                                          </p:val>
                                        </p:tav>
                                      </p:tavLst>
                                    </p:anim>
                                    <p:anim calcmode="lin" valueType="num">
                                      <p:cBhvr additive="base">
                                        <p:cTn id="20" dur="500" fill="hold"/>
                                        <p:tgtEl>
                                          <p:spTgt spid="3994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39941"/>
                                        </p:tgtEl>
                                        <p:attrNameLst>
                                          <p:attrName>style.visibility</p:attrName>
                                        </p:attrNameLst>
                                      </p:cBhvr>
                                      <p:to>
                                        <p:strVal val="visible"/>
                                      </p:to>
                                    </p:set>
                                    <p:anim calcmode="lin" valueType="num">
                                      <p:cBhvr>
                                        <p:cTn id="25" dur="1000" fill="hold"/>
                                        <p:tgtEl>
                                          <p:spTgt spid="39941"/>
                                        </p:tgtEl>
                                        <p:attrNameLst>
                                          <p:attrName>ppt_w</p:attrName>
                                        </p:attrNameLst>
                                      </p:cBhvr>
                                      <p:tavLst>
                                        <p:tav tm="0">
                                          <p:val>
                                            <p:strVal val="#ppt_w*0.70"/>
                                          </p:val>
                                        </p:tav>
                                        <p:tav tm="100000">
                                          <p:val>
                                            <p:strVal val="#ppt_w"/>
                                          </p:val>
                                        </p:tav>
                                      </p:tavLst>
                                    </p:anim>
                                    <p:anim calcmode="lin" valueType="num">
                                      <p:cBhvr>
                                        <p:cTn id="26" dur="1000" fill="hold"/>
                                        <p:tgtEl>
                                          <p:spTgt spid="39941"/>
                                        </p:tgtEl>
                                        <p:attrNameLst>
                                          <p:attrName>ppt_h</p:attrName>
                                        </p:attrNameLst>
                                      </p:cBhvr>
                                      <p:tavLst>
                                        <p:tav tm="0">
                                          <p:val>
                                            <p:strVal val="#ppt_h"/>
                                          </p:val>
                                        </p:tav>
                                        <p:tav tm="100000">
                                          <p:val>
                                            <p:strVal val="#ppt_h"/>
                                          </p:val>
                                        </p:tav>
                                      </p:tavLst>
                                    </p:anim>
                                    <p:animEffect transition="in" filter="fade">
                                      <p:cBhvr>
                                        <p:cTn id="27" dur="1000"/>
                                        <p:tgtEl>
                                          <p:spTgt spid="39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3994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5E919AC-0491-45D1-B4C4-659694368B33}" type="datetime3">
              <a:rPr lang="zh-CN" altLang="en-US" smtClean="0"/>
            </a:fld>
            <a:endParaRPr lang="en-US" altLang="zh-CN"/>
          </a:p>
        </p:txBody>
      </p:sp>
      <p:sp>
        <p:nvSpPr>
          <p:cNvPr id="1434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434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71CAEFB-3EE8-4E87-A665-6EADAA8AB8DC}" type="slidenum">
              <a:rPr lang="en-US" altLang="zh-CN"/>
            </a:fld>
            <a:endParaRPr lang="en-US" altLang="zh-CN"/>
          </a:p>
        </p:txBody>
      </p:sp>
      <p:graphicFrame>
        <p:nvGraphicFramePr>
          <p:cNvPr id="40962" name="Object 2"/>
          <p:cNvGraphicFramePr>
            <a:graphicFrameLocks noChangeAspect="1"/>
          </p:cNvGraphicFramePr>
          <p:nvPr/>
        </p:nvGraphicFramePr>
        <p:xfrm>
          <a:off x="781050" y="404813"/>
          <a:ext cx="6510338" cy="3721100"/>
        </p:xfrm>
        <a:graphic>
          <a:graphicData uri="http://schemas.openxmlformats.org/presentationml/2006/ole">
            <mc:AlternateContent xmlns:mc="http://schemas.openxmlformats.org/markup-compatibility/2006">
              <mc:Choice xmlns:v="urn:schemas-microsoft-com:vml" Requires="v">
                <p:oleObj spid="_x0000_s54295" name="Equation" r:id="rId1" imgW="3365500" imgH="1422400" progId="Equation.DSMT4">
                  <p:embed/>
                </p:oleObj>
              </mc:Choice>
              <mc:Fallback>
                <p:oleObj name="Equation" r:id="rId1" imgW="3365500" imgH="14224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 y="404813"/>
                        <a:ext cx="6510338" cy="3721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3" name="Rectangle 3"/>
          <p:cNvSpPr>
            <a:spLocks noChangeArrowheads="1"/>
          </p:cNvSpPr>
          <p:nvPr/>
        </p:nvSpPr>
        <p:spPr bwMode="auto">
          <a:xfrm>
            <a:off x="468313" y="4437063"/>
            <a:ext cx="8351837"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楷体_GB2312" pitchFamily="49" charset="-122"/>
                <a:ea typeface="楷体_GB2312" pitchFamily="49" charset="-122"/>
              </a:rPr>
              <a:t>由上式的最后一个行阶梯形矩阵可知该方程组的系数矩阵的秩等于２，而增广矩阵的秩等于３，因此该方程组无解。 </a:t>
            </a:r>
            <a:endParaRPr lang="zh-CN" altLang="en-US" sz="2800" b="1">
              <a:latin typeface="楷体_GB2312" pitchFamily="49" charset="-122"/>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p:cTn id="7" dur="1000" fill="hold"/>
                                        <p:tgtEl>
                                          <p:spTgt spid="40962"/>
                                        </p:tgtEl>
                                        <p:attrNameLst>
                                          <p:attrName>ppt_w</p:attrName>
                                        </p:attrNameLst>
                                      </p:cBhvr>
                                      <p:tavLst>
                                        <p:tav tm="0">
                                          <p:val>
                                            <p:strVal val="#ppt_w*0.70"/>
                                          </p:val>
                                        </p:tav>
                                        <p:tav tm="100000">
                                          <p:val>
                                            <p:strVal val="#ppt_w"/>
                                          </p:val>
                                        </p:tav>
                                      </p:tavLst>
                                    </p:anim>
                                    <p:anim calcmode="lin" valueType="num">
                                      <p:cBhvr>
                                        <p:cTn id="8" dur="1000" fill="hold"/>
                                        <p:tgtEl>
                                          <p:spTgt spid="40962"/>
                                        </p:tgtEl>
                                        <p:attrNameLst>
                                          <p:attrName>ppt_h</p:attrName>
                                        </p:attrNameLst>
                                      </p:cBhvr>
                                      <p:tavLst>
                                        <p:tav tm="0">
                                          <p:val>
                                            <p:strVal val="#ppt_h"/>
                                          </p:val>
                                        </p:tav>
                                        <p:tav tm="100000">
                                          <p:val>
                                            <p:strVal val="#ppt_h"/>
                                          </p:val>
                                        </p:tav>
                                      </p:tavLst>
                                    </p:anim>
                                    <p:animEffect transition="in" filter="fade">
                                      <p:cBhvr>
                                        <p:cTn id="9" dur="1000"/>
                                        <p:tgtEl>
                                          <p:spTgt spid="4096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0963"/>
                                        </p:tgtEl>
                                        <p:attrNameLst>
                                          <p:attrName>style.visibility</p:attrName>
                                        </p:attrNameLst>
                                      </p:cBhvr>
                                      <p:to>
                                        <p:strVal val="visible"/>
                                      </p:to>
                                    </p:set>
                                    <p:anim calcmode="lin" valueType="num">
                                      <p:cBhvr additive="base">
                                        <p:cTn id="14" dur="500" fill="hold"/>
                                        <p:tgtEl>
                                          <p:spTgt spid="40963"/>
                                        </p:tgtEl>
                                        <p:attrNameLst>
                                          <p:attrName>ppt_x</p:attrName>
                                        </p:attrNameLst>
                                      </p:cBhvr>
                                      <p:tavLst>
                                        <p:tav tm="0">
                                          <p:val>
                                            <p:strVal val="#ppt_x"/>
                                          </p:val>
                                        </p:tav>
                                        <p:tav tm="100000">
                                          <p:val>
                                            <p:strVal val="#ppt_x"/>
                                          </p:val>
                                        </p:tav>
                                      </p:tavLst>
                                    </p:anim>
                                    <p:anim calcmode="lin" valueType="num">
                                      <p:cBhvr additive="base">
                                        <p:cTn id="15" dur="500" fill="hold"/>
                                        <p:tgtEl>
                                          <p:spTgt spid="409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5814909-0E6A-44B7-9D25-E49ED6A15F7C}" type="datetime3">
              <a:rPr lang="zh-CN" altLang="en-US" smtClean="0"/>
            </a:fld>
            <a:endParaRPr lang="en-US" altLang="zh-CN"/>
          </a:p>
        </p:txBody>
      </p:sp>
      <p:sp>
        <p:nvSpPr>
          <p:cNvPr id="15375"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53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F57F41B-15C3-438B-A0B9-E01F13BA3E2C}" type="slidenum">
              <a:rPr lang="en-US" altLang="zh-CN"/>
            </a:fld>
            <a:endParaRPr lang="en-US" altLang="zh-CN"/>
          </a:p>
        </p:txBody>
      </p:sp>
      <p:graphicFrame>
        <p:nvGraphicFramePr>
          <p:cNvPr id="12290" name="Object 2"/>
          <p:cNvGraphicFramePr>
            <a:graphicFrameLocks noChangeAspect="1"/>
          </p:cNvGraphicFramePr>
          <p:nvPr/>
        </p:nvGraphicFramePr>
        <p:xfrm>
          <a:off x="971550" y="115888"/>
          <a:ext cx="2949575" cy="1717675"/>
        </p:xfrm>
        <a:graphic>
          <a:graphicData uri="http://schemas.openxmlformats.org/presentationml/2006/ole">
            <mc:AlternateContent xmlns:mc="http://schemas.openxmlformats.org/markup-compatibility/2006">
              <mc:Choice xmlns:v="urn:schemas-microsoft-com:vml" Requires="v">
                <p:oleObj spid="_x0000_s55550" name="Equation" r:id="rId1" imgW="2651760" imgH="1293495" progId="Equation.DSMT4">
                  <p:embed/>
                </p:oleObj>
              </mc:Choice>
              <mc:Fallback>
                <p:oleObj name="Equation" r:id="rId1" imgW="2651760" imgH="1293495"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15888"/>
                        <a:ext cx="2949575" cy="171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1" name="Text Box 3"/>
          <p:cNvSpPr txBox="1">
            <a:spLocks noChangeArrowheads="1"/>
          </p:cNvSpPr>
          <p:nvPr/>
        </p:nvSpPr>
        <p:spPr bwMode="auto">
          <a:xfrm>
            <a:off x="49213" y="175101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latin typeface="Times New Roman" panose="02020603050405020304" pitchFamily="18" charset="0"/>
                <a:ea typeface="楷体_GB2312" pitchFamily="49" charset="-122"/>
              </a:rPr>
              <a:t>解</a:t>
            </a:r>
            <a:endParaRPr lang="zh-CN" altLang="en-US" sz="2400" b="1">
              <a:solidFill>
                <a:srgbClr val="0000FF"/>
              </a:solidFill>
              <a:latin typeface="Times New Roman" panose="02020603050405020304" pitchFamily="18" charset="0"/>
              <a:ea typeface="楷体_GB2312" pitchFamily="49" charset="-122"/>
            </a:endParaRPr>
          </a:p>
        </p:txBody>
      </p:sp>
      <p:sp>
        <p:nvSpPr>
          <p:cNvPr id="12292" name="Text Box 4"/>
          <p:cNvSpPr txBox="1">
            <a:spLocks noChangeArrowheads="1"/>
          </p:cNvSpPr>
          <p:nvPr/>
        </p:nvSpPr>
        <p:spPr bwMode="auto">
          <a:xfrm>
            <a:off x="611188" y="1751013"/>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对增广矩阵实施初等行变换</a:t>
            </a:r>
            <a:endParaRPr lang="zh-CN" altLang="en-US" sz="2400" b="1">
              <a:latin typeface="Times New Roman" panose="02020603050405020304" pitchFamily="18" charset="0"/>
              <a:ea typeface="楷体_GB2312" pitchFamily="49" charset="-122"/>
            </a:endParaRPr>
          </a:p>
        </p:txBody>
      </p:sp>
      <p:graphicFrame>
        <p:nvGraphicFramePr>
          <p:cNvPr id="12293" name="Object 5"/>
          <p:cNvGraphicFramePr>
            <a:graphicFrameLocks noChangeAspect="1"/>
          </p:cNvGraphicFramePr>
          <p:nvPr/>
        </p:nvGraphicFramePr>
        <p:xfrm>
          <a:off x="0" y="2563813"/>
          <a:ext cx="1692275" cy="593725"/>
        </p:xfrm>
        <a:graphic>
          <a:graphicData uri="http://schemas.openxmlformats.org/presentationml/2006/ole">
            <mc:AlternateContent xmlns:mc="http://schemas.openxmlformats.org/markup-compatibility/2006">
              <mc:Choice xmlns:v="urn:schemas-microsoft-com:vml" Requires="v">
                <p:oleObj spid="_x0000_s55551" name="" r:id="rId3" imgW="735965" imgH="254000" progId="Equation.DSMT4">
                  <p:embed/>
                </p:oleObj>
              </mc:Choice>
              <mc:Fallback>
                <p:oleObj name="" r:id="rId3" imgW="735965" imgH="2540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563813"/>
                        <a:ext cx="1692275"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4" name="Line 6"/>
          <p:cNvSpPr>
            <a:spLocks noChangeShapeType="1"/>
          </p:cNvSpPr>
          <p:nvPr/>
        </p:nvSpPr>
        <p:spPr bwMode="auto">
          <a:xfrm>
            <a:off x="1219200" y="2665413"/>
            <a:ext cx="0" cy="533400"/>
          </a:xfrm>
          <a:prstGeom prst="line">
            <a:avLst/>
          </a:prstGeom>
          <a:noFill/>
          <a:ln w="38100">
            <a:solidFill>
              <a:srgbClr val="D60093"/>
            </a:solidFill>
            <a:prstDash val="sysDot"/>
            <a:roun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12295" name="Object 7"/>
          <p:cNvGraphicFramePr>
            <a:graphicFrameLocks noChangeAspect="1"/>
          </p:cNvGraphicFramePr>
          <p:nvPr/>
        </p:nvGraphicFramePr>
        <p:xfrm>
          <a:off x="1624013" y="2205038"/>
          <a:ext cx="2857500" cy="1287462"/>
        </p:xfrm>
        <a:graphic>
          <a:graphicData uri="http://schemas.openxmlformats.org/presentationml/2006/ole">
            <mc:AlternateContent xmlns:mc="http://schemas.openxmlformats.org/markup-compatibility/2006">
              <mc:Choice xmlns:v="urn:schemas-microsoft-com:vml" Requires="v">
                <p:oleObj spid="_x0000_s55552" name="Equation" r:id="rId5" imgW="38100000" imgH="17068800" progId="Equation.DSMT4">
                  <p:embed/>
                </p:oleObj>
              </mc:Choice>
              <mc:Fallback>
                <p:oleObj name="Equation" r:id="rId5" imgW="38100000" imgH="17068800" progId="Equation.DSMT4">
                  <p:embed/>
                  <p:pic>
                    <p:nvPicPr>
                      <p:cNvPr id="0" name="Object 7"/>
                      <p:cNvPicPr>
                        <a:picLocks noChangeAspect="1" noChangeArrowheads="1"/>
                      </p:cNvPicPr>
                      <p:nvPr/>
                    </p:nvPicPr>
                    <p:blipFill>
                      <a:blip r:embed="rId6"/>
                      <a:srcRect/>
                      <a:stretch>
                        <a:fillRect/>
                      </a:stretch>
                    </p:blipFill>
                    <p:spPr bwMode="auto">
                      <a:xfrm>
                        <a:off x="1624013" y="2205038"/>
                        <a:ext cx="2857500" cy="1287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6" name="Line 8"/>
          <p:cNvSpPr>
            <a:spLocks noChangeShapeType="1"/>
          </p:cNvSpPr>
          <p:nvPr/>
        </p:nvSpPr>
        <p:spPr bwMode="auto">
          <a:xfrm>
            <a:off x="4427538" y="2779713"/>
            <a:ext cx="990600" cy="0"/>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12297" name="Object 9"/>
          <p:cNvGraphicFramePr>
            <a:graphicFrameLocks noChangeAspect="1"/>
          </p:cNvGraphicFramePr>
          <p:nvPr/>
        </p:nvGraphicFramePr>
        <p:xfrm>
          <a:off x="5435600" y="2060575"/>
          <a:ext cx="3168650" cy="1390650"/>
        </p:xfrm>
        <a:graphic>
          <a:graphicData uri="http://schemas.openxmlformats.org/presentationml/2006/ole">
            <mc:AlternateContent xmlns:mc="http://schemas.openxmlformats.org/markup-compatibility/2006">
              <mc:Choice xmlns:v="urn:schemas-microsoft-com:vml" Requires="v">
                <p:oleObj spid="_x0000_s55553" name="Equation" r:id="rId7" imgW="1625600" imgH="711200" progId="Equation.DSMT4">
                  <p:embed/>
                </p:oleObj>
              </mc:Choice>
              <mc:Fallback>
                <p:oleObj name="Equation" r:id="rId7" imgW="1625600" imgH="7112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35600" y="2060575"/>
                        <a:ext cx="3168650" cy="139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8" name="Object 10"/>
          <p:cNvGraphicFramePr>
            <a:graphicFrameLocks noChangeAspect="1"/>
          </p:cNvGraphicFramePr>
          <p:nvPr/>
        </p:nvGraphicFramePr>
        <p:xfrm>
          <a:off x="4427538" y="2347913"/>
          <a:ext cx="865187" cy="442912"/>
        </p:xfrm>
        <a:graphic>
          <a:graphicData uri="http://schemas.openxmlformats.org/presentationml/2006/ole">
            <mc:AlternateContent xmlns:mc="http://schemas.openxmlformats.org/markup-compatibility/2006">
              <mc:Choice xmlns:v="urn:schemas-microsoft-com:vml" Requires="v">
                <p:oleObj spid="_x0000_s55554" name="" r:id="rId9" imgW="444500" imgH="228600" progId="Equation.DSMT4">
                  <p:embed/>
                </p:oleObj>
              </mc:Choice>
              <mc:Fallback>
                <p:oleObj name="" r:id="rId9" imgW="444500" imgH="2286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27538" y="2347913"/>
                        <a:ext cx="865187"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9" name="Object 11"/>
          <p:cNvGraphicFramePr>
            <a:graphicFrameLocks noChangeAspect="1"/>
          </p:cNvGraphicFramePr>
          <p:nvPr/>
        </p:nvGraphicFramePr>
        <p:xfrm>
          <a:off x="4500563" y="2779713"/>
          <a:ext cx="720725" cy="384175"/>
        </p:xfrm>
        <a:graphic>
          <a:graphicData uri="http://schemas.openxmlformats.org/presentationml/2006/ole">
            <mc:AlternateContent xmlns:mc="http://schemas.openxmlformats.org/markup-compatibility/2006">
              <mc:Choice xmlns:v="urn:schemas-microsoft-com:vml" Requires="v">
                <p:oleObj spid="_x0000_s55555" name="" r:id="rId11" imgW="431800" imgH="228600" progId="Equation.DSMT4">
                  <p:embed/>
                </p:oleObj>
              </mc:Choice>
              <mc:Fallback>
                <p:oleObj name="" r:id="rId11" imgW="431800" imgH="2286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00563" y="2779713"/>
                        <a:ext cx="720725"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0" name="Line 12"/>
          <p:cNvSpPr>
            <a:spLocks noChangeShapeType="1"/>
          </p:cNvSpPr>
          <p:nvPr/>
        </p:nvSpPr>
        <p:spPr bwMode="auto">
          <a:xfrm>
            <a:off x="179388" y="4149725"/>
            <a:ext cx="914400" cy="0"/>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12301" name="Object 13"/>
          <p:cNvGraphicFramePr>
            <a:graphicFrameLocks noChangeAspect="1"/>
          </p:cNvGraphicFramePr>
          <p:nvPr/>
        </p:nvGraphicFramePr>
        <p:xfrm>
          <a:off x="1331913" y="3500438"/>
          <a:ext cx="2816225" cy="1362075"/>
        </p:xfrm>
        <a:graphic>
          <a:graphicData uri="http://schemas.openxmlformats.org/presentationml/2006/ole">
            <mc:AlternateContent xmlns:mc="http://schemas.openxmlformats.org/markup-compatibility/2006">
              <mc:Choice xmlns:v="urn:schemas-microsoft-com:vml" Requires="v">
                <p:oleObj spid="_x0000_s55556" name="Equation" r:id="rId13" imgW="1473200" imgH="711200" progId="Equation.DSMT4">
                  <p:embed/>
                </p:oleObj>
              </mc:Choice>
              <mc:Fallback>
                <p:oleObj name="Equation" r:id="rId13" imgW="1473200" imgH="7112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31913" y="3500438"/>
                        <a:ext cx="2816225" cy="1362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2" name="Object 14"/>
          <p:cNvGraphicFramePr>
            <a:graphicFrameLocks noChangeAspect="1"/>
          </p:cNvGraphicFramePr>
          <p:nvPr/>
        </p:nvGraphicFramePr>
        <p:xfrm>
          <a:off x="250825" y="3644900"/>
          <a:ext cx="900113" cy="450850"/>
        </p:xfrm>
        <a:graphic>
          <a:graphicData uri="http://schemas.openxmlformats.org/presentationml/2006/ole">
            <mc:AlternateContent xmlns:mc="http://schemas.openxmlformats.org/markup-compatibility/2006">
              <mc:Choice xmlns:v="urn:schemas-microsoft-com:vml" Requires="v">
                <p:oleObj spid="_x0000_s55557" name="" r:id="rId15" imgW="457200" imgH="228600" progId="Equation.DSMT4">
                  <p:embed/>
                </p:oleObj>
              </mc:Choice>
              <mc:Fallback>
                <p:oleObj name="" r:id="rId15" imgW="457200" imgH="228600"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0825" y="3644900"/>
                        <a:ext cx="900113"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2" name="Text Box 23"/>
          <p:cNvSpPr txBox="1">
            <a:spLocks noChangeArrowheads="1"/>
          </p:cNvSpPr>
          <p:nvPr/>
        </p:nvSpPr>
        <p:spPr bwMode="auto">
          <a:xfrm>
            <a:off x="63500" y="600075"/>
            <a:ext cx="152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1">
                <a:latin typeface="Times New Roman" panose="02020603050405020304" pitchFamily="18" charset="0"/>
                <a:ea typeface="楷体_GB2312" pitchFamily="49" charset="-122"/>
              </a:rPr>
              <a:t>例</a:t>
            </a:r>
            <a:endParaRPr lang="zh-CN" altLang="en-US" sz="2800" b="1">
              <a:latin typeface="Times New Roman" panose="02020603050405020304" pitchFamily="18" charset="0"/>
              <a:ea typeface="楷体_GB2312" pitchFamily="49" charset="-122"/>
            </a:endParaRPr>
          </a:p>
        </p:txBody>
      </p:sp>
      <p:graphicFrame>
        <p:nvGraphicFramePr>
          <p:cNvPr id="12313" name="Object 25"/>
          <p:cNvGraphicFramePr>
            <a:graphicFrameLocks noChangeAspect="1"/>
          </p:cNvGraphicFramePr>
          <p:nvPr/>
        </p:nvGraphicFramePr>
        <p:xfrm>
          <a:off x="4211638" y="3789363"/>
          <a:ext cx="700087" cy="450850"/>
        </p:xfrm>
        <a:graphic>
          <a:graphicData uri="http://schemas.openxmlformats.org/presentationml/2006/ole">
            <mc:AlternateContent xmlns:mc="http://schemas.openxmlformats.org/markup-compatibility/2006">
              <mc:Choice xmlns:v="urn:schemas-microsoft-com:vml" Requires="v">
                <p:oleObj spid="_x0000_s55558" name="Equation" r:id="rId17" imgW="355600" imgH="228600" progId="Equation.DSMT4">
                  <p:embed/>
                </p:oleObj>
              </mc:Choice>
              <mc:Fallback>
                <p:oleObj name="Equation" r:id="rId17" imgW="355600" imgH="228600" progId="Equation.DSMT4">
                  <p:embed/>
                  <p:pic>
                    <p:nvPicPr>
                      <p:cNvPr id="0"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11638" y="3789363"/>
                        <a:ext cx="700087"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4" name="Line 26"/>
          <p:cNvSpPr>
            <a:spLocks noChangeShapeType="1"/>
          </p:cNvSpPr>
          <p:nvPr/>
        </p:nvSpPr>
        <p:spPr bwMode="auto">
          <a:xfrm>
            <a:off x="4140200" y="4292600"/>
            <a:ext cx="914400" cy="0"/>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12315" name="Object 27"/>
          <p:cNvGraphicFramePr>
            <a:graphicFrameLocks noChangeAspect="1"/>
          </p:cNvGraphicFramePr>
          <p:nvPr/>
        </p:nvGraphicFramePr>
        <p:xfrm>
          <a:off x="5148263" y="3644900"/>
          <a:ext cx="3349625" cy="1362075"/>
        </p:xfrm>
        <a:graphic>
          <a:graphicData uri="http://schemas.openxmlformats.org/presentationml/2006/ole">
            <mc:AlternateContent xmlns:mc="http://schemas.openxmlformats.org/markup-compatibility/2006">
              <mc:Choice xmlns:v="urn:schemas-microsoft-com:vml" Requires="v">
                <p:oleObj spid="_x0000_s55559" name="Equation" r:id="rId19" imgW="1752600" imgH="711200" progId="Equation.DSMT4">
                  <p:embed/>
                </p:oleObj>
              </mc:Choice>
              <mc:Fallback>
                <p:oleObj name="Equation" r:id="rId19" imgW="1752600" imgH="711200" progId="Equation.DSMT4">
                  <p:embed/>
                  <p:pic>
                    <p:nvPicPr>
                      <p:cNvPr id="0" name="Object 2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48263" y="3644900"/>
                        <a:ext cx="3349625" cy="1362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16" name="Object 28"/>
          <p:cNvGraphicFramePr>
            <a:graphicFrameLocks noChangeAspect="1"/>
          </p:cNvGraphicFramePr>
          <p:nvPr/>
        </p:nvGraphicFramePr>
        <p:xfrm>
          <a:off x="250825" y="5229225"/>
          <a:ext cx="720725" cy="382588"/>
        </p:xfrm>
        <a:graphic>
          <a:graphicData uri="http://schemas.openxmlformats.org/presentationml/2006/ole">
            <mc:AlternateContent xmlns:mc="http://schemas.openxmlformats.org/markup-compatibility/2006">
              <mc:Choice xmlns:v="urn:schemas-microsoft-com:vml" Requires="v">
                <p:oleObj spid="_x0000_s55560" name="Equation" r:id="rId21" imgW="431800" imgH="228600" progId="Equation.DSMT4">
                  <p:embed/>
                </p:oleObj>
              </mc:Choice>
              <mc:Fallback>
                <p:oleObj name="Equation" r:id="rId21" imgW="431800" imgH="228600" progId="Equation.DSMT4">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0825" y="5229225"/>
                        <a:ext cx="720725"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7" name="Line 29"/>
          <p:cNvSpPr>
            <a:spLocks noChangeShapeType="1"/>
          </p:cNvSpPr>
          <p:nvPr/>
        </p:nvSpPr>
        <p:spPr bwMode="auto">
          <a:xfrm>
            <a:off x="179388" y="5589588"/>
            <a:ext cx="914400" cy="0"/>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12318" name="Object 30"/>
          <p:cNvGraphicFramePr>
            <a:graphicFrameLocks noChangeAspect="1"/>
          </p:cNvGraphicFramePr>
          <p:nvPr/>
        </p:nvGraphicFramePr>
        <p:xfrm>
          <a:off x="1187450" y="4941888"/>
          <a:ext cx="3033713" cy="1362075"/>
        </p:xfrm>
        <a:graphic>
          <a:graphicData uri="http://schemas.openxmlformats.org/presentationml/2006/ole">
            <mc:AlternateContent xmlns:mc="http://schemas.openxmlformats.org/markup-compatibility/2006">
              <mc:Choice xmlns:v="urn:schemas-microsoft-com:vml" Requires="v">
                <p:oleObj spid="_x0000_s55561" name="Equation" r:id="rId23" imgW="1587500" imgH="711200" progId="Equation.DSMT4">
                  <p:embed/>
                </p:oleObj>
              </mc:Choice>
              <mc:Fallback>
                <p:oleObj name="Equation" r:id="rId23" imgW="1587500" imgH="711200" progId="Equation.DSMT4">
                  <p:embed/>
                  <p:pic>
                    <p:nvPicPr>
                      <p:cNvPr id="0" name="Object 3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87450" y="4941888"/>
                        <a:ext cx="3033713" cy="1362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checkerboard(across)">
                                      <p:cBhvr>
                                        <p:cTn id="7" dur="500"/>
                                        <p:tgtEl>
                                          <p:spTgt spid="1229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iterate type="wd">
                                    <p:tmPct val="100000"/>
                                  </p:iterate>
                                  <p:childTnLst>
                                    <p:set>
                                      <p:cBhvr>
                                        <p:cTn id="11" dur="1" fill="hold">
                                          <p:stCondLst>
                                            <p:cond delay="0"/>
                                          </p:stCondLst>
                                        </p:cTn>
                                        <p:tgtEl>
                                          <p:spTgt spid="12291">
                                            <p:txEl>
                                              <p:pRg st="0" end="0"/>
                                            </p:txEl>
                                          </p:spTgt>
                                        </p:tgtEl>
                                        <p:attrNameLst>
                                          <p:attrName>style.visibility</p:attrName>
                                        </p:attrNameLst>
                                      </p:cBhvr>
                                      <p:to>
                                        <p:strVal val="visible"/>
                                      </p:to>
                                    </p:set>
                                    <p:anim calcmode="lin" valueType="num">
                                      <p:cBhvr additive="base">
                                        <p:cTn id="12" dur="3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additive="base">
                                        <p:cTn id="13" dur="300" fill="hold"/>
                                        <p:tgtEl>
                                          <p:spTgt spid="1229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292">
                                            <p:txEl>
                                              <p:pRg st="0" end="0"/>
                                            </p:txEl>
                                          </p:spTgt>
                                        </p:tgtEl>
                                        <p:attrNameLst>
                                          <p:attrName>style.visibility</p:attrName>
                                        </p:attrNameLst>
                                      </p:cBhvr>
                                      <p:to>
                                        <p:strVal val="visible"/>
                                      </p:to>
                                    </p:set>
                                    <p:animEffect transition="in" filter="wipe(left)">
                                      <p:cBhvr>
                                        <p:cTn id="18" dur="500"/>
                                        <p:tgtEl>
                                          <p:spTgt spid="1229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2293"/>
                                        </p:tgtEl>
                                        <p:attrNameLst>
                                          <p:attrName>style.visibility</p:attrName>
                                        </p:attrNameLst>
                                      </p:cBhvr>
                                      <p:to>
                                        <p:strVal val="visible"/>
                                      </p:to>
                                    </p:set>
                                    <p:animEffect transition="in" filter="box(in)">
                                      <p:cBhvr>
                                        <p:cTn id="23" dur="500"/>
                                        <p:tgtEl>
                                          <p:spTgt spid="12293"/>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12294"/>
                                        </p:tgtEl>
                                        <p:attrNameLst>
                                          <p:attrName>style.visibility</p:attrName>
                                        </p:attrNameLst>
                                      </p:cBhvr>
                                      <p:to>
                                        <p:strVal val="visible"/>
                                      </p:to>
                                    </p:set>
                                    <p:animEffect transition="in" filter="slide(fromBottom)">
                                      <p:cBhvr>
                                        <p:cTn id="28" dur="500"/>
                                        <p:tgtEl>
                                          <p:spTgt spid="12294"/>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2295"/>
                                        </p:tgtEl>
                                        <p:attrNameLst>
                                          <p:attrName>style.visibility</p:attrName>
                                        </p:attrNameLst>
                                      </p:cBhvr>
                                      <p:to>
                                        <p:strVal val="visible"/>
                                      </p:to>
                                    </p:set>
                                    <p:animEffect transition="in" filter="blinds(horizontal)">
                                      <p:cBhvr>
                                        <p:cTn id="33" dur="500"/>
                                        <p:tgtEl>
                                          <p:spTgt spid="12295"/>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nodeType="clickEffect">
                                  <p:stCondLst>
                                    <p:cond delay="0"/>
                                  </p:stCondLst>
                                  <p:childTnLst>
                                    <p:set>
                                      <p:cBhvr>
                                        <p:cTn id="37" dur="1" fill="hold">
                                          <p:stCondLst>
                                            <p:cond delay="0"/>
                                          </p:stCondLst>
                                        </p:cTn>
                                        <p:tgtEl>
                                          <p:spTgt spid="12296"/>
                                        </p:tgtEl>
                                        <p:attrNameLst>
                                          <p:attrName>style.visibility</p:attrName>
                                        </p:attrNameLst>
                                      </p:cBhvr>
                                      <p:to>
                                        <p:strVal val="visible"/>
                                      </p:to>
                                    </p:set>
                                    <p:animEffect transition="in" filter="slide(fromBottom)">
                                      <p:cBhvr>
                                        <p:cTn id="38" dur="500"/>
                                        <p:tgtEl>
                                          <p:spTgt spid="1229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9" fill="hold" nodeType="clickEffect">
                                  <p:stCondLst>
                                    <p:cond delay="0"/>
                                  </p:stCondLst>
                                  <p:childTnLst>
                                    <p:set>
                                      <p:cBhvr>
                                        <p:cTn id="42" dur="1" fill="hold">
                                          <p:stCondLst>
                                            <p:cond delay="0"/>
                                          </p:stCondLst>
                                        </p:cTn>
                                        <p:tgtEl>
                                          <p:spTgt spid="12298"/>
                                        </p:tgtEl>
                                        <p:attrNameLst>
                                          <p:attrName>style.visibility</p:attrName>
                                        </p:attrNameLst>
                                      </p:cBhvr>
                                      <p:to>
                                        <p:strVal val="visible"/>
                                      </p:to>
                                    </p:set>
                                    <p:anim calcmode="lin" valueType="num">
                                      <p:cBhvr additive="base">
                                        <p:cTn id="43" dur="500" fill="hold"/>
                                        <p:tgtEl>
                                          <p:spTgt spid="12298"/>
                                        </p:tgtEl>
                                        <p:attrNameLst>
                                          <p:attrName>ppt_x</p:attrName>
                                        </p:attrNameLst>
                                      </p:cBhvr>
                                      <p:tavLst>
                                        <p:tav tm="0">
                                          <p:val>
                                            <p:strVal val="0-#ppt_w/2"/>
                                          </p:val>
                                        </p:tav>
                                        <p:tav tm="100000">
                                          <p:val>
                                            <p:strVal val="#ppt_x"/>
                                          </p:val>
                                        </p:tav>
                                      </p:tavLst>
                                    </p:anim>
                                    <p:anim calcmode="lin" valueType="num">
                                      <p:cBhvr additive="base">
                                        <p:cTn id="44" dur="500" fill="hold"/>
                                        <p:tgtEl>
                                          <p:spTgt spid="12298"/>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3" fill="hold" nodeType="clickEffect">
                                  <p:stCondLst>
                                    <p:cond delay="0"/>
                                  </p:stCondLst>
                                  <p:childTnLst>
                                    <p:set>
                                      <p:cBhvr>
                                        <p:cTn id="48" dur="1" fill="hold">
                                          <p:stCondLst>
                                            <p:cond delay="0"/>
                                          </p:stCondLst>
                                        </p:cTn>
                                        <p:tgtEl>
                                          <p:spTgt spid="12299"/>
                                        </p:tgtEl>
                                        <p:attrNameLst>
                                          <p:attrName>style.visibility</p:attrName>
                                        </p:attrNameLst>
                                      </p:cBhvr>
                                      <p:to>
                                        <p:strVal val="visible"/>
                                      </p:to>
                                    </p:set>
                                    <p:anim calcmode="lin" valueType="num">
                                      <p:cBhvr additive="base">
                                        <p:cTn id="49" dur="500" fill="hold"/>
                                        <p:tgtEl>
                                          <p:spTgt spid="12299"/>
                                        </p:tgtEl>
                                        <p:attrNameLst>
                                          <p:attrName>ppt_x</p:attrName>
                                        </p:attrNameLst>
                                      </p:cBhvr>
                                      <p:tavLst>
                                        <p:tav tm="0">
                                          <p:val>
                                            <p:strVal val="1+#ppt_w/2"/>
                                          </p:val>
                                        </p:tav>
                                        <p:tav tm="100000">
                                          <p:val>
                                            <p:strVal val="#ppt_x"/>
                                          </p:val>
                                        </p:tav>
                                      </p:tavLst>
                                    </p:anim>
                                    <p:anim calcmode="lin" valueType="num">
                                      <p:cBhvr additive="base">
                                        <p:cTn id="50" dur="500" fill="hold"/>
                                        <p:tgtEl>
                                          <p:spTgt spid="12299"/>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2297"/>
                                        </p:tgtEl>
                                        <p:attrNameLst>
                                          <p:attrName>style.visibility</p:attrName>
                                        </p:attrNameLst>
                                      </p:cBhvr>
                                      <p:to>
                                        <p:strVal val="visible"/>
                                      </p:to>
                                    </p:set>
                                    <p:animEffect transition="in" filter="blinds(horizontal)">
                                      <p:cBhvr>
                                        <p:cTn id="55" dur="500"/>
                                        <p:tgtEl>
                                          <p:spTgt spid="12297"/>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nodeType="clickEffect">
                                  <p:stCondLst>
                                    <p:cond delay="0"/>
                                  </p:stCondLst>
                                  <p:childTnLst>
                                    <p:set>
                                      <p:cBhvr>
                                        <p:cTn id="59" dur="1" fill="hold">
                                          <p:stCondLst>
                                            <p:cond delay="0"/>
                                          </p:stCondLst>
                                        </p:cTn>
                                        <p:tgtEl>
                                          <p:spTgt spid="12300"/>
                                        </p:tgtEl>
                                        <p:attrNameLst>
                                          <p:attrName>style.visibility</p:attrName>
                                        </p:attrNameLst>
                                      </p:cBhvr>
                                      <p:to>
                                        <p:strVal val="visible"/>
                                      </p:to>
                                    </p:set>
                                    <p:animEffect transition="in" filter="slide(fromBottom)">
                                      <p:cBhvr>
                                        <p:cTn id="60" dur="500"/>
                                        <p:tgtEl>
                                          <p:spTgt spid="12300"/>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1" fill="hold" nodeType="clickEffect">
                                  <p:stCondLst>
                                    <p:cond delay="0"/>
                                  </p:stCondLst>
                                  <p:childTnLst>
                                    <p:set>
                                      <p:cBhvr>
                                        <p:cTn id="64" dur="1" fill="hold">
                                          <p:stCondLst>
                                            <p:cond delay="0"/>
                                          </p:stCondLst>
                                        </p:cTn>
                                        <p:tgtEl>
                                          <p:spTgt spid="12302"/>
                                        </p:tgtEl>
                                        <p:attrNameLst>
                                          <p:attrName>style.visibility</p:attrName>
                                        </p:attrNameLst>
                                      </p:cBhvr>
                                      <p:to>
                                        <p:strVal val="visible"/>
                                      </p:to>
                                    </p:set>
                                    <p:anim calcmode="lin" valueType="num">
                                      <p:cBhvr additive="base">
                                        <p:cTn id="65" dur="500" fill="hold"/>
                                        <p:tgtEl>
                                          <p:spTgt spid="12302"/>
                                        </p:tgtEl>
                                        <p:attrNameLst>
                                          <p:attrName>ppt_x</p:attrName>
                                        </p:attrNameLst>
                                      </p:cBhvr>
                                      <p:tavLst>
                                        <p:tav tm="0">
                                          <p:val>
                                            <p:strVal val="#ppt_x"/>
                                          </p:val>
                                        </p:tav>
                                        <p:tav tm="100000">
                                          <p:val>
                                            <p:strVal val="#ppt_x"/>
                                          </p:val>
                                        </p:tav>
                                      </p:tavLst>
                                    </p:anim>
                                    <p:anim calcmode="lin" valueType="num">
                                      <p:cBhvr additive="base">
                                        <p:cTn id="66" dur="500" fill="hold"/>
                                        <p:tgtEl>
                                          <p:spTgt spid="12302"/>
                                        </p:tgtEl>
                                        <p:attrNameLst>
                                          <p:attrName>ppt_y</p:attrName>
                                        </p:attrNameLst>
                                      </p:cBhvr>
                                      <p:tavLst>
                                        <p:tav tm="0">
                                          <p:val>
                                            <p:strVal val="0-#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12301"/>
                                        </p:tgtEl>
                                        <p:attrNameLst>
                                          <p:attrName>style.visibility</p:attrName>
                                        </p:attrNameLst>
                                      </p:cBhvr>
                                      <p:to>
                                        <p:strVal val="visible"/>
                                      </p:to>
                                    </p:set>
                                    <p:animEffect transition="in" filter="blinds(horizontal)">
                                      <p:cBhvr>
                                        <p:cTn id="71" dur="500"/>
                                        <p:tgtEl>
                                          <p:spTgt spid="12301"/>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1" fill="hold" nodeType="clickEffect">
                                  <p:stCondLst>
                                    <p:cond delay="0"/>
                                  </p:stCondLst>
                                  <p:childTnLst>
                                    <p:set>
                                      <p:cBhvr>
                                        <p:cTn id="75" dur="1" fill="hold">
                                          <p:stCondLst>
                                            <p:cond delay="0"/>
                                          </p:stCondLst>
                                        </p:cTn>
                                        <p:tgtEl>
                                          <p:spTgt spid="12313"/>
                                        </p:tgtEl>
                                        <p:attrNameLst>
                                          <p:attrName>style.visibility</p:attrName>
                                        </p:attrNameLst>
                                      </p:cBhvr>
                                      <p:to>
                                        <p:strVal val="visible"/>
                                      </p:to>
                                    </p:set>
                                    <p:anim calcmode="lin" valueType="num">
                                      <p:cBhvr additive="base">
                                        <p:cTn id="76" dur="500" fill="hold"/>
                                        <p:tgtEl>
                                          <p:spTgt spid="12313"/>
                                        </p:tgtEl>
                                        <p:attrNameLst>
                                          <p:attrName>ppt_x</p:attrName>
                                        </p:attrNameLst>
                                      </p:cBhvr>
                                      <p:tavLst>
                                        <p:tav tm="0">
                                          <p:val>
                                            <p:strVal val="#ppt_x"/>
                                          </p:val>
                                        </p:tav>
                                        <p:tav tm="100000">
                                          <p:val>
                                            <p:strVal val="#ppt_x"/>
                                          </p:val>
                                        </p:tav>
                                      </p:tavLst>
                                    </p:anim>
                                    <p:anim calcmode="lin" valueType="num">
                                      <p:cBhvr additive="base">
                                        <p:cTn id="77" dur="500" fill="hold"/>
                                        <p:tgtEl>
                                          <p:spTgt spid="12313"/>
                                        </p:tgtEl>
                                        <p:attrNameLst>
                                          <p:attrName>ppt_y</p:attrName>
                                        </p:attrNameLst>
                                      </p:cBhvr>
                                      <p:tavLst>
                                        <p:tav tm="0">
                                          <p:val>
                                            <p:strVal val="0-#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nodeType="clickEffect">
                                  <p:stCondLst>
                                    <p:cond delay="0"/>
                                  </p:stCondLst>
                                  <p:childTnLst>
                                    <p:set>
                                      <p:cBhvr>
                                        <p:cTn id="81" dur="1" fill="hold">
                                          <p:stCondLst>
                                            <p:cond delay="0"/>
                                          </p:stCondLst>
                                        </p:cTn>
                                        <p:tgtEl>
                                          <p:spTgt spid="12314"/>
                                        </p:tgtEl>
                                        <p:attrNameLst>
                                          <p:attrName>style.visibility</p:attrName>
                                        </p:attrNameLst>
                                      </p:cBhvr>
                                      <p:to>
                                        <p:strVal val="visible"/>
                                      </p:to>
                                    </p:set>
                                    <p:animEffect transition="in" filter="slide(fromBottom)">
                                      <p:cBhvr>
                                        <p:cTn id="82" dur="500"/>
                                        <p:tgtEl>
                                          <p:spTgt spid="12314"/>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2315"/>
                                        </p:tgtEl>
                                        <p:attrNameLst>
                                          <p:attrName>style.visibility</p:attrName>
                                        </p:attrNameLst>
                                      </p:cBhvr>
                                      <p:to>
                                        <p:strVal val="visible"/>
                                      </p:to>
                                    </p:set>
                                    <p:animEffect transition="in" filter="blinds(horizontal)">
                                      <p:cBhvr>
                                        <p:cTn id="87" dur="500"/>
                                        <p:tgtEl>
                                          <p:spTgt spid="12315"/>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1" fill="hold" nodeType="clickEffect">
                                  <p:stCondLst>
                                    <p:cond delay="0"/>
                                  </p:stCondLst>
                                  <p:childTnLst>
                                    <p:set>
                                      <p:cBhvr>
                                        <p:cTn id="91" dur="1" fill="hold">
                                          <p:stCondLst>
                                            <p:cond delay="0"/>
                                          </p:stCondLst>
                                        </p:cTn>
                                        <p:tgtEl>
                                          <p:spTgt spid="12316"/>
                                        </p:tgtEl>
                                        <p:attrNameLst>
                                          <p:attrName>style.visibility</p:attrName>
                                        </p:attrNameLst>
                                      </p:cBhvr>
                                      <p:to>
                                        <p:strVal val="visible"/>
                                      </p:to>
                                    </p:set>
                                    <p:anim calcmode="lin" valueType="num">
                                      <p:cBhvr additive="base">
                                        <p:cTn id="92" dur="500" fill="hold"/>
                                        <p:tgtEl>
                                          <p:spTgt spid="12316"/>
                                        </p:tgtEl>
                                        <p:attrNameLst>
                                          <p:attrName>ppt_x</p:attrName>
                                        </p:attrNameLst>
                                      </p:cBhvr>
                                      <p:tavLst>
                                        <p:tav tm="0">
                                          <p:val>
                                            <p:strVal val="#ppt_x"/>
                                          </p:val>
                                        </p:tav>
                                        <p:tav tm="100000">
                                          <p:val>
                                            <p:strVal val="#ppt_x"/>
                                          </p:val>
                                        </p:tav>
                                      </p:tavLst>
                                    </p:anim>
                                    <p:anim calcmode="lin" valueType="num">
                                      <p:cBhvr additive="base">
                                        <p:cTn id="93" dur="500" fill="hold"/>
                                        <p:tgtEl>
                                          <p:spTgt spid="12316"/>
                                        </p:tgtEl>
                                        <p:attrNameLst>
                                          <p:attrName>ppt_y</p:attrName>
                                        </p:attrNameLst>
                                      </p:cBhvr>
                                      <p:tavLst>
                                        <p:tav tm="0">
                                          <p:val>
                                            <p:strVal val="0-#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12" presetClass="entr" presetSubtype="4" fill="hold" nodeType="clickEffect">
                                  <p:stCondLst>
                                    <p:cond delay="0"/>
                                  </p:stCondLst>
                                  <p:childTnLst>
                                    <p:set>
                                      <p:cBhvr>
                                        <p:cTn id="97" dur="1" fill="hold">
                                          <p:stCondLst>
                                            <p:cond delay="0"/>
                                          </p:stCondLst>
                                        </p:cTn>
                                        <p:tgtEl>
                                          <p:spTgt spid="12317"/>
                                        </p:tgtEl>
                                        <p:attrNameLst>
                                          <p:attrName>style.visibility</p:attrName>
                                        </p:attrNameLst>
                                      </p:cBhvr>
                                      <p:to>
                                        <p:strVal val="visible"/>
                                      </p:to>
                                    </p:set>
                                    <p:animEffect transition="in" filter="slide(fromBottom)">
                                      <p:cBhvr>
                                        <p:cTn id="98" dur="500"/>
                                        <p:tgtEl>
                                          <p:spTgt spid="12317"/>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nodeType="clickEffect">
                                  <p:stCondLst>
                                    <p:cond delay="0"/>
                                  </p:stCondLst>
                                  <p:childTnLst>
                                    <p:set>
                                      <p:cBhvr>
                                        <p:cTn id="102" dur="1" fill="hold">
                                          <p:stCondLst>
                                            <p:cond delay="0"/>
                                          </p:stCondLst>
                                        </p:cTn>
                                        <p:tgtEl>
                                          <p:spTgt spid="12318"/>
                                        </p:tgtEl>
                                        <p:attrNameLst>
                                          <p:attrName>style.visibility</p:attrName>
                                        </p:attrNameLst>
                                      </p:cBhvr>
                                      <p:to>
                                        <p:strVal val="visible"/>
                                      </p:to>
                                    </p:set>
                                    <p:animEffect transition="in" filter="blinds(horizontal)">
                                      <p:cBhvr>
                                        <p:cTn id="103" dur="500"/>
                                        <p:tgtEl>
                                          <p:spTgt spid="12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build="p"/>
      <p:bldP spid="12292" grpId="0" autoUpdateAnimBg="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1046C7-DCCD-4155-A968-7B6602D8019E}" type="datetime3">
              <a:rPr lang="zh-CN" altLang="en-US" smtClean="0"/>
            </a:fld>
            <a:endParaRPr lang="en-US" altLang="zh-CN"/>
          </a:p>
        </p:txBody>
      </p:sp>
      <p:sp>
        <p:nvSpPr>
          <p:cNvPr id="1639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63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95C4FB-9EC1-4199-93F7-E16E7BB35CAA}" type="slidenum">
              <a:rPr lang="en-US" altLang="zh-CN"/>
            </a:fld>
            <a:endParaRPr lang="en-US" altLang="zh-CN"/>
          </a:p>
        </p:txBody>
      </p:sp>
      <p:sp>
        <p:nvSpPr>
          <p:cNvPr id="47108" name="Text Box 4"/>
          <p:cNvSpPr txBox="1">
            <a:spLocks noChangeArrowheads="1"/>
          </p:cNvSpPr>
          <p:nvPr/>
        </p:nvSpPr>
        <p:spPr bwMode="auto">
          <a:xfrm>
            <a:off x="323850" y="333375"/>
            <a:ext cx="81359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由上式最后一个行最简形矩阵知，该方程组的系数矩阵和增广矩阵的秩都等于</a:t>
            </a:r>
            <a:r>
              <a:rPr lang="en-US" altLang="zh-CN" sz="2400" b="1">
                <a:latin typeface="Times New Roman" panose="02020603050405020304" pitchFamily="18" charset="0"/>
                <a:ea typeface="楷体_GB2312" pitchFamily="49" charset="-122"/>
              </a:rPr>
              <a:t>2</a:t>
            </a:r>
            <a:r>
              <a:rPr lang="zh-CN" altLang="en-US" sz="2400" b="1">
                <a:latin typeface="Times New Roman" panose="02020603050405020304" pitchFamily="18" charset="0"/>
                <a:ea typeface="楷体_GB2312" pitchFamily="49" charset="-122"/>
              </a:rPr>
              <a:t>，所以该方程组有解。</a:t>
            </a:r>
            <a:endParaRPr lang="zh-CN" altLang="en-US" sz="2400" b="1">
              <a:latin typeface="Times New Roman" panose="02020603050405020304" pitchFamily="18" charset="0"/>
              <a:ea typeface="楷体_GB2312" pitchFamily="49" charset="-122"/>
            </a:endParaRPr>
          </a:p>
        </p:txBody>
      </p:sp>
      <p:graphicFrame>
        <p:nvGraphicFramePr>
          <p:cNvPr id="47117" name="Object 13"/>
          <p:cNvGraphicFramePr>
            <a:graphicFrameLocks noChangeAspect="1"/>
          </p:cNvGraphicFramePr>
          <p:nvPr/>
        </p:nvGraphicFramePr>
        <p:xfrm>
          <a:off x="468313" y="1628775"/>
          <a:ext cx="4926012" cy="2376488"/>
        </p:xfrm>
        <a:graphic>
          <a:graphicData uri="http://schemas.openxmlformats.org/presentationml/2006/ole">
            <mc:AlternateContent xmlns:mc="http://schemas.openxmlformats.org/markup-compatibility/2006">
              <mc:Choice xmlns:v="urn:schemas-microsoft-com:vml" Requires="v">
                <p:oleObj spid="_x0000_s56427" name="Equation" r:id="rId1" imgW="2692400" imgH="1295400" progId="Equation.DSMT4">
                  <p:embed/>
                </p:oleObj>
              </mc:Choice>
              <mc:Fallback>
                <p:oleObj name="Equation" r:id="rId1" imgW="2692400" imgH="1295400" progId="Equation.DSMT4">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628775"/>
                        <a:ext cx="4926012" cy="237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3" name="Object 19"/>
          <p:cNvGraphicFramePr>
            <a:graphicFrameLocks noChangeAspect="1"/>
          </p:cNvGraphicFramePr>
          <p:nvPr/>
        </p:nvGraphicFramePr>
        <p:xfrm>
          <a:off x="2123604" y="5570538"/>
          <a:ext cx="1871662" cy="482600"/>
        </p:xfrm>
        <a:graphic>
          <a:graphicData uri="http://schemas.openxmlformats.org/presentationml/2006/ole">
            <mc:AlternateContent xmlns:mc="http://schemas.openxmlformats.org/markup-compatibility/2006">
              <mc:Choice xmlns:v="urn:schemas-microsoft-com:vml" Requires="v">
                <p:oleObj spid="_x0000_s56428" name="Equation" r:id="rId3" imgW="1214755" imgH="313690" progId="Equation.DSMT4">
                  <p:embed/>
                </p:oleObj>
              </mc:Choice>
              <mc:Fallback>
                <p:oleObj name="Equation" r:id="rId3" imgW="1214755" imgH="313690" progId="Equation.DSMT4">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604" y="5570538"/>
                        <a:ext cx="1871662"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24" name="Text Box 20"/>
          <p:cNvSpPr txBox="1">
            <a:spLocks noChangeArrowheads="1"/>
          </p:cNvSpPr>
          <p:nvPr/>
        </p:nvSpPr>
        <p:spPr bwMode="auto">
          <a:xfrm>
            <a:off x="1979141" y="4706938"/>
            <a:ext cx="2663825" cy="831850"/>
          </a:xfrm>
          <a:prstGeom prst="rect">
            <a:avLst/>
          </a:prstGeom>
          <a:solidFill>
            <a:srgbClr val="CCFFFF"/>
          </a:solidFill>
          <a:ln w="9525">
            <a:solidFill>
              <a:srgbClr val="FF00FF"/>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得该方程组的一个特解</a:t>
            </a:r>
            <a:endParaRPr lang="zh-CN" altLang="en-US" sz="2400" b="1">
              <a:latin typeface="Times New Roman" panose="02020603050405020304" pitchFamily="18" charset="0"/>
              <a:ea typeface="楷体_GB2312" pitchFamily="49" charset="-122"/>
            </a:endParaRPr>
          </a:p>
        </p:txBody>
      </p:sp>
      <p:sp>
        <p:nvSpPr>
          <p:cNvPr id="47128" name="Text Box 24"/>
          <p:cNvSpPr txBox="1">
            <a:spLocks noChangeArrowheads="1"/>
          </p:cNvSpPr>
          <p:nvPr/>
        </p:nvSpPr>
        <p:spPr bwMode="auto">
          <a:xfrm>
            <a:off x="395288" y="1196975"/>
            <a:ext cx="8135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由上面行最简形矩阵可得该方程组的解为：</a:t>
            </a:r>
            <a:endParaRPr lang="zh-CN" altLang="en-US" sz="2400" b="1">
              <a:latin typeface="Times New Roman" panose="02020603050405020304" pitchFamily="18" charset="0"/>
              <a:ea typeface="楷体_GB2312" pitchFamily="49" charset="-122"/>
            </a:endParaRPr>
          </a:p>
        </p:txBody>
      </p:sp>
      <p:graphicFrame>
        <p:nvGraphicFramePr>
          <p:cNvPr id="47129" name="Object 25"/>
          <p:cNvGraphicFramePr>
            <a:graphicFrameLocks noChangeAspect="1"/>
          </p:cNvGraphicFramePr>
          <p:nvPr/>
        </p:nvGraphicFramePr>
        <p:xfrm>
          <a:off x="1907704" y="4202113"/>
          <a:ext cx="2033587" cy="469900"/>
        </p:xfrm>
        <a:graphic>
          <a:graphicData uri="http://schemas.openxmlformats.org/presentationml/2006/ole">
            <mc:AlternateContent xmlns:mc="http://schemas.openxmlformats.org/markup-compatibility/2006">
              <mc:Choice xmlns:v="urn:schemas-microsoft-com:vml" Requires="v">
                <p:oleObj spid="_x0000_s56429" name="Equation" r:id="rId5" imgW="990600" imgH="228600" progId="Equation.DSMT4">
                  <p:embed/>
                </p:oleObj>
              </mc:Choice>
              <mc:Fallback>
                <p:oleObj name="Equation" r:id="rId5" imgW="990600" imgH="228600" progId="Equation.DSMT4">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704" y="4202113"/>
                        <a:ext cx="2033587"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animEffect transition="in" filter="wipe(left)">
                                      <p:cBhvr>
                                        <p:cTn id="7" dur="500"/>
                                        <p:tgtEl>
                                          <p:spTgt spid="471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28">
                                            <p:txEl>
                                              <p:pRg st="0" end="0"/>
                                            </p:txEl>
                                          </p:spTgt>
                                        </p:tgtEl>
                                        <p:attrNameLst>
                                          <p:attrName>style.visibility</p:attrName>
                                        </p:attrNameLst>
                                      </p:cBhvr>
                                      <p:to>
                                        <p:strVal val="visible"/>
                                      </p:to>
                                    </p:set>
                                    <p:animEffect transition="in" filter="wipe(left)">
                                      <p:cBhvr>
                                        <p:cTn id="12" dur="500"/>
                                        <p:tgtEl>
                                          <p:spTgt spid="4712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7117"/>
                                        </p:tgtEl>
                                        <p:attrNameLst>
                                          <p:attrName>style.visibility</p:attrName>
                                        </p:attrNameLst>
                                      </p:cBhvr>
                                      <p:to>
                                        <p:strVal val="visible"/>
                                      </p:to>
                                    </p:set>
                                    <p:animEffect transition="in" filter="blinds(horizontal)">
                                      <p:cBhvr>
                                        <p:cTn id="17" dur="500"/>
                                        <p:tgtEl>
                                          <p:spTgt spid="4711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7129"/>
                                        </p:tgtEl>
                                        <p:attrNameLst>
                                          <p:attrName>style.visibility</p:attrName>
                                        </p:attrNameLst>
                                      </p:cBhvr>
                                      <p:to>
                                        <p:strVal val="visible"/>
                                      </p:to>
                                    </p:set>
                                    <p:anim calcmode="lin" valueType="num">
                                      <p:cBhvr additive="base">
                                        <p:cTn id="22" dur="500" fill="hold"/>
                                        <p:tgtEl>
                                          <p:spTgt spid="47129"/>
                                        </p:tgtEl>
                                        <p:attrNameLst>
                                          <p:attrName>ppt_x</p:attrName>
                                        </p:attrNameLst>
                                      </p:cBhvr>
                                      <p:tavLst>
                                        <p:tav tm="0">
                                          <p:val>
                                            <p:strVal val="#ppt_x"/>
                                          </p:val>
                                        </p:tav>
                                        <p:tav tm="100000">
                                          <p:val>
                                            <p:strVal val="#ppt_x"/>
                                          </p:val>
                                        </p:tav>
                                      </p:tavLst>
                                    </p:anim>
                                    <p:anim calcmode="lin" valueType="num">
                                      <p:cBhvr additive="base">
                                        <p:cTn id="23" dur="500" fill="hold"/>
                                        <p:tgtEl>
                                          <p:spTgt spid="4712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7124"/>
                                        </p:tgtEl>
                                        <p:attrNameLst>
                                          <p:attrName>style.visibility</p:attrName>
                                        </p:attrNameLst>
                                      </p:cBhvr>
                                      <p:to>
                                        <p:strVal val="visible"/>
                                      </p:to>
                                    </p:set>
                                    <p:animEffect transition="in" filter="dissolve">
                                      <p:cBhvr>
                                        <p:cTn id="28" dur="500"/>
                                        <p:tgtEl>
                                          <p:spTgt spid="47124"/>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10" fill="hold" nodeType="clickEffect">
                                  <p:stCondLst>
                                    <p:cond delay="0"/>
                                  </p:stCondLst>
                                  <p:childTnLst>
                                    <p:set>
                                      <p:cBhvr>
                                        <p:cTn id="32" dur="1" fill="hold">
                                          <p:stCondLst>
                                            <p:cond delay="0"/>
                                          </p:stCondLst>
                                        </p:cTn>
                                        <p:tgtEl>
                                          <p:spTgt spid="47123"/>
                                        </p:tgtEl>
                                        <p:attrNameLst>
                                          <p:attrName>style.visibility</p:attrName>
                                        </p:attrNameLst>
                                      </p:cBhvr>
                                      <p:to>
                                        <p:strVal val="visible"/>
                                      </p:to>
                                    </p:set>
                                    <p:anim calcmode="lin" valueType="num">
                                      <p:cBhvr>
                                        <p:cTn id="33" dur="500" fill="hold"/>
                                        <p:tgtEl>
                                          <p:spTgt spid="47123"/>
                                        </p:tgtEl>
                                        <p:attrNameLst>
                                          <p:attrName>ppt_w</p:attrName>
                                        </p:attrNameLst>
                                      </p:cBhvr>
                                      <p:tavLst>
                                        <p:tav tm="0">
                                          <p:val>
                                            <p:fltVal val="0"/>
                                          </p:val>
                                        </p:tav>
                                        <p:tav tm="100000">
                                          <p:val>
                                            <p:strVal val="#ppt_w"/>
                                          </p:val>
                                        </p:tav>
                                      </p:tavLst>
                                    </p:anim>
                                    <p:anim calcmode="lin" valueType="num">
                                      <p:cBhvr>
                                        <p:cTn id="34" dur="500" fill="hold"/>
                                        <p:tgtEl>
                                          <p:spTgt spid="471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utoUpdateAnimBg="0" build="p"/>
      <p:bldP spid="47124" grpId="0" animBg="1" autoUpdateAnimBg="0"/>
      <p:bldP spid="47128" grpId="0" autoUpdateAnimBg="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1046C7-DCCD-4155-A968-7B6602D8019E}" type="datetime3">
              <a:rPr lang="zh-CN" altLang="en-US" smtClean="0"/>
            </a:fld>
            <a:endParaRPr lang="en-US" altLang="zh-CN"/>
          </a:p>
        </p:txBody>
      </p:sp>
      <p:sp>
        <p:nvSpPr>
          <p:cNvPr id="1639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63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95C4FB-9EC1-4199-93F7-E16E7BB35CAA}" type="slidenum">
              <a:rPr lang="en-US" altLang="zh-CN"/>
            </a:fld>
            <a:endParaRPr lang="en-US" altLang="zh-CN"/>
          </a:p>
        </p:txBody>
      </p:sp>
      <p:graphicFrame>
        <p:nvGraphicFramePr>
          <p:cNvPr id="47117" name="Object 13"/>
          <p:cNvGraphicFramePr>
            <a:graphicFrameLocks noChangeAspect="1"/>
          </p:cNvGraphicFramePr>
          <p:nvPr/>
        </p:nvGraphicFramePr>
        <p:xfrm>
          <a:off x="823912" y="719487"/>
          <a:ext cx="4600575" cy="2376488"/>
        </p:xfrm>
        <a:graphic>
          <a:graphicData uri="http://schemas.openxmlformats.org/presentationml/2006/ole">
            <mc:AlternateContent xmlns:mc="http://schemas.openxmlformats.org/markup-compatibility/2006">
              <mc:Choice xmlns:v="urn:schemas-microsoft-com:vml" Requires="v">
                <p:oleObj spid="_x0000_s73758" name="Equation" r:id="rId1" imgW="60350400" imgH="31089600" progId="Equation.DSMT4">
                  <p:embed/>
                </p:oleObj>
              </mc:Choice>
              <mc:Fallback>
                <p:oleObj name="Equation" r:id="rId1" imgW="60350400" imgH="31089600" progId="Equation.DSMT4">
                  <p:embed/>
                  <p:pic>
                    <p:nvPicPr>
                      <p:cNvPr id="0" name="Object 13"/>
                      <p:cNvPicPr>
                        <a:picLocks noChangeAspect="1" noChangeArrowheads="1"/>
                      </p:cNvPicPr>
                      <p:nvPr/>
                    </p:nvPicPr>
                    <p:blipFill>
                      <a:blip r:embed="rId2"/>
                      <a:srcRect/>
                      <a:stretch>
                        <a:fillRect/>
                      </a:stretch>
                    </p:blipFill>
                    <p:spPr bwMode="auto">
                      <a:xfrm>
                        <a:off x="823912" y="719487"/>
                        <a:ext cx="4600575" cy="237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19" name="Text Box 15"/>
          <p:cNvSpPr txBox="1">
            <a:spLocks noChangeArrowheads="1"/>
          </p:cNvSpPr>
          <p:nvPr/>
        </p:nvSpPr>
        <p:spPr bwMode="auto">
          <a:xfrm>
            <a:off x="179512" y="148284"/>
            <a:ext cx="3404071" cy="461665"/>
          </a:xfrm>
          <a:prstGeom prst="rect">
            <a:avLst/>
          </a:prstGeom>
          <a:solidFill>
            <a:srgbClr val="CCFFFF"/>
          </a:solidFill>
          <a:ln w="9525">
            <a:solidFill>
              <a:srgbClr val="FF00FF"/>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400" b="1">
                <a:latin typeface="Times New Roman" panose="02020603050405020304" pitchFamily="18" charset="0"/>
                <a:ea typeface="楷体_GB2312" pitchFamily="49" charset="-122"/>
              </a:rPr>
              <a:t>解相应</a:t>
            </a:r>
            <a:r>
              <a:rPr lang="zh-CN" altLang="en-US" sz="2400" b="1" dirty="0">
                <a:latin typeface="Times New Roman" panose="02020603050405020304" pitchFamily="18" charset="0"/>
                <a:ea typeface="楷体_GB2312" pitchFamily="49" charset="-122"/>
              </a:rPr>
              <a:t>的</a:t>
            </a:r>
            <a:r>
              <a:rPr lang="zh-CN" altLang="en-US" sz="2400" b="1">
                <a:latin typeface="Times New Roman" panose="02020603050405020304" pitchFamily="18" charset="0"/>
                <a:ea typeface="楷体_GB2312" pitchFamily="49" charset="-122"/>
              </a:rPr>
              <a:t>齐次方程组</a:t>
            </a:r>
            <a:endParaRPr lang="zh-CN" altLang="en-US" sz="2400" b="1" dirty="0">
              <a:latin typeface="Times New Roman" panose="02020603050405020304" pitchFamily="18" charset="0"/>
              <a:ea typeface="楷体_GB2312" pitchFamily="49" charset="-122"/>
            </a:endParaRPr>
          </a:p>
        </p:txBody>
      </p:sp>
      <p:graphicFrame>
        <p:nvGraphicFramePr>
          <p:cNvPr id="47120" name="Object 16"/>
          <p:cNvGraphicFramePr>
            <a:graphicFrameLocks noChangeAspect="1"/>
          </p:cNvGraphicFramePr>
          <p:nvPr/>
        </p:nvGraphicFramePr>
        <p:xfrm>
          <a:off x="5868144" y="3212332"/>
          <a:ext cx="1944688" cy="501650"/>
        </p:xfrm>
        <a:graphic>
          <a:graphicData uri="http://schemas.openxmlformats.org/presentationml/2006/ole">
            <mc:AlternateContent xmlns:mc="http://schemas.openxmlformats.org/markup-compatibility/2006">
              <mc:Choice xmlns:v="urn:schemas-microsoft-com:vml" Requires="v">
                <p:oleObj spid="_x0000_s73759" name="" r:id="rId3" imgW="1214755" imgH="313690" progId="Equation.DSMT4">
                  <p:embed/>
                </p:oleObj>
              </mc:Choice>
              <mc:Fallback>
                <p:oleObj name="" r:id="rId3" imgW="1214755" imgH="313690" progId="Equation.DSMT4">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8144" y="3212332"/>
                        <a:ext cx="1944688"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1" name="Object 17"/>
          <p:cNvGraphicFramePr>
            <a:graphicFrameLocks noChangeAspect="1"/>
          </p:cNvGraphicFramePr>
          <p:nvPr/>
        </p:nvGraphicFramePr>
        <p:xfrm>
          <a:off x="5868144" y="3788595"/>
          <a:ext cx="1943100" cy="479425"/>
        </p:xfrm>
        <a:graphic>
          <a:graphicData uri="http://schemas.openxmlformats.org/presentationml/2006/ole">
            <mc:AlternateContent xmlns:mc="http://schemas.openxmlformats.org/markup-compatibility/2006">
              <mc:Choice xmlns:v="urn:schemas-microsoft-com:vml" Requires="v">
                <p:oleObj spid="_x0000_s73760" name="Equation" r:id="rId5" imgW="1266825" imgH="313690" progId="Equation.DSMT4">
                  <p:embed/>
                </p:oleObj>
              </mc:Choice>
              <mc:Fallback>
                <p:oleObj name="Equation" r:id="rId5" imgW="1266825" imgH="313690"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8144" y="3788595"/>
                        <a:ext cx="194310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25" name="Text Box 21"/>
          <p:cNvSpPr txBox="1">
            <a:spLocks noChangeArrowheads="1"/>
          </p:cNvSpPr>
          <p:nvPr/>
        </p:nvSpPr>
        <p:spPr bwMode="auto">
          <a:xfrm>
            <a:off x="1403648" y="4433608"/>
            <a:ext cx="3671887" cy="466725"/>
          </a:xfrm>
          <a:prstGeom prst="rect">
            <a:avLst/>
          </a:prstGeom>
          <a:solidFill>
            <a:srgbClr val="00FFFF"/>
          </a:solidFill>
          <a:ln w="9525">
            <a:solidFill>
              <a:srgbClr val="FF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所以，原方程组的通解为</a:t>
            </a:r>
            <a:endParaRPr lang="zh-CN" altLang="en-US" sz="2400" b="1">
              <a:latin typeface="Times New Roman" panose="02020603050405020304" pitchFamily="18" charset="0"/>
              <a:ea typeface="楷体_GB2312" pitchFamily="49" charset="-122"/>
            </a:endParaRPr>
          </a:p>
        </p:txBody>
      </p:sp>
      <p:graphicFrame>
        <p:nvGraphicFramePr>
          <p:cNvPr id="47126" name="Object 22"/>
          <p:cNvGraphicFramePr>
            <a:graphicFrameLocks noChangeAspect="1"/>
          </p:cNvGraphicFramePr>
          <p:nvPr/>
        </p:nvGraphicFramePr>
        <p:xfrm>
          <a:off x="1476673" y="5009871"/>
          <a:ext cx="3624262" cy="1227137"/>
        </p:xfrm>
        <a:graphic>
          <a:graphicData uri="http://schemas.openxmlformats.org/presentationml/2006/ole">
            <mc:AlternateContent xmlns:mc="http://schemas.openxmlformats.org/markup-compatibility/2006">
              <mc:Choice xmlns:v="urn:schemas-microsoft-com:vml" Requires="v">
                <p:oleObj spid="_x0000_s73761" name="Equation" r:id="rId7" imgW="2037715" imgH="692150" progId="Equation.DSMT4">
                  <p:embed/>
                </p:oleObj>
              </mc:Choice>
              <mc:Fallback>
                <p:oleObj name="Equation" r:id="rId7" imgW="2037715" imgH="692150" progId="Equation.DSMT4">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6673" y="5009871"/>
                        <a:ext cx="3624262" cy="1227137"/>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15"/>
          <p:cNvSpPr txBox="1">
            <a:spLocks noChangeArrowheads="1"/>
          </p:cNvSpPr>
          <p:nvPr/>
        </p:nvSpPr>
        <p:spPr bwMode="auto">
          <a:xfrm>
            <a:off x="251520" y="3252317"/>
            <a:ext cx="5075473" cy="461665"/>
          </a:xfrm>
          <a:prstGeom prst="rect">
            <a:avLst/>
          </a:prstGeom>
          <a:solidFill>
            <a:srgbClr val="CCFFFF"/>
          </a:solidFill>
          <a:ln w="9525">
            <a:solidFill>
              <a:srgbClr val="FF00FF"/>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400" b="1" dirty="0">
                <a:latin typeface="Times New Roman" panose="02020603050405020304" pitchFamily="18" charset="0"/>
                <a:ea typeface="楷体_GB2312" pitchFamily="49" charset="-122"/>
              </a:rPr>
              <a:t>得到齐次方程组的一个基础解系为</a:t>
            </a:r>
            <a:endParaRPr lang="zh-CN" altLang="en-US" sz="2400" b="1" dirty="0">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119"/>
                                        </p:tgtEl>
                                        <p:attrNameLst>
                                          <p:attrName>style.visibility</p:attrName>
                                        </p:attrNameLst>
                                      </p:cBhvr>
                                      <p:to>
                                        <p:strVal val="visible"/>
                                      </p:to>
                                    </p:set>
                                    <p:animEffect transition="in" filter="dissolve">
                                      <p:cBhvr>
                                        <p:cTn id="7" dur="500"/>
                                        <p:tgtEl>
                                          <p:spTgt spid="471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117"/>
                                        </p:tgtEl>
                                        <p:attrNameLst>
                                          <p:attrName>style.visibility</p:attrName>
                                        </p:attrNameLst>
                                      </p:cBhvr>
                                      <p:to>
                                        <p:strVal val="visible"/>
                                      </p:to>
                                    </p:set>
                                    <p:animEffect transition="in" filter="blinds(horizontal)">
                                      <p:cBhvr>
                                        <p:cTn id="12" dur="500"/>
                                        <p:tgtEl>
                                          <p:spTgt spid="471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nodeType="clickEffect">
                                  <p:stCondLst>
                                    <p:cond delay="0"/>
                                  </p:stCondLst>
                                  <p:childTnLst>
                                    <p:set>
                                      <p:cBhvr>
                                        <p:cTn id="21" dur="1" fill="hold">
                                          <p:stCondLst>
                                            <p:cond delay="0"/>
                                          </p:stCondLst>
                                        </p:cTn>
                                        <p:tgtEl>
                                          <p:spTgt spid="47120"/>
                                        </p:tgtEl>
                                        <p:attrNameLst>
                                          <p:attrName>style.visibility</p:attrName>
                                        </p:attrNameLst>
                                      </p:cBhvr>
                                      <p:to>
                                        <p:strVal val="visible"/>
                                      </p:to>
                                    </p:set>
                                    <p:anim calcmode="lin" valueType="num">
                                      <p:cBhvr>
                                        <p:cTn id="22" dur="500" fill="hold"/>
                                        <p:tgtEl>
                                          <p:spTgt spid="47120"/>
                                        </p:tgtEl>
                                        <p:attrNameLst>
                                          <p:attrName>ppt_w</p:attrName>
                                        </p:attrNameLst>
                                      </p:cBhvr>
                                      <p:tavLst>
                                        <p:tav tm="0">
                                          <p:val>
                                            <p:fltVal val="0"/>
                                          </p:val>
                                        </p:tav>
                                        <p:tav tm="100000">
                                          <p:val>
                                            <p:strVal val="#ppt_w"/>
                                          </p:val>
                                        </p:tav>
                                      </p:tavLst>
                                    </p:anim>
                                    <p:anim calcmode="lin" valueType="num">
                                      <p:cBhvr>
                                        <p:cTn id="23" dur="500" fill="hold"/>
                                        <p:tgtEl>
                                          <p:spTgt spid="47120"/>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10" fill="hold" nodeType="clickEffect">
                                  <p:stCondLst>
                                    <p:cond delay="0"/>
                                  </p:stCondLst>
                                  <p:childTnLst>
                                    <p:set>
                                      <p:cBhvr>
                                        <p:cTn id="27" dur="1" fill="hold">
                                          <p:stCondLst>
                                            <p:cond delay="0"/>
                                          </p:stCondLst>
                                        </p:cTn>
                                        <p:tgtEl>
                                          <p:spTgt spid="47121"/>
                                        </p:tgtEl>
                                        <p:attrNameLst>
                                          <p:attrName>style.visibility</p:attrName>
                                        </p:attrNameLst>
                                      </p:cBhvr>
                                      <p:to>
                                        <p:strVal val="visible"/>
                                      </p:to>
                                    </p:set>
                                    <p:anim calcmode="lin" valueType="num">
                                      <p:cBhvr>
                                        <p:cTn id="28" dur="500" fill="hold"/>
                                        <p:tgtEl>
                                          <p:spTgt spid="47121"/>
                                        </p:tgtEl>
                                        <p:attrNameLst>
                                          <p:attrName>ppt_w</p:attrName>
                                        </p:attrNameLst>
                                      </p:cBhvr>
                                      <p:tavLst>
                                        <p:tav tm="0">
                                          <p:val>
                                            <p:fltVal val="0"/>
                                          </p:val>
                                        </p:tav>
                                        <p:tav tm="100000">
                                          <p:val>
                                            <p:strVal val="#ppt_w"/>
                                          </p:val>
                                        </p:tav>
                                      </p:tavLst>
                                    </p:anim>
                                    <p:anim calcmode="lin" valueType="num">
                                      <p:cBhvr>
                                        <p:cTn id="29" dur="500" fill="hold"/>
                                        <p:tgtEl>
                                          <p:spTgt spid="47121"/>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7125"/>
                                        </p:tgtEl>
                                        <p:attrNameLst>
                                          <p:attrName>style.visibility</p:attrName>
                                        </p:attrNameLst>
                                      </p:cBhvr>
                                      <p:to>
                                        <p:strVal val="visible"/>
                                      </p:to>
                                    </p:set>
                                    <p:animEffect transition="in" filter="dissolve">
                                      <p:cBhvr>
                                        <p:cTn id="34" dur="500"/>
                                        <p:tgtEl>
                                          <p:spTgt spid="4712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7126"/>
                                        </p:tgtEl>
                                        <p:attrNameLst>
                                          <p:attrName>style.visibility</p:attrName>
                                        </p:attrNameLst>
                                      </p:cBhvr>
                                      <p:to>
                                        <p:strVal val="visible"/>
                                      </p:to>
                                    </p:set>
                                    <p:animEffect transition="in" filter="dissolve">
                                      <p:cBhvr>
                                        <p:cTn id="39" dur="500"/>
                                        <p:tgtEl>
                                          <p:spTgt spid="47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9" grpId="0" animBg="1" autoUpdateAnimBg="0"/>
      <p:bldP spid="47125" grpId="0" animBg="1" autoUpdateAnimBg="0"/>
      <p:bldP spid="17"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B9F57F0-CB55-4D9B-86D1-008F0B437EDE}" type="datetime3">
              <a:rPr lang="zh-CN" altLang="en-US" smtClean="0"/>
            </a:fld>
            <a:endParaRPr lang="en-US" altLang="zh-CN"/>
          </a:p>
        </p:txBody>
      </p:sp>
      <p:sp>
        <p:nvSpPr>
          <p:cNvPr id="35843" name="页脚占位符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3584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00D2480-74B9-469B-BDC4-6AA114BD1A05}" type="slidenum">
              <a:rPr lang="en-US" altLang="zh-CN"/>
            </a:fld>
            <a:endParaRPr lang="en-US" altLang="zh-CN"/>
          </a:p>
        </p:txBody>
      </p:sp>
      <p:pic>
        <p:nvPicPr>
          <p:cNvPr id="35845"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71588" y="488950"/>
            <a:ext cx="252095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4338" y="446088"/>
            <a:ext cx="1109662"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4725" y="936625"/>
            <a:ext cx="10795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Rectangle 7"/>
          <p:cNvSpPr>
            <a:spLocks noChangeArrowheads="1"/>
          </p:cNvSpPr>
          <p:nvPr/>
        </p:nvSpPr>
        <p:spPr bwMode="auto">
          <a:xfrm>
            <a:off x="396875" y="879475"/>
            <a:ext cx="113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0000FF"/>
                </a:solidFill>
                <a:latin typeface="楷体_GB2312" pitchFamily="49" charset="-122"/>
                <a:ea typeface="楷体_GB2312" pitchFamily="49" charset="-122"/>
              </a:rPr>
              <a:t>1.</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设</a:t>
            </a:r>
            <a:endParaRPr lang="zh-CN" altLang="en-US" sz="2800" b="1">
              <a:latin typeface="楷体_GB2312" pitchFamily="49" charset="-122"/>
              <a:ea typeface="楷体_GB2312" pitchFamily="49" charset="-122"/>
            </a:endParaRPr>
          </a:p>
        </p:txBody>
      </p:sp>
      <p:sp>
        <p:nvSpPr>
          <p:cNvPr id="35849" name="Rectangle 8"/>
          <p:cNvSpPr>
            <a:spLocks noChangeArrowheads="1"/>
          </p:cNvSpPr>
          <p:nvPr/>
        </p:nvSpPr>
        <p:spPr bwMode="auto">
          <a:xfrm>
            <a:off x="3719513" y="9652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楷体_GB2312" pitchFamily="49" charset="-122"/>
                <a:ea typeface="楷体_GB2312" pitchFamily="49" charset="-122"/>
              </a:rPr>
              <a:t>, </a:t>
            </a:r>
            <a:endParaRPr lang="en-US" altLang="zh-CN" sz="2800" b="1">
              <a:latin typeface="楷体_GB2312" pitchFamily="49" charset="-122"/>
              <a:ea typeface="楷体_GB2312" pitchFamily="49" charset="-122"/>
            </a:endParaRPr>
          </a:p>
        </p:txBody>
      </p:sp>
      <p:sp>
        <p:nvSpPr>
          <p:cNvPr id="35850" name="Rectangle 9"/>
          <p:cNvSpPr>
            <a:spLocks noChangeArrowheads="1"/>
          </p:cNvSpPr>
          <p:nvPr/>
        </p:nvSpPr>
        <p:spPr bwMode="auto">
          <a:xfrm>
            <a:off x="5376863" y="681038"/>
            <a:ext cx="8953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求</a:t>
            </a:r>
            <a:endParaRPr lang="zh-CN" altLang="en-US" sz="2800" b="1">
              <a:latin typeface="楷体_GB2312" pitchFamily="49" charset="-122"/>
              <a:ea typeface="楷体_GB2312" pitchFamily="49" charset="-122"/>
            </a:endParaRPr>
          </a:p>
        </p:txBody>
      </p:sp>
      <p:sp>
        <p:nvSpPr>
          <p:cNvPr id="35851" name="Rectangle 10"/>
          <p:cNvSpPr>
            <a:spLocks noChangeArrowheads="1"/>
          </p:cNvSpPr>
          <p:nvPr/>
        </p:nvSpPr>
        <p:spPr bwMode="auto">
          <a:xfrm>
            <a:off x="7046913" y="865188"/>
            <a:ext cx="1792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楷体_GB2312" pitchFamily="49" charset="-122"/>
                <a:ea typeface="楷体_GB2312" pitchFamily="49" charset="-122"/>
              </a:rPr>
              <a:t>的通解． </a:t>
            </a:r>
            <a:endParaRPr lang="zh-CN" altLang="en-US" sz="2800" b="1">
              <a:latin typeface="楷体_GB2312" pitchFamily="49" charset="-122"/>
              <a:ea typeface="楷体_GB2312" pitchFamily="49" charset="-122"/>
            </a:endParaRPr>
          </a:p>
        </p:txBody>
      </p:sp>
      <p:sp>
        <p:nvSpPr>
          <p:cNvPr id="30731" name="Rectangle 11"/>
          <p:cNvSpPr>
            <a:spLocks noChangeArrowheads="1"/>
          </p:cNvSpPr>
          <p:nvPr/>
        </p:nvSpPr>
        <p:spPr bwMode="auto">
          <a:xfrm>
            <a:off x="395288" y="2101850"/>
            <a:ext cx="7191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楷体_GB2312" pitchFamily="49" charset="-122"/>
                <a:ea typeface="楷体_GB2312" pitchFamily="49" charset="-122"/>
              </a:rPr>
              <a:t>解</a:t>
            </a:r>
            <a:r>
              <a:rPr lang="zh-CN" altLang="en-US" sz="2800" b="1">
                <a:latin typeface="楷体_GB2312" pitchFamily="49" charset="-122"/>
                <a:ea typeface="楷体_GB2312" pitchFamily="49" charset="-122"/>
              </a:rPr>
              <a:t> </a:t>
            </a:r>
            <a:endParaRPr lang="zh-CN" altLang="en-US" sz="2800" b="1">
              <a:latin typeface="楷体_GB2312" pitchFamily="49" charset="-122"/>
              <a:ea typeface="楷体_GB2312" pitchFamily="49" charset="-122"/>
            </a:endParaRPr>
          </a:p>
        </p:txBody>
      </p:sp>
      <p:pic>
        <p:nvPicPr>
          <p:cNvPr id="30733" name="Picture 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1550" y="1989138"/>
            <a:ext cx="69850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2"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39350" y="3391555"/>
            <a:ext cx="273685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5" name="Rectangle 14"/>
          <p:cNvSpPr>
            <a:spLocks noChangeArrowheads="1"/>
          </p:cNvSpPr>
          <p:nvPr/>
        </p:nvSpPr>
        <p:spPr bwMode="auto">
          <a:xfrm>
            <a:off x="0" y="2157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35" name="Rectangle 15"/>
          <p:cNvSpPr>
            <a:spLocks noChangeArrowheads="1"/>
          </p:cNvSpPr>
          <p:nvPr/>
        </p:nvSpPr>
        <p:spPr bwMode="auto">
          <a:xfrm>
            <a:off x="311150" y="3473450"/>
            <a:ext cx="2686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楷体_GB2312" pitchFamily="49" charset="-122"/>
                <a:ea typeface="楷体_GB2312" pitchFamily="49" charset="-122"/>
                <a:cs typeface="Times New Roman" panose="02020603050405020304" pitchFamily="18" charset="0"/>
              </a:rPr>
              <a:t>同解方程组为  </a:t>
            </a:r>
            <a:endParaRPr lang="zh-CN" altLang="en-US" sz="2800" b="1" dirty="0">
              <a:latin typeface="楷体_GB2312" pitchFamily="49" charset="-122"/>
              <a:ea typeface="楷体_GB2312" pitchFamily="49" charset="-122"/>
              <a:cs typeface="Times New Roman" panose="02020603050405020304" pitchFamily="18" charset="0"/>
            </a:endParaRPr>
          </a:p>
        </p:txBody>
      </p:sp>
      <p:sp>
        <p:nvSpPr>
          <p:cNvPr id="35857" name="Rectangle 16"/>
          <p:cNvSpPr>
            <a:spLocks noChangeArrowheads="1"/>
          </p:cNvSpPr>
          <p:nvPr/>
        </p:nvSpPr>
        <p:spPr bwMode="auto">
          <a:xfrm>
            <a:off x="0" y="33559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楷体_GB2312" pitchFamily="49" charset="-122"/>
                <a:ea typeface="楷体_GB2312" pitchFamily="49" charset="-122"/>
                <a:cs typeface="Times New Roman" panose="02020603050405020304" pitchFamily="18" charset="0"/>
              </a:rPr>
              <a:t> </a:t>
            </a:r>
            <a:endParaRPr lang="en-US" altLang="zh-CN" sz="2800" b="1">
              <a:latin typeface="楷体_GB2312" pitchFamily="49" charset="-122"/>
              <a:ea typeface="楷体_GB2312" pitchFamily="49" charset="-122"/>
              <a:cs typeface="Times New Roman" panose="02020603050405020304" pitchFamily="18" charset="0"/>
            </a:endParaRPr>
          </a:p>
        </p:txBody>
      </p:sp>
      <p:pic>
        <p:nvPicPr>
          <p:cNvPr id="30738" name="Picture 1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67938" y="5652154"/>
            <a:ext cx="10795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7" name="Picture 1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5328" y="5092560"/>
            <a:ext cx="1068388"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63" name="Rectangle 22"/>
          <p:cNvSpPr>
            <a:spLocks noChangeArrowheads="1"/>
          </p:cNvSpPr>
          <p:nvPr/>
        </p:nvSpPr>
        <p:spPr bwMode="auto">
          <a:xfrm>
            <a:off x="0" y="898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46" name="Rectangle 26"/>
          <p:cNvSpPr>
            <a:spLocks noChangeArrowheads="1"/>
          </p:cNvSpPr>
          <p:nvPr/>
        </p:nvSpPr>
        <p:spPr bwMode="auto">
          <a:xfrm>
            <a:off x="3861796" y="5652363"/>
            <a:ext cx="2099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楷体_GB2312" pitchFamily="49" charset="-122"/>
                <a:ea typeface="楷体_GB2312" pitchFamily="49" charset="-122"/>
              </a:rPr>
              <a:t>的一个特解：</a:t>
            </a:r>
            <a:endParaRPr lang="zh-CN" altLang="en-US" sz="2800" b="1" dirty="0">
              <a:latin typeface="楷体_GB2312" pitchFamily="49" charset="-122"/>
              <a:ea typeface="楷体_GB2312" pitchFamily="49" charset="-122"/>
            </a:endParaRPr>
          </a:p>
        </p:txBody>
      </p:sp>
      <p:sp>
        <p:nvSpPr>
          <p:cNvPr id="35866" name="Rectangle 27"/>
          <p:cNvSpPr>
            <a:spLocks noChangeArrowheads="1"/>
          </p:cNvSpPr>
          <p:nvPr/>
        </p:nvSpPr>
        <p:spPr bwMode="auto">
          <a:xfrm>
            <a:off x="0" y="4622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楷体_GB2312" pitchFamily="49" charset="-122"/>
                <a:ea typeface="楷体_GB2312" pitchFamily="49" charset="-122"/>
              </a:rPr>
              <a:t> </a:t>
            </a:r>
            <a:endParaRPr lang="en-US" altLang="zh-CN" sz="2800" b="1">
              <a:latin typeface="楷体_GB2312" pitchFamily="49" charset="-122"/>
              <a:ea typeface="楷体_GB2312" pitchFamily="49" charset="-122"/>
            </a:endParaRPr>
          </a:p>
        </p:txBody>
      </p:sp>
      <p:sp>
        <p:nvSpPr>
          <p:cNvPr id="35867" name="Rectangle 29"/>
          <p:cNvSpPr>
            <a:spLocks noChangeArrowheads="1"/>
          </p:cNvSpPr>
          <p:nvPr/>
        </p:nvSpPr>
        <p:spPr bwMode="auto">
          <a:xfrm>
            <a:off x="395288" y="0"/>
            <a:ext cx="13319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rgbClr val="0000FF"/>
                </a:solidFill>
                <a:latin typeface="楷体_GB2312" pitchFamily="49" charset="-122"/>
                <a:ea typeface="楷体_GB2312" pitchFamily="49" charset="-122"/>
              </a:rPr>
              <a:t>练 习</a:t>
            </a:r>
            <a:endParaRPr lang="zh-CN" altLang="en-US" sz="3600" b="1">
              <a:solidFill>
                <a:srgbClr val="0000FF"/>
              </a:solidFill>
              <a:latin typeface="楷体_GB2312" pitchFamily="49" charset="-122"/>
              <a:ea typeface="楷体_GB2312" pitchFamily="49" charset="-122"/>
            </a:endParaRPr>
          </a:p>
        </p:txBody>
      </p:sp>
      <p:sp>
        <p:nvSpPr>
          <p:cNvPr id="30" name="Rectangle 15"/>
          <p:cNvSpPr>
            <a:spLocks noChangeArrowheads="1"/>
          </p:cNvSpPr>
          <p:nvPr/>
        </p:nvSpPr>
        <p:spPr bwMode="auto">
          <a:xfrm>
            <a:off x="67221" y="4361190"/>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楷体_GB2312" pitchFamily="49" charset="-122"/>
                <a:ea typeface="楷体_GB2312" pitchFamily="49" charset="-122"/>
                <a:cs typeface="Times New Roman" panose="02020603050405020304" pitchFamily="18" charset="0"/>
              </a:rPr>
              <a:t>令自由变量</a:t>
            </a:r>
            <a:endParaRPr lang="zh-CN" altLang="en-US" sz="2800" b="1" dirty="0">
              <a:latin typeface="楷体_GB2312" pitchFamily="49" charset="-122"/>
              <a:ea typeface="楷体_GB2312" pitchFamily="49" charset="-122"/>
              <a:cs typeface="Times New Roman" panose="02020603050405020304" pitchFamily="18" charset="0"/>
            </a:endParaRPr>
          </a:p>
        </p:txBody>
      </p:sp>
      <p:graphicFrame>
        <p:nvGraphicFramePr>
          <p:cNvPr id="32" name="Object 16"/>
          <p:cNvGraphicFramePr>
            <a:graphicFrameLocks noChangeAspect="1"/>
          </p:cNvGraphicFramePr>
          <p:nvPr/>
        </p:nvGraphicFramePr>
        <p:xfrm>
          <a:off x="1928813" y="4411663"/>
          <a:ext cx="1862137" cy="501650"/>
        </p:xfrm>
        <a:graphic>
          <a:graphicData uri="http://schemas.openxmlformats.org/presentationml/2006/ole">
            <mc:AlternateContent xmlns:mc="http://schemas.openxmlformats.org/markup-compatibility/2006">
              <mc:Choice xmlns:v="urn:schemas-microsoft-com:vml" Requires="v">
                <p:oleObj spid="_x0000_s74766" name="Equation" r:id="rId8" imgW="20421600" imgH="5486400" progId="Equation.DSMT4">
                  <p:embed/>
                </p:oleObj>
              </mc:Choice>
              <mc:Fallback>
                <p:oleObj name="Equation" r:id="rId8" imgW="20421600" imgH="5486400" progId="Equation.DSMT4">
                  <p:embed/>
                  <p:pic>
                    <p:nvPicPr>
                      <p:cNvPr id="0" name="Object 16"/>
                      <p:cNvPicPr>
                        <a:picLocks noChangeAspect="1" noChangeArrowheads="1"/>
                      </p:cNvPicPr>
                      <p:nvPr/>
                    </p:nvPicPr>
                    <p:blipFill>
                      <a:blip r:embed="rId9"/>
                      <a:srcRect/>
                      <a:stretch>
                        <a:fillRect/>
                      </a:stretch>
                    </p:blipFill>
                    <p:spPr bwMode="auto">
                      <a:xfrm>
                        <a:off x="1928813" y="4411663"/>
                        <a:ext cx="1862137"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Rectangle 15"/>
          <p:cNvSpPr>
            <a:spLocks noChangeArrowheads="1"/>
          </p:cNvSpPr>
          <p:nvPr/>
        </p:nvSpPr>
        <p:spPr bwMode="auto">
          <a:xfrm>
            <a:off x="3780815" y="4418667"/>
            <a:ext cx="52341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楷体_GB2312" pitchFamily="49" charset="-122"/>
                <a:ea typeface="楷体_GB2312" pitchFamily="49" charset="-122"/>
                <a:cs typeface="Times New Roman" panose="02020603050405020304" pitchFamily="18" charset="0"/>
              </a:rPr>
              <a:t>代入同解非齐次同解方程组，得</a:t>
            </a:r>
            <a:endParaRPr lang="zh-CN" altLang="en-US" sz="2800" b="1" dirty="0">
              <a:latin typeface="楷体_GB2312" pitchFamily="49" charset="-122"/>
              <a:ea typeface="楷体_GB2312" pitchFamily="49" charset="-122"/>
              <a:cs typeface="Times New Roman" panose="02020603050405020304" pitchFamily="18" charset="0"/>
            </a:endParaRPr>
          </a:p>
        </p:txBody>
      </p:sp>
      <p:graphicFrame>
        <p:nvGraphicFramePr>
          <p:cNvPr id="34" name="Object 16"/>
          <p:cNvGraphicFramePr>
            <a:graphicFrameLocks noChangeAspect="1"/>
          </p:cNvGraphicFramePr>
          <p:nvPr/>
        </p:nvGraphicFramePr>
        <p:xfrm>
          <a:off x="1738373" y="4986338"/>
          <a:ext cx="1779588" cy="501650"/>
        </p:xfrm>
        <a:graphic>
          <a:graphicData uri="http://schemas.openxmlformats.org/presentationml/2006/ole">
            <mc:AlternateContent xmlns:mc="http://schemas.openxmlformats.org/markup-compatibility/2006">
              <mc:Choice xmlns:v="urn:schemas-microsoft-com:vml" Requires="v">
                <p:oleObj spid="_x0000_s74767" name="Equation" r:id="rId10" imgW="19507200" imgH="5486400" progId="Equation.DSMT4">
                  <p:embed/>
                </p:oleObj>
              </mc:Choice>
              <mc:Fallback>
                <p:oleObj name="Equation" r:id="rId10" imgW="19507200" imgH="5486400" progId="Equation.DSMT4">
                  <p:embed/>
                  <p:pic>
                    <p:nvPicPr>
                      <p:cNvPr id="0" name="Object 16"/>
                      <p:cNvPicPr>
                        <a:picLocks noChangeAspect="1" noChangeArrowheads="1"/>
                      </p:cNvPicPr>
                      <p:nvPr/>
                    </p:nvPicPr>
                    <p:blipFill>
                      <a:blip r:embed="rId11"/>
                      <a:srcRect/>
                      <a:stretch>
                        <a:fillRect/>
                      </a:stretch>
                    </p:blipFill>
                    <p:spPr bwMode="auto">
                      <a:xfrm>
                        <a:off x="1738373" y="4986338"/>
                        <a:ext cx="1779588"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Rectangle 15"/>
          <p:cNvSpPr>
            <a:spLocks noChangeArrowheads="1"/>
          </p:cNvSpPr>
          <p:nvPr/>
        </p:nvSpPr>
        <p:spPr bwMode="auto">
          <a:xfrm>
            <a:off x="324641" y="5559385"/>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楷体_GB2312" pitchFamily="49" charset="-122"/>
                <a:ea typeface="楷体_GB2312" pitchFamily="49" charset="-122"/>
                <a:cs typeface="Times New Roman" panose="02020603050405020304" pitchFamily="18" charset="0"/>
              </a:rPr>
              <a:t>从而得到</a:t>
            </a:r>
            <a:endParaRPr lang="zh-CN" altLang="en-US" sz="2800" b="1" dirty="0">
              <a:latin typeface="楷体_GB2312" pitchFamily="49" charset="-122"/>
              <a:ea typeface="楷体_GB2312"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31"/>
                                        </p:tgtEl>
                                        <p:attrNameLst>
                                          <p:attrName>style.visibility</p:attrName>
                                        </p:attrNameLst>
                                      </p:cBhvr>
                                      <p:to>
                                        <p:strVal val="visible"/>
                                      </p:to>
                                    </p:set>
                                    <p:animEffect transition="in" filter="wipe(left)">
                                      <p:cBhvr>
                                        <p:cTn id="7" dur="500"/>
                                        <p:tgtEl>
                                          <p:spTgt spid="307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33"/>
                                        </p:tgtEl>
                                        <p:attrNameLst>
                                          <p:attrName>style.visibility</p:attrName>
                                        </p:attrNameLst>
                                      </p:cBhvr>
                                      <p:to>
                                        <p:strVal val="visible"/>
                                      </p:to>
                                    </p:set>
                                    <p:animEffect transition="in" filter="wipe(left)">
                                      <p:cBhvr>
                                        <p:cTn id="12" dur="500"/>
                                        <p:tgtEl>
                                          <p:spTgt spid="307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35"/>
                                        </p:tgtEl>
                                        <p:attrNameLst>
                                          <p:attrName>style.visibility</p:attrName>
                                        </p:attrNameLst>
                                      </p:cBhvr>
                                      <p:to>
                                        <p:strVal val="visible"/>
                                      </p:to>
                                    </p:set>
                                    <p:animEffect transition="in" filter="wipe(left)">
                                      <p:cBhvr>
                                        <p:cTn id="17" dur="500"/>
                                        <p:tgtEl>
                                          <p:spTgt spid="307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732"/>
                                        </p:tgtEl>
                                        <p:attrNameLst>
                                          <p:attrName>style.visibility</p:attrName>
                                        </p:attrNameLst>
                                      </p:cBhvr>
                                      <p:to>
                                        <p:strVal val="visible"/>
                                      </p:to>
                                    </p:set>
                                    <p:animEffect transition="in" filter="wipe(left)">
                                      <p:cBhvr>
                                        <p:cTn id="22" dur="500"/>
                                        <p:tgtEl>
                                          <p:spTgt spid="307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 calcmode="lin" valueType="num">
                                      <p:cBhvr>
                                        <p:cTn id="32" dur="500" fill="hold"/>
                                        <p:tgtEl>
                                          <p:spTgt spid="32"/>
                                        </p:tgtEl>
                                        <p:attrNameLst>
                                          <p:attrName>ppt_w</p:attrName>
                                        </p:attrNameLst>
                                      </p:cBhvr>
                                      <p:tavLst>
                                        <p:tav tm="0">
                                          <p:val>
                                            <p:fltVal val="0"/>
                                          </p:val>
                                        </p:tav>
                                        <p:tav tm="100000">
                                          <p:val>
                                            <p:strVal val="#ppt_w"/>
                                          </p:val>
                                        </p:tav>
                                      </p:tavLst>
                                    </p:anim>
                                    <p:anim calcmode="lin" valueType="num">
                                      <p:cBhvr>
                                        <p:cTn id="33" dur="5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wipe(left)">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ppt_w</p:attrName>
                                        </p:attrNameLst>
                                      </p:cBhvr>
                                      <p:tavLst>
                                        <p:tav tm="0">
                                          <p:val>
                                            <p:fltVal val="0"/>
                                          </p:val>
                                        </p:tav>
                                        <p:tav tm="100000">
                                          <p:val>
                                            <p:strVal val="#ppt_w"/>
                                          </p:val>
                                        </p:tav>
                                      </p:tavLst>
                                    </p:anim>
                                    <p:anim calcmode="lin" valueType="num">
                                      <p:cBhvr>
                                        <p:cTn id="44" dur="500" fill="hold"/>
                                        <p:tgtEl>
                                          <p:spTgt spid="34"/>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wipe(left)">
                                      <p:cBhvr>
                                        <p:cTn id="49" dur="500"/>
                                        <p:tgtEl>
                                          <p:spTgt spid="3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0738"/>
                                        </p:tgtEl>
                                        <p:attrNameLst>
                                          <p:attrName>style.visibility</p:attrName>
                                        </p:attrNameLst>
                                      </p:cBhvr>
                                      <p:to>
                                        <p:strVal val="visible"/>
                                      </p:to>
                                    </p:set>
                                    <p:animEffect transition="in" filter="wipe(left)">
                                      <p:cBhvr>
                                        <p:cTn id="54" dur="500"/>
                                        <p:tgtEl>
                                          <p:spTgt spid="30738"/>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0746"/>
                                        </p:tgtEl>
                                        <p:attrNameLst>
                                          <p:attrName>style.visibility</p:attrName>
                                        </p:attrNameLst>
                                      </p:cBhvr>
                                      <p:to>
                                        <p:strVal val="visible"/>
                                      </p:to>
                                    </p:set>
                                    <p:animEffect transition="in" filter="wipe(left)">
                                      <p:cBhvr>
                                        <p:cTn id="57" dur="500"/>
                                        <p:tgtEl>
                                          <p:spTgt spid="3074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30737"/>
                                        </p:tgtEl>
                                        <p:attrNameLst>
                                          <p:attrName>style.visibility</p:attrName>
                                        </p:attrNameLst>
                                      </p:cBhvr>
                                      <p:to>
                                        <p:strVal val="visible"/>
                                      </p:to>
                                    </p:set>
                                    <p:animEffect transition="in" filter="wipe(up)">
                                      <p:cBhvr>
                                        <p:cTn id="62" dur="500"/>
                                        <p:tgtEl>
                                          <p:spTgt spid="30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1" grpId="0"/>
      <p:bldP spid="30735" grpId="0"/>
      <p:bldP spid="30746" grpId="0"/>
      <p:bldP spid="30" grpId="0"/>
      <p:bldP spid="33" grpId="0"/>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B9F57F0-CB55-4D9B-86D1-008F0B437EDE}" type="datetime3">
              <a:rPr lang="zh-CN" altLang="en-US" smtClean="0"/>
            </a:fld>
            <a:endParaRPr lang="en-US" altLang="zh-CN"/>
          </a:p>
        </p:txBody>
      </p:sp>
      <p:sp>
        <p:nvSpPr>
          <p:cNvPr id="35843" name="页脚占位符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3584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00D2480-74B9-469B-BDC4-6AA114BD1A05}" type="slidenum">
              <a:rPr lang="en-US" altLang="zh-CN"/>
            </a:fld>
            <a:endParaRPr lang="en-US" altLang="zh-CN"/>
          </a:p>
        </p:txBody>
      </p:sp>
      <p:pic>
        <p:nvPicPr>
          <p:cNvPr id="35845"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71588" y="488950"/>
            <a:ext cx="252095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4338" y="446088"/>
            <a:ext cx="1109662"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4725" y="936625"/>
            <a:ext cx="10795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Rectangle 7"/>
          <p:cNvSpPr>
            <a:spLocks noChangeArrowheads="1"/>
          </p:cNvSpPr>
          <p:nvPr/>
        </p:nvSpPr>
        <p:spPr bwMode="auto">
          <a:xfrm>
            <a:off x="396875" y="879475"/>
            <a:ext cx="113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0000FF"/>
                </a:solidFill>
                <a:latin typeface="楷体_GB2312" pitchFamily="49" charset="-122"/>
                <a:ea typeface="楷体_GB2312" pitchFamily="49" charset="-122"/>
              </a:rPr>
              <a:t>1.</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设</a:t>
            </a:r>
            <a:endParaRPr lang="zh-CN" altLang="en-US" sz="2800" b="1">
              <a:latin typeface="楷体_GB2312" pitchFamily="49" charset="-122"/>
              <a:ea typeface="楷体_GB2312" pitchFamily="49" charset="-122"/>
            </a:endParaRPr>
          </a:p>
        </p:txBody>
      </p:sp>
      <p:sp>
        <p:nvSpPr>
          <p:cNvPr id="35849" name="Rectangle 8"/>
          <p:cNvSpPr>
            <a:spLocks noChangeArrowheads="1"/>
          </p:cNvSpPr>
          <p:nvPr/>
        </p:nvSpPr>
        <p:spPr bwMode="auto">
          <a:xfrm>
            <a:off x="3719513" y="9652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楷体_GB2312" pitchFamily="49" charset="-122"/>
                <a:ea typeface="楷体_GB2312" pitchFamily="49" charset="-122"/>
              </a:rPr>
              <a:t>, </a:t>
            </a:r>
            <a:endParaRPr lang="en-US" altLang="zh-CN" sz="2800" b="1">
              <a:latin typeface="楷体_GB2312" pitchFamily="49" charset="-122"/>
              <a:ea typeface="楷体_GB2312" pitchFamily="49" charset="-122"/>
            </a:endParaRPr>
          </a:p>
        </p:txBody>
      </p:sp>
      <p:sp>
        <p:nvSpPr>
          <p:cNvPr id="35850" name="Rectangle 9"/>
          <p:cNvSpPr>
            <a:spLocks noChangeArrowheads="1"/>
          </p:cNvSpPr>
          <p:nvPr/>
        </p:nvSpPr>
        <p:spPr bwMode="auto">
          <a:xfrm>
            <a:off x="5376863" y="681038"/>
            <a:ext cx="8953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求</a:t>
            </a:r>
            <a:endParaRPr lang="zh-CN" altLang="en-US" sz="2800" b="1">
              <a:latin typeface="楷体_GB2312" pitchFamily="49" charset="-122"/>
              <a:ea typeface="楷体_GB2312" pitchFamily="49" charset="-122"/>
            </a:endParaRPr>
          </a:p>
        </p:txBody>
      </p:sp>
      <p:sp>
        <p:nvSpPr>
          <p:cNvPr id="35851" name="Rectangle 10"/>
          <p:cNvSpPr>
            <a:spLocks noChangeArrowheads="1"/>
          </p:cNvSpPr>
          <p:nvPr/>
        </p:nvSpPr>
        <p:spPr bwMode="auto">
          <a:xfrm>
            <a:off x="7046913" y="865188"/>
            <a:ext cx="1792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楷体_GB2312" pitchFamily="49" charset="-122"/>
                <a:ea typeface="楷体_GB2312" pitchFamily="49" charset="-122"/>
              </a:rPr>
              <a:t>的通解． </a:t>
            </a:r>
            <a:endParaRPr lang="zh-CN" altLang="en-US" sz="2800" b="1">
              <a:latin typeface="楷体_GB2312" pitchFamily="49" charset="-122"/>
              <a:ea typeface="楷体_GB2312" pitchFamily="49" charset="-122"/>
            </a:endParaRPr>
          </a:p>
        </p:txBody>
      </p:sp>
      <p:sp>
        <p:nvSpPr>
          <p:cNvPr id="35855" name="Rectangle 14"/>
          <p:cNvSpPr>
            <a:spLocks noChangeArrowheads="1"/>
          </p:cNvSpPr>
          <p:nvPr/>
        </p:nvSpPr>
        <p:spPr bwMode="auto">
          <a:xfrm>
            <a:off x="0" y="2157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57" name="Rectangle 16"/>
          <p:cNvSpPr>
            <a:spLocks noChangeArrowheads="1"/>
          </p:cNvSpPr>
          <p:nvPr/>
        </p:nvSpPr>
        <p:spPr bwMode="auto">
          <a:xfrm>
            <a:off x="0" y="33559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楷体_GB2312" pitchFamily="49" charset="-122"/>
                <a:ea typeface="楷体_GB2312" pitchFamily="49" charset="-122"/>
                <a:cs typeface="Times New Roman" panose="02020603050405020304" pitchFamily="18" charset="0"/>
              </a:rPr>
              <a:t> </a:t>
            </a:r>
            <a:endParaRPr lang="en-US" altLang="zh-CN" sz="2800" b="1">
              <a:latin typeface="楷体_GB2312" pitchFamily="49" charset="-122"/>
              <a:ea typeface="楷体_GB2312" pitchFamily="49" charset="-122"/>
              <a:cs typeface="Times New Roman" panose="02020603050405020304" pitchFamily="18" charset="0"/>
            </a:endParaRPr>
          </a:p>
        </p:txBody>
      </p:sp>
      <p:pic>
        <p:nvPicPr>
          <p:cNvPr id="30741" name="Picture 2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9669" y="3122613"/>
            <a:ext cx="1008062"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0" name="Picture 2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41844" y="3070320"/>
            <a:ext cx="1120014" cy="1508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9" name="Picture 1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94475" y="3122613"/>
            <a:ext cx="11207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63" name="Rectangle 22"/>
          <p:cNvSpPr>
            <a:spLocks noChangeArrowheads="1"/>
          </p:cNvSpPr>
          <p:nvPr/>
        </p:nvSpPr>
        <p:spPr bwMode="auto">
          <a:xfrm>
            <a:off x="0" y="898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43" name="Rectangle 23"/>
          <p:cNvSpPr>
            <a:spLocks noChangeArrowheads="1"/>
          </p:cNvSpPr>
          <p:nvPr/>
        </p:nvSpPr>
        <p:spPr bwMode="auto">
          <a:xfrm>
            <a:off x="2139156" y="2991972"/>
            <a:ext cx="30700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楷体_GB2312" pitchFamily="49" charset="-122"/>
                <a:ea typeface="楷体_GB2312" pitchFamily="49" charset="-122"/>
              </a:rPr>
              <a:t>的一个基础解系：</a:t>
            </a:r>
            <a:endParaRPr lang="zh-CN" altLang="en-US" sz="2800" b="1" dirty="0">
              <a:latin typeface="楷体_GB2312" pitchFamily="49" charset="-122"/>
              <a:ea typeface="楷体_GB2312" pitchFamily="49" charset="-122"/>
            </a:endParaRPr>
          </a:p>
        </p:txBody>
      </p:sp>
      <p:sp>
        <p:nvSpPr>
          <p:cNvPr id="35867" name="Rectangle 29"/>
          <p:cNvSpPr>
            <a:spLocks noChangeArrowheads="1"/>
          </p:cNvSpPr>
          <p:nvPr/>
        </p:nvSpPr>
        <p:spPr bwMode="auto">
          <a:xfrm>
            <a:off x="395288" y="0"/>
            <a:ext cx="13319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rgbClr val="0000FF"/>
                </a:solidFill>
                <a:latin typeface="楷体_GB2312" pitchFamily="49" charset="-122"/>
                <a:ea typeface="楷体_GB2312" pitchFamily="49" charset="-122"/>
              </a:rPr>
              <a:t>练 习</a:t>
            </a:r>
            <a:endParaRPr lang="zh-CN" altLang="en-US" sz="3600" b="1">
              <a:solidFill>
                <a:srgbClr val="0000FF"/>
              </a:solidFill>
              <a:latin typeface="楷体_GB2312" pitchFamily="49" charset="-122"/>
              <a:ea typeface="楷体_GB2312" pitchFamily="49" charset="-122"/>
            </a:endParaRPr>
          </a:p>
        </p:txBody>
      </p:sp>
      <p:pic>
        <p:nvPicPr>
          <p:cNvPr id="30751" name="Picture 3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45523" y="5321299"/>
            <a:ext cx="28797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4" name="Rectangle 34"/>
          <p:cNvSpPr>
            <a:spLocks noChangeArrowheads="1"/>
          </p:cNvSpPr>
          <p:nvPr/>
        </p:nvSpPr>
        <p:spPr bwMode="auto">
          <a:xfrm>
            <a:off x="200783" y="4714987"/>
            <a:ext cx="51988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FF"/>
                </a:solidFill>
                <a:ea typeface="楷体_GB2312" pitchFamily="49" charset="-122"/>
              </a:rPr>
              <a:t>所以，原非齐次线性方程组的通解为</a:t>
            </a:r>
            <a:r>
              <a:rPr lang="zh-CN" altLang="en-US" dirty="0"/>
              <a:t> </a:t>
            </a:r>
            <a:endParaRPr lang="zh-CN" altLang="en-US" dirty="0"/>
          </a:p>
        </p:txBody>
      </p:sp>
      <p:sp>
        <p:nvSpPr>
          <p:cNvPr id="30" name="Rectangle 23"/>
          <p:cNvSpPr>
            <a:spLocks noChangeArrowheads="1"/>
          </p:cNvSpPr>
          <p:nvPr/>
        </p:nvSpPr>
        <p:spPr bwMode="auto">
          <a:xfrm>
            <a:off x="329004" y="2413328"/>
            <a:ext cx="45127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楷体_GB2312" pitchFamily="49" charset="-122"/>
                <a:ea typeface="楷体_GB2312" pitchFamily="49" charset="-122"/>
              </a:rPr>
              <a:t>求得对应的齐次线性方程组</a:t>
            </a:r>
            <a:endParaRPr lang="zh-CN" altLang="en-US" sz="2800" b="1" dirty="0">
              <a:latin typeface="楷体_GB2312" pitchFamily="49" charset="-122"/>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43"/>
                                        </p:tgtEl>
                                        <p:attrNameLst>
                                          <p:attrName>style.visibility</p:attrName>
                                        </p:attrNameLst>
                                      </p:cBhvr>
                                      <p:to>
                                        <p:strVal val="visible"/>
                                      </p:to>
                                    </p:set>
                                    <p:animEffect transition="in" filter="wipe(left)">
                                      <p:cBhvr>
                                        <p:cTn id="12" dur="500"/>
                                        <p:tgtEl>
                                          <p:spTgt spid="30743"/>
                                        </p:tgtEl>
                                      </p:cBhvr>
                                    </p:animEffect>
                                  </p:childTnLst>
                                </p:cTn>
                              </p:par>
                              <p:par>
                                <p:cTn id="13" presetID="22" presetClass="entr" presetSubtype="8" fill="hold" nodeType="withEffect">
                                  <p:stCondLst>
                                    <p:cond delay="0"/>
                                  </p:stCondLst>
                                  <p:childTnLst>
                                    <p:set>
                                      <p:cBhvr>
                                        <p:cTn id="14" dur="1" fill="hold">
                                          <p:stCondLst>
                                            <p:cond delay="0"/>
                                          </p:stCondLst>
                                        </p:cTn>
                                        <p:tgtEl>
                                          <p:spTgt spid="30741"/>
                                        </p:tgtEl>
                                        <p:attrNameLst>
                                          <p:attrName>style.visibility</p:attrName>
                                        </p:attrNameLst>
                                      </p:cBhvr>
                                      <p:to>
                                        <p:strVal val="visible"/>
                                      </p:to>
                                    </p:set>
                                    <p:animEffect transition="in" filter="wipe(left)">
                                      <p:cBhvr>
                                        <p:cTn id="15" dur="500"/>
                                        <p:tgtEl>
                                          <p:spTgt spid="3074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0740"/>
                                        </p:tgtEl>
                                        <p:attrNameLst>
                                          <p:attrName>style.visibility</p:attrName>
                                        </p:attrNameLst>
                                      </p:cBhvr>
                                      <p:to>
                                        <p:strVal val="visible"/>
                                      </p:to>
                                    </p:set>
                                    <p:animEffect transition="in" filter="wipe(up)">
                                      <p:cBhvr>
                                        <p:cTn id="20" dur="500"/>
                                        <p:tgtEl>
                                          <p:spTgt spid="3074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30739"/>
                                        </p:tgtEl>
                                        <p:attrNameLst>
                                          <p:attrName>style.visibility</p:attrName>
                                        </p:attrNameLst>
                                      </p:cBhvr>
                                      <p:to>
                                        <p:strVal val="visible"/>
                                      </p:to>
                                    </p:set>
                                    <p:animEffect transition="in" filter="wipe(up)">
                                      <p:cBhvr>
                                        <p:cTn id="25" dur="500"/>
                                        <p:tgtEl>
                                          <p:spTgt spid="3073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0751"/>
                                        </p:tgtEl>
                                        <p:attrNameLst>
                                          <p:attrName>style.visibility</p:attrName>
                                        </p:attrNameLst>
                                      </p:cBhvr>
                                      <p:to>
                                        <p:strVal val="visible"/>
                                      </p:to>
                                    </p:set>
                                    <p:animEffect transition="in" filter="wipe(left)">
                                      <p:cBhvr>
                                        <p:cTn id="30" dur="500"/>
                                        <p:tgtEl>
                                          <p:spTgt spid="30751"/>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0754"/>
                                        </p:tgtEl>
                                        <p:attrNameLst>
                                          <p:attrName>style.visibility</p:attrName>
                                        </p:attrNameLst>
                                      </p:cBhvr>
                                      <p:to>
                                        <p:strVal val="visible"/>
                                      </p:to>
                                    </p:set>
                                    <p:animEffect transition="in" filter="wipe(left)">
                                      <p:cBhvr>
                                        <p:cTn id="33" dur="500"/>
                                        <p:tgtEl>
                                          <p:spTgt spid="30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3" grpId="0"/>
      <p:bldP spid="30754" grpId="0"/>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6656F7-49A8-4639-B6B6-CDC060826882}" type="datetime3">
              <a:rPr lang="zh-CN" altLang="en-US" smtClean="0"/>
            </a:fld>
            <a:endParaRPr lang="en-US" altLang="zh-CN"/>
          </a:p>
        </p:txBody>
      </p:sp>
      <p:sp>
        <p:nvSpPr>
          <p:cNvPr id="36867"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368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A35CF8-3179-49F9-B44C-8952BE1ACEB6}" type="slidenum">
              <a:rPr lang="en-US" altLang="zh-CN"/>
            </a:fld>
            <a:endParaRPr lang="en-US" altLang="zh-CN"/>
          </a:p>
        </p:txBody>
      </p:sp>
      <p:pic>
        <p:nvPicPr>
          <p:cNvPr id="3686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60463" y="404813"/>
            <a:ext cx="39608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5688" y="909638"/>
            <a:ext cx="338455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2708275"/>
            <a:ext cx="56896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075" y="3328988"/>
            <a:ext cx="74168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3933825"/>
            <a:ext cx="8640762"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Rectangle 9"/>
          <p:cNvSpPr>
            <a:spLocks noChangeArrowheads="1"/>
          </p:cNvSpPr>
          <p:nvPr/>
        </p:nvSpPr>
        <p:spPr bwMode="auto">
          <a:xfrm>
            <a:off x="727075" y="419100"/>
            <a:ext cx="113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0000FF"/>
                </a:solidFill>
                <a:latin typeface="楷体_GB2312" pitchFamily="49" charset="-122"/>
                <a:ea typeface="楷体_GB2312" pitchFamily="49" charset="-122"/>
              </a:rPr>
              <a:t>2.</a:t>
            </a:r>
            <a:r>
              <a:rPr lang="en-US" altLang="zh-CN" sz="2800" b="1">
                <a:latin typeface="楷体_GB2312" pitchFamily="49" charset="-122"/>
                <a:ea typeface="楷体_GB2312" pitchFamily="49" charset="-122"/>
              </a:rPr>
              <a:t> </a:t>
            </a:r>
            <a:endParaRPr lang="en-US" altLang="zh-CN" sz="2800" b="1">
              <a:latin typeface="楷体_GB2312" pitchFamily="49" charset="-122"/>
              <a:ea typeface="楷体_GB2312" pitchFamily="49" charset="-122"/>
            </a:endParaRPr>
          </a:p>
        </p:txBody>
      </p:sp>
      <p:sp>
        <p:nvSpPr>
          <p:cNvPr id="31754" name="Rectangle 10"/>
          <p:cNvSpPr>
            <a:spLocks noChangeArrowheads="1"/>
          </p:cNvSpPr>
          <p:nvPr/>
        </p:nvSpPr>
        <p:spPr bwMode="auto">
          <a:xfrm>
            <a:off x="77788" y="3284538"/>
            <a:ext cx="1139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楷体_GB2312" pitchFamily="49" charset="-122"/>
                <a:ea typeface="楷体_GB2312" pitchFamily="49" charset="-122"/>
              </a:rPr>
              <a:t>解：</a:t>
            </a:r>
            <a:r>
              <a:rPr lang="zh-CN" altLang="en-US" sz="2800" b="1">
                <a:latin typeface="楷体_GB2312" pitchFamily="49" charset="-122"/>
                <a:ea typeface="楷体_GB2312" pitchFamily="49" charset="-122"/>
              </a:rPr>
              <a:t> </a:t>
            </a:r>
            <a:endParaRPr lang="zh-CN" altLang="en-US" sz="2800" b="1">
              <a:latin typeface="楷体_GB2312" pitchFamily="49" charset="-122"/>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54"/>
                                        </p:tgtEl>
                                        <p:attrNameLst>
                                          <p:attrName>style.visibility</p:attrName>
                                        </p:attrNameLst>
                                      </p:cBhvr>
                                      <p:to>
                                        <p:strVal val="visible"/>
                                      </p:to>
                                    </p:set>
                                    <p:animEffect transition="in" filter="wipe(left)">
                                      <p:cBhvr>
                                        <p:cTn id="7" dur="500"/>
                                        <p:tgtEl>
                                          <p:spTgt spid="317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751"/>
                                        </p:tgtEl>
                                        <p:attrNameLst>
                                          <p:attrName>style.visibility</p:attrName>
                                        </p:attrNameLst>
                                      </p:cBhvr>
                                      <p:to>
                                        <p:strVal val="visible"/>
                                      </p:to>
                                    </p:set>
                                    <p:animEffect transition="in" filter="wipe(left)">
                                      <p:cBhvr>
                                        <p:cTn id="12" dur="500"/>
                                        <p:tgtEl>
                                          <p:spTgt spid="317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752"/>
                                        </p:tgtEl>
                                        <p:attrNameLst>
                                          <p:attrName>style.visibility</p:attrName>
                                        </p:attrNameLst>
                                      </p:cBhvr>
                                      <p:to>
                                        <p:strVal val="visible"/>
                                      </p:to>
                                    </p:set>
                                    <p:animEffect transition="in" filter="wipe(left)">
                                      <p:cBhvr>
                                        <p:cTn id="17" dur="50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D1E70D-4A44-460A-A9D4-3299863BDD4B}" type="datetime3">
              <a:rPr lang="zh-CN" altLang="en-US" smtClean="0"/>
            </a:fld>
            <a:endParaRPr lang="en-US" altLang="zh-CN"/>
          </a:p>
        </p:txBody>
      </p:sp>
      <p:sp>
        <p:nvSpPr>
          <p:cNvPr id="37891"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378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FEAEBAD-244D-4CFD-8439-E239BBF2B8F7}" type="slidenum">
              <a:rPr lang="en-US" altLang="zh-CN"/>
            </a:fld>
            <a:endParaRPr lang="en-US" altLang="zh-CN"/>
          </a:p>
        </p:txBody>
      </p:sp>
      <p:pic>
        <p:nvPicPr>
          <p:cNvPr id="3277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260350"/>
            <a:ext cx="705802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989138"/>
            <a:ext cx="57594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852738"/>
            <a:ext cx="273685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3644900"/>
            <a:ext cx="7777162"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wipe(left)">
                                      <p:cBhvr>
                                        <p:cTn id="7" dur="500"/>
                                        <p:tgtEl>
                                          <p:spTgt spid="327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773"/>
                                        </p:tgtEl>
                                        <p:attrNameLst>
                                          <p:attrName>style.visibility</p:attrName>
                                        </p:attrNameLst>
                                      </p:cBhvr>
                                      <p:to>
                                        <p:strVal val="visible"/>
                                      </p:to>
                                    </p:set>
                                    <p:animEffect transition="in" filter="wipe(left)">
                                      <p:cBhvr>
                                        <p:cTn id="12" dur="500"/>
                                        <p:tgtEl>
                                          <p:spTgt spid="327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2774"/>
                                        </p:tgtEl>
                                        <p:attrNameLst>
                                          <p:attrName>style.visibility</p:attrName>
                                        </p:attrNameLst>
                                      </p:cBhvr>
                                      <p:to>
                                        <p:strVal val="visible"/>
                                      </p:to>
                                    </p:set>
                                    <p:animEffect transition="in" filter="wipe(left)">
                                      <p:cBhvr>
                                        <p:cTn id="17" dur="500"/>
                                        <p:tgtEl>
                                          <p:spTgt spid="327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775"/>
                                        </p:tgtEl>
                                        <p:attrNameLst>
                                          <p:attrName>style.visibility</p:attrName>
                                        </p:attrNameLst>
                                      </p:cBhvr>
                                      <p:to>
                                        <p:strVal val="visible"/>
                                      </p:to>
                                    </p:set>
                                    <p:animEffect transition="in" filter="wipe(left)">
                                      <p:cBhvr>
                                        <p:cTn id="22" dur="500"/>
                                        <p:tgtEl>
                                          <p:spTgt spid="32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925EF4-C598-4EDC-B72E-95C6B1D02CB7}" type="datetime3">
              <a:rPr lang="zh-CN" altLang="en-US" smtClean="0"/>
            </a:fld>
            <a:endParaRPr lang="en-US" altLang="zh-CN"/>
          </a:p>
        </p:txBody>
      </p:sp>
      <p:sp>
        <p:nvSpPr>
          <p:cNvPr id="38915"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9953FE9-7B9B-44AF-A614-09C345235284}" type="slidenum">
              <a:rPr lang="en-US" altLang="zh-CN"/>
            </a:fld>
            <a:endParaRPr lang="en-US" altLang="zh-CN"/>
          </a:p>
        </p:txBody>
      </p:sp>
      <p:pic>
        <p:nvPicPr>
          <p:cNvPr id="3379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476250"/>
            <a:ext cx="7272337"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060575"/>
            <a:ext cx="60483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924175"/>
            <a:ext cx="23050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3500438"/>
            <a:ext cx="6192837"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5300663"/>
            <a:ext cx="611981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wipe(left)">
                                      <p:cBhvr>
                                        <p:cTn id="7" dur="500"/>
                                        <p:tgtEl>
                                          <p:spTgt spid="337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797"/>
                                        </p:tgtEl>
                                        <p:attrNameLst>
                                          <p:attrName>style.visibility</p:attrName>
                                        </p:attrNameLst>
                                      </p:cBhvr>
                                      <p:to>
                                        <p:strVal val="visible"/>
                                      </p:to>
                                    </p:set>
                                    <p:animEffect transition="in" filter="wipe(left)">
                                      <p:cBhvr>
                                        <p:cTn id="12" dur="500"/>
                                        <p:tgtEl>
                                          <p:spTgt spid="337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798"/>
                                        </p:tgtEl>
                                        <p:attrNameLst>
                                          <p:attrName>style.visibility</p:attrName>
                                        </p:attrNameLst>
                                      </p:cBhvr>
                                      <p:to>
                                        <p:strVal val="visible"/>
                                      </p:to>
                                    </p:set>
                                    <p:animEffect transition="in" filter="wipe(left)">
                                      <p:cBhvr>
                                        <p:cTn id="17" dur="500"/>
                                        <p:tgtEl>
                                          <p:spTgt spid="337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799"/>
                                        </p:tgtEl>
                                        <p:attrNameLst>
                                          <p:attrName>style.visibility</p:attrName>
                                        </p:attrNameLst>
                                      </p:cBhvr>
                                      <p:to>
                                        <p:strVal val="visible"/>
                                      </p:to>
                                    </p:set>
                                    <p:animEffect transition="in" filter="wipe(left)">
                                      <p:cBhvr>
                                        <p:cTn id="22" dur="500"/>
                                        <p:tgtEl>
                                          <p:spTgt spid="337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800"/>
                                        </p:tgtEl>
                                        <p:attrNameLst>
                                          <p:attrName>style.visibility</p:attrName>
                                        </p:attrNameLst>
                                      </p:cBhvr>
                                      <p:to>
                                        <p:strVal val="visible"/>
                                      </p:to>
                                    </p:set>
                                    <p:animEffect transition="in" filter="wipe(left)">
                                      <p:cBhvr>
                                        <p:cTn id="27" dur="500"/>
                                        <p:tgtEl>
                                          <p:spTgt spid="33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0A26F7-06BE-431E-972F-C73D20EAB8EA}" type="datetime3">
              <a:rPr lang="zh-CN" altLang="en-US" smtClean="0"/>
            </a:fld>
            <a:endParaRPr lang="en-US" altLang="zh-CN"/>
          </a:p>
        </p:txBody>
      </p:sp>
      <p:sp>
        <p:nvSpPr>
          <p:cNvPr id="39939"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399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D5EF747-DC8C-4E68-9FA0-2990174CA5F3}" type="slidenum">
              <a:rPr lang="en-US" altLang="zh-CN"/>
            </a:fld>
            <a:endParaRPr lang="en-US" altLang="zh-CN"/>
          </a:p>
        </p:txBody>
      </p:sp>
      <p:pic>
        <p:nvPicPr>
          <p:cNvPr id="3994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549275"/>
            <a:ext cx="259238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196975"/>
            <a:ext cx="3025775"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708275"/>
            <a:ext cx="410368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429000"/>
            <a:ext cx="461963"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4292600"/>
            <a:ext cx="7127875"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Rectangle 9"/>
          <p:cNvSpPr>
            <a:spLocks noChangeArrowheads="1"/>
          </p:cNvSpPr>
          <p:nvPr/>
        </p:nvSpPr>
        <p:spPr bwMode="auto">
          <a:xfrm>
            <a:off x="755650" y="620713"/>
            <a:ext cx="1139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0000FF"/>
                </a:solidFill>
                <a:latin typeface="楷体_GB2312" pitchFamily="49" charset="-122"/>
                <a:ea typeface="楷体_GB2312" pitchFamily="49" charset="-122"/>
              </a:rPr>
              <a:t>3.</a:t>
            </a:r>
            <a:r>
              <a:rPr lang="en-US" altLang="zh-CN" sz="2800" b="1">
                <a:latin typeface="楷体_GB2312" pitchFamily="49" charset="-122"/>
                <a:ea typeface="楷体_GB2312" pitchFamily="49" charset="-122"/>
              </a:rPr>
              <a:t> </a:t>
            </a:r>
            <a:endParaRPr lang="en-US" altLang="zh-CN" sz="2800" b="1">
              <a:latin typeface="楷体_GB2312" pitchFamily="49" charset="-122"/>
              <a:ea typeface="楷体_GB2312" pitchFamily="49" charset="-122"/>
            </a:endParaRPr>
          </a:p>
        </p:txBody>
      </p:sp>
      <p:sp>
        <p:nvSpPr>
          <p:cNvPr id="34826" name="Rectangle 10"/>
          <p:cNvSpPr>
            <a:spLocks noChangeArrowheads="1"/>
          </p:cNvSpPr>
          <p:nvPr/>
        </p:nvSpPr>
        <p:spPr bwMode="auto">
          <a:xfrm>
            <a:off x="1476375" y="3429000"/>
            <a:ext cx="5008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楷体_GB2312" pitchFamily="49" charset="-122"/>
                <a:ea typeface="楷体_GB2312" pitchFamily="49" charset="-122"/>
                <a:cs typeface="Times New Roman" panose="02020603050405020304" pitchFamily="18" charset="0"/>
              </a:rPr>
              <a:t>对增广矩阵</a:t>
            </a:r>
            <a:r>
              <a:rPr lang="en-US" altLang="zh-CN" sz="2800" b="1">
                <a:latin typeface="楷体_GB2312" pitchFamily="49" charset="-122"/>
                <a:ea typeface="楷体_GB2312" pitchFamily="49" charset="-122"/>
                <a:cs typeface="Times New Roman" panose="02020603050405020304" pitchFamily="18" charset="0"/>
              </a:rPr>
              <a:t>B</a:t>
            </a:r>
            <a:r>
              <a:rPr lang="zh-CN" altLang="en-US" sz="2800" b="1">
                <a:latin typeface="楷体_GB2312" pitchFamily="49" charset="-122"/>
                <a:ea typeface="楷体_GB2312" pitchFamily="49" charset="-122"/>
                <a:cs typeface="Times New Roman" panose="02020603050405020304" pitchFamily="18" charset="0"/>
              </a:rPr>
              <a:t>施行初等行变换  </a:t>
            </a:r>
            <a:endParaRPr lang="zh-CN" altLang="en-US" sz="2800" b="1">
              <a:latin typeface="楷体_GB2312" pitchFamily="49" charset="-122"/>
              <a:ea typeface="楷体_GB2312"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23"/>
                                        </p:tgtEl>
                                        <p:attrNameLst>
                                          <p:attrName>style.visibility</p:attrName>
                                        </p:attrNameLst>
                                      </p:cBhvr>
                                      <p:to>
                                        <p:strVal val="visible"/>
                                      </p:to>
                                    </p:set>
                                    <p:animEffect transition="in" filter="wipe(down)">
                                      <p:cBhvr>
                                        <p:cTn id="7" dur="500"/>
                                        <p:tgtEl>
                                          <p:spTgt spid="348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6"/>
                                        </p:tgtEl>
                                        <p:attrNameLst>
                                          <p:attrName>style.visibility</p:attrName>
                                        </p:attrNameLst>
                                      </p:cBhvr>
                                      <p:to>
                                        <p:strVal val="visible"/>
                                      </p:to>
                                    </p:set>
                                    <p:animEffect transition="in" filter="wipe(left)">
                                      <p:cBhvr>
                                        <p:cTn id="12" dur="500"/>
                                        <p:tgtEl>
                                          <p:spTgt spid="348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824"/>
                                        </p:tgtEl>
                                        <p:attrNameLst>
                                          <p:attrName>style.visibility</p:attrName>
                                        </p:attrNameLst>
                                      </p:cBhvr>
                                      <p:to>
                                        <p:strVal val="visible"/>
                                      </p:to>
                                    </p:set>
                                    <p:animEffect transition="in" filter="wipe(left)">
                                      <p:cBhvr>
                                        <p:cTn id="17" dur="500"/>
                                        <p:tgtEl>
                                          <p:spTgt spid="34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33E9AA5-FB6D-430B-BE2B-05C5BB081F13}" type="datetime3">
              <a:rPr lang="zh-CN" altLang="en-US" smtClean="0"/>
            </a:fld>
            <a:endParaRPr lang="en-US" altLang="zh-CN"/>
          </a:p>
        </p:txBody>
      </p:sp>
      <p:sp>
        <p:nvSpPr>
          <p:cNvPr id="4096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1610478-2F66-4811-AD6F-55B1F924DA8A}" type="slidenum">
              <a:rPr lang="en-US" altLang="zh-CN"/>
            </a:fld>
            <a:endParaRPr lang="en-US" altLang="zh-CN"/>
          </a:p>
        </p:txBody>
      </p:sp>
      <p:pic>
        <p:nvPicPr>
          <p:cNvPr id="3584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476250"/>
            <a:ext cx="8064500" cy="134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916113"/>
            <a:ext cx="53292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2708275"/>
            <a:ext cx="28082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357563"/>
            <a:ext cx="324008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4149725"/>
            <a:ext cx="3240087"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9"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3429000"/>
            <a:ext cx="287972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6825" y="4292600"/>
            <a:ext cx="3167063" cy="13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4"/>
          <p:cNvGrpSpPr/>
          <p:nvPr/>
        </p:nvGrpSpPr>
        <p:grpSpPr bwMode="auto">
          <a:xfrm>
            <a:off x="4211638" y="3357563"/>
            <a:ext cx="73025" cy="2520950"/>
            <a:chOff x="2653" y="2115"/>
            <a:chExt cx="46" cy="1588"/>
          </a:xfrm>
        </p:grpSpPr>
        <p:sp>
          <p:nvSpPr>
            <p:cNvPr id="40973" name="Line 12"/>
            <p:cNvSpPr>
              <a:spLocks noChangeShapeType="1"/>
            </p:cNvSpPr>
            <p:nvPr/>
          </p:nvSpPr>
          <p:spPr bwMode="auto">
            <a:xfrm>
              <a:off x="2653" y="2115"/>
              <a:ext cx="0" cy="1588"/>
            </a:xfrm>
            <a:prstGeom prst="line">
              <a:avLst/>
            </a:prstGeom>
            <a:noFill/>
            <a:ln w="190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4" name="Line 13"/>
            <p:cNvSpPr>
              <a:spLocks noChangeShapeType="1"/>
            </p:cNvSpPr>
            <p:nvPr/>
          </p:nvSpPr>
          <p:spPr bwMode="auto">
            <a:xfrm>
              <a:off x="2699" y="2115"/>
              <a:ext cx="0" cy="1588"/>
            </a:xfrm>
            <a:prstGeom prst="line">
              <a:avLst/>
            </a:prstGeom>
            <a:noFill/>
            <a:ln w="190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wipe(left)">
                                      <p:cBhvr>
                                        <p:cTn id="7" dur="500"/>
                                        <p:tgtEl>
                                          <p:spTgt spid="358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845"/>
                                        </p:tgtEl>
                                        <p:attrNameLst>
                                          <p:attrName>style.visibility</p:attrName>
                                        </p:attrNameLst>
                                      </p:cBhvr>
                                      <p:to>
                                        <p:strVal val="visible"/>
                                      </p:to>
                                    </p:set>
                                    <p:animEffect transition="in" filter="wipe(left)">
                                      <p:cBhvr>
                                        <p:cTn id="12" dur="500"/>
                                        <p:tgtEl>
                                          <p:spTgt spid="358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5846"/>
                                        </p:tgtEl>
                                        <p:attrNameLst>
                                          <p:attrName>style.visibility</p:attrName>
                                        </p:attrNameLst>
                                      </p:cBhvr>
                                      <p:to>
                                        <p:strVal val="visible"/>
                                      </p:to>
                                    </p:set>
                                    <p:animEffect transition="in" filter="wipe(left)">
                                      <p:cBhvr>
                                        <p:cTn id="17" dur="500"/>
                                        <p:tgtEl>
                                          <p:spTgt spid="358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847"/>
                                        </p:tgtEl>
                                        <p:attrNameLst>
                                          <p:attrName>style.visibility</p:attrName>
                                        </p:attrNameLst>
                                      </p:cBhvr>
                                      <p:to>
                                        <p:strVal val="visible"/>
                                      </p:to>
                                    </p:set>
                                    <p:animEffect transition="in" filter="wipe(left)">
                                      <p:cBhvr>
                                        <p:cTn id="22" dur="500"/>
                                        <p:tgtEl>
                                          <p:spTgt spid="3584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848"/>
                                        </p:tgtEl>
                                        <p:attrNameLst>
                                          <p:attrName>style.visibility</p:attrName>
                                        </p:attrNameLst>
                                      </p:cBhvr>
                                      <p:to>
                                        <p:strVal val="visible"/>
                                      </p:to>
                                    </p:set>
                                    <p:animEffect transition="in" filter="wipe(left)">
                                      <p:cBhvr>
                                        <p:cTn id="27" dur="500"/>
                                        <p:tgtEl>
                                          <p:spTgt spid="358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5849"/>
                                        </p:tgtEl>
                                        <p:attrNameLst>
                                          <p:attrName>style.visibility</p:attrName>
                                        </p:attrNameLst>
                                      </p:cBhvr>
                                      <p:to>
                                        <p:strVal val="visible"/>
                                      </p:to>
                                    </p:set>
                                    <p:animEffect transition="in" filter="wipe(left)">
                                      <p:cBhvr>
                                        <p:cTn id="37" dur="500"/>
                                        <p:tgtEl>
                                          <p:spTgt spid="3584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5850"/>
                                        </p:tgtEl>
                                        <p:attrNameLst>
                                          <p:attrName>style.visibility</p:attrName>
                                        </p:attrNameLst>
                                      </p:cBhvr>
                                      <p:to>
                                        <p:strVal val="visible"/>
                                      </p:to>
                                    </p:set>
                                    <p:animEffect transition="in" filter="wipe(left)">
                                      <p:cBhvr>
                                        <p:cTn id="42" dur="500"/>
                                        <p:tgtEl>
                                          <p:spTgt spid="35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C0AC6B-7C56-4ECE-A822-8861E03F6877}" type="datetime3">
              <a:rPr lang="zh-CN" altLang="en-US" smtClean="0"/>
            </a:fld>
            <a:endParaRPr lang="en-US" altLang="zh-CN"/>
          </a:p>
        </p:txBody>
      </p:sp>
      <p:sp>
        <p:nvSpPr>
          <p:cNvPr id="17418"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741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3C101F-B4AB-4786-87BD-D8046B37898E}" type="slidenum">
              <a:rPr lang="en-US" altLang="zh-CN"/>
            </a:fld>
            <a:endParaRPr lang="en-US" altLang="zh-CN"/>
          </a:p>
        </p:txBody>
      </p:sp>
      <p:graphicFrame>
        <p:nvGraphicFramePr>
          <p:cNvPr id="49154" name="Object 2"/>
          <p:cNvGraphicFramePr>
            <a:graphicFrameLocks noChangeAspect="1"/>
          </p:cNvGraphicFramePr>
          <p:nvPr/>
        </p:nvGraphicFramePr>
        <p:xfrm>
          <a:off x="395288" y="620713"/>
          <a:ext cx="8294687" cy="1368425"/>
        </p:xfrm>
        <a:graphic>
          <a:graphicData uri="http://schemas.openxmlformats.org/presentationml/2006/ole">
            <mc:AlternateContent xmlns:mc="http://schemas.openxmlformats.org/markup-compatibility/2006">
              <mc:Choice xmlns:v="urn:schemas-microsoft-com:vml" Requires="v">
                <p:oleObj spid="_x0000_s57493" name="Equation" r:id="rId1" imgW="7315200" imgH="1005840" progId="Equation.DSMT4">
                  <p:embed/>
                </p:oleObj>
              </mc:Choice>
              <mc:Fallback>
                <p:oleObj name="Equation" r:id="rId1" imgW="7315200" imgH="100584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620713"/>
                        <a:ext cx="8294687" cy="136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3" name="Object 11"/>
          <p:cNvGraphicFramePr>
            <a:graphicFrameLocks noChangeAspect="1"/>
          </p:cNvGraphicFramePr>
          <p:nvPr/>
        </p:nvGraphicFramePr>
        <p:xfrm>
          <a:off x="755650" y="2524125"/>
          <a:ext cx="3530600" cy="1258888"/>
        </p:xfrm>
        <a:graphic>
          <a:graphicData uri="http://schemas.openxmlformats.org/presentationml/2006/ole">
            <mc:AlternateContent xmlns:mc="http://schemas.openxmlformats.org/markup-compatibility/2006">
              <mc:Choice xmlns:v="urn:schemas-microsoft-com:vml" Requires="v">
                <p:oleObj spid="_x0000_s57494" name="Equation" r:id="rId3" imgW="2006600" imgH="711200" progId="Equation.DSMT4">
                  <p:embed/>
                </p:oleObj>
              </mc:Choice>
              <mc:Fallback>
                <p:oleObj name="Equation" r:id="rId3" imgW="2006600" imgH="7112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524125"/>
                        <a:ext cx="3530600" cy="1258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73" name="Text Box 21"/>
          <p:cNvSpPr txBox="1">
            <a:spLocks noChangeArrowheads="1"/>
          </p:cNvSpPr>
          <p:nvPr/>
        </p:nvSpPr>
        <p:spPr bwMode="auto">
          <a:xfrm>
            <a:off x="107950" y="2019300"/>
            <a:ext cx="6119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由上面行最简形矩阵可得该方程组的解为：</a:t>
            </a:r>
            <a:endParaRPr lang="zh-CN" altLang="en-US" sz="2400" b="1">
              <a:latin typeface="Times New Roman" panose="02020603050405020304" pitchFamily="18" charset="0"/>
              <a:ea typeface="楷体_GB2312" pitchFamily="49" charset="-122"/>
            </a:endParaRPr>
          </a:p>
        </p:txBody>
      </p:sp>
      <p:grpSp>
        <p:nvGrpSpPr>
          <p:cNvPr id="2" name="Group 23"/>
          <p:cNvGrpSpPr/>
          <p:nvPr/>
        </p:nvGrpSpPr>
        <p:grpSpPr bwMode="auto">
          <a:xfrm>
            <a:off x="323850" y="115888"/>
            <a:ext cx="1979613" cy="457200"/>
            <a:chOff x="0" y="164"/>
            <a:chExt cx="1247" cy="288"/>
          </a:xfrm>
        </p:grpSpPr>
        <p:sp>
          <p:nvSpPr>
            <p:cNvPr id="17425" name="Text Box 3"/>
            <p:cNvSpPr txBox="1">
              <a:spLocks noChangeArrowheads="1"/>
            </p:cNvSpPr>
            <p:nvPr/>
          </p:nvSpPr>
          <p:spPr bwMode="auto">
            <a:xfrm>
              <a:off x="703" y="164"/>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时，</a:t>
              </a:r>
              <a:endParaRPr lang="zh-CN" altLang="en-US" sz="2400" b="1"/>
            </a:p>
          </p:txBody>
        </p:sp>
        <p:graphicFrame>
          <p:nvGraphicFramePr>
            <p:cNvPr id="17416" name="Object 14"/>
            <p:cNvGraphicFramePr>
              <a:graphicFrameLocks noChangeAspect="1"/>
            </p:cNvGraphicFramePr>
            <p:nvPr/>
          </p:nvGraphicFramePr>
          <p:xfrm>
            <a:off x="249" y="210"/>
            <a:ext cx="440" cy="228"/>
          </p:xfrm>
          <a:graphic>
            <a:graphicData uri="http://schemas.openxmlformats.org/presentationml/2006/ole">
              <mc:AlternateContent xmlns:mc="http://schemas.openxmlformats.org/markup-compatibility/2006">
                <mc:Choice xmlns:v="urn:schemas-microsoft-com:vml" Requires="v">
                  <p:oleObj spid="_x0000_s57495" name="Equation" r:id="rId5" imgW="342900" imgH="177800" progId="Equation.DSMT4">
                    <p:embed/>
                  </p:oleObj>
                </mc:Choice>
                <mc:Fallback>
                  <p:oleObj name="Equation" r:id="rId5" imgW="342900" imgH="17780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 y="210"/>
                          <a:ext cx="440"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26" name="Text Box 22"/>
            <p:cNvSpPr txBox="1">
              <a:spLocks noChangeArrowheads="1"/>
            </p:cNvSpPr>
            <p:nvPr/>
          </p:nvSpPr>
          <p:spPr bwMode="auto">
            <a:xfrm>
              <a:off x="0" y="164"/>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当</a:t>
              </a:r>
              <a:endParaRPr lang="zh-CN" altLang="en-US" sz="2400" b="1"/>
            </a:p>
          </p:txBody>
        </p:sp>
      </p:grpSp>
      <p:sp>
        <p:nvSpPr>
          <p:cNvPr id="49176" name="Text Box 24"/>
          <p:cNvSpPr txBox="1">
            <a:spLocks noChangeArrowheads="1"/>
          </p:cNvSpPr>
          <p:nvPr/>
        </p:nvSpPr>
        <p:spPr bwMode="auto">
          <a:xfrm>
            <a:off x="5003800" y="2882900"/>
            <a:ext cx="3527425" cy="466725"/>
          </a:xfrm>
          <a:prstGeom prst="rect">
            <a:avLst/>
          </a:prstGeom>
          <a:solidFill>
            <a:srgbClr val="CCFFFF"/>
          </a:solidFill>
          <a:ln w="9525">
            <a:solidFill>
              <a:srgbClr val="FF00FF"/>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得该方程组的一个特解</a:t>
            </a:r>
            <a:endParaRPr lang="zh-CN" altLang="en-US" sz="2400" b="1">
              <a:latin typeface="Times New Roman" panose="02020603050405020304" pitchFamily="18" charset="0"/>
              <a:ea typeface="楷体_GB2312" pitchFamily="49" charset="-122"/>
            </a:endParaRPr>
          </a:p>
        </p:txBody>
      </p:sp>
      <p:graphicFrame>
        <p:nvGraphicFramePr>
          <p:cNvPr id="49177" name="Object 25"/>
          <p:cNvGraphicFramePr>
            <a:graphicFrameLocks noChangeAspect="1"/>
          </p:cNvGraphicFramePr>
          <p:nvPr/>
        </p:nvGraphicFramePr>
        <p:xfrm>
          <a:off x="5148263" y="2451100"/>
          <a:ext cx="1200150" cy="469900"/>
        </p:xfrm>
        <a:graphic>
          <a:graphicData uri="http://schemas.openxmlformats.org/presentationml/2006/ole">
            <mc:AlternateContent xmlns:mc="http://schemas.openxmlformats.org/markup-compatibility/2006">
              <mc:Choice xmlns:v="urn:schemas-microsoft-com:vml" Requires="v">
                <p:oleObj spid="_x0000_s57496" name="Equation" r:id="rId7" imgW="584200" imgH="228600" progId="Equation.DSMT4">
                  <p:embed/>
                </p:oleObj>
              </mc:Choice>
              <mc:Fallback>
                <p:oleObj name="Equation" r:id="rId7" imgW="584200" imgH="228600" progId="Equation.DSMT4">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263" y="2451100"/>
                        <a:ext cx="120015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78" name="Object 26"/>
          <p:cNvGraphicFramePr>
            <a:graphicFrameLocks noChangeAspect="1"/>
          </p:cNvGraphicFramePr>
          <p:nvPr/>
        </p:nvGraphicFramePr>
        <p:xfrm>
          <a:off x="5399088" y="3387725"/>
          <a:ext cx="1657350" cy="482600"/>
        </p:xfrm>
        <a:graphic>
          <a:graphicData uri="http://schemas.openxmlformats.org/presentationml/2006/ole">
            <mc:AlternateContent xmlns:mc="http://schemas.openxmlformats.org/markup-compatibility/2006">
              <mc:Choice xmlns:v="urn:schemas-microsoft-com:vml" Requires="v">
                <p:oleObj spid="_x0000_s57497" name="Equation" r:id="rId9" imgW="1083945" imgH="313690" progId="Equation.DSMT4">
                  <p:embed/>
                </p:oleObj>
              </mc:Choice>
              <mc:Fallback>
                <p:oleObj name="Equation" r:id="rId9" imgW="1083945" imgH="313690" progId="Equation.DSMT4">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9088" y="3387725"/>
                        <a:ext cx="165735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79" name="Text Box 27"/>
          <p:cNvSpPr txBox="1">
            <a:spLocks noChangeArrowheads="1"/>
          </p:cNvSpPr>
          <p:nvPr/>
        </p:nvSpPr>
        <p:spPr bwMode="auto">
          <a:xfrm>
            <a:off x="468313" y="3963988"/>
            <a:ext cx="2663825" cy="461665"/>
          </a:xfrm>
          <a:prstGeom prst="rect">
            <a:avLst/>
          </a:prstGeom>
          <a:solidFill>
            <a:srgbClr val="CCFFFF"/>
          </a:solidFill>
          <a:ln w="9525">
            <a:solidFill>
              <a:srgbClr val="FF00FF"/>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400" b="1" dirty="0">
                <a:latin typeface="Times New Roman" panose="02020603050405020304" pitchFamily="18" charset="0"/>
                <a:ea typeface="楷体_GB2312" pitchFamily="49" charset="-122"/>
              </a:rPr>
              <a:t>相应的齐次方程组</a:t>
            </a:r>
            <a:endParaRPr lang="zh-CN" altLang="en-US" sz="2400" b="1" dirty="0">
              <a:latin typeface="Times New Roman" panose="02020603050405020304" pitchFamily="18" charset="0"/>
              <a:ea typeface="楷体_GB2312" pitchFamily="49" charset="-122"/>
            </a:endParaRPr>
          </a:p>
        </p:txBody>
      </p:sp>
      <p:graphicFrame>
        <p:nvGraphicFramePr>
          <p:cNvPr id="49180" name="Object 28"/>
          <p:cNvGraphicFramePr>
            <a:graphicFrameLocks noChangeAspect="1"/>
          </p:cNvGraphicFramePr>
          <p:nvPr/>
        </p:nvGraphicFramePr>
        <p:xfrm>
          <a:off x="3532187" y="5388692"/>
          <a:ext cx="1471612" cy="446087"/>
        </p:xfrm>
        <a:graphic>
          <a:graphicData uri="http://schemas.openxmlformats.org/presentationml/2006/ole">
            <mc:AlternateContent xmlns:mc="http://schemas.openxmlformats.org/markup-compatibility/2006">
              <mc:Choice xmlns:v="urn:schemas-microsoft-com:vml" Requires="v">
                <p:oleObj spid="_x0000_s57498" name="Equation" r:id="rId11" imgW="927735" imgH="274320" progId="Equation.DSMT4">
                  <p:embed/>
                </p:oleObj>
              </mc:Choice>
              <mc:Fallback>
                <p:oleObj name="Equation" r:id="rId11" imgW="927735" imgH="274320"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32187" y="5388692"/>
                        <a:ext cx="1471612"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1"/>
          <p:cNvGraphicFramePr>
            <a:graphicFrameLocks noChangeAspect="1"/>
          </p:cNvGraphicFramePr>
          <p:nvPr/>
        </p:nvGraphicFramePr>
        <p:xfrm>
          <a:off x="3383756" y="3888525"/>
          <a:ext cx="3240087" cy="1258887"/>
        </p:xfrm>
        <a:graphic>
          <a:graphicData uri="http://schemas.openxmlformats.org/presentationml/2006/ole">
            <mc:AlternateContent xmlns:mc="http://schemas.openxmlformats.org/markup-compatibility/2006">
              <mc:Choice xmlns:v="urn:schemas-microsoft-com:vml" Requires="v">
                <p:oleObj spid="_x0000_s57499" name="Equation" r:id="rId13" imgW="44196000" imgH="17068800" progId="Equation.DSMT4">
                  <p:embed/>
                </p:oleObj>
              </mc:Choice>
              <mc:Fallback>
                <p:oleObj name="Equation" r:id="rId13" imgW="44196000" imgH="17068800" progId="Equation.DSMT4">
                  <p:embed/>
                  <p:pic>
                    <p:nvPicPr>
                      <p:cNvPr id="0" name="Object 11"/>
                      <p:cNvPicPr>
                        <a:picLocks noChangeAspect="1" noChangeArrowheads="1"/>
                      </p:cNvPicPr>
                      <p:nvPr/>
                    </p:nvPicPr>
                    <p:blipFill>
                      <a:blip r:embed="rId14"/>
                      <a:srcRect/>
                      <a:stretch>
                        <a:fillRect/>
                      </a:stretch>
                    </p:blipFill>
                    <p:spPr bwMode="auto">
                      <a:xfrm>
                        <a:off x="3383756" y="3888525"/>
                        <a:ext cx="3240087" cy="1258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470374" y="5196869"/>
            <a:ext cx="2659702" cy="461665"/>
          </a:xfrm>
          <a:prstGeom prst="rect">
            <a:avLst/>
          </a:prstGeom>
        </p:spPr>
        <p:txBody>
          <a:bodyPr wrap="none">
            <a:spAutoFit/>
          </a:bodyPr>
          <a:lstStyle/>
          <a:p>
            <a:pPr algn="ctr">
              <a:spcBef>
                <a:spcPct val="50000"/>
              </a:spcBef>
            </a:pPr>
            <a:r>
              <a:rPr lang="zh-CN" altLang="en-US" sz="2400" b="1" dirty="0">
                <a:latin typeface="Times New Roman" panose="02020603050405020304" pitchFamily="18" charset="0"/>
                <a:ea typeface="楷体_GB2312" pitchFamily="49" charset="-122"/>
              </a:rPr>
              <a:t>的一个基础解系为</a:t>
            </a:r>
            <a:endParaRPr lang="zh-CN" altLang="en-US" sz="2400" b="1" dirty="0">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49154"/>
                                        </p:tgtEl>
                                        <p:attrNameLst>
                                          <p:attrName>style.visibility</p:attrName>
                                        </p:attrNameLst>
                                      </p:cBhvr>
                                      <p:to>
                                        <p:strVal val="visible"/>
                                      </p:to>
                                    </p:set>
                                    <p:animEffect transition="in" filter="checkerboard(across)">
                                      <p:cBhvr>
                                        <p:cTn id="13" dur="500"/>
                                        <p:tgtEl>
                                          <p:spTgt spid="4915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9173">
                                            <p:txEl>
                                              <p:pRg st="0" end="0"/>
                                            </p:txEl>
                                          </p:spTgt>
                                        </p:tgtEl>
                                        <p:attrNameLst>
                                          <p:attrName>style.visibility</p:attrName>
                                        </p:attrNameLst>
                                      </p:cBhvr>
                                      <p:to>
                                        <p:strVal val="visible"/>
                                      </p:to>
                                    </p:set>
                                    <p:animEffect transition="in" filter="wipe(left)">
                                      <p:cBhvr>
                                        <p:cTn id="18" dur="500"/>
                                        <p:tgtEl>
                                          <p:spTgt spid="4917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9163"/>
                                        </p:tgtEl>
                                        <p:attrNameLst>
                                          <p:attrName>style.visibility</p:attrName>
                                        </p:attrNameLst>
                                      </p:cBhvr>
                                      <p:to>
                                        <p:strVal val="visible"/>
                                      </p:to>
                                    </p:set>
                                    <p:animEffect transition="in" filter="blinds(horizontal)">
                                      <p:cBhvr>
                                        <p:cTn id="23" dur="500"/>
                                        <p:tgtEl>
                                          <p:spTgt spid="49163"/>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49177"/>
                                        </p:tgtEl>
                                        <p:attrNameLst>
                                          <p:attrName>style.visibility</p:attrName>
                                        </p:attrNameLst>
                                      </p:cBhvr>
                                      <p:to>
                                        <p:strVal val="visible"/>
                                      </p:to>
                                    </p:set>
                                    <p:anim calcmode="lin" valueType="num">
                                      <p:cBhvr additive="base">
                                        <p:cTn id="28" dur="500" fill="hold"/>
                                        <p:tgtEl>
                                          <p:spTgt spid="49177"/>
                                        </p:tgtEl>
                                        <p:attrNameLst>
                                          <p:attrName>ppt_x</p:attrName>
                                        </p:attrNameLst>
                                      </p:cBhvr>
                                      <p:tavLst>
                                        <p:tav tm="0">
                                          <p:val>
                                            <p:strVal val="#ppt_x"/>
                                          </p:val>
                                        </p:tav>
                                        <p:tav tm="100000">
                                          <p:val>
                                            <p:strVal val="#ppt_x"/>
                                          </p:val>
                                        </p:tav>
                                      </p:tavLst>
                                    </p:anim>
                                    <p:anim calcmode="lin" valueType="num">
                                      <p:cBhvr additive="base">
                                        <p:cTn id="29" dur="500" fill="hold"/>
                                        <p:tgtEl>
                                          <p:spTgt spid="4917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9176"/>
                                        </p:tgtEl>
                                        <p:attrNameLst>
                                          <p:attrName>style.visibility</p:attrName>
                                        </p:attrNameLst>
                                      </p:cBhvr>
                                      <p:to>
                                        <p:strVal val="visible"/>
                                      </p:to>
                                    </p:set>
                                    <p:animEffect transition="in" filter="dissolve">
                                      <p:cBhvr>
                                        <p:cTn id="34" dur="500"/>
                                        <p:tgtEl>
                                          <p:spTgt spid="49176"/>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49178"/>
                                        </p:tgtEl>
                                        <p:attrNameLst>
                                          <p:attrName>style.visibility</p:attrName>
                                        </p:attrNameLst>
                                      </p:cBhvr>
                                      <p:to>
                                        <p:strVal val="visible"/>
                                      </p:to>
                                    </p:set>
                                    <p:anim calcmode="lin" valueType="num">
                                      <p:cBhvr>
                                        <p:cTn id="39" dur="500" fill="hold"/>
                                        <p:tgtEl>
                                          <p:spTgt spid="49178"/>
                                        </p:tgtEl>
                                        <p:attrNameLst>
                                          <p:attrName>ppt_w</p:attrName>
                                        </p:attrNameLst>
                                      </p:cBhvr>
                                      <p:tavLst>
                                        <p:tav tm="0">
                                          <p:val>
                                            <p:fltVal val="0"/>
                                          </p:val>
                                        </p:tav>
                                        <p:tav tm="100000">
                                          <p:val>
                                            <p:strVal val="#ppt_w"/>
                                          </p:val>
                                        </p:tav>
                                      </p:tavLst>
                                    </p:anim>
                                    <p:anim calcmode="lin" valueType="num">
                                      <p:cBhvr>
                                        <p:cTn id="40" dur="500" fill="hold"/>
                                        <p:tgtEl>
                                          <p:spTgt spid="49178"/>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9179"/>
                                        </p:tgtEl>
                                        <p:attrNameLst>
                                          <p:attrName>style.visibility</p:attrName>
                                        </p:attrNameLst>
                                      </p:cBhvr>
                                      <p:to>
                                        <p:strVal val="visible"/>
                                      </p:to>
                                    </p:set>
                                    <p:animEffect transition="in" filter="dissolve">
                                      <p:cBhvr>
                                        <p:cTn id="45" dur="500"/>
                                        <p:tgtEl>
                                          <p:spTgt spid="49179"/>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linds(horizontal)">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additive="base">
                                        <p:cTn id="55" dur="500" fill="hold"/>
                                        <p:tgtEl>
                                          <p:spTgt spid="3"/>
                                        </p:tgtEl>
                                        <p:attrNameLst>
                                          <p:attrName>ppt_x</p:attrName>
                                        </p:attrNameLst>
                                      </p:cBhvr>
                                      <p:tavLst>
                                        <p:tav tm="0">
                                          <p:val>
                                            <p:strVal val="#ppt_x"/>
                                          </p:val>
                                        </p:tav>
                                        <p:tav tm="100000">
                                          <p:val>
                                            <p:strVal val="#ppt_x"/>
                                          </p:val>
                                        </p:tav>
                                      </p:tavLst>
                                    </p:anim>
                                    <p:anim calcmode="lin" valueType="num">
                                      <p:cBhvr additive="base">
                                        <p:cTn id="5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7" presetClass="entr" presetSubtype="10" fill="hold" nodeType="clickEffect">
                                  <p:stCondLst>
                                    <p:cond delay="0"/>
                                  </p:stCondLst>
                                  <p:childTnLst>
                                    <p:set>
                                      <p:cBhvr>
                                        <p:cTn id="60" dur="1" fill="hold">
                                          <p:stCondLst>
                                            <p:cond delay="0"/>
                                          </p:stCondLst>
                                        </p:cTn>
                                        <p:tgtEl>
                                          <p:spTgt spid="49180"/>
                                        </p:tgtEl>
                                        <p:attrNameLst>
                                          <p:attrName>style.visibility</p:attrName>
                                        </p:attrNameLst>
                                      </p:cBhvr>
                                      <p:to>
                                        <p:strVal val="visible"/>
                                      </p:to>
                                    </p:set>
                                    <p:anim calcmode="lin" valueType="num">
                                      <p:cBhvr>
                                        <p:cTn id="61" dur="500" fill="hold"/>
                                        <p:tgtEl>
                                          <p:spTgt spid="49180"/>
                                        </p:tgtEl>
                                        <p:attrNameLst>
                                          <p:attrName>ppt_w</p:attrName>
                                        </p:attrNameLst>
                                      </p:cBhvr>
                                      <p:tavLst>
                                        <p:tav tm="0">
                                          <p:val>
                                            <p:fltVal val="0"/>
                                          </p:val>
                                        </p:tav>
                                        <p:tav tm="100000">
                                          <p:val>
                                            <p:strVal val="#ppt_w"/>
                                          </p:val>
                                        </p:tav>
                                      </p:tavLst>
                                    </p:anim>
                                    <p:anim calcmode="lin" valueType="num">
                                      <p:cBhvr>
                                        <p:cTn id="62" dur="500" fill="hold"/>
                                        <p:tgtEl>
                                          <p:spTgt spid="491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73" grpId="0" autoUpdateAnimBg="0" build="p"/>
      <p:bldP spid="49176" grpId="0" animBg="1" autoUpdateAnimBg="0"/>
      <p:bldP spid="49179" grpId="0" animBg="1" autoUpdateAnimBg="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C0AC6B-7C56-4ECE-A822-8861E03F6877}" type="datetime3">
              <a:rPr lang="zh-CN" altLang="en-US" smtClean="0"/>
            </a:fld>
            <a:endParaRPr lang="en-US" altLang="zh-CN"/>
          </a:p>
        </p:txBody>
      </p:sp>
      <p:sp>
        <p:nvSpPr>
          <p:cNvPr id="17418"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741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3C101F-B4AB-4786-87BD-D8046B37898E}" type="slidenum">
              <a:rPr lang="en-US" altLang="zh-CN"/>
            </a:fld>
            <a:endParaRPr lang="en-US" altLang="zh-CN"/>
          </a:p>
        </p:txBody>
      </p:sp>
      <p:graphicFrame>
        <p:nvGraphicFramePr>
          <p:cNvPr id="49154" name="Object 2"/>
          <p:cNvGraphicFramePr>
            <a:graphicFrameLocks noChangeAspect="1"/>
          </p:cNvGraphicFramePr>
          <p:nvPr/>
        </p:nvGraphicFramePr>
        <p:xfrm>
          <a:off x="395288" y="620713"/>
          <a:ext cx="8294687" cy="1368425"/>
        </p:xfrm>
        <a:graphic>
          <a:graphicData uri="http://schemas.openxmlformats.org/presentationml/2006/ole">
            <mc:AlternateContent xmlns:mc="http://schemas.openxmlformats.org/markup-compatibility/2006">
              <mc:Choice xmlns:v="urn:schemas-microsoft-com:vml" Requires="v">
                <p:oleObj spid="_x0000_s75787" name="Equation" r:id="rId1" imgW="7315200" imgH="1005840" progId="Equation.DSMT4">
                  <p:embed/>
                </p:oleObj>
              </mc:Choice>
              <mc:Fallback>
                <p:oleObj name="Equation" r:id="rId1" imgW="7315200" imgH="100584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620713"/>
                        <a:ext cx="8294687" cy="136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9" name="Object 7"/>
          <p:cNvGraphicFramePr>
            <a:graphicFrameLocks noChangeAspect="1"/>
          </p:cNvGraphicFramePr>
          <p:nvPr/>
        </p:nvGraphicFramePr>
        <p:xfrm>
          <a:off x="2051720" y="3868490"/>
          <a:ext cx="4243387" cy="1265237"/>
        </p:xfrm>
        <a:graphic>
          <a:graphicData uri="http://schemas.openxmlformats.org/presentationml/2006/ole">
            <mc:AlternateContent xmlns:mc="http://schemas.openxmlformats.org/markup-compatibility/2006">
              <mc:Choice xmlns:v="urn:schemas-microsoft-com:vml" Requires="v">
                <p:oleObj spid="_x0000_s75788" name="Equation" r:id="rId3" imgW="2400300" imgH="711200" progId="Equation.DSMT4">
                  <p:embed/>
                </p:oleObj>
              </mc:Choice>
              <mc:Fallback>
                <p:oleObj name="Equation" r:id="rId3" imgW="2400300" imgH="71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3868490"/>
                        <a:ext cx="4243387" cy="1265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23"/>
          <p:cNvGrpSpPr/>
          <p:nvPr/>
        </p:nvGrpSpPr>
        <p:grpSpPr bwMode="auto">
          <a:xfrm>
            <a:off x="323850" y="115888"/>
            <a:ext cx="1979613" cy="457200"/>
            <a:chOff x="0" y="164"/>
            <a:chExt cx="1247" cy="288"/>
          </a:xfrm>
        </p:grpSpPr>
        <p:sp>
          <p:nvSpPr>
            <p:cNvPr id="17425" name="Text Box 3"/>
            <p:cNvSpPr txBox="1">
              <a:spLocks noChangeArrowheads="1"/>
            </p:cNvSpPr>
            <p:nvPr/>
          </p:nvSpPr>
          <p:spPr bwMode="auto">
            <a:xfrm>
              <a:off x="703" y="164"/>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时，</a:t>
              </a:r>
              <a:endParaRPr lang="zh-CN" altLang="en-US" sz="2400" b="1"/>
            </a:p>
          </p:txBody>
        </p:sp>
        <p:graphicFrame>
          <p:nvGraphicFramePr>
            <p:cNvPr id="17416" name="Object 14"/>
            <p:cNvGraphicFramePr>
              <a:graphicFrameLocks noChangeAspect="1"/>
            </p:cNvGraphicFramePr>
            <p:nvPr/>
          </p:nvGraphicFramePr>
          <p:xfrm>
            <a:off x="249" y="210"/>
            <a:ext cx="440" cy="228"/>
          </p:xfrm>
          <a:graphic>
            <a:graphicData uri="http://schemas.openxmlformats.org/presentationml/2006/ole">
              <mc:AlternateContent xmlns:mc="http://schemas.openxmlformats.org/markup-compatibility/2006">
                <mc:Choice xmlns:v="urn:schemas-microsoft-com:vml" Requires="v">
                  <p:oleObj spid="_x0000_s75789" name="Equation" r:id="rId5" imgW="342900" imgH="177800" progId="Equation.DSMT4">
                    <p:embed/>
                  </p:oleObj>
                </mc:Choice>
                <mc:Fallback>
                  <p:oleObj name="Equation" r:id="rId5" imgW="342900" imgH="17780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 y="210"/>
                          <a:ext cx="440"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26" name="Text Box 22"/>
            <p:cNvSpPr txBox="1">
              <a:spLocks noChangeArrowheads="1"/>
            </p:cNvSpPr>
            <p:nvPr/>
          </p:nvSpPr>
          <p:spPr bwMode="auto">
            <a:xfrm>
              <a:off x="0" y="164"/>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当</a:t>
              </a:r>
              <a:endParaRPr lang="zh-CN" altLang="en-US" sz="2400" b="1"/>
            </a:p>
          </p:txBody>
        </p:sp>
      </p:grpSp>
      <p:sp>
        <p:nvSpPr>
          <p:cNvPr id="49181" name="Text Box 29"/>
          <p:cNvSpPr txBox="1">
            <a:spLocks noChangeArrowheads="1"/>
          </p:cNvSpPr>
          <p:nvPr/>
        </p:nvSpPr>
        <p:spPr bwMode="auto">
          <a:xfrm>
            <a:off x="457200" y="2780928"/>
            <a:ext cx="4042792" cy="461665"/>
          </a:xfrm>
          <a:prstGeom prst="rect">
            <a:avLst/>
          </a:prstGeom>
          <a:solidFill>
            <a:srgbClr val="00FFFF"/>
          </a:solidFill>
          <a:ln w="9525">
            <a:solidFill>
              <a:srgbClr val="FF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dirty="0">
                <a:latin typeface="Times New Roman" panose="02020603050405020304" pitchFamily="18" charset="0"/>
                <a:ea typeface="楷体_GB2312" pitchFamily="49" charset="-122"/>
              </a:rPr>
              <a:t>所以，原方程组的通解为</a:t>
            </a:r>
            <a:endParaRPr lang="zh-CN" altLang="en-US" sz="2400" b="1" dirty="0">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49154"/>
                                        </p:tgtEl>
                                        <p:attrNameLst>
                                          <p:attrName>style.visibility</p:attrName>
                                        </p:attrNameLst>
                                      </p:cBhvr>
                                      <p:to>
                                        <p:strVal val="visible"/>
                                      </p:to>
                                    </p:set>
                                    <p:animEffect transition="in" filter="checkerboard(across)">
                                      <p:cBhvr>
                                        <p:cTn id="13" dur="500"/>
                                        <p:tgtEl>
                                          <p:spTgt spid="4915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9181"/>
                                        </p:tgtEl>
                                        <p:attrNameLst>
                                          <p:attrName>style.visibility</p:attrName>
                                        </p:attrNameLst>
                                      </p:cBhvr>
                                      <p:to>
                                        <p:strVal val="visible"/>
                                      </p:to>
                                    </p:set>
                                    <p:animEffect transition="in" filter="dissolve">
                                      <p:cBhvr>
                                        <p:cTn id="18" dur="500"/>
                                        <p:tgtEl>
                                          <p:spTgt spid="4918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9159"/>
                                        </p:tgtEl>
                                        <p:attrNameLst>
                                          <p:attrName>style.visibility</p:attrName>
                                        </p:attrNameLst>
                                      </p:cBhvr>
                                      <p:to>
                                        <p:strVal val="visible"/>
                                      </p:to>
                                    </p:set>
                                    <p:animEffect transition="in" filter="blinds(horizontal)">
                                      <p:cBhvr>
                                        <p:cTn id="23" dur="500"/>
                                        <p:tgtEl>
                                          <p:spTgt spid="49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81"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162DB90-D79E-4A94-B190-D8266F5F26CB}" type="datetime3">
              <a:rPr lang="zh-CN" altLang="en-US" smtClean="0"/>
            </a:fld>
            <a:endParaRPr lang="en-US" altLang="zh-CN"/>
          </a:p>
        </p:txBody>
      </p:sp>
      <p:sp>
        <p:nvSpPr>
          <p:cNvPr id="18442"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844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E4A8A03-9091-4C3E-B25E-0B9E4AFCDCEE}" type="slidenum">
              <a:rPr lang="en-US" altLang="zh-CN"/>
            </a:fld>
            <a:endParaRPr lang="en-US" altLang="zh-CN"/>
          </a:p>
        </p:txBody>
      </p:sp>
      <p:graphicFrame>
        <p:nvGraphicFramePr>
          <p:cNvPr id="50178" name="Object 2"/>
          <p:cNvGraphicFramePr>
            <a:graphicFrameLocks noChangeAspect="1"/>
          </p:cNvGraphicFramePr>
          <p:nvPr/>
        </p:nvGraphicFramePr>
        <p:xfrm>
          <a:off x="323850" y="620713"/>
          <a:ext cx="8574088" cy="1368425"/>
        </p:xfrm>
        <a:graphic>
          <a:graphicData uri="http://schemas.openxmlformats.org/presentationml/2006/ole">
            <mc:AlternateContent xmlns:mc="http://schemas.openxmlformats.org/markup-compatibility/2006">
              <mc:Choice xmlns:v="urn:schemas-microsoft-com:vml" Requires="v">
                <p:oleObj spid="_x0000_s58517" name="Equation" r:id="rId1" imgW="7563485" imgH="1005840" progId="Equation.DSMT4">
                  <p:embed/>
                </p:oleObj>
              </mc:Choice>
              <mc:Fallback>
                <p:oleObj name="Equation" r:id="rId1" imgW="7563485" imgH="100584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20713"/>
                        <a:ext cx="8574088" cy="136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0" name="Object 4"/>
          <p:cNvGraphicFramePr>
            <a:graphicFrameLocks noChangeAspect="1"/>
          </p:cNvGraphicFramePr>
          <p:nvPr/>
        </p:nvGraphicFramePr>
        <p:xfrm>
          <a:off x="539750" y="2524125"/>
          <a:ext cx="3619500" cy="1258888"/>
        </p:xfrm>
        <a:graphic>
          <a:graphicData uri="http://schemas.openxmlformats.org/presentationml/2006/ole">
            <mc:AlternateContent xmlns:mc="http://schemas.openxmlformats.org/markup-compatibility/2006">
              <mc:Choice xmlns:v="urn:schemas-microsoft-com:vml" Requires="v">
                <p:oleObj spid="_x0000_s58518" name="Equation" r:id="rId3" imgW="2057400" imgH="711200" progId="Equation.DSMT4">
                  <p:embed/>
                </p:oleObj>
              </mc:Choice>
              <mc:Fallback>
                <p:oleObj name="Equation" r:id="rId3" imgW="2057400" imgH="711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524125"/>
                        <a:ext cx="3619500" cy="1258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1" name="Text Box 5"/>
          <p:cNvSpPr txBox="1">
            <a:spLocks noChangeArrowheads="1"/>
          </p:cNvSpPr>
          <p:nvPr/>
        </p:nvSpPr>
        <p:spPr bwMode="auto">
          <a:xfrm>
            <a:off x="107950" y="2019300"/>
            <a:ext cx="6119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由上面行最简形矩阵可得该方程组的解为：</a:t>
            </a:r>
            <a:endParaRPr lang="zh-CN" altLang="en-US" sz="2400" b="1">
              <a:latin typeface="Times New Roman" panose="02020603050405020304" pitchFamily="18" charset="0"/>
              <a:ea typeface="楷体_GB2312" pitchFamily="49" charset="-122"/>
            </a:endParaRPr>
          </a:p>
        </p:txBody>
      </p:sp>
      <p:grpSp>
        <p:nvGrpSpPr>
          <p:cNvPr id="2" name="Group 16"/>
          <p:cNvGrpSpPr/>
          <p:nvPr/>
        </p:nvGrpSpPr>
        <p:grpSpPr bwMode="auto">
          <a:xfrm>
            <a:off x="107950" y="115888"/>
            <a:ext cx="2195513" cy="457200"/>
            <a:chOff x="68" y="164"/>
            <a:chExt cx="1383" cy="288"/>
          </a:xfrm>
        </p:grpSpPr>
        <p:sp>
          <p:nvSpPr>
            <p:cNvPr id="18449" name="Text Box 7"/>
            <p:cNvSpPr txBox="1">
              <a:spLocks noChangeArrowheads="1"/>
            </p:cNvSpPr>
            <p:nvPr/>
          </p:nvSpPr>
          <p:spPr bwMode="auto">
            <a:xfrm>
              <a:off x="907" y="164"/>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时，</a:t>
              </a:r>
              <a:endParaRPr lang="zh-CN" altLang="en-US" sz="2400" b="1"/>
            </a:p>
          </p:txBody>
        </p:sp>
        <p:graphicFrame>
          <p:nvGraphicFramePr>
            <p:cNvPr id="18440" name="Object 8"/>
            <p:cNvGraphicFramePr>
              <a:graphicFrameLocks noChangeAspect="1"/>
            </p:cNvGraphicFramePr>
            <p:nvPr/>
          </p:nvGraphicFramePr>
          <p:xfrm>
            <a:off x="380" y="210"/>
            <a:ext cx="586" cy="228"/>
          </p:xfrm>
          <a:graphic>
            <a:graphicData uri="http://schemas.openxmlformats.org/presentationml/2006/ole">
              <mc:AlternateContent xmlns:mc="http://schemas.openxmlformats.org/markup-compatibility/2006">
                <mc:Choice xmlns:v="urn:schemas-microsoft-com:vml" Requires="v">
                  <p:oleObj spid="_x0000_s58519" name="Equation" r:id="rId5" imgW="457200" imgH="177800" progId="Equation.DSMT4">
                    <p:embed/>
                  </p:oleObj>
                </mc:Choice>
                <mc:Fallback>
                  <p:oleObj name="Equation" r:id="rId5" imgW="457200" imgH="1778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 y="210"/>
                          <a:ext cx="586"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50" name="Text Box 9"/>
            <p:cNvSpPr txBox="1">
              <a:spLocks noChangeArrowheads="1"/>
            </p:cNvSpPr>
            <p:nvPr/>
          </p:nvSpPr>
          <p:spPr bwMode="auto">
            <a:xfrm>
              <a:off x="68" y="164"/>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当</a:t>
              </a:r>
              <a:endParaRPr lang="zh-CN" altLang="en-US" sz="2400" b="1"/>
            </a:p>
          </p:txBody>
        </p:sp>
      </p:grpSp>
      <p:sp>
        <p:nvSpPr>
          <p:cNvPr id="50186" name="Text Box 10"/>
          <p:cNvSpPr txBox="1">
            <a:spLocks noChangeArrowheads="1"/>
          </p:cNvSpPr>
          <p:nvPr/>
        </p:nvSpPr>
        <p:spPr bwMode="auto">
          <a:xfrm>
            <a:off x="5003800" y="2882900"/>
            <a:ext cx="3527425" cy="466725"/>
          </a:xfrm>
          <a:prstGeom prst="rect">
            <a:avLst/>
          </a:prstGeom>
          <a:solidFill>
            <a:srgbClr val="CCFFFF"/>
          </a:solidFill>
          <a:ln w="9525">
            <a:solidFill>
              <a:srgbClr val="FF00FF"/>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得该方程组的一个特解</a:t>
            </a:r>
            <a:endParaRPr lang="zh-CN" altLang="en-US" sz="2400" b="1">
              <a:latin typeface="Times New Roman" panose="02020603050405020304" pitchFamily="18" charset="0"/>
              <a:ea typeface="楷体_GB2312" pitchFamily="49" charset="-122"/>
            </a:endParaRPr>
          </a:p>
        </p:txBody>
      </p:sp>
      <p:graphicFrame>
        <p:nvGraphicFramePr>
          <p:cNvPr id="50187" name="Object 11"/>
          <p:cNvGraphicFramePr>
            <a:graphicFrameLocks noChangeAspect="1"/>
          </p:cNvGraphicFramePr>
          <p:nvPr/>
        </p:nvGraphicFramePr>
        <p:xfrm>
          <a:off x="5148263" y="2451100"/>
          <a:ext cx="1200150" cy="469900"/>
        </p:xfrm>
        <a:graphic>
          <a:graphicData uri="http://schemas.openxmlformats.org/presentationml/2006/ole">
            <mc:AlternateContent xmlns:mc="http://schemas.openxmlformats.org/markup-compatibility/2006">
              <mc:Choice xmlns:v="urn:schemas-microsoft-com:vml" Requires="v">
                <p:oleObj spid="_x0000_s58520" name="Equation" r:id="rId7" imgW="584200" imgH="228600" progId="Equation.DSMT4">
                  <p:embed/>
                </p:oleObj>
              </mc:Choice>
              <mc:Fallback>
                <p:oleObj name="Equation" r:id="rId7" imgW="584200" imgH="2286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263" y="2451100"/>
                        <a:ext cx="120015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88" name="Object 12"/>
          <p:cNvGraphicFramePr>
            <a:graphicFrameLocks noChangeAspect="1"/>
          </p:cNvGraphicFramePr>
          <p:nvPr/>
        </p:nvGraphicFramePr>
        <p:xfrm>
          <a:off x="5373688" y="3387725"/>
          <a:ext cx="1709737" cy="482600"/>
        </p:xfrm>
        <a:graphic>
          <a:graphicData uri="http://schemas.openxmlformats.org/presentationml/2006/ole">
            <mc:AlternateContent xmlns:mc="http://schemas.openxmlformats.org/markup-compatibility/2006">
              <mc:Choice xmlns:v="urn:schemas-microsoft-com:vml" Requires="v">
                <p:oleObj spid="_x0000_s58521" name="Equation" r:id="rId9" imgW="1110615" imgH="313690" progId="Equation.DSMT4">
                  <p:embed/>
                </p:oleObj>
              </mc:Choice>
              <mc:Fallback>
                <p:oleObj name="Equation" r:id="rId9" imgW="1110615" imgH="31369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3688" y="3387725"/>
                        <a:ext cx="170973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9" name="Text Box 13"/>
          <p:cNvSpPr txBox="1">
            <a:spLocks noChangeArrowheads="1"/>
          </p:cNvSpPr>
          <p:nvPr/>
        </p:nvSpPr>
        <p:spPr bwMode="auto">
          <a:xfrm>
            <a:off x="468313" y="3963988"/>
            <a:ext cx="2663825" cy="461665"/>
          </a:xfrm>
          <a:prstGeom prst="rect">
            <a:avLst/>
          </a:prstGeom>
          <a:solidFill>
            <a:srgbClr val="CCFFFF"/>
          </a:solidFill>
          <a:ln w="9525">
            <a:solidFill>
              <a:srgbClr val="FF00FF"/>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400" b="1" dirty="0">
                <a:latin typeface="Times New Roman" panose="02020603050405020304" pitchFamily="18" charset="0"/>
                <a:ea typeface="楷体_GB2312" pitchFamily="49" charset="-122"/>
              </a:rPr>
              <a:t>相应的齐次方程组</a:t>
            </a:r>
            <a:endParaRPr lang="zh-CN" altLang="en-US" sz="2400" b="1" dirty="0">
              <a:latin typeface="Times New Roman" panose="02020603050405020304" pitchFamily="18" charset="0"/>
              <a:ea typeface="楷体_GB2312" pitchFamily="49" charset="-122"/>
            </a:endParaRPr>
          </a:p>
        </p:txBody>
      </p:sp>
      <p:graphicFrame>
        <p:nvGraphicFramePr>
          <p:cNvPr id="50190" name="Object 14"/>
          <p:cNvGraphicFramePr>
            <a:graphicFrameLocks noChangeAspect="1"/>
          </p:cNvGraphicFramePr>
          <p:nvPr/>
        </p:nvGraphicFramePr>
        <p:xfrm>
          <a:off x="3675857" y="5620395"/>
          <a:ext cx="1471612" cy="446087"/>
        </p:xfrm>
        <a:graphic>
          <a:graphicData uri="http://schemas.openxmlformats.org/presentationml/2006/ole">
            <mc:AlternateContent xmlns:mc="http://schemas.openxmlformats.org/markup-compatibility/2006">
              <mc:Choice xmlns:v="urn:schemas-microsoft-com:vml" Requires="v">
                <p:oleObj spid="_x0000_s58522" name="Equation" r:id="rId11" imgW="927735" imgH="274320" progId="Equation.DSMT4">
                  <p:embed/>
                </p:oleObj>
              </mc:Choice>
              <mc:Fallback>
                <p:oleObj name="Equation" r:id="rId11" imgW="927735" imgH="27432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75857" y="5620395"/>
                        <a:ext cx="1471612"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4"/>
          <p:cNvGraphicFramePr>
            <a:graphicFrameLocks noChangeAspect="1"/>
          </p:cNvGraphicFramePr>
          <p:nvPr/>
        </p:nvGraphicFramePr>
        <p:xfrm>
          <a:off x="3527425" y="4037013"/>
          <a:ext cx="3240088" cy="1258887"/>
        </p:xfrm>
        <a:graphic>
          <a:graphicData uri="http://schemas.openxmlformats.org/presentationml/2006/ole">
            <mc:AlternateContent xmlns:mc="http://schemas.openxmlformats.org/markup-compatibility/2006">
              <mc:Choice xmlns:v="urn:schemas-microsoft-com:vml" Requires="v">
                <p:oleObj spid="_x0000_s58523" name="Equation" r:id="rId13" imgW="44196000" imgH="17068800" progId="Equation.DSMT4">
                  <p:embed/>
                </p:oleObj>
              </mc:Choice>
              <mc:Fallback>
                <p:oleObj name="Equation" r:id="rId13" imgW="44196000" imgH="17068800" progId="Equation.DSMT4">
                  <p:embed/>
                  <p:pic>
                    <p:nvPicPr>
                      <p:cNvPr id="0" name="Object 4"/>
                      <p:cNvPicPr>
                        <a:picLocks noChangeAspect="1" noChangeArrowheads="1"/>
                      </p:cNvPicPr>
                      <p:nvPr/>
                    </p:nvPicPr>
                    <p:blipFill>
                      <a:blip r:embed="rId14"/>
                      <a:srcRect/>
                      <a:stretch>
                        <a:fillRect/>
                      </a:stretch>
                    </p:blipFill>
                    <p:spPr bwMode="auto">
                      <a:xfrm>
                        <a:off x="3527425" y="4037013"/>
                        <a:ext cx="3240088" cy="1258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470374" y="5389563"/>
            <a:ext cx="2659702" cy="461665"/>
          </a:xfrm>
          <a:prstGeom prst="rect">
            <a:avLst/>
          </a:prstGeom>
        </p:spPr>
        <p:txBody>
          <a:bodyPr wrap="none">
            <a:spAutoFit/>
          </a:bodyPr>
          <a:lstStyle/>
          <a:p>
            <a:pPr algn="ctr">
              <a:spcBef>
                <a:spcPct val="50000"/>
              </a:spcBef>
            </a:pPr>
            <a:r>
              <a:rPr lang="zh-CN" altLang="en-US" sz="2400" b="1" dirty="0">
                <a:latin typeface="Times New Roman" panose="02020603050405020304" pitchFamily="18" charset="0"/>
                <a:ea typeface="楷体_GB2312" pitchFamily="49" charset="-122"/>
              </a:rPr>
              <a:t>的一个基础解系为</a:t>
            </a:r>
            <a:endParaRPr lang="zh-CN" altLang="en-US" sz="2400" b="1" dirty="0">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50178"/>
                                        </p:tgtEl>
                                        <p:attrNameLst>
                                          <p:attrName>style.visibility</p:attrName>
                                        </p:attrNameLst>
                                      </p:cBhvr>
                                      <p:to>
                                        <p:strVal val="visible"/>
                                      </p:to>
                                    </p:set>
                                    <p:animEffect transition="in" filter="checkerboard(across)">
                                      <p:cBhvr>
                                        <p:cTn id="13" dur="500"/>
                                        <p:tgtEl>
                                          <p:spTgt spid="5017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0181">
                                            <p:txEl>
                                              <p:pRg st="0" end="0"/>
                                            </p:txEl>
                                          </p:spTgt>
                                        </p:tgtEl>
                                        <p:attrNameLst>
                                          <p:attrName>style.visibility</p:attrName>
                                        </p:attrNameLst>
                                      </p:cBhvr>
                                      <p:to>
                                        <p:strVal val="visible"/>
                                      </p:to>
                                    </p:set>
                                    <p:animEffect transition="in" filter="wipe(left)">
                                      <p:cBhvr>
                                        <p:cTn id="18" dur="500"/>
                                        <p:tgtEl>
                                          <p:spTgt spid="5018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0180"/>
                                        </p:tgtEl>
                                        <p:attrNameLst>
                                          <p:attrName>style.visibility</p:attrName>
                                        </p:attrNameLst>
                                      </p:cBhvr>
                                      <p:to>
                                        <p:strVal val="visible"/>
                                      </p:to>
                                    </p:set>
                                    <p:animEffect transition="in" filter="blinds(horizontal)">
                                      <p:cBhvr>
                                        <p:cTn id="23" dur="500"/>
                                        <p:tgtEl>
                                          <p:spTgt spid="50180"/>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0187"/>
                                        </p:tgtEl>
                                        <p:attrNameLst>
                                          <p:attrName>style.visibility</p:attrName>
                                        </p:attrNameLst>
                                      </p:cBhvr>
                                      <p:to>
                                        <p:strVal val="visible"/>
                                      </p:to>
                                    </p:set>
                                    <p:anim calcmode="lin" valueType="num">
                                      <p:cBhvr additive="base">
                                        <p:cTn id="28" dur="500" fill="hold"/>
                                        <p:tgtEl>
                                          <p:spTgt spid="50187"/>
                                        </p:tgtEl>
                                        <p:attrNameLst>
                                          <p:attrName>ppt_x</p:attrName>
                                        </p:attrNameLst>
                                      </p:cBhvr>
                                      <p:tavLst>
                                        <p:tav tm="0">
                                          <p:val>
                                            <p:strVal val="#ppt_x"/>
                                          </p:val>
                                        </p:tav>
                                        <p:tav tm="100000">
                                          <p:val>
                                            <p:strVal val="#ppt_x"/>
                                          </p:val>
                                        </p:tav>
                                      </p:tavLst>
                                    </p:anim>
                                    <p:anim calcmode="lin" valueType="num">
                                      <p:cBhvr additive="base">
                                        <p:cTn id="29" dur="500" fill="hold"/>
                                        <p:tgtEl>
                                          <p:spTgt spid="5018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0186"/>
                                        </p:tgtEl>
                                        <p:attrNameLst>
                                          <p:attrName>style.visibility</p:attrName>
                                        </p:attrNameLst>
                                      </p:cBhvr>
                                      <p:to>
                                        <p:strVal val="visible"/>
                                      </p:to>
                                    </p:set>
                                    <p:animEffect transition="in" filter="dissolve">
                                      <p:cBhvr>
                                        <p:cTn id="34" dur="500"/>
                                        <p:tgtEl>
                                          <p:spTgt spid="50186"/>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50188"/>
                                        </p:tgtEl>
                                        <p:attrNameLst>
                                          <p:attrName>style.visibility</p:attrName>
                                        </p:attrNameLst>
                                      </p:cBhvr>
                                      <p:to>
                                        <p:strVal val="visible"/>
                                      </p:to>
                                    </p:set>
                                    <p:anim calcmode="lin" valueType="num">
                                      <p:cBhvr>
                                        <p:cTn id="39" dur="500" fill="hold"/>
                                        <p:tgtEl>
                                          <p:spTgt spid="50188"/>
                                        </p:tgtEl>
                                        <p:attrNameLst>
                                          <p:attrName>ppt_w</p:attrName>
                                        </p:attrNameLst>
                                      </p:cBhvr>
                                      <p:tavLst>
                                        <p:tav tm="0">
                                          <p:val>
                                            <p:fltVal val="0"/>
                                          </p:val>
                                        </p:tav>
                                        <p:tav tm="100000">
                                          <p:val>
                                            <p:strVal val="#ppt_w"/>
                                          </p:val>
                                        </p:tav>
                                      </p:tavLst>
                                    </p:anim>
                                    <p:anim calcmode="lin" valueType="num">
                                      <p:cBhvr>
                                        <p:cTn id="40" dur="500" fill="hold"/>
                                        <p:tgtEl>
                                          <p:spTgt spid="50188"/>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50189"/>
                                        </p:tgtEl>
                                        <p:attrNameLst>
                                          <p:attrName>style.visibility</p:attrName>
                                        </p:attrNameLst>
                                      </p:cBhvr>
                                      <p:to>
                                        <p:strVal val="visible"/>
                                      </p:to>
                                    </p:set>
                                    <p:animEffect transition="in" filter="dissolve">
                                      <p:cBhvr>
                                        <p:cTn id="45" dur="500"/>
                                        <p:tgtEl>
                                          <p:spTgt spid="50189"/>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linds(horizontal)">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additive="base">
                                        <p:cTn id="55" dur="500" fill="hold"/>
                                        <p:tgtEl>
                                          <p:spTgt spid="3"/>
                                        </p:tgtEl>
                                        <p:attrNameLst>
                                          <p:attrName>ppt_x</p:attrName>
                                        </p:attrNameLst>
                                      </p:cBhvr>
                                      <p:tavLst>
                                        <p:tav tm="0">
                                          <p:val>
                                            <p:strVal val="#ppt_x"/>
                                          </p:val>
                                        </p:tav>
                                        <p:tav tm="100000">
                                          <p:val>
                                            <p:strVal val="#ppt_x"/>
                                          </p:val>
                                        </p:tav>
                                      </p:tavLst>
                                    </p:anim>
                                    <p:anim calcmode="lin" valueType="num">
                                      <p:cBhvr additive="base">
                                        <p:cTn id="5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7" presetClass="entr" presetSubtype="10" fill="hold" nodeType="clickEffect">
                                  <p:stCondLst>
                                    <p:cond delay="0"/>
                                  </p:stCondLst>
                                  <p:childTnLst>
                                    <p:set>
                                      <p:cBhvr>
                                        <p:cTn id="60" dur="1" fill="hold">
                                          <p:stCondLst>
                                            <p:cond delay="0"/>
                                          </p:stCondLst>
                                        </p:cTn>
                                        <p:tgtEl>
                                          <p:spTgt spid="50190"/>
                                        </p:tgtEl>
                                        <p:attrNameLst>
                                          <p:attrName>style.visibility</p:attrName>
                                        </p:attrNameLst>
                                      </p:cBhvr>
                                      <p:to>
                                        <p:strVal val="visible"/>
                                      </p:to>
                                    </p:set>
                                    <p:anim calcmode="lin" valueType="num">
                                      <p:cBhvr>
                                        <p:cTn id="61" dur="500" fill="hold"/>
                                        <p:tgtEl>
                                          <p:spTgt spid="50190"/>
                                        </p:tgtEl>
                                        <p:attrNameLst>
                                          <p:attrName>ppt_w</p:attrName>
                                        </p:attrNameLst>
                                      </p:cBhvr>
                                      <p:tavLst>
                                        <p:tav tm="0">
                                          <p:val>
                                            <p:fltVal val="0"/>
                                          </p:val>
                                        </p:tav>
                                        <p:tav tm="100000">
                                          <p:val>
                                            <p:strVal val="#ppt_w"/>
                                          </p:val>
                                        </p:tav>
                                      </p:tavLst>
                                    </p:anim>
                                    <p:anim calcmode="lin" valueType="num">
                                      <p:cBhvr>
                                        <p:cTn id="62" dur="500" fill="hold"/>
                                        <p:tgtEl>
                                          <p:spTgt spid="5019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autoUpdateAnimBg="0" build="p"/>
      <p:bldP spid="50186" grpId="0" animBg="1" autoUpdateAnimBg="0"/>
      <p:bldP spid="50189" grpId="0" animBg="1" autoUpdateAnimBg="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162DB90-D79E-4A94-B190-D8266F5F26CB}" type="datetime3">
              <a:rPr lang="zh-CN" altLang="en-US" smtClean="0"/>
            </a:fld>
            <a:endParaRPr lang="en-US" altLang="zh-CN"/>
          </a:p>
        </p:txBody>
      </p:sp>
      <p:sp>
        <p:nvSpPr>
          <p:cNvPr id="18442"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844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E4A8A03-9091-4C3E-B25E-0B9E4AFCDCEE}" type="slidenum">
              <a:rPr lang="en-US" altLang="zh-CN"/>
            </a:fld>
            <a:endParaRPr lang="en-US" altLang="zh-CN"/>
          </a:p>
        </p:txBody>
      </p:sp>
      <p:graphicFrame>
        <p:nvGraphicFramePr>
          <p:cNvPr id="50178" name="Object 2"/>
          <p:cNvGraphicFramePr>
            <a:graphicFrameLocks noChangeAspect="1"/>
          </p:cNvGraphicFramePr>
          <p:nvPr/>
        </p:nvGraphicFramePr>
        <p:xfrm>
          <a:off x="323850" y="620713"/>
          <a:ext cx="8574088" cy="1368425"/>
        </p:xfrm>
        <a:graphic>
          <a:graphicData uri="http://schemas.openxmlformats.org/presentationml/2006/ole">
            <mc:AlternateContent xmlns:mc="http://schemas.openxmlformats.org/markup-compatibility/2006">
              <mc:Choice xmlns:v="urn:schemas-microsoft-com:vml" Requires="v">
                <p:oleObj spid="_x0000_s76811" name="Equation" r:id="rId1" imgW="7563485" imgH="1005840" progId="Equation.DSMT4">
                  <p:embed/>
                </p:oleObj>
              </mc:Choice>
              <mc:Fallback>
                <p:oleObj name="Equation" r:id="rId1" imgW="7563485" imgH="100584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620713"/>
                        <a:ext cx="8574088" cy="136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79" name="Object 3"/>
          <p:cNvGraphicFramePr>
            <a:graphicFrameLocks noChangeAspect="1"/>
          </p:cNvGraphicFramePr>
          <p:nvPr/>
        </p:nvGraphicFramePr>
        <p:xfrm>
          <a:off x="1863129" y="3933056"/>
          <a:ext cx="4265613" cy="1265237"/>
        </p:xfrm>
        <a:graphic>
          <a:graphicData uri="http://schemas.openxmlformats.org/presentationml/2006/ole">
            <mc:AlternateContent xmlns:mc="http://schemas.openxmlformats.org/markup-compatibility/2006">
              <mc:Choice xmlns:v="urn:schemas-microsoft-com:vml" Requires="v">
                <p:oleObj spid="_x0000_s76812" name="Equation" r:id="rId3" imgW="2413000" imgH="711200" progId="Equation.DSMT4">
                  <p:embed/>
                </p:oleObj>
              </mc:Choice>
              <mc:Fallback>
                <p:oleObj name="Equation" r:id="rId3" imgW="2413000" imgH="711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3129" y="3933056"/>
                        <a:ext cx="4265613" cy="1265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6"/>
          <p:cNvGrpSpPr/>
          <p:nvPr/>
        </p:nvGrpSpPr>
        <p:grpSpPr bwMode="auto">
          <a:xfrm>
            <a:off x="107950" y="115888"/>
            <a:ext cx="2195513" cy="457200"/>
            <a:chOff x="68" y="164"/>
            <a:chExt cx="1383" cy="288"/>
          </a:xfrm>
        </p:grpSpPr>
        <p:sp>
          <p:nvSpPr>
            <p:cNvPr id="18449" name="Text Box 7"/>
            <p:cNvSpPr txBox="1">
              <a:spLocks noChangeArrowheads="1"/>
            </p:cNvSpPr>
            <p:nvPr/>
          </p:nvSpPr>
          <p:spPr bwMode="auto">
            <a:xfrm>
              <a:off x="907" y="164"/>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时，</a:t>
              </a:r>
              <a:endParaRPr lang="zh-CN" altLang="en-US" sz="2400" b="1"/>
            </a:p>
          </p:txBody>
        </p:sp>
        <p:graphicFrame>
          <p:nvGraphicFramePr>
            <p:cNvPr id="18440" name="Object 8"/>
            <p:cNvGraphicFramePr>
              <a:graphicFrameLocks noChangeAspect="1"/>
            </p:cNvGraphicFramePr>
            <p:nvPr/>
          </p:nvGraphicFramePr>
          <p:xfrm>
            <a:off x="380" y="210"/>
            <a:ext cx="586" cy="228"/>
          </p:xfrm>
          <a:graphic>
            <a:graphicData uri="http://schemas.openxmlformats.org/presentationml/2006/ole">
              <mc:AlternateContent xmlns:mc="http://schemas.openxmlformats.org/markup-compatibility/2006">
                <mc:Choice xmlns:v="urn:schemas-microsoft-com:vml" Requires="v">
                  <p:oleObj spid="_x0000_s76813" name="Equation" r:id="rId5" imgW="457200" imgH="177800" progId="Equation.DSMT4">
                    <p:embed/>
                  </p:oleObj>
                </mc:Choice>
                <mc:Fallback>
                  <p:oleObj name="Equation" r:id="rId5" imgW="457200" imgH="1778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 y="210"/>
                          <a:ext cx="586"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50" name="Text Box 9"/>
            <p:cNvSpPr txBox="1">
              <a:spLocks noChangeArrowheads="1"/>
            </p:cNvSpPr>
            <p:nvPr/>
          </p:nvSpPr>
          <p:spPr bwMode="auto">
            <a:xfrm>
              <a:off x="68" y="164"/>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当</a:t>
              </a:r>
              <a:endParaRPr lang="zh-CN" altLang="en-US" sz="2400" b="1"/>
            </a:p>
          </p:txBody>
        </p:sp>
      </p:grpSp>
      <p:sp>
        <p:nvSpPr>
          <p:cNvPr id="50191" name="Text Box 15"/>
          <p:cNvSpPr txBox="1">
            <a:spLocks noChangeArrowheads="1"/>
          </p:cNvSpPr>
          <p:nvPr/>
        </p:nvSpPr>
        <p:spPr bwMode="auto">
          <a:xfrm>
            <a:off x="264318" y="2924969"/>
            <a:ext cx="3731618" cy="461665"/>
          </a:xfrm>
          <a:prstGeom prst="rect">
            <a:avLst/>
          </a:prstGeom>
          <a:solidFill>
            <a:srgbClr val="00FFFF"/>
          </a:solidFill>
          <a:ln w="9525">
            <a:solidFill>
              <a:srgbClr val="FF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dirty="0">
                <a:latin typeface="Times New Roman" panose="02020603050405020304" pitchFamily="18" charset="0"/>
                <a:ea typeface="楷体_GB2312" pitchFamily="49" charset="-122"/>
              </a:rPr>
              <a:t>所以，原方程组的通解为</a:t>
            </a:r>
            <a:endParaRPr lang="zh-CN" altLang="en-US" sz="2400" b="1" dirty="0">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50178"/>
                                        </p:tgtEl>
                                        <p:attrNameLst>
                                          <p:attrName>style.visibility</p:attrName>
                                        </p:attrNameLst>
                                      </p:cBhvr>
                                      <p:to>
                                        <p:strVal val="visible"/>
                                      </p:to>
                                    </p:set>
                                    <p:animEffect transition="in" filter="checkerboard(across)">
                                      <p:cBhvr>
                                        <p:cTn id="13" dur="500"/>
                                        <p:tgtEl>
                                          <p:spTgt spid="5017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50191"/>
                                        </p:tgtEl>
                                        <p:attrNameLst>
                                          <p:attrName>style.visibility</p:attrName>
                                        </p:attrNameLst>
                                      </p:cBhvr>
                                      <p:to>
                                        <p:strVal val="visible"/>
                                      </p:to>
                                    </p:set>
                                    <p:animEffect transition="in" filter="dissolve">
                                      <p:cBhvr>
                                        <p:cTn id="18" dur="500"/>
                                        <p:tgtEl>
                                          <p:spTgt spid="5019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0179"/>
                                        </p:tgtEl>
                                        <p:attrNameLst>
                                          <p:attrName>style.visibility</p:attrName>
                                        </p:attrNameLst>
                                      </p:cBhvr>
                                      <p:to>
                                        <p:strVal val="visible"/>
                                      </p:to>
                                    </p:set>
                                    <p:animEffect transition="in" filter="blinds(horizontal)">
                                      <p:cBhvr>
                                        <p:cTn id="23" dur="500"/>
                                        <p:tgtEl>
                                          <p:spTgt spid="50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91"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026138D-2F34-4705-8CF4-2A8AB35C11EA}" type="datetime3">
              <a:rPr lang="zh-CN" altLang="en-US" smtClean="0"/>
            </a:fld>
            <a:endParaRPr lang="en-US" altLang="zh-CN"/>
          </a:p>
        </p:txBody>
      </p:sp>
      <p:sp>
        <p:nvSpPr>
          <p:cNvPr id="19471"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194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81D87D7-12B6-427A-A36A-8256DD3EE7A2}" type="slidenum">
              <a:rPr lang="en-US" altLang="zh-CN"/>
            </a:fld>
            <a:endParaRPr lang="en-US" altLang="zh-CN"/>
          </a:p>
        </p:txBody>
      </p:sp>
      <p:graphicFrame>
        <p:nvGraphicFramePr>
          <p:cNvPr id="46082" name="Object 2"/>
          <p:cNvGraphicFramePr>
            <a:graphicFrameLocks noChangeAspect="1"/>
          </p:cNvGraphicFramePr>
          <p:nvPr/>
        </p:nvGraphicFramePr>
        <p:xfrm>
          <a:off x="2195513" y="0"/>
          <a:ext cx="2592387" cy="1581150"/>
        </p:xfrm>
        <a:graphic>
          <a:graphicData uri="http://schemas.openxmlformats.org/presentationml/2006/ole">
            <mc:AlternateContent xmlns:mc="http://schemas.openxmlformats.org/markup-compatibility/2006">
              <mc:Choice xmlns:v="urn:schemas-microsoft-com:vml" Requires="v">
                <p:oleObj spid="_x0000_s59646" name="Equation" r:id="rId1" imgW="2520950" imgH="1293495" progId="Equation.DSMT4">
                  <p:embed/>
                </p:oleObj>
              </mc:Choice>
              <mc:Fallback>
                <p:oleObj name="Equation" r:id="rId1" imgW="2520950" imgH="1293495"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0"/>
                        <a:ext cx="2592387" cy="158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3" name="Text Box 3"/>
          <p:cNvSpPr txBox="1">
            <a:spLocks noChangeArrowheads="1"/>
          </p:cNvSpPr>
          <p:nvPr/>
        </p:nvSpPr>
        <p:spPr bwMode="auto">
          <a:xfrm>
            <a:off x="179388" y="126841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解</a:t>
            </a:r>
            <a:endParaRPr lang="zh-CN" altLang="en-US" sz="2400" b="1"/>
          </a:p>
        </p:txBody>
      </p:sp>
      <p:sp>
        <p:nvSpPr>
          <p:cNvPr id="46084" name="WordArt 4"/>
          <p:cNvSpPr>
            <a:spLocks noChangeArrowheads="1" noChangeShapeType="1" noTextEdit="1"/>
          </p:cNvSpPr>
          <p:nvPr/>
        </p:nvSpPr>
        <p:spPr bwMode="auto">
          <a:xfrm>
            <a:off x="468313" y="404813"/>
            <a:ext cx="1150937" cy="792162"/>
          </a:xfrm>
          <a:prstGeom prst="rect">
            <a:avLst/>
          </a:prstGeom>
        </p:spPr>
        <p:txBody>
          <a:bodyPr wrap="none" fromWordArt="1">
            <a:prstTxWarp prst="textSlantUp">
              <a:avLst>
                <a:gd name="adj" fmla="val 32056"/>
              </a:avLst>
            </a:prstTxWarp>
          </a:bodyPr>
          <a:lstStyle/>
          <a:p>
            <a:pPr algn="ctr"/>
            <a:r>
              <a:rPr lang="zh-CN" altLang="en-US" sz="3600" kern="10">
                <a:ln w="9525">
                  <a:solidFill>
                    <a:srgbClr val="CC99FF"/>
                  </a:solidFill>
                  <a:rou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宋体" panose="02010600030101010101" pitchFamily="2" charset="-122"/>
              </a:rPr>
              <a:t>练一练</a:t>
            </a:r>
            <a:endParaRPr lang="zh-CN" altLang="en-US" sz="3600" kern="10">
              <a:ln w="9525">
                <a:solidFill>
                  <a:srgbClr val="CC99FF"/>
                </a:solidFill>
                <a:rou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宋体" panose="02010600030101010101" pitchFamily="2" charset="-122"/>
            </a:endParaRPr>
          </a:p>
        </p:txBody>
      </p:sp>
      <p:graphicFrame>
        <p:nvGraphicFramePr>
          <p:cNvPr id="46085" name="Object 5"/>
          <p:cNvGraphicFramePr>
            <a:graphicFrameLocks noChangeAspect="1"/>
          </p:cNvGraphicFramePr>
          <p:nvPr/>
        </p:nvGraphicFramePr>
        <p:xfrm>
          <a:off x="142875" y="1916113"/>
          <a:ext cx="1828800" cy="641350"/>
        </p:xfrm>
        <a:graphic>
          <a:graphicData uri="http://schemas.openxmlformats.org/presentationml/2006/ole">
            <mc:AlternateContent xmlns:mc="http://schemas.openxmlformats.org/markup-compatibility/2006">
              <mc:Choice xmlns:v="urn:schemas-microsoft-com:vml" Requires="v">
                <p:oleObj spid="_x0000_s59647" name="" r:id="rId3" imgW="735965" imgH="254000" progId="Equation.DSMT4">
                  <p:embed/>
                </p:oleObj>
              </mc:Choice>
              <mc:Fallback>
                <p:oleObj name="" r:id="rId3" imgW="735965" imgH="2540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 y="1916113"/>
                        <a:ext cx="1828800"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6" name="Line 6"/>
          <p:cNvSpPr>
            <a:spLocks noChangeShapeType="1"/>
          </p:cNvSpPr>
          <p:nvPr/>
        </p:nvSpPr>
        <p:spPr bwMode="auto">
          <a:xfrm>
            <a:off x="1346200" y="1917700"/>
            <a:ext cx="0" cy="533400"/>
          </a:xfrm>
          <a:prstGeom prst="line">
            <a:avLst/>
          </a:prstGeom>
          <a:noFill/>
          <a:ln w="38100">
            <a:solidFill>
              <a:srgbClr val="D60093"/>
            </a:solidFill>
            <a:prstDash val="sysDot"/>
            <a:roun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46087" name="Object 7"/>
          <p:cNvGraphicFramePr>
            <a:graphicFrameLocks noChangeAspect="1"/>
          </p:cNvGraphicFramePr>
          <p:nvPr/>
        </p:nvGraphicFramePr>
        <p:xfrm>
          <a:off x="1993900" y="1557338"/>
          <a:ext cx="2649538" cy="1265237"/>
        </p:xfrm>
        <a:graphic>
          <a:graphicData uri="http://schemas.openxmlformats.org/presentationml/2006/ole">
            <mc:AlternateContent xmlns:mc="http://schemas.openxmlformats.org/markup-compatibility/2006">
              <mc:Choice xmlns:v="urn:schemas-microsoft-com:vml" Requires="v">
                <p:oleObj spid="_x0000_s59648" name="Equation" r:id="rId5" imgW="1497965" imgH="711200" progId="Equation.DSMT4">
                  <p:embed/>
                </p:oleObj>
              </mc:Choice>
              <mc:Fallback>
                <p:oleObj name="Equation" r:id="rId5" imgW="1497965" imgH="71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3900" y="1557338"/>
                        <a:ext cx="2649538" cy="1265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8" name="Line 8"/>
          <p:cNvSpPr>
            <a:spLocks noChangeShapeType="1"/>
          </p:cNvSpPr>
          <p:nvPr/>
        </p:nvSpPr>
        <p:spPr bwMode="auto">
          <a:xfrm>
            <a:off x="4875213" y="2205038"/>
            <a:ext cx="1008062" cy="0"/>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46089" name="Object 9"/>
          <p:cNvGraphicFramePr>
            <a:graphicFrameLocks noChangeAspect="1"/>
          </p:cNvGraphicFramePr>
          <p:nvPr/>
        </p:nvGraphicFramePr>
        <p:xfrm>
          <a:off x="4875213" y="1628775"/>
          <a:ext cx="962025" cy="506413"/>
        </p:xfrm>
        <a:graphic>
          <a:graphicData uri="http://schemas.openxmlformats.org/presentationml/2006/ole">
            <mc:AlternateContent xmlns:mc="http://schemas.openxmlformats.org/markup-compatibility/2006">
              <mc:Choice xmlns:v="urn:schemas-microsoft-com:vml" Requires="v">
                <p:oleObj spid="_x0000_s59649" name="Equation" r:id="rId7" imgW="431800" imgH="228600" progId="Equation.DSMT4">
                  <p:embed/>
                </p:oleObj>
              </mc:Choice>
              <mc:Fallback>
                <p:oleObj name="Equation" r:id="rId7" imgW="431800" imgH="2286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5213" y="1628775"/>
                        <a:ext cx="962025" cy="506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90" name="Object 10"/>
          <p:cNvGraphicFramePr>
            <a:graphicFrameLocks noChangeAspect="1"/>
          </p:cNvGraphicFramePr>
          <p:nvPr/>
        </p:nvGraphicFramePr>
        <p:xfrm>
          <a:off x="4930775" y="2205038"/>
          <a:ext cx="754063" cy="487362"/>
        </p:xfrm>
        <a:graphic>
          <a:graphicData uri="http://schemas.openxmlformats.org/presentationml/2006/ole">
            <mc:AlternateContent xmlns:mc="http://schemas.openxmlformats.org/markup-compatibility/2006">
              <mc:Choice xmlns:v="urn:schemas-microsoft-com:vml" Requires="v">
                <p:oleObj spid="_x0000_s59650" name="Equation" r:id="rId9" imgW="355600" imgH="228600" progId="Equation.DSMT4">
                  <p:embed/>
                </p:oleObj>
              </mc:Choice>
              <mc:Fallback>
                <p:oleObj name="Equation" r:id="rId9" imgW="355600" imgH="2286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0775" y="2205038"/>
                        <a:ext cx="754063"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91" name="Object 11"/>
          <p:cNvGraphicFramePr>
            <a:graphicFrameLocks noChangeAspect="1"/>
          </p:cNvGraphicFramePr>
          <p:nvPr/>
        </p:nvGraphicFramePr>
        <p:xfrm>
          <a:off x="5867400" y="1484313"/>
          <a:ext cx="2592388" cy="1258887"/>
        </p:xfrm>
        <a:graphic>
          <a:graphicData uri="http://schemas.openxmlformats.org/presentationml/2006/ole">
            <mc:AlternateContent xmlns:mc="http://schemas.openxmlformats.org/markup-compatibility/2006">
              <mc:Choice xmlns:v="urn:schemas-microsoft-com:vml" Requires="v">
                <p:oleObj spid="_x0000_s59651" name="Equation" r:id="rId11" imgW="1473200" imgH="711200" progId="Equation.DSMT4">
                  <p:embed/>
                </p:oleObj>
              </mc:Choice>
              <mc:Fallback>
                <p:oleObj name="Equation" r:id="rId11" imgW="1473200" imgH="7112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1484313"/>
                        <a:ext cx="2592388" cy="1258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2" name="Line 12"/>
          <p:cNvSpPr>
            <a:spLocks noChangeShapeType="1"/>
          </p:cNvSpPr>
          <p:nvPr/>
        </p:nvSpPr>
        <p:spPr bwMode="auto">
          <a:xfrm>
            <a:off x="538163" y="3500438"/>
            <a:ext cx="1042987" cy="0"/>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46093" name="Object 13"/>
          <p:cNvGraphicFramePr>
            <a:graphicFrameLocks noChangeAspect="1"/>
          </p:cNvGraphicFramePr>
          <p:nvPr/>
        </p:nvGraphicFramePr>
        <p:xfrm>
          <a:off x="1619250" y="2924175"/>
          <a:ext cx="2447925" cy="1435100"/>
        </p:xfrm>
        <a:graphic>
          <a:graphicData uri="http://schemas.openxmlformats.org/presentationml/2006/ole">
            <mc:AlternateContent xmlns:mc="http://schemas.openxmlformats.org/markup-compatibility/2006">
              <mc:Choice xmlns:v="urn:schemas-microsoft-com:vml" Requires="v">
                <p:oleObj spid="_x0000_s59652" name="Equation" r:id="rId13" imgW="1524000" imgH="889000" progId="Equation.DSMT4">
                  <p:embed/>
                </p:oleObj>
              </mc:Choice>
              <mc:Fallback>
                <p:oleObj name="Equation" r:id="rId13" imgW="1524000" imgH="8890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9250" y="2924175"/>
                        <a:ext cx="2447925" cy="143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94" name="Object 14"/>
          <p:cNvGraphicFramePr>
            <a:graphicFrameLocks noChangeAspect="1"/>
          </p:cNvGraphicFramePr>
          <p:nvPr/>
        </p:nvGraphicFramePr>
        <p:xfrm>
          <a:off x="611188" y="2997200"/>
          <a:ext cx="776287" cy="465138"/>
        </p:xfrm>
        <a:graphic>
          <a:graphicData uri="http://schemas.openxmlformats.org/presentationml/2006/ole">
            <mc:AlternateContent xmlns:mc="http://schemas.openxmlformats.org/markup-compatibility/2006">
              <mc:Choice xmlns:v="urn:schemas-microsoft-com:vml" Requires="v">
                <p:oleObj spid="_x0000_s59653" name="Equation" r:id="rId15" imgW="381000" imgH="228600" progId="Equation.DSMT4">
                  <p:embed/>
                </p:oleObj>
              </mc:Choice>
              <mc:Fallback>
                <p:oleObj name="Equation" r:id="rId15" imgW="381000" imgH="228600"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1188" y="2997200"/>
                        <a:ext cx="776287"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95" name="Object 15"/>
          <p:cNvGraphicFramePr>
            <a:graphicFrameLocks noChangeAspect="1"/>
          </p:cNvGraphicFramePr>
          <p:nvPr/>
        </p:nvGraphicFramePr>
        <p:xfrm>
          <a:off x="538163" y="3500438"/>
          <a:ext cx="992187" cy="668337"/>
        </p:xfrm>
        <a:graphic>
          <a:graphicData uri="http://schemas.openxmlformats.org/presentationml/2006/ole">
            <mc:AlternateContent xmlns:mc="http://schemas.openxmlformats.org/markup-compatibility/2006">
              <mc:Choice xmlns:v="urn:schemas-microsoft-com:vml" Requires="v">
                <p:oleObj spid="_x0000_s59654" name="Equation" r:id="rId17" imgW="584200" imgH="393700" progId="Equation.DSMT4">
                  <p:embed/>
                </p:oleObj>
              </mc:Choice>
              <mc:Fallback>
                <p:oleObj name="Equation" r:id="rId17" imgW="584200" imgH="393700" progId="Equation.DSMT4">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8163" y="3500438"/>
                        <a:ext cx="992187" cy="668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6" name="Line 16"/>
          <p:cNvSpPr>
            <a:spLocks noChangeShapeType="1"/>
          </p:cNvSpPr>
          <p:nvPr/>
        </p:nvSpPr>
        <p:spPr bwMode="auto">
          <a:xfrm>
            <a:off x="4138613" y="3571875"/>
            <a:ext cx="1079500" cy="0"/>
          </a:xfrm>
          <a:prstGeom prst="line">
            <a:avLst/>
          </a:prstGeom>
          <a:noFill/>
          <a:ln w="9525">
            <a:solidFill>
              <a:srgbClr val="D60093"/>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46097" name="Object 17"/>
          <p:cNvGraphicFramePr>
            <a:graphicFrameLocks noChangeAspect="1"/>
          </p:cNvGraphicFramePr>
          <p:nvPr/>
        </p:nvGraphicFramePr>
        <p:xfrm>
          <a:off x="4283075" y="3068638"/>
          <a:ext cx="647700" cy="403225"/>
        </p:xfrm>
        <a:graphic>
          <a:graphicData uri="http://schemas.openxmlformats.org/presentationml/2006/ole">
            <mc:AlternateContent xmlns:mc="http://schemas.openxmlformats.org/markup-compatibility/2006">
              <mc:Choice xmlns:v="urn:schemas-microsoft-com:vml" Requires="v">
                <p:oleObj spid="_x0000_s59655" name="Equation" r:id="rId19" imgW="368300" imgH="228600" progId="Equation.DSMT4">
                  <p:embed/>
                </p:oleObj>
              </mc:Choice>
              <mc:Fallback>
                <p:oleObj name="Equation" r:id="rId19" imgW="368300" imgH="228600" progId="Equation.DSMT4">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83075" y="3068638"/>
                        <a:ext cx="647700"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8" name="Object 18"/>
          <p:cNvGraphicFramePr>
            <a:graphicFrameLocks noChangeAspect="1"/>
          </p:cNvGraphicFramePr>
          <p:nvPr/>
        </p:nvGraphicFramePr>
        <p:xfrm>
          <a:off x="5219700" y="2779713"/>
          <a:ext cx="2087563" cy="1714500"/>
        </p:xfrm>
        <a:graphic>
          <a:graphicData uri="http://schemas.openxmlformats.org/presentationml/2006/ole">
            <mc:AlternateContent xmlns:mc="http://schemas.openxmlformats.org/markup-compatibility/2006">
              <mc:Choice xmlns:v="urn:schemas-microsoft-com:vml" Requires="v">
                <p:oleObj spid="_x0000_s59656" name="Equation" r:id="rId21" imgW="1524000" imgH="1244600" progId="Equation.DSMT4">
                  <p:embed/>
                </p:oleObj>
              </mc:Choice>
              <mc:Fallback>
                <p:oleObj name="Equation" r:id="rId21" imgW="1524000" imgH="1244600" progId="Equation.DSMT4">
                  <p:embed/>
                  <p:pic>
                    <p:nvPicPr>
                      <p:cNvPr id="0"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219700" y="2779713"/>
                        <a:ext cx="2087563" cy="171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99" name="Object 19"/>
          <p:cNvGraphicFramePr>
            <a:graphicFrameLocks noChangeAspect="1"/>
          </p:cNvGraphicFramePr>
          <p:nvPr/>
        </p:nvGraphicFramePr>
        <p:xfrm>
          <a:off x="5867400" y="5157788"/>
          <a:ext cx="2160588" cy="1271587"/>
        </p:xfrm>
        <a:graphic>
          <a:graphicData uri="http://schemas.openxmlformats.org/presentationml/2006/ole">
            <mc:AlternateContent xmlns:mc="http://schemas.openxmlformats.org/markup-compatibility/2006">
              <mc:Choice xmlns:v="urn:schemas-microsoft-com:vml" Requires="v">
                <p:oleObj spid="_x0000_s59657" name="Equation" r:id="rId23" imgW="1435100" imgH="838200" progId="Equation.DSMT4">
                  <p:embed/>
                </p:oleObj>
              </mc:Choice>
              <mc:Fallback>
                <p:oleObj name="Equation" r:id="rId23" imgW="1435100" imgH="838200" progId="Equation.DSMT4">
                  <p:embed/>
                  <p:pic>
                    <p:nvPicPr>
                      <p:cNvPr id="0" name="Object 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67400" y="5157788"/>
                        <a:ext cx="2160588" cy="127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07" name="Text Box 27"/>
          <p:cNvSpPr txBox="1">
            <a:spLocks noChangeArrowheads="1"/>
          </p:cNvSpPr>
          <p:nvPr/>
        </p:nvSpPr>
        <p:spPr bwMode="auto">
          <a:xfrm>
            <a:off x="107950" y="4581525"/>
            <a:ext cx="37433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由上式最后一个行最简形矩阵知，该方程组的系数矩阵和增广矩阵的秩都等于</a:t>
            </a:r>
            <a:r>
              <a:rPr lang="en-US" altLang="zh-CN" sz="2400" b="1">
                <a:latin typeface="Times New Roman" panose="02020603050405020304" pitchFamily="18" charset="0"/>
                <a:ea typeface="楷体_GB2312" pitchFamily="49" charset="-122"/>
              </a:rPr>
              <a:t>2</a:t>
            </a:r>
            <a:r>
              <a:rPr lang="zh-CN" altLang="en-US" sz="2400" b="1">
                <a:latin typeface="Times New Roman" panose="02020603050405020304" pitchFamily="18" charset="0"/>
                <a:ea typeface="楷体_GB2312" pitchFamily="49" charset="-122"/>
              </a:rPr>
              <a:t>，所以该方程组有解。</a:t>
            </a:r>
            <a:endParaRPr lang="zh-CN" altLang="en-US" sz="2400" b="1">
              <a:latin typeface="Times New Roman" panose="02020603050405020304" pitchFamily="18" charset="0"/>
              <a:ea typeface="楷体_GB2312" pitchFamily="49" charset="-122"/>
            </a:endParaRPr>
          </a:p>
        </p:txBody>
      </p:sp>
      <p:sp>
        <p:nvSpPr>
          <p:cNvPr id="46108" name="Text Box 28"/>
          <p:cNvSpPr txBox="1">
            <a:spLocks noChangeArrowheads="1"/>
          </p:cNvSpPr>
          <p:nvPr/>
        </p:nvSpPr>
        <p:spPr bwMode="auto">
          <a:xfrm>
            <a:off x="3924300" y="4652963"/>
            <a:ext cx="41767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由上面行最简形矩阵可得该方程组的解为：</a:t>
            </a:r>
            <a:endParaRPr lang="zh-CN" altLang="en-US" sz="2400" b="1">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6084"/>
                                        </p:tgtEl>
                                        <p:attrNameLst>
                                          <p:attrName>style.visibility</p:attrName>
                                        </p:attrNameLst>
                                      </p:cBhvr>
                                      <p:to>
                                        <p:strVal val="visible"/>
                                      </p:to>
                                    </p:set>
                                    <p:anim calcmode="lin" valueType="num">
                                      <p:cBhvr>
                                        <p:cTn id="7" dur="500" fill="hold"/>
                                        <p:tgtEl>
                                          <p:spTgt spid="46084"/>
                                        </p:tgtEl>
                                        <p:attrNameLst>
                                          <p:attrName>ppt_w</p:attrName>
                                        </p:attrNameLst>
                                      </p:cBhvr>
                                      <p:tavLst>
                                        <p:tav tm="0">
                                          <p:val>
                                            <p:fltVal val="0"/>
                                          </p:val>
                                        </p:tav>
                                        <p:tav tm="100000">
                                          <p:val>
                                            <p:strVal val="#ppt_w"/>
                                          </p:val>
                                        </p:tav>
                                      </p:tavLst>
                                    </p:anim>
                                    <p:anim calcmode="lin" valueType="num">
                                      <p:cBhvr>
                                        <p:cTn id="8" dur="500" fill="hold"/>
                                        <p:tgtEl>
                                          <p:spTgt spid="46084"/>
                                        </p:tgtEl>
                                        <p:attrNameLst>
                                          <p:attrName>ppt_h</p:attrName>
                                        </p:attrNameLst>
                                      </p:cBhvr>
                                      <p:tavLst>
                                        <p:tav tm="0">
                                          <p:val>
                                            <p:fltVal val="0"/>
                                          </p:val>
                                        </p:tav>
                                        <p:tav tm="100000">
                                          <p:val>
                                            <p:strVal val="#ppt_h"/>
                                          </p:val>
                                        </p:tav>
                                      </p:tavLst>
                                    </p:anim>
                                    <p:anim calcmode="lin" valueType="num">
                                      <p:cBhvr>
                                        <p:cTn id="9" dur="500" fill="hold"/>
                                        <p:tgtEl>
                                          <p:spTgt spid="46084"/>
                                        </p:tgtEl>
                                        <p:attrNameLst>
                                          <p:attrName>style.rotation</p:attrName>
                                        </p:attrNameLst>
                                      </p:cBhvr>
                                      <p:tavLst>
                                        <p:tav tm="0">
                                          <p:val>
                                            <p:fltVal val="360"/>
                                          </p:val>
                                        </p:tav>
                                        <p:tav tm="100000">
                                          <p:val>
                                            <p:fltVal val="0"/>
                                          </p:val>
                                        </p:tav>
                                      </p:tavLst>
                                    </p:anim>
                                    <p:animEffect transition="in" filter="fade">
                                      <p:cBhvr>
                                        <p:cTn id="10" dur="500"/>
                                        <p:tgtEl>
                                          <p:spTgt spid="46084"/>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46082"/>
                                        </p:tgtEl>
                                        <p:attrNameLst>
                                          <p:attrName>style.visibility</p:attrName>
                                        </p:attrNameLst>
                                      </p:cBhvr>
                                      <p:to>
                                        <p:strVal val="visible"/>
                                      </p:to>
                                    </p:set>
                                    <p:animEffect transition="in" filter="checkerboard(across)">
                                      <p:cBhvr>
                                        <p:cTn id="15" dur="500"/>
                                        <p:tgtEl>
                                          <p:spTgt spid="4608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grpId="0" nodeType="clickEffect">
                                  <p:stCondLst>
                                    <p:cond delay="0"/>
                                  </p:stCondLst>
                                  <p:iterate type="wd">
                                    <p:tmPct val="100000"/>
                                  </p:iterate>
                                  <p:childTnLst>
                                    <p:set>
                                      <p:cBhvr>
                                        <p:cTn id="19" dur="1" fill="hold">
                                          <p:stCondLst>
                                            <p:cond delay="0"/>
                                          </p:stCondLst>
                                        </p:cTn>
                                        <p:tgtEl>
                                          <p:spTgt spid="46083">
                                            <p:txEl>
                                              <p:pRg st="0" end="0"/>
                                            </p:txEl>
                                          </p:spTgt>
                                        </p:tgtEl>
                                        <p:attrNameLst>
                                          <p:attrName>style.visibility</p:attrName>
                                        </p:attrNameLst>
                                      </p:cBhvr>
                                      <p:to>
                                        <p:strVal val="visible"/>
                                      </p:to>
                                    </p:set>
                                    <p:anim calcmode="lin" valueType="num">
                                      <p:cBhvr additive="base">
                                        <p:cTn id="20" dur="3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additive="base">
                                        <p:cTn id="21" dur="300" fill="hold"/>
                                        <p:tgtEl>
                                          <p:spTgt spid="4608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46085"/>
                                        </p:tgtEl>
                                        <p:attrNameLst>
                                          <p:attrName>style.visibility</p:attrName>
                                        </p:attrNameLst>
                                      </p:cBhvr>
                                      <p:to>
                                        <p:strVal val="visible"/>
                                      </p:to>
                                    </p:set>
                                    <p:animEffect transition="in" filter="box(in)">
                                      <p:cBhvr>
                                        <p:cTn id="26" dur="500"/>
                                        <p:tgtEl>
                                          <p:spTgt spid="46085"/>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46086"/>
                                        </p:tgtEl>
                                        <p:attrNameLst>
                                          <p:attrName>style.visibility</p:attrName>
                                        </p:attrNameLst>
                                      </p:cBhvr>
                                      <p:to>
                                        <p:strVal val="visible"/>
                                      </p:to>
                                    </p:set>
                                    <p:animEffect transition="in" filter="slide(fromBottom)">
                                      <p:cBhvr>
                                        <p:cTn id="31" dur="500"/>
                                        <p:tgtEl>
                                          <p:spTgt spid="4608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6087"/>
                                        </p:tgtEl>
                                        <p:attrNameLst>
                                          <p:attrName>style.visibility</p:attrName>
                                        </p:attrNameLst>
                                      </p:cBhvr>
                                      <p:to>
                                        <p:strVal val="visible"/>
                                      </p:to>
                                    </p:set>
                                    <p:animEffect transition="in" filter="blinds(horizontal)">
                                      <p:cBhvr>
                                        <p:cTn id="36" dur="500"/>
                                        <p:tgtEl>
                                          <p:spTgt spid="46087"/>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46088"/>
                                        </p:tgtEl>
                                        <p:attrNameLst>
                                          <p:attrName>style.visibility</p:attrName>
                                        </p:attrNameLst>
                                      </p:cBhvr>
                                      <p:to>
                                        <p:strVal val="visible"/>
                                      </p:to>
                                    </p:set>
                                    <p:animEffect transition="in" filter="slide(fromBottom)">
                                      <p:cBhvr>
                                        <p:cTn id="41" dur="500"/>
                                        <p:tgtEl>
                                          <p:spTgt spid="46088"/>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9" fill="hold" nodeType="clickEffect">
                                  <p:stCondLst>
                                    <p:cond delay="0"/>
                                  </p:stCondLst>
                                  <p:childTnLst>
                                    <p:set>
                                      <p:cBhvr>
                                        <p:cTn id="45" dur="1" fill="hold">
                                          <p:stCondLst>
                                            <p:cond delay="0"/>
                                          </p:stCondLst>
                                        </p:cTn>
                                        <p:tgtEl>
                                          <p:spTgt spid="46089"/>
                                        </p:tgtEl>
                                        <p:attrNameLst>
                                          <p:attrName>style.visibility</p:attrName>
                                        </p:attrNameLst>
                                      </p:cBhvr>
                                      <p:to>
                                        <p:strVal val="visible"/>
                                      </p:to>
                                    </p:set>
                                    <p:anim calcmode="lin" valueType="num">
                                      <p:cBhvr additive="base">
                                        <p:cTn id="46" dur="500" fill="hold"/>
                                        <p:tgtEl>
                                          <p:spTgt spid="46089"/>
                                        </p:tgtEl>
                                        <p:attrNameLst>
                                          <p:attrName>ppt_x</p:attrName>
                                        </p:attrNameLst>
                                      </p:cBhvr>
                                      <p:tavLst>
                                        <p:tav tm="0">
                                          <p:val>
                                            <p:strVal val="0-#ppt_w/2"/>
                                          </p:val>
                                        </p:tav>
                                        <p:tav tm="100000">
                                          <p:val>
                                            <p:strVal val="#ppt_x"/>
                                          </p:val>
                                        </p:tav>
                                      </p:tavLst>
                                    </p:anim>
                                    <p:anim calcmode="lin" valueType="num">
                                      <p:cBhvr additive="base">
                                        <p:cTn id="47" dur="500" fill="hold"/>
                                        <p:tgtEl>
                                          <p:spTgt spid="46089"/>
                                        </p:tgtEl>
                                        <p:attrNameLst>
                                          <p:attrName>ppt_y</p:attrName>
                                        </p:attrNameLst>
                                      </p:cBhvr>
                                      <p:tavLst>
                                        <p:tav tm="0">
                                          <p:val>
                                            <p:strVal val="0-#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3" fill="hold" nodeType="clickEffect">
                                  <p:stCondLst>
                                    <p:cond delay="0"/>
                                  </p:stCondLst>
                                  <p:childTnLst>
                                    <p:set>
                                      <p:cBhvr>
                                        <p:cTn id="51" dur="1" fill="hold">
                                          <p:stCondLst>
                                            <p:cond delay="0"/>
                                          </p:stCondLst>
                                        </p:cTn>
                                        <p:tgtEl>
                                          <p:spTgt spid="46090"/>
                                        </p:tgtEl>
                                        <p:attrNameLst>
                                          <p:attrName>style.visibility</p:attrName>
                                        </p:attrNameLst>
                                      </p:cBhvr>
                                      <p:to>
                                        <p:strVal val="visible"/>
                                      </p:to>
                                    </p:set>
                                    <p:anim calcmode="lin" valueType="num">
                                      <p:cBhvr additive="base">
                                        <p:cTn id="52" dur="500" fill="hold"/>
                                        <p:tgtEl>
                                          <p:spTgt spid="46090"/>
                                        </p:tgtEl>
                                        <p:attrNameLst>
                                          <p:attrName>ppt_x</p:attrName>
                                        </p:attrNameLst>
                                      </p:cBhvr>
                                      <p:tavLst>
                                        <p:tav tm="0">
                                          <p:val>
                                            <p:strVal val="1+#ppt_w/2"/>
                                          </p:val>
                                        </p:tav>
                                        <p:tav tm="100000">
                                          <p:val>
                                            <p:strVal val="#ppt_x"/>
                                          </p:val>
                                        </p:tav>
                                      </p:tavLst>
                                    </p:anim>
                                    <p:anim calcmode="lin" valueType="num">
                                      <p:cBhvr additive="base">
                                        <p:cTn id="53" dur="500" fill="hold"/>
                                        <p:tgtEl>
                                          <p:spTgt spid="46090"/>
                                        </p:tgtEl>
                                        <p:attrNameLst>
                                          <p:attrName>ppt_y</p:attrName>
                                        </p:attrNameLst>
                                      </p:cBhvr>
                                      <p:tavLst>
                                        <p:tav tm="0">
                                          <p:val>
                                            <p:strVal val="0-#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46091"/>
                                        </p:tgtEl>
                                        <p:attrNameLst>
                                          <p:attrName>style.visibility</p:attrName>
                                        </p:attrNameLst>
                                      </p:cBhvr>
                                      <p:to>
                                        <p:strVal val="visible"/>
                                      </p:to>
                                    </p:set>
                                    <p:animEffect transition="in" filter="blinds(horizontal)">
                                      <p:cBhvr>
                                        <p:cTn id="58" dur="500"/>
                                        <p:tgtEl>
                                          <p:spTgt spid="46091"/>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nodeType="clickEffect">
                                  <p:stCondLst>
                                    <p:cond delay="0"/>
                                  </p:stCondLst>
                                  <p:childTnLst>
                                    <p:set>
                                      <p:cBhvr>
                                        <p:cTn id="62" dur="1" fill="hold">
                                          <p:stCondLst>
                                            <p:cond delay="0"/>
                                          </p:stCondLst>
                                        </p:cTn>
                                        <p:tgtEl>
                                          <p:spTgt spid="46092"/>
                                        </p:tgtEl>
                                        <p:attrNameLst>
                                          <p:attrName>style.visibility</p:attrName>
                                        </p:attrNameLst>
                                      </p:cBhvr>
                                      <p:to>
                                        <p:strVal val="visible"/>
                                      </p:to>
                                    </p:set>
                                    <p:animEffect transition="in" filter="slide(fromBottom)">
                                      <p:cBhvr>
                                        <p:cTn id="63" dur="500"/>
                                        <p:tgtEl>
                                          <p:spTgt spid="46092"/>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1" fill="hold" nodeType="clickEffect">
                                  <p:stCondLst>
                                    <p:cond delay="0"/>
                                  </p:stCondLst>
                                  <p:childTnLst>
                                    <p:set>
                                      <p:cBhvr>
                                        <p:cTn id="67" dur="1" fill="hold">
                                          <p:stCondLst>
                                            <p:cond delay="0"/>
                                          </p:stCondLst>
                                        </p:cTn>
                                        <p:tgtEl>
                                          <p:spTgt spid="46094"/>
                                        </p:tgtEl>
                                        <p:attrNameLst>
                                          <p:attrName>style.visibility</p:attrName>
                                        </p:attrNameLst>
                                      </p:cBhvr>
                                      <p:to>
                                        <p:strVal val="visible"/>
                                      </p:to>
                                    </p:set>
                                    <p:anim calcmode="lin" valueType="num">
                                      <p:cBhvr additive="base">
                                        <p:cTn id="68" dur="500" fill="hold"/>
                                        <p:tgtEl>
                                          <p:spTgt spid="46094"/>
                                        </p:tgtEl>
                                        <p:attrNameLst>
                                          <p:attrName>ppt_x</p:attrName>
                                        </p:attrNameLst>
                                      </p:cBhvr>
                                      <p:tavLst>
                                        <p:tav tm="0">
                                          <p:val>
                                            <p:strVal val="#ppt_x"/>
                                          </p:val>
                                        </p:tav>
                                        <p:tav tm="100000">
                                          <p:val>
                                            <p:strVal val="#ppt_x"/>
                                          </p:val>
                                        </p:tav>
                                      </p:tavLst>
                                    </p:anim>
                                    <p:anim calcmode="lin" valueType="num">
                                      <p:cBhvr additive="base">
                                        <p:cTn id="69" dur="500" fill="hold"/>
                                        <p:tgtEl>
                                          <p:spTgt spid="46094"/>
                                        </p:tgtEl>
                                        <p:attrNameLst>
                                          <p:attrName>ppt_y</p:attrName>
                                        </p:attrNameLst>
                                      </p:cBhvr>
                                      <p:tavLst>
                                        <p:tav tm="0">
                                          <p:val>
                                            <p:strVal val="0-#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3" fill="hold" nodeType="clickEffect">
                                  <p:stCondLst>
                                    <p:cond delay="0"/>
                                  </p:stCondLst>
                                  <p:childTnLst>
                                    <p:set>
                                      <p:cBhvr>
                                        <p:cTn id="73" dur="1" fill="hold">
                                          <p:stCondLst>
                                            <p:cond delay="0"/>
                                          </p:stCondLst>
                                        </p:cTn>
                                        <p:tgtEl>
                                          <p:spTgt spid="46095"/>
                                        </p:tgtEl>
                                        <p:attrNameLst>
                                          <p:attrName>style.visibility</p:attrName>
                                        </p:attrNameLst>
                                      </p:cBhvr>
                                      <p:to>
                                        <p:strVal val="visible"/>
                                      </p:to>
                                    </p:set>
                                    <p:anim calcmode="lin" valueType="num">
                                      <p:cBhvr additive="base">
                                        <p:cTn id="74" dur="500" fill="hold"/>
                                        <p:tgtEl>
                                          <p:spTgt spid="46095"/>
                                        </p:tgtEl>
                                        <p:attrNameLst>
                                          <p:attrName>ppt_x</p:attrName>
                                        </p:attrNameLst>
                                      </p:cBhvr>
                                      <p:tavLst>
                                        <p:tav tm="0">
                                          <p:val>
                                            <p:strVal val="1+#ppt_w/2"/>
                                          </p:val>
                                        </p:tav>
                                        <p:tav tm="100000">
                                          <p:val>
                                            <p:strVal val="#ppt_x"/>
                                          </p:val>
                                        </p:tav>
                                      </p:tavLst>
                                    </p:anim>
                                    <p:anim calcmode="lin" valueType="num">
                                      <p:cBhvr additive="base">
                                        <p:cTn id="75" dur="500" fill="hold"/>
                                        <p:tgtEl>
                                          <p:spTgt spid="46095"/>
                                        </p:tgtEl>
                                        <p:attrNameLst>
                                          <p:attrName>ppt_y</p:attrName>
                                        </p:attrNameLst>
                                      </p:cBhvr>
                                      <p:tavLst>
                                        <p:tav tm="0">
                                          <p:val>
                                            <p:strVal val="0-#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46093"/>
                                        </p:tgtEl>
                                        <p:attrNameLst>
                                          <p:attrName>style.visibility</p:attrName>
                                        </p:attrNameLst>
                                      </p:cBhvr>
                                      <p:to>
                                        <p:strVal val="visible"/>
                                      </p:to>
                                    </p:set>
                                    <p:animEffect transition="in" filter="blinds(horizontal)">
                                      <p:cBhvr>
                                        <p:cTn id="80" dur="500"/>
                                        <p:tgtEl>
                                          <p:spTgt spid="46093"/>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4" fill="hold" nodeType="clickEffect">
                                  <p:stCondLst>
                                    <p:cond delay="0"/>
                                  </p:stCondLst>
                                  <p:childTnLst>
                                    <p:set>
                                      <p:cBhvr>
                                        <p:cTn id="84" dur="1" fill="hold">
                                          <p:stCondLst>
                                            <p:cond delay="0"/>
                                          </p:stCondLst>
                                        </p:cTn>
                                        <p:tgtEl>
                                          <p:spTgt spid="46096"/>
                                        </p:tgtEl>
                                        <p:attrNameLst>
                                          <p:attrName>style.visibility</p:attrName>
                                        </p:attrNameLst>
                                      </p:cBhvr>
                                      <p:to>
                                        <p:strVal val="visible"/>
                                      </p:to>
                                    </p:set>
                                    <p:animEffect transition="in" filter="slide(fromBottom)">
                                      <p:cBhvr>
                                        <p:cTn id="85" dur="500"/>
                                        <p:tgtEl>
                                          <p:spTgt spid="46096"/>
                                        </p:tgtEl>
                                      </p:cBhvr>
                                    </p:animEffect>
                                  </p:childTnLst>
                                </p:cTn>
                              </p:par>
                            </p:childTnLst>
                          </p:cTn>
                        </p:par>
                      </p:childTnLst>
                    </p:cTn>
                  </p:par>
                  <p:par>
                    <p:cTn id="86" fill="hold">
                      <p:stCondLst>
                        <p:cond delay="indefinite"/>
                      </p:stCondLst>
                      <p:childTnLst>
                        <p:par>
                          <p:cTn id="87" fill="hold">
                            <p:stCondLst>
                              <p:cond delay="0"/>
                            </p:stCondLst>
                            <p:childTnLst>
                              <p:par>
                                <p:cTn id="88" presetID="2" presetClass="entr" presetSubtype="9" fill="hold" nodeType="clickEffect">
                                  <p:stCondLst>
                                    <p:cond delay="0"/>
                                  </p:stCondLst>
                                  <p:childTnLst>
                                    <p:set>
                                      <p:cBhvr>
                                        <p:cTn id="89" dur="1" fill="hold">
                                          <p:stCondLst>
                                            <p:cond delay="0"/>
                                          </p:stCondLst>
                                        </p:cTn>
                                        <p:tgtEl>
                                          <p:spTgt spid="46097"/>
                                        </p:tgtEl>
                                        <p:attrNameLst>
                                          <p:attrName>style.visibility</p:attrName>
                                        </p:attrNameLst>
                                      </p:cBhvr>
                                      <p:to>
                                        <p:strVal val="visible"/>
                                      </p:to>
                                    </p:set>
                                    <p:anim calcmode="lin" valueType="num">
                                      <p:cBhvr additive="base">
                                        <p:cTn id="90" dur="500" fill="hold"/>
                                        <p:tgtEl>
                                          <p:spTgt spid="46097"/>
                                        </p:tgtEl>
                                        <p:attrNameLst>
                                          <p:attrName>ppt_x</p:attrName>
                                        </p:attrNameLst>
                                      </p:cBhvr>
                                      <p:tavLst>
                                        <p:tav tm="0">
                                          <p:val>
                                            <p:strVal val="0-#ppt_w/2"/>
                                          </p:val>
                                        </p:tav>
                                        <p:tav tm="100000">
                                          <p:val>
                                            <p:strVal val="#ppt_x"/>
                                          </p:val>
                                        </p:tav>
                                      </p:tavLst>
                                    </p:anim>
                                    <p:anim calcmode="lin" valueType="num">
                                      <p:cBhvr additive="base">
                                        <p:cTn id="91" dur="500" fill="hold"/>
                                        <p:tgtEl>
                                          <p:spTgt spid="46097"/>
                                        </p:tgtEl>
                                        <p:attrNameLst>
                                          <p:attrName>ppt_y</p:attrName>
                                        </p:attrNameLst>
                                      </p:cBhvr>
                                      <p:tavLst>
                                        <p:tav tm="0">
                                          <p:val>
                                            <p:strVal val="0-#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46098"/>
                                        </p:tgtEl>
                                        <p:attrNameLst>
                                          <p:attrName>style.visibility</p:attrName>
                                        </p:attrNameLst>
                                      </p:cBhvr>
                                      <p:to>
                                        <p:strVal val="visible"/>
                                      </p:to>
                                    </p:set>
                                    <p:animEffect transition="in" filter="blinds(horizontal)">
                                      <p:cBhvr>
                                        <p:cTn id="96" dur="500"/>
                                        <p:tgtEl>
                                          <p:spTgt spid="4609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46107">
                                            <p:txEl>
                                              <p:pRg st="0" end="0"/>
                                            </p:txEl>
                                          </p:spTgt>
                                        </p:tgtEl>
                                        <p:attrNameLst>
                                          <p:attrName>style.visibility</p:attrName>
                                        </p:attrNameLst>
                                      </p:cBhvr>
                                      <p:to>
                                        <p:strVal val="visible"/>
                                      </p:to>
                                    </p:set>
                                    <p:animEffect transition="in" filter="wipe(left)">
                                      <p:cBhvr>
                                        <p:cTn id="101" dur="500"/>
                                        <p:tgtEl>
                                          <p:spTgt spid="46107">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46108">
                                            <p:txEl>
                                              <p:pRg st="0" end="0"/>
                                            </p:txEl>
                                          </p:spTgt>
                                        </p:tgtEl>
                                        <p:attrNameLst>
                                          <p:attrName>style.visibility</p:attrName>
                                        </p:attrNameLst>
                                      </p:cBhvr>
                                      <p:to>
                                        <p:strVal val="visible"/>
                                      </p:to>
                                    </p:set>
                                    <p:animEffect transition="in" filter="wipe(left)">
                                      <p:cBhvr>
                                        <p:cTn id="106" dur="500"/>
                                        <p:tgtEl>
                                          <p:spTgt spid="46108">
                                            <p:txEl>
                                              <p:pRg st="0" end="0"/>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4" presetClass="entr" presetSubtype="16" fill="hold" nodeType="clickEffect">
                                  <p:stCondLst>
                                    <p:cond delay="0"/>
                                  </p:stCondLst>
                                  <p:childTnLst>
                                    <p:set>
                                      <p:cBhvr>
                                        <p:cTn id="110" dur="1" fill="hold">
                                          <p:stCondLst>
                                            <p:cond delay="0"/>
                                          </p:stCondLst>
                                        </p:cTn>
                                        <p:tgtEl>
                                          <p:spTgt spid="46099"/>
                                        </p:tgtEl>
                                        <p:attrNameLst>
                                          <p:attrName>style.visibility</p:attrName>
                                        </p:attrNameLst>
                                      </p:cBhvr>
                                      <p:to>
                                        <p:strVal val="visible"/>
                                      </p:to>
                                    </p:set>
                                    <p:animEffect transition="in" filter="box(in)">
                                      <p:cBhvr>
                                        <p:cTn id="111" dur="500"/>
                                        <p:tgtEl>
                                          <p:spTgt spid="46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autoUpdateAnimBg="0" build="p"/>
      <p:bldP spid="46107" grpId="0" autoUpdateAnimBg="0" build="p"/>
      <p:bldP spid="46108"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E757B11-3544-489B-9328-6E4556F94E5A}" type="datetime3">
              <a:rPr lang="zh-CN" altLang="en-US" smtClean="0"/>
            </a:fld>
            <a:endParaRPr lang="en-US" altLang="zh-CN"/>
          </a:p>
        </p:txBody>
      </p:sp>
      <p:sp>
        <p:nvSpPr>
          <p:cNvPr id="20489"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204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FC306AC-63B2-4846-9D36-5E53D742011A}" type="slidenum">
              <a:rPr lang="en-US" altLang="zh-CN"/>
            </a:fld>
            <a:endParaRPr lang="en-US" altLang="zh-CN"/>
          </a:p>
        </p:txBody>
      </p:sp>
      <p:sp>
        <p:nvSpPr>
          <p:cNvPr id="48148" name="Text Box 20"/>
          <p:cNvSpPr txBox="1">
            <a:spLocks noChangeArrowheads="1"/>
          </p:cNvSpPr>
          <p:nvPr/>
        </p:nvSpPr>
        <p:spPr bwMode="auto">
          <a:xfrm>
            <a:off x="250825" y="2565400"/>
            <a:ext cx="1584325" cy="1441450"/>
          </a:xfrm>
          <a:prstGeom prst="rect">
            <a:avLst/>
          </a:prstGeom>
          <a:solidFill>
            <a:srgbClr val="CCFFFF"/>
          </a:solidFill>
          <a:ln w="9525">
            <a:solidFill>
              <a:srgbClr val="FF00FF"/>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200"/>
              <a:t>相应的齐次方程组的一个基础解系为</a:t>
            </a:r>
            <a:endParaRPr lang="zh-CN" altLang="en-US" sz="2200"/>
          </a:p>
        </p:txBody>
      </p:sp>
      <p:graphicFrame>
        <p:nvGraphicFramePr>
          <p:cNvPr id="48149" name="Object 21"/>
          <p:cNvGraphicFramePr>
            <a:graphicFrameLocks noChangeAspect="1"/>
          </p:cNvGraphicFramePr>
          <p:nvPr/>
        </p:nvGraphicFramePr>
        <p:xfrm>
          <a:off x="2124075" y="2565400"/>
          <a:ext cx="1800225" cy="725488"/>
        </p:xfrm>
        <a:graphic>
          <a:graphicData uri="http://schemas.openxmlformats.org/presentationml/2006/ole">
            <mc:AlternateContent xmlns:mc="http://schemas.openxmlformats.org/markup-compatibility/2006">
              <mc:Choice xmlns:v="urn:schemas-microsoft-com:vml" Requires="v">
                <p:oleObj spid="_x0000_s60544" name="Equation" r:id="rId1" imgW="1345565" imgH="535305" progId="Equation.DSMT4">
                  <p:embed/>
                </p:oleObj>
              </mc:Choice>
              <mc:Fallback>
                <p:oleObj name="Equation" r:id="rId1" imgW="1345565" imgH="535305" progId="Equation.DSMT4">
                  <p:embed/>
                  <p:pic>
                    <p:nvPicPr>
                      <p:cNvPr id="0" name="Object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2565400"/>
                        <a:ext cx="1800225" cy="725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50" name="Object 22"/>
          <p:cNvGraphicFramePr>
            <a:graphicFrameLocks noChangeAspect="1"/>
          </p:cNvGraphicFramePr>
          <p:nvPr/>
        </p:nvGraphicFramePr>
        <p:xfrm>
          <a:off x="2124075" y="3357563"/>
          <a:ext cx="2016125" cy="728662"/>
        </p:xfrm>
        <a:graphic>
          <a:graphicData uri="http://schemas.openxmlformats.org/presentationml/2006/ole">
            <mc:AlternateContent xmlns:mc="http://schemas.openxmlformats.org/markup-compatibility/2006">
              <mc:Choice xmlns:v="urn:schemas-microsoft-com:vml" Requires="v">
                <p:oleObj spid="_x0000_s60545" name="Equation" r:id="rId3" imgW="1502410" imgH="535305" progId="Equation.DSMT4">
                  <p:embed/>
                </p:oleObj>
              </mc:Choice>
              <mc:Fallback>
                <p:oleObj name="Equation" r:id="rId3" imgW="1502410" imgH="535305" progId="Equation.DSMT4">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3357563"/>
                        <a:ext cx="2016125" cy="728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52" name="Object 24"/>
          <p:cNvGraphicFramePr>
            <a:graphicFrameLocks noChangeAspect="1"/>
          </p:cNvGraphicFramePr>
          <p:nvPr/>
        </p:nvGraphicFramePr>
        <p:xfrm>
          <a:off x="5867400" y="1700213"/>
          <a:ext cx="1871663" cy="652462"/>
        </p:xfrm>
        <a:graphic>
          <a:graphicData uri="http://schemas.openxmlformats.org/presentationml/2006/ole">
            <mc:AlternateContent xmlns:mc="http://schemas.openxmlformats.org/markup-compatibility/2006">
              <mc:Choice xmlns:v="urn:schemas-microsoft-com:vml" Requires="v">
                <p:oleObj spid="_x0000_s60546" name="Equation" r:id="rId5" imgW="1554480" imgH="535305" progId="Equation.DSMT4">
                  <p:embed/>
                </p:oleObj>
              </mc:Choice>
              <mc:Fallback>
                <p:oleObj name="Equation" r:id="rId5" imgW="1554480" imgH="535305" progId="Equation.DSMT4">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1700213"/>
                        <a:ext cx="1871663" cy="652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53" name="Text Box 25"/>
          <p:cNvSpPr txBox="1">
            <a:spLocks noChangeArrowheads="1"/>
          </p:cNvSpPr>
          <p:nvPr/>
        </p:nvSpPr>
        <p:spPr bwMode="auto">
          <a:xfrm>
            <a:off x="323850" y="4508500"/>
            <a:ext cx="1800225" cy="831850"/>
          </a:xfrm>
          <a:prstGeom prst="rect">
            <a:avLst/>
          </a:prstGeom>
          <a:solidFill>
            <a:srgbClr val="00FFFF"/>
          </a:solidFill>
          <a:ln w="9525">
            <a:solidFill>
              <a:srgbClr val="FF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原方程组的通解为：</a:t>
            </a:r>
            <a:endParaRPr lang="zh-CN" altLang="en-US" sz="2400" b="1">
              <a:latin typeface="Times New Roman" panose="02020603050405020304" pitchFamily="18" charset="0"/>
              <a:ea typeface="楷体_GB2312" pitchFamily="49" charset="-122"/>
            </a:endParaRPr>
          </a:p>
        </p:txBody>
      </p:sp>
      <p:graphicFrame>
        <p:nvGraphicFramePr>
          <p:cNvPr id="48154" name="Object 26"/>
          <p:cNvGraphicFramePr>
            <a:graphicFrameLocks noChangeAspect="1"/>
          </p:cNvGraphicFramePr>
          <p:nvPr/>
        </p:nvGraphicFramePr>
        <p:xfrm>
          <a:off x="2339975" y="4724400"/>
          <a:ext cx="5564188" cy="522288"/>
        </p:xfrm>
        <a:graphic>
          <a:graphicData uri="http://schemas.openxmlformats.org/presentationml/2006/ole">
            <mc:AlternateContent xmlns:mc="http://schemas.openxmlformats.org/markup-compatibility/2006">
              <mc:Choice xmlns:v="urn:schemas-microsoft-com:vml" Requires="v">
                <p:oleObj spid="_x0000_s60547" name="Equation" r:id="rId7" imgW="3657600" imgH="352425" progId="Equation.DSMT4">
                  <p:embed/>
                </p:oleObj>
              </mc:Choice>
              <mc:Fallback>
                <p:oleObj name="Equation" r:id="rId7" imgW="3657600" imgH="352425" progId="Equation.DSMT4">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975" y="4724400"/>
                        <a:ext cx="5564188" cy="5222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56" name="Text Box 28"/>
          <p:cNvSpPr txBox="1">
            <a:spLocks noChangeArrowheads="1"/>
          </p:cNvSpPr>
          <p:nvPr/>
        </p:nvSpPr>
        <p:spPr bwMode="auto">
          <a:xfrm>
            <a:off x="2268538" y="1773238"/>
            <a:ext cx="3455987" cy="466725"/>
          </a:xfrm>
          <a:prstGeom prst="rect">
            <a:avLst/>
          </a:prstGeom>
          <a:solidFill>
            <a:srgbClr val="CCFFFF"/>
          </a:solidFill>
          <a:ln w="9525">
            <a:solidFill>
              <a:srgbClr val="FF00FF"/>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得该方程组的一个特解</a:t>
            </a:r>
            <a:endParaRPr lang="zh-CN" altLang="en-US" sz="2400" b="1">
              <a:latin typeface="Times New Roman" panose="02020603050405020304" pitchFamily="18" charset="0"/>
              <a:ea typeface="楷体_GB2312" pitchFamily="49" charset="-122"/>
            </a:endParaRPr>
          </a:p>
        </p:txBody>
      </p:sp>
      <p:graphicFrame>
        <p:nvGraphicFramePr>
          <p:cNvPr id="48157" name="Object 29"/>
          <p:cNvGraphicFramePr>
            <a:graphicFrameLocks noChangeAspect="1"/>
          </p:cNvGraphicFramePr>
          <p:nvPr/>
        </p:nvGraphicFramePr>
        <p:xfrm>
          <a:off x="250825" y="1773238"/>
          <a:ext cx="1871663" cy="431800"/>
        </p:xfrm>
        <a:graphic>
          <a:graphicData uri="http://schemas.openxmlformats.org/presentationml/2006/ole">
            <mc:AlternateContent xmlns:mc="http://schemas.openxmlformats.org/markup-compatibility/2006">
              <mc:Choice xmlns:v="urn:schemas-microsoft-com:vml" Requires="v">
                <p:oleObj spid="_x0000_s60548" name="Equation" r:id="rId9" imgW="990600" imgH="228600" progId="Equation.DSMT4">
                  <p:embed/>
                </p:oleObj>
              </mc:Choice>
              <mc:Fallback>
                <p:oleObj name="Equation" r:id="rId9" imgW="990600" imgH="228600" progId="Equation.DSMT4">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825" y="1773238"/>
                        <a:ext cx="18716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58" name="Object 30"/>
          <p:cNvGraphicFramePr>
            <a:graphicFrameLocks noChangeAspect="1"/>
          </p:cNvGraphicFramePr>
          <p:nvPr/>
        </p:nvGraphicFramePr>
        <p:xfrm>
          <a:off x="4500563" y="260350"/>
          <a:ext cx="2160587" cy="1271588"/>
        </p:xfrm>
        <a:graphic>
          <a:graphicData uri="http://schemas.openxmlformats.org/presentationml/2006/ole">
            <mc:AlternateContent xmlns:mc="http://schemas.openxmlformats.org/markup-compatibility/2006">
              <mc:Choice xmlns:v="urn:schemas-microsoft-com:vml" Requires="v">
                <p:oleObj spid="_x0000_s60549" name="Equation" r:id="rId11" imgW="1435100" imgH="838200" progId="Equation.DSMT4">
                  <p:embed/>
                </p:oleObj>
              </mc:Choice>
              <mc:Fallback>
                <p:oleObj name="Equation" r:id="rId11" imgW="1435100" imgH="838200" progId="Equation.DSMT4">
                  <p:embed/>
                  <p:pic>
                    <p:nvPicPr>
                      <p:cNvPr id="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00563" y="260350"/>
                        <a:ext cx="2160587" cy="127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59" name="Text Box 31"/>
          <p:cNvSpPr txBox="1">
            <a:spLocks noChangeArrowheads="1"/>
          </p:cNvSpPr>
          <p:nvPr/>
        </p:nvSpPr>
        <p:spPr bwMode="auto">
          <a:xfrm>
            <a:off x="179388" y="260350"/>
            <a:ext cx="41767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latin typeface="Times New Roman" panose="02020603050405020304" pitchFamily="18" charset="0"/>
                <a:ea typeface="楷体_GB2312" pitchFamily="49" charset="-122"/>
              </a:rPr>
              <a:t>由上面行最简形矩阵可得该方程组的解为：</a:t>
            </a:r>
            <a:endParaRPr lang="zh-CN" altLang="en-US" sz="2400" b="1">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59">
                                            <p:txEl>
                                              <p:pRg st="0" end="0"/>
                                            </p:txEl>
                                          </p:spTgt>
                                        </p:tgtEl>
                                        <p:attrNameLst>
                                          <p:attrName>style.visibility</p:attrName>
                                        </p:attrNameLst>
                                      </p:cBhvr>
                                      <p:to>
                                        <p:strVal val="visible"/>
                                      </p:to>
                                    </p:set>
                                    <p:animEffect transition="in" filter="wipe(left)">
                                      <p:cBhvr>
                                        <p:cTn id="7" dur="500"/>
                                        <p:tgtEl>
                                          <p:spTgt spid="481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8158"/>
                                        </p:tgtEl>
                                        <p:attrNameLst>
                                          <p:attrName>style.visibility</p:attrName>
                                        </p:attrNameLst>
                                      </p:cBhvr>
                                      <p:to>
                                        <p:strVal val="visible"/>
                                      </p:to>
                                    </p:set>
                                    <p:animEffect transition="in" filter="box(in)">
                                      <p:cBhvr>
                                        <p:cTn id="12" dur="500"/>
                                        <p:tgtEl>
                                          <p:spTgt spid="4815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8157"/>
                                        </p:tgtEl>
                                        <p:attrNameLst>
                                          <p:attrName>style.visibility</p:attrName>
                                        </p:attrNameLst>
                                      </p:cBhvr>
                                      <p:to>
                                        <p:strVal val="visible"/>
                                      </p:to>
                                    </p:set>
                                    <p:anim calcmode="lin" valueType="num">
                                      <p:cBhvr additive="base">
                                        <p:cTn id="17" dur="500" fill="hold"/>
                                        <p:tgtEl>
                                          <p:spTgt spid="48157"/>
                                        </p:tgtEl>
                                        <p:attrNameLst>
                                          <p:attrName>ppt_x</p:attrName>
                                        </p:attrNameLst>
                                      </p:cBhvr>
                                      <p:tavLst>
                                        <p:tav tm="0">
                                          <p:val>
                                            <p:strVal val="#ppt_x"/>
                                          </p:val>
                                        </p:tav>
                                        <p:tav tm="100000">
                                          <p:val>
                                            <p:strVal val="#ppt_x"/>
                                          </p:val>
                                        </p:tav>
                                      </p:tavLst>
                                    </p:anim>
                                    <p:anim calcmode="lin" valueType="num">
                                      <p:cBhvr additive="base">
                                        <p:cTn id="18" dur="500" fill="hold"/>
                                        <p:tgtEl>
                                          <p:spTgt spid="4815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8156"/>
                                        </p:tgtEl>
                                        <p:attrNameLst>
                                          <p:attrName>style.visibility</p:attrName>
                                        </p:attrNameLst>
                                      </p:cBhvr>
                                      <p:to>
                                        <p:strVal val="visible"/>
                                      </p:to>
                                    </p:set>
                                    <p:animEffect transition="in" filter="dissolve">
                                      <p:cBhvr>
                                        <p:cTn id="23" dur="500"/>
                                        <p:tgtEl>
                                          <p:spTgt spid="48156"/>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10" fill="hold" nodeType="clickEffect">
                                  <p:stCondLst>
                                    <p:cond delay="0"/>
                                  </p:stCondLst>
                                  <p:childTnLst>
                                    <p:set>
                                      <p:cBhvr>
                                        <p:cTn id="27" dur="1" fill="hold">
                                          <p:stCondLst>
                                            <p:cond delay="0"/>
                                          </p:stCondLst>
                                        </p:cTn>
                                        <p:tgtEl>
                                          <p:spTgt spid="48152"/>
                                        </p:tgtEl>
                                        <p:attrNameLst>
                                          <p:attrName>style.visibility</p:attrName>
                                        </p:attrNameLst>
                                      </p:cBhvr>
                                      <p:to>
                                        <p:strVal val="visible"/>
                                      </p:to>
                                    </p:set>
                                    <p:anim calcmode="lin" valueType="num">
                                      <p:cBhvr>
                                        <p:cTn id="28" dur="500" fill="hold"/>
                                        <p:tgtEl>
                                          <p:spTgt spid="48152"/>
                                        </p:tgtEl>
                                        <p:attrNameLst>
                                          <p:attrName>ppt_w</p:attrName>
                                        </p:attrNameLst>
                                      </p:cBhvr>
                                      <p:tavLst>
                                        <p:tav tm="0">
                                          <p:val>
                                            <p:fltVal val="0"/>
                                          </p:val>
                                        </p:tav>
                                        <p:tav tm="100000">
                                          <p:val>
                                            <p:strVal val="#ppt_w"/>
                                          </p:val>
                                        </p:tav>
                                      </p:tavLst>
                                    </p:anim>
                                    <p:anim calcmode="lin" valueType="num">
                                      <p:cBhvr>
                                        <p:cTn id="29" dur="500" fill="hold"/>
                                        <p:tgtEl>
                                          <p:spTgt spid="48152"/>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8148"/>
                                        </p:tgtEl>
                                        <p:attrNameLst>
                                          <p:attrName>style.visibility</p:attrName>
                                        </p:attrNameLst>
                                      </p:cBhvr>
                                      <p:to>
                                        <p:strVal val="visible"/>
                                      </p:to>
                                    </p:set>
                                    <p:animEffect transition="in" filter="dissolve">
                                      <p:cBhvr>
                                        <p:cTn id="34" dur="500"/>
                                        <p:tgtEl>
                                          <p:spTgt spid="48148"/>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48149"/>
                                        </p:tgtEl>
                                        <p:attrNameLst>
                                          <p:attrName>style.visibility</p:attrName>
                                        </p:attrNameLst>
                                      </p:cBhvr>
                                      <p:to>
                                        <p:strVal val="visible"/>
                                      </p:to>
                                    </p:set>
                                    <p:anim calcmode="lin" valueType="num">
                                      <p:cBhvr>
                                        <p:cTn id="39" dur="500" fill="hold"/>
                                        <p:tgtEl>
                                          <p:spTgt spid="48149"/>
                                        </p:tgtEl>
                                        <p:attrNameLst>
                                          <p:attrName>ppt_w</p:attrName>
                                        </p:attrNameLst>
                                      </p:cBhvr>
                                      <p:tavLst>
                                        <p:tav tm="0">
                                          <p:val>
                                            <p:fltVal val="0"/>
                                          </p:val>
                                        </p:tav>
                                        <p:tav tm="100000">
                                          <p:val>
                                            <p:strVal val="#ppt_w"/>
                                          </p:val>
                                        </p:tav>
                                      </p:tavLst>
                                    </p:anim>
                                    <p:anim calcmode="lin" valueType="num">
                                      <p:cBhvr>
                                        <p:cTn id="40" dur="500" fill="hold"/>
                                        <p:tgtEl>
                                          <p:spTgt spid="48149"/>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48150"/>
                                        </p:tgtEl>
                                        <p:attrNameLst>
                                          <p:attrName>style.visibility</p:attrName>
                                        </p:attrNameLst>
                                      </p:cBhvr>
                                      <p:to>
                                        <p:strVal val="visible"/>
                                      </p:to>
                                    </p:set>
                                    <p:anim calcmode="lin" valueType="num">
                                      <p:cBhvr>
                                        <p:cTn id="45" dur="500" fill="hold"/>
                                        <p:tgtEl>
                                          <p:spTgt spid="48150"/>
                                        </p:tgtEl>
                                        <p:attrNameLst>
                                          <p:attrName>ppt_w</p:attrName>
                                        </p:attrNameLst>
                                      </p:cBhvr>
                                      <p:tavLst>
                                        <p:tav tm="0">
                                          <p:val>
                                            <p:fltVal val="0"/>
                                          </p:val>
                                        </p:tav>
                                        <p:tav tm="100000">
                                          <p:val>
                                            <p:strVal val="#ppt_w"/>
                                          </p:val>
                                        </p:tav>
                                      </p:tavLst>
                                    </p:anim>
                                    <p:anim calcmode="lin" valueType="num">
                                      <p:cBhvr>
                                        <p:cTn id="46" dur="500" fill="hold"/>
                                        <p:tgtEl>
                                          <p:spTgt spid="48150"/>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48153"/>
                                        </p:tgtEl>
                                        <p:attrNameLst>
                                          <p:attrName>style.visibility</p:attrName>
                                        </p:attrNameLst>
                                      </p:cBhvr>
                                      <p:to>
                                        <p:strVal val="visible"/>
                                      </p:to>
                                    </p:set>
                                    <p:animEffect transition="in" filter="dissolve">
                                      <p:cBhvr>
                                        <p:cTn id="51" dur="500"/>
                                        <p:tgtEl>
                                          <p:spTgt spid="48153"/>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48154"/>
                                        </p:tgtEl>
                                        <p:attrNameLst>
                                          <p:attrName>style.visibility</p:attrName>
                                        </p:attrNameLst>
                                      </p:cBhvr>
                                      <p:to>
                                        <p:strVal val="visible"/>
                                      </p:to>
                                    </p:set>
                                    <p:animEffect transition="in" filter="dissolve">
                                      <p:cBhvr>
                                        <p:cTn id="56" dur="500"/>
                                        <p:tgtEl>
                                          <p:spTgt spid="48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48" grpId="0" animBg="1" autoUpdateAnimBg="0"/>
      <p:bldP spid="48153" grpId="0" animBg="1" autoUpdateAnimBg="0"/>
      <p:bldP spid="48156" grpId="0" animBg="1" autoUpdateAnimBg="0"/>
      <p:bldP spid="48159" grpId="0" autoUpdateAnimBg="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灯片编号占位符 1"/>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fld id="{E0F6228E-F42C-432C-98FF-E66CCC685EEE}" type="slidenum">
              <a:rPr lang="en-US" altLang="zh-CN"/>
            </a:fld>
            <a:endParaRPr lang="en-US" altLang="zh-CN"/>
          </a:p>
        </p:txBody>
      </p:sp>
      <p:sp>
        <p:nvSpPr>
          <p:cNvPr id="21512" name="Text Box 2"/>
          <p:cNvSpPr txBox="1">
            <a:spLocks noChangeArrowheads="1"/>
          </p:cNvSpPr>
          <p:nvPr/>
        </p:nvSpPr>
        <p:spPr bwMode="auto">
          <a:xfrm>
            <a:off x="376238" y="188913"/>
            <a:ext cx="1254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latin typeface="Times New Roman" panose="02020603050405020304" pitchFamily="18" charset="0"/>
              </a:rPr>
              <a:t>练习</a:t>
            </a:r>
            <a:r>
              <a:rPr lang="zh-CN" altLang="en-US" sz="2400" b="1">
                <a:latin typeface="Times New Roman" panose="02020603050405020304" pitchFamily="18" charset="0"/>
              </a:rPr>
              <a:t>      </a:t>
            </a:r>
            <a:endParaRPr lang="zh-CN" altLang="en-US" sz="2400" b="1">
              <a:latin typeface="Times New Roman" panose="02020603050405020304" pitchFamily="18" charset="0"/>
            </a:endParaRPr>
          </a:p>
        </p:txBody>
      </p:sp>
      <p:grpSp>
        <p:nvGrpSpPr>
          <p:cNvPr id="21513" name="Group 3"/>
          <p:cNvGrpSpPr/>
          <p:nvPr/>
        </p:nvGrpSpPr>
        <p:grpSpPr bwMode="auto">
          <a:xfrm>
            <a:off x="546100" y="690563"/>
            <a:ext cx="7194550" cy="3006725"/>
            <a:chOff x="204" y="1122"/>
            <a:chExt cx="4532" cy="1894"/>
          </a:xfrm>
        </p:grpSpPr>
        <p:graphicFrame>
          <p:nvGraphicFramePr>
            <p:cNvPr id="21509" name="Object 5"/>
            <p:cNvGraphicFramePr>
              <a:graphicFrameLocks noChangeAspect="1"/>
            </p:cNvGraphicFramePr>
            <p:nvPr/>
          </p:nvGraphicFramePr>
          <p:xfrm>
            <a:off x="1351" y="1797"/>
            <a:ext cx="2320" cy="1219"/>
          </p:xfrm>
          <a:graphic>
            <a:graphicData uri="http://schemas.openxmlformats.org/presentationml/2006/ole">
              <mc:AlternateContent xmlns:mc="http://schemas.openxmlformats.org/markup-compatibility/2006">
                <mc:Choice xmlns:v="urn:schemas-microsoft-com:vml" Requires="v">
                  <p:oleObj spid="_x0000_s61547" name="Equation" r:id="rId1" imgW="1498600" imgH="787400" progId="Equation.DSMT4">
                    <p:embed/>
                  </p:oleObj>
                </mc:Choice>
                <mc:Fallback>
                  <p:oleObj name="Equation" r:id="rId1" imgW="1498600" imgH="7874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 y="1797"/>
                          <a:ext cx="2320" cy="1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8" name="Text Box 5"/>
            <p:cNvSpPr txBox="1">
              <a:spLocks noChangeArrowheads="1"/>
            </p:cNvSpPr>
            <p:nvPr/>
          </p:nvSpPr>
          <p:spPr bwMode="auto">
            <a:xfrm>
              <a:off x="204" y="1135"/>
              <a:ext cx="4532"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Times New Roman" panose="02020603050405020304" pitchFamily="18" charset="0"/>
                </a:rPr>
                <a:t>    </a:t>
              </a:r>
              <a:r>
                <a:rPr lang="zh-CN" altLang="en-US" sz="2400" b="1">
                  <a:latin typeface="Times New Roman" panose="02020603050405020304" pitchFamily="18" charset="0"/>
                </a:rPr>
                <a:t>为何值时，方程组有唯一解？有无穷多解？无解？</a:t>
              </a:r>
              <a:endParaRPr lang="zh-CN" altLang="en-US" sz="2400" b="1">
                <a:latin typeface="Times New Roman" panose="02020603050405020304" pitchFamily="18" charset="0"/>
              </a:endParaRPr>
            </a:p>
            <a:p>
              <a:pPr eaLnBrk="1" hangingPunct="1">
                <a:lnSpc>
                  <a:spcPct val="130000"/>
                </a:lnSpc>
              </a:pPr>
              <a:r>
                <a:rPr lang="zh-CN" altLang="en-US" sz="2400" b="1">
                  <a:latin typeface="Times New Roman" panose="02020603050405020304" pitchFamily="18" charset="0"/>
                </a:rPr>
                <a:t>有无穷多解时，求解方程组。 </a:t>
              </a:r>
              <a:endParaRPr lang="zh-CN" altLang="en-US" sz="2400" b="1">
                <a:latin typeface="Times New Roman" panose="02020603050405020304" pitchFamily="18" charset="0"/>
              </a:endParaRPr>
            </a:p>
          </p:txBody>
        </p:sp>
        <p:graphicFrame>
          <p:nvGraphicFramePr>
            <p:cNvPr id="21510" name="Object 6"/>
            <p:cNvGraphicFramePr>
              <a:graphicFrameLocks noChangeAspect="1"/>
            </p:cNvGraphicFramePr>
            <p:nvPr/>
          </p:nvGraphicFramePr>
          <p:xfrm>
            <a:off x="217" y="1122"/>
            <a:ext cx="218" cy="272"/>
          </p:xfrm>
          <a:graphic>
            <a:graphicData uri="http://schemas.openxmlformats.org/presentationml/2006/ole">
              <mc:AlternateContent xmlns:mc="http://schemas.openxmlformats.org/markup-compatibility/2006">
                <mc:Choice xmlns:v="urn:schemas-microsoft-com:vml" Requires="v">
                  <p:oleObj spid="_x0000_s61548" name="Equation" r:id="rId3" imgW="152400" imgH="190500" progId="Equation.DSMT4">
                    <p:embed/>
                  </p:oleObj>
                </mc:Choice>
                <mc:Fallback>
                  <p:oleObj name="Equation" r:id="rId3" imgW="152400" imgH="1905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 y="1122"/>
                          <a:ext cx="21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8375" name="Text Box 7"/>
          <p:cNvSpPr txBox="1">
            <a:spLocks noChangeArrowheads="1"/>
          </p:cNvSpPr>
          <p:nvPr/>
        </p:nvSpPr>
        <p:spPr bwMode="auto">
          <a:xfrm>
            <a:off x="376238" y="3692525"/>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latin typeface="Times New Roman" panose="02020603050405020304" pitchFamily="18" charset="0"/>
              </a:rPr>
              <a:t>解</a:t>
            </a:r>
            <a:r>
              <a:rPr lang="zh-CN" altLang="en-US" sz="2400" b="1">
                <a:latin typeface="Times New Roman" panose="02020603050405020304" pitchFamily="18" charset="0"/>
              </a:rPr>
              <a:t>      </a:t>
            </a:r>
            <a:endParaRPr lang="zh-CN" altLang="en-US" sz="2400" b="1">
              <a:latin typeface="Times New Roman" panose="02020603050405020304" pitchFamily="18" charset="0"/>
            </a:endParaRPr>
          </a:p>
        </p:txBody>
      </p:sp>
      <p:sp>
        <p:nvSpPr>
          <p:cNvPr id="58376" name="Text Box 8"/>
          <p:cNvSpPr txBox="1">
            <a:spLocks noChangeArrowheads="1"/>
          </p:cNvSpPr>
          <p:nvPr/>
        </p:nvSpPr>
        <p:spPr bwMode="auto">
          <a:xfrm>
            <a:off x="1116013" y="3716338"/>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方程组的系数行列式为            </a:t>
            </a:r>
            <a:endParaRPr lang="zh-CN" altLang="en-US" sz="2400" b="1">
              <a:latin typeface="Times New Roman" panose="02020603050405020304" pitchFamily="18" charset="0"/>
            </a:endParaRPr>
          </a:p>
        </p:txBody>
      </p:sp>
      <p:graphicFrame>
        <p:nvGraphicFramePr>
          <p:cNvPr id="58377" name="Object 2"/>
          <p:cNvGraphicFramePr>
            <a:graphicFrameLocks noChangeAspect="1"/>
          </p:cNvGraphicFramePr>
          <p:nvPr/>
        </p:nvGraphicFramePr>
        <p:xfrm>
          <a:off x="1101725" y="4321175"/>
          <a:ext cx="4713288" cy="1747838"/>
        </p:xfrm>
        <a:graphic>
          <a:graphicData uri="http://schemas.openxmlformats.org/presentationml/2006/ole">
            <mc:AlternateContent xmlns:mc="http://schemas.openxmlformats.org/markup-compatibility/2006">
              <mc:Choice xmlns:v="urn:schemas-microsoft-com:vml" Requires="v">
                <p:oleObj spid="_x0000_s61549" name="Equation" r:id="rId5" imgW="1917700" imgH="711200" progId="Equation.DSMT4">
                  <p:embed/>
                </p:oleObj>
              </mc:Choice>
              <mc:Fallback>
                <p:oleObj name="Equation" r:id="rId5" imgW="1917700" imgH="7112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1725" y="4321175"/>
                        <a:ext cx="4713288" cy="174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0"/>
          <p:cNvGrpSpPr/>
          <p:nvPr/>
        </p:nvGrpSpPr>
        <p:grpSpPr bwMode="auto">
          <a:xfrm>
            <a:off x="663575" y="6119813"/>
            <a:ext cx="6965950" cy="477837"/>
            <a:chOff x="418" y="2251"/>
            <a:chExt cx="4388" cy="301"/>
          </a:xfrm>
        </p:grpSpPr>
        <p:sp>
          <p:nvSpPr>
            <p:cNvPr id="21517" name="Text Box 11"/>
            <p:cNvSpPr txBox="1">
              <a:spLocks noChangeArrowheads="1"/>
            </p:cNvSpPr>
            <p:nvPr/>
          </p:nvSpPr>
          <p:spPr bwMode="auto">
            <a:xfrm>
              <a:off x="418" y="2264"/>
              <a:ext cx="4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a:t>
              </a:r>
              <a:r>
                <a:rPr lang="en-US" altLang="zh-CN" sz="2400" b="1">
                  <a:latin typeface="Times New Roman" panose="02020603050405020304" pitchFamily="18" charset="0"/>
                </a:rPr>
                <a:t>1</a:t>
              </a:r>
              <a:r>
                <a:rPr lang="zh-CN" altLang="en-US" sz="2400" b="1">
                  <a:latin typeface="Times New Roman" panose="02020603050405020304" pitchFamily="18" charset="0"/>
                </a:rPr>
                <a:t>）当             且               时，方程组有唯一解       </a:t>
              </a:r>
              <a:endParaRPr lang="zh-CN" altLang="en-US" sz="2400" b="1">
                <a:latin typeface="Times New Roman" panose="02020603050405020304" pitchFamily="18" charset="0"/>
              </a:endParaRPr>
            </a:p>
          </p:txBody>
        </p:sp>
        <p:graphicFrame>
          <p:nvGraphicFramePr>
            <p:cNvPr id="21507" name="Object 3"/>
            <p:cNvGraphicFramePr>
              <a:graphicFrameLocks noChangeAspect="1"/>
            </p:cNvGraphicFramePr>
            <p:nvPr/>
          </p:nvGraphicFramePr>
          <p:xfrm>
            <a:off x="1202" y="2251"/>
            <a:ext cx="571" cy="276"/>
          </p:xfrm>
          <a:graphic>
            <a:graphicData uri="http://schemas.openxmlformats.org/presentationml/2006/ole">
              <mc:AlternateContent xmlns:mc="http://schemas.openxmlformats.org/markup-compatibility/2006">
                <mc:Choice xmlns:v="urn:schemas-microsoft-com:vml" Requires="v">
                  <p:oleObj spid="_x0000_s61550" name="Equation" r:id="rId7" imgW="368300" imgH="177800" progId="Equation.DSMT4">
                    <p:embed/>
                  </p:oleObj>
                </mc:Choice>
                <mc:Fallback>
                  <p:oleObj name="Equation" r:id="rId7" imgW="368300" imgH="1778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2" y="2251"/>
                          <a:ext cx="571"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8" name="Object 4"/>
            <p:cNvGraphicFramePr>
              <a:graphicFrameLocks noChangeAspect="1"/>
            </p:cNvGraphicFramePr>
            <p:nvPr/>
          </p:nvGraphicFramePr>
          <p:xfrm>
            <a:off x="1972" y="2251"/>
            <a:ext cx="690" cy="276"/>
          </p:xfrm>
          <a:graphic>
            <a:graphicData uri="http://schemas.openxmlformats.org/presentationml/2006/ole">
              <mc:AlternateContent xmlns:mc="http://schemas.openxmlformats.org/markup-compatibility/2006">
                <mc:Choice xmlns:v="urn:schemas-microsoft-com:vml" Requires="v">
                  <p:oleObj spid="_x0000_s61551" name="Equation" r:id="rId9" imgW="443865" imgH="177800" progId="Equation.DSMT4">
                    <p:embed/>
                  </p:oleObj>
                </mc:Choice>
                <mc:Fallback>
                  <p:oleObj name="Equation" r:id="rId9" imgW="443865" imgH="1778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2" y="2251"/>
                          <a:ext cx="690"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5"/>
                                        </p:tgtEl>
                                        <p:attrNameLst>
                                          <p:attrName>style.visibility</p:attrName>
                                        </p:attrNameLst>
                                      </p:cBhvr>
                                      <p:to>
                                        <p:strVal val="visible"/>
                                      </p:to>
                                    </p:set>
                                    <p:animEffect transition="in" filter="wipe(left)">
                                      <p:cBhvr>
                                        <p:cTn id="7" dur="500"/>
                                        <p:tgtEl>
                                          <p:spTgt spid="583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6"/>
                                        </p:tgtEl>
                                        <p:attrNameLst>
                                          <p:attrName>style.visibility</p:attrName>
                                        </p:attrNameLst>
                                      </p:cBhvr>
                                      <p:to>
                                        <p:strVal val="visible"/>
                                      </p:to>
                                    </p:set>
                                    <p:animEffect transition="in" filter="wipe(left)">
                                      <p:cBhvr>
                                        <p:cTn id="12" dur="500"/>
                                        <p:tgtEl>
                                          <p:spTgt spid="583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377"/>
                                        </p:tgtEl>
                                        <p:attrNameLst>
                                          <p:attrName>style.visibility</p:attrName>
                                        </p:attrNameLst>
                                      </p:cBhvr>
                                      <p:to>
                                        <p:strVal val="visible"/>
                                      </p:to>
                                    </p:set>
                                    <p:animEffect transition="in" filter="wipe(left)">
                                      <p:cBhvr>
                                        <p:cTn id="17" dur="500"/>
                                        <p:tgtEl>
                                          <p:spTgt spid="583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5" grpId="0"/>
      <p:bldP spid="5837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4" name="灯片编号占位符 1"/>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fld id="{5AB2FD26-B4FE-4CF9-8922-92718E91B848}" type="slidenum">
              <a:rPr lang="en-US" altLang="zh-CN"/>
            </a:fld>
            <a:endParaRPr lang="en-US" altLang="zh-CN"/>
          </a:p>
        </p:txBody>
      </p:sp>
      <p:grpSp>
        <p:nvGrpSpPr>
          <p:cNvPr id="2" name="Group 2"/>
          <p:cNvGrpSpPr/>
          <p:nvPr/>
        </p:nvGrpSpPr>
        <p:grpSpPr bwMode="auto">
          <a:xfrm>
            <a:off x="889000" y="333375"/>
            <a:ext cx="6203950" cy="477838"/>
            <a:chOff x="295" y="2296"/>
            <a:chExt cx="3908" cy="301"/>
          </a:xfrm>
        </p:grpSpPr>
        <p:sp>
          <p:nvSpPr>
            <p:cNvPr id="22556" name="Text Box 3"/>
            <p:cNvSpPr txBox="1">
              <a:spLocks noChangeArrowheads="1"/>
            </p:cNvSpPr>
            <p:nvPr/>
          </p:nvSpPr>
          <p:spPr bwMode="auto">
            <a:xfrm>
              <a:off x="295" y="2309"/>
              <a:ext cx="39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a:t>
              </a:r>
              <a:r>
                <a:rPr lang="en-US" altLang="zh-CN" sz="2400" b="1">
                  <a:latin typeface="Times New Roman" panose="02020603050405020304" pitchFamily="18" charset="0"/>
                </a:rPr>
                <a:t>2</a:t>
              </a:r>
              <a:r>
                <a:rPr lang="zh-CN" altLang="en-US" sz="2400" b="1">
                  <a:latin typeface="Times New Roman" panose="02020603050405020304" pitchFamily="18" charset="0"/>
                </a:rPr>
                <a:t>）当             时，方程组的增广矩阵为        </a:t>
              </a:r>
              <a:endParaRPr lang="zh-CN" altLang="en-US" sz="2400" b="1">
                <a:latin typeface="Times New Roman" panose="02020603050405020304" pitchFamily="18" charset="0"/>
              </a:endParaRPr>
            </a:p>
          </p:txBody>
        </p:sp>
        <p:graphicFrame>
          <p:nvGraphicFramePr>
            <p:cNvPr id="22543" name="Object 11"/>
            <p:cNvGraphicFramePr>
              <a:graphicFrameLocks noChangeAspect="1"/>
            </p:cNvGraphicFramePr>
            <p:nvPr/>
          </p:nvGraphicFramePr>
          <p:xfrm>
            <a:off x="1079" y="2296"/>
            <a:ext cx="571" cy="276"/>
          </p:xfrm>
          <a:graphic>
            <a:graphicData uri="http://schemas.openxmlformats.org/presentationml/2006/ole">
              <mc:AlternateContent xmlns:mc="http://schemas.openxmlformats.org/markup-compatibility/2006">
                <mc:Choice xmlns:v="urn:schemas-microsoft-com:vml" Requires="v">
                  <p:oleObj spid="_x0000_s62760" name="Equation" r:id="rId1" imgW="368300" imgH="177800" progId="Equation.DSMT4">
                    <p:embed/>
                  </p:oleObj>
                </mc:Choice>
                <mc:Fallback>
                  <p:oleObj name="Equation" r:id="rId1" imgW="368300" imgH="177800" progId="Equation.DSMT4">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 y="2296"/>
                          <a:ext cx="571"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9397" name="Object 2"/>
          <p:cNvGraphicFramePr>
            <a:graphicFrameLocks noChangeAspect="1"/>
          </p:cNvGraphicFramePr>
          <p:nvPr/>
        </p:nvGraphicFramePr>
        <p:xfrm>
          <a:off x="250825" y="908050"/>
          <a:ext cx="1584325" cy="1344613"/>
        </p:xfrm>
        <a:graphic>
          <a:graphicData uri="http://schemas.openxmlformats.org/presentationml/2006/ole">
            <mc:AlternateContent xmlns:mc="http://schemas.openxmlformats.org/markup-compatibility/2006">
              <mc:Choice xmlns:v="urn:schemas-microsoft-com:vml" Requires="v">
                <p:oleObj spid="_x0000_s62761" name="Equation" r:id="rId3" imgW="838200" imgH="711200" progId="Equation.DSMT4">
                  <p:embed/>
                </p:oleObj>
              </mc:Choice>
              <mc:Fallback>
                <p:oleObj name="Equation" r:id="rId3" imgW="838200" imgH="711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908050"/>
                        <a:ext cx="1584325" cy="1344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6"/>
          <p:cNvGrpSpPr/>
          <p:nvPr/>
        </p:nvGrpSpPr>
        <p:grpSpPr bwMode="auto">
          <a:xfrm>
            <a:off x="1835150" y="1052513"/>
            <a:ext cx="1008063" cy="1008062"/>
            <a:chOff x="1973" y="2795"/>
            <a:chExt cx="680" cy="707"/>
          </a:xfrm>
        </p:grpSpPr>
        <p:graphicFrame>
          <p:nvGraphicFramePr>
            <p:cNvPr id="22542" name="Object 10"/>
            <p:cNvGraphicFramePr>
              <a:graphicFrameLocks noChangeAspect="1"/>
            </p:cNvGraphicFramePr>
            <p:nvPr/>
          </p:nvGraphicFramePr>
          <p:xfrm>
            <a:off x="2037" y="2795"/>
            <a:ext cx="571" cy="707"/>
          </p:xfrm>
          <a:graphic>
            <a:graphicData uri="http://schemas.openxmlformats.org/presentationml/2006/ole">
              <mc:AlternateContent xmlns:mc="http://schemas.openxmlformats.org/markup-compatibility/2006">
                <mc:Choice xmlns:v="urn:schemas-microsoft-com:vml" Requires="v">
                  <p:oleObj spid="_x0000_s62762" name="Equation" r:id="rId5" imgW="368300" imgH="457200" progId="Equation.DSMT4">
                    <p:embed/>
                  </p:oleObj>
                </mc:Choice>
                <mc:Fallback>
                  <p:oleObj name="Equation" r:id="rId5" imgW="368300" imgH="4572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7" y="2795"/>
                          <a:ext cx="571" cy="7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5" name="Line 8"/>
            <p:cNvSpPr>
              <a:spLocks noChangeShapeType="1"/>
            </p:cNvSpPr>
            <p:nvPr/>
          </p:nvSpPr>
          <p:spPr bwMode="auto">
            <a:xfrm>
              <a:off x="1973" y="3158"/>
              <a:ext cx="68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9401" name="Object 3"/>
          <p:cNvGraphicFramePr>
            <a:graphicFrameLocks noChangeAspect="1"/>
          </p:cNvGraphicFramePr>
          <p:nvPr/>
        </p:nvGraphicFramePr>
        <p:xfrm>
          <a:off x="2843213" y="908050"/>
          <a:ext cx="1944687" cy="1395413"/>
        </p:xfrm>
        <a:graphic>
          <a:graphicData uri="http://schemas.openxmlformats.org/presentationml/2006/ole">
            <mc:AlternateContent xmlns:mc="http://schemas.openxmlformats.org/markup-compatibility/2006">
              <mc:Choice xmlns:v="urn:schemas-microsoft-com:vml" Requires="v">
                <p:oleObj spid="_x0000_s62763" name="Equation" r:id="rId7" imgW="989965" imgH="711200" progId="Equation.DSMT4">
                  <p:embed/>
                </p:oleObj>
              </mc:Choice>
              <mc:Fallback>
                <p:oleObj name="Equation" r:id="rId7" imgW="989965" imgH="7112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3213" y="908050"/>
                        <a:ext cx="1944687" cy="1395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02" name="Text Box 10"/>
          <p:cNvSpPr txBox="1">
            <a:spLocks noChangeArrowheads="1"/>
          </p:cNvSpPr>
          <p:nvPr/>
        </p:nvSpPr>
        <p:spPr bwMode="auto">
          <a:xfrm>
            <a:off x="3935413" y="2767013"/>
            <a:ext cx="315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方程组无解                   </a:t>
            </a:r>
            <a:endParaRPr lang="zh-CN" altLang="en-US" sz="2400" b="1">
              <a:latin typeface="Times New Roman" panose="02020603050405020304" pitchFamily="18" charset="0"/>
            </a:endParaRPr>
          </a:p>
        </p:txBody>
      </p:sp>
      <p:graphicFrame>
        <p:nvGraphicFramePr>
          <p:cNvPr id="59403" name="Object 4"/>
          <p:cNvGraphicFramePr>
            <a:graphicFrameLocks noChangeAspect="1"/>
          </p:cNvGraphicFramePr>
          <p:nvPr/>
        </p:nvGraphicFramePr>
        <p:xfrm>
          <a:off x="1023938" y="2738438"/>
          <a:ext cx="2840037" cy="500062"/>
        </p:xfrm>
        <a:graphic>
          <a:graphicData uri="http://schemas.openxmlformats.org/presentationml/2006/ole">
            <mc:AlternateContent xmlns:mc="http://schemas.openxmlformats.org/markup-compatibility/2006">
              <mc:Choice xmlns:v="urn:schemas-microsoft-com:vml" Requires="v">
                <p:oleObj spid="_x0000_s62764" name="Equation" r:id="rId9" imgW="1155700" imgH="203200" progId="Equation.DSMT4">
                  <p:embed/>
                </p:oleObj>
              </mc:Choice>
              <mc:Fallback>
                <p:oleObj name="Equation" r:id="rId9" imgW="1155700" imgH="2032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3938" y="2738438"/>
                        <a:ext cx="2840037" cy="500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13"/>
          <p:cNvGrpSpPr/>
          <p:nvPr/>
        </p:nvGrpSpPr>
        <p:grpSpPr bwMode="auto">
          <a:xfrm>
            <a:off x="611188" y="3298825"/>
            <a:ext cx="6356350" cy="477838"/>
            <a:chOff x="877" y="255"/>
            <a:chExt cx="4004" cy="301"/>
          </a:xfrm>
        </p:grpSpPr>
        <p:sp>
          <p:nvSpPr>
            <p:cNvPr id="22554" name="Text Box 14"/>
            <p:cNvSpPr txBox="1">
              <a:spLocks noChangeArrowheads="1"/>
            </p:cNvSpPr>
            <p:nvPr/>
          </p:nvSpPr>
          <p:spPr bwMode="auto">
            <a:xfrm>
              <a:off x="877" y="268"/>
              <a:ext cx="40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a:t>
              </a:r>
              <a:r>
                <a:rPr lang="en-US" altLang="zh-CN" sz="2400" b="1">
                  <a:latin typeface="Times New Roman" panose="02020603050405020304" pitchFamily="18" charset="0"/>
                </a:rPr>
                <a:t>3</a:t>
              </a:r>
              <a:r>
                <a:rPr lang="zh-CN" altLang="en-US" sz="2400" b="1">
                  <a:latin typeface="Times New Roman" panose="02020603050405020304" pitchFamily="18" charset="0"/>
                </a:rPr>
                <a:t>）当               时，方程组的增广矩阵为        </a:t>
              </a:r>
              <a:endParaRPr lang="zh-CN" altLang="en-US" sz="2400" b="1">
                <a:latin typeface="Times New Roman" panose="02020603050405020304" pitchFamily="18" charset="0"/>
              </a:endParaRPr>
            </a:p>
          </p:txBody>
        </p:sp>
        <p:graphicFrame>
          <p:nvGraphicFramePr>
            <p:cNvPr id="22541" name="Object 9"/>
            <p:cNvGraphicFramePr>
              <a:graphicFrameLocks noChangeAspect="1"/>
            </p:cNvGraphicFramePr>
            <p:nvPr/>
          </p:nvGraphicFramePr>
          <p:xfrm>
            <a:off x="1647" y="255"/>
            <a:ext cx="689" cy="276"/>
          </p:xfrm>
          <a:graphic>
            <a:graphicData uri="http://schemas.openxmlformats.org/presentationml/2006/ole">
              <mc:AlternateContent xmlns:mc="http://schemas.openxmlformats.org/markup-compatibility/2006">
                <mc:Choice xmlns:v="urn:schemas-microsoft-com:vml" Requires="v">
                  <p:oleObj spid="_x0000_s62765" name="Equation" r:id="rId11" imgW="443865" imgH="177800" progId="Equation.DSMT4">
                    <p:embed/>
                  </p:oleObj>
                </mc:Choice>
                <mc:Fallback>
                  <p:oleObj name="Equation" r:id="rId11" imgW="443865" imgH="1778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47" y="255"/>
                          <a:ext cx="689"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9408" name="Object 5"/>
          <p:cNvGraphicFramePr>
            <a:graphicFrameLocks noChangeAspect="1"/>
          </p:cNvGraphicFramePr>
          <p:nvPr/>
        </p:nvGraphicFramePr>
        <p:xfrm>
          <a:off x="34925" y="3860800"/>
          <a:ext cx="2089150" cy="1181100"/>
        </p:xfrm>
        <a:graphic>
          <a:graphicData uri="http://schemas.openxmlformats.org/presentationml/2006/ole">
            <mc:AlternateContent xmlns:mc="http://schemas.openxmlformats.org/markup-compatibility/2006">
              <mc:Choice xmlns:v="urn:schemas-microsoft-com:vml" Requires="v">
                <p:oleObj spid="_x0000_s62766" name="Equation" r:id="rId13" imgW="1257300" imgH="711200" progId="Equation.DSMT4">
                  <p:embed/>
                </p:oleObj>
              </mc:Choice>
              <mc:Fallback>
                <p:oleObj name="Equation" r:id="rId13" imgW="1257300" imgH="711200" progId="Equation.DSMT4">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925" y="3860800"/>
                        <a:ext cx="2089150"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09" name="Text Box 17"/>
          <p:cNvSpPr txBox="1">
            <a:spLocks noChangeArrowheads="1"/>
          </p:cNvSpPr>
          <p:nvPr/>
        </p:nvSpPr>
        <p:spPr bwMode="auto">
          <a:xfrm>
            <a:off x="3503613" y="5872163"/>
            <a:ext cx="315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方程组无解                   </a:t>
            </a:r>
            <a:endParaRPr lang="zh-CN" altLang="en-US" sz="2400" b="1">
              <a:latin typeface="Times New Roman" panose="02020603050405020304" pitchFamily="18" charset="0"/>
            </a:endParaRPr>
          </a:p>
        </p:txBody>
      </p:sp>
      <p:graphicFrame>
        <p:nvGraphicFramePr>
          <p:cNvPr id="59410" name="Object 6"/>
          <p:cNvGraphicFramePr>
            <a:graphicFrameLocks noChangeAspect="1"/>
          </p:cNvGraphicFramePr>
          <p:nvPr/>
        </p:nvGraphicFramePr>
        <p:xfrm>
          <a:off x="595313" y="5851525"/>
          <a:ext cx="2871787" cy="498475"/>
        </p:xfrm>
        <a:graphic>
          <a:graphicData uri="http://schemas.openxmlformats.org/presentationml/2006/ole">
            <mc:AlternateContent xmlns:mc="http://schemas.openxmlformats.org/markup-compatibility/2006">
              <mc:Choice xmlns:v="urn:schemas-microsoft-com:vml" Requires="v">
                <p:oleObj spid="_x0000_s62767" name="Equation" r:id="rId15" imgW="1167765" imgH="203200" progId="Equation.DSMT4">
                  <p:embed/>
                </p:oleObj>
              </mc:Choice>
              <mc:Fallback>
                <p:oleObj name="Equation" r:id="rId15" imgW="1167765" imgH="203200" progId="Equation.DSMT4">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5313" y="5851525"/>
                        <a:ext cx="2871787"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1" name="Object 7"/>
          <p:cNvGraphicFramePr>
            <a:graphicFrameLocks noChangeAspect="1"/>
          </p:cNvGraphicFramePr>
          <p:nvPr/>
        </p:nvGraphicFramePr>
        <p:xfrm>
          <a:off x="2124075" y="4216400"/>
          <a:ext cx="1008063" cy="317500"/>
        </p:xfrm>
        <a:graphic>
          <a:graphicData uri="http://schemas.openxmlformats.org/presentationml/2006/ole">
            <mc:AlternateContent xmlns:mc="http://schemas.openxmlformats.org/markup-compatibility/2006">
              <mc:Choice xmlns:v="urn:schemas-microsoft-com:vml" Requires="v">
                <p:oleObj spid="_x0000_s62768" name="Equation" r:id="rId17" imgW="723900" imgH="228600" progId="Equation.DSMT4">
                  <p:embed/>
                </p:oleObj>
              </mc:Choice>
              <mc:Fallback>
                <p:oleObj name="Equation" r:id="rId17" imgW="723900" imgH="228600" progId="Equation.DSMT4">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24075" y="4216400"/>
                        <a:ext cx="100806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12" name="Line 20"/>
          <p:cNvSpPr>
            <a:spLocks noChangeShapeType="1"/>
          </p:cNvSpPr>
          <p:nvPr/>
        </p:nvSpPr>
        <p:spPr bwMode="auto">
          <a:xfrm flipV="1">
            <a:off x="2124075" y="4508500"/>
            <a:ext cx="1079500" cy="1428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9413" name="Object 8"/>
          <p:cNvGraphicFramePr>
            <a:graphicFrameLocks noChangeAspect="1"/>
          </p:cNvGraphicFramePr>
          <p:nvPr/>
        </p:nvGraphicFramePr>
        <p:xfrm>
          <a:off x="3203575" y="3860800"/>
          <a:ext cx="2016125" cy="1227138"/>
        </p:xfrm>
        <a:graphic>
          <a:graphicData uri="http://schemas.openxmlformats.org/presentationml/2006/ole">
            <mc:AlternateContent xmlns:mc="http://schemas.openxmlformats.org/markup-compatibility/2006">
              <mc:Choice xmlns:v="urn:schemas-microsoft-com:vml" Requires="v">
                <p:oleObj spid="_x0000_s62769" name="Equation" r:id="rId19" imgW="1168400" imgH="711200" progId="Equation.DSMT4">
                  <p:embed/>
                </p:oleObj>
              </mc:Choice>
              <mc:Fallback>
                <p:oleObj name="Equation" r:id="rId19" imgW="1168400" imgH="711200" progId="Equation.DSMT4">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3575" y="3860800"/>
                        <a:ext cx="2016125" cy="1227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6"/>
          <p:cNvGrpSpPr/>
          <p:nvPr/>
        </p:nvGrpSpPr>
        <p:grpSpPr bwMode="auto">
          <a:xfrm>
            <a:off x="4824413" y="1025525"/>
            <a:ext cx="1254125" cy="1063625"/>
            <a:chOff x="1900" y="2776"/>
            <a:chExt cx="846" cy="746"/>
          </a:xfrm>
        </p:grpSpPr>
        <p:graphicFrame>
          <p:nvGraphicFramePr>
            <p:cNvPr id="22540" name="Object 23"/>
            <p:cNvGraphicFramePr>
              <a:graphicFrameLocks noChangeAspect="1"/>
            </p:cNvGraphicFramePr>
            <p:nvPr/>
          </p:nvGraphicFramePr>
          <p:xfrm>
            <a:off x="1900" y="2776"/>
            <a:ext cx="846" cy="746"/>
          </p:xfrm>
          <a:graphic>
            <a:graphicData uri="http://schemas.openxmlformats.org/presentationml/2006/ole">
              <mc:AlternateContent xmlns:mc="http://schemas.openxmlformats.org/markup-compatibility/2006">
                <mc:Choice xmlns:v="urn:schemas-microsoft-com:vml" Requires="v">
                  <p:oleObj spid="_x0000_s62770" name="Equation" r:id="rId21" imgW="546100" imgH="482600" progId="Equation.DSMT4">
                    <p:embed/>
                  </p:oleObj>
                </mc:Choice>
                <mc:Fallback>
                  <p:oleObj name="Equation" r:id="rId21" imgW="546100" imgH="482600" progId="Equation.DSMT4">
                    <p:embed/>
                    <p:pic>
                      <p:nvPicPr>
                        <p:cNvPr id="0"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00" y="2776"/>
                          <a:ext cx="846" cy="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3" name="Line 8"/>
            <p:cNvSpPr>
              <a:spLocks noChangeShapeType="1"/>
            </p:cNvSpPr>
            <p:nvPr/>
          </p:nvSpPr>
          <p:spPr bwMode="auto">
            <a:xfrm>
              <a:off x="1973" y="3158"/>
              <a:ext cx="68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 name="Object 24"/>
          <p:cNvGraphicFramePr>
            <a:graphicFrameLocks noChangeAspect="1"/>
          </p:cNvGraphicFramePr>
          <p:nvPr/>
        </p:nvGraphicFramePr>
        <p:xfrm>
          <a:off x="6084888" y="981075"/>
          <a:ext cx="1795462" cy="1395413"/>
        </p:xfrm>
        <a:graphic>
          <a:graphicData uri="http://schemas.openxmlformats.org/presentationml/2006/ole">
            <mc:AlternateContent xmlns:mc="http://schemas.openxmlformats.org/markup-compatibility/2006">
              <mc:Choice xmlns:v="urn:schemas-microsoft-com:vml" Requires="v">
                <p:oleObj spid="_x0000_s62771" name="Equation" r:id="rId23" imgW="914400" imgH="711200" progId="Equation.DSMT4">
                  <p:embed/>
                </p:oleObj>
              </mc:Choice>
              <mc:Fallback>
                <p:oleObj name="Equation" r:id="rId23" imgW="914400" imgH="711200" progId="Equation.DSMT4">
                  <p:embed/>
                  <p:pic>
                    <p:nvPicPr>
                      <p:cNvPr id="0" name="Object 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84888" y="981075"/>
                        <a:ext cx="1795462" cy="1395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5"/>
          <p:cNvGraphicFramePr>
            <a:graphicFrameLocks noChangeAspect="1"/>
          </p:cNvGraphicFramePr>
          <p:nvPr/>
        </p:nvGraphicFramePr>
        <p:xfrm>
          <a:off x="5148263" y="4149725"/>
          <a:ext cx="1165225" cy="666750"/>
        </p:xfrm>
        <a:graphic>
          <a:graphicData uri="http://schemas.openxmlformats.org/presentationml/2006/ole">
            <mc:AlternateContent xmlns:mc="http://schemas.openxmlformats.org/markup-compatibility/2006">
              <mc:Choice xmlns:v="urn:schemas-microsoft-com:vml" Requires="v">
                <p:oleObj spid="_x0000_s62772" name="Equation" r:id="rId25" imgW="837565" imgH="482600" progId="Equation.DSMT4">
                  <p:embed/>
                </p:oleObj>
              </mc:Choice>
              <mc:Fallback>
                <p:oleObj name="Equation" r:id="rId25" imgW="837565" imgH="482600" progId="Equation.DSMT4">
                  <p:embed/>
                  <p:pic>
                    <p:nvPicPr>
                      <p:cNvPr id="0" name="Object 2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48263" y="4149725"/>
                        <a:ext cx="1165225"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Line 20"/>
          <p:cNvSpPr>
            <a:spLocks noChangeShapeType="1"/>
          </p:cNvSpPr>
          <p:nvPr/>
        </p:nvSpPr>
        <p:spPr bwMode="auto">
          <a:xfrm flipV="1">
            <a:off x="5148263" y="4437063"/>
            <a:ext cx="1079500" cy="1428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 name="Object 26"/>
          <p:cNvGraphicFramePr>
            <a:graphicFrameLocks noChangeAspect="1"/>
          </p:cNvGraphicFramePr>
          <p:nvPr/>
        </p:nvGraphicFramePr>
        <p:xfrm>
          <a:off x="6372225" y="3789363"/>
          <a:ext cx="1958975" cy="1387475"/>
        </p:xfrm>
        <a:graphic>
          <a:graphicData uri="http://schemas.openxmlformats.org/presentationml/2006/ole">
            <mc:AlternateContent xmlns:mc="http://schemas.openxmlformats.org/markup-compatibility/2006">
              <mc:Choice xmlns:v="urn:schemas-microsoft-com:vml" Requires="v">
                <p:oleObj spid="_x0000_s62773" name="Equation" r:id="rId27" imgW="1002665" imgH="711200" progId="Equation.DSMT4">
                  <p:embed/>
                </p:oleObj>
              </mc:Choice>
              <mc:Fallback>
                <p:oleObj name="Equation" r:id="rId27" imgW="1002665" imgH="711200" progId="Equation.DSMT4">
                  <p:embed/>
                  <p:pic>
                    <p:nvPicPr>
                      <p:cNvPr id="0" name="Object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372225" y="3789363"/>
                        <a:ext cx="1958975" cy="1387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397"/>
                                        </p:tgtEl>
                                        <p:attrNameLst>
                                          <p:attrName>style.visibility</p:attrName>
                                        </p:attrNameLst>
                                      </p:cBhvr>
                                      <p:to>
                                        <p:strVal val="visible"/>
                                      </p:to>
                                    </p:set>
                                    <p:animEffect transition="in" filter="wipe(left)">
                                      <p:cBhvr>
                                        <p:cTn id="12" dur="500"/>
                                        <p:tgtEl>
                                          <p:spTgt spid="593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401"/>
                                        </p:tgtEl>
                                        <p:attrNameLst>
                                          <p:attrName>style.visibility</p:attrName>
                                        </p:attrNameLst>
                                      </p:cBhvr>
                                      <p:to>
                                        <p:strVal val="visible"/>
                                      </p:to>
                                    </p:set>
                                    <p:animEffect transition="in" filter="wipe(left)">
                                      <p:cBhvr>
                                        <p:cTn id="22" dur="500"/>
                                        <p:tgtEl>
                                          <p:spTgt spid="594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9403"/>
                                        </p:tgtEl>
                                        <p:attrNameLst>
                                          <p:attrName>style.visibility</p:attrName>
                                        </p:attrNameLst>
                                      </p:cBhvr>
                                      <p:to>
                                        <p:strVal val="visible"/>
                                      </p:to>
                                    </p:set>
                                    <p:animEffect transition="in" filter="wipe(left)">
                                      <p:cBhvr>
                                        <p:cTn id="37" dur="500"/>
                                        <p:tgtEl>
                                          <p:spTgt spid="594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9402"/>
                                        </p:tgtEl>
                                        <p:attrNameLst>
                                          <p:attrName>style.visibility</p:attrName>
                                        </p:attrNameLst>
                                      </p:cBhvr>
                                      <p:to>
                                        <p:strVal val="visible"/>
                                      </p:to>
                                    </p:set>
                                    <p:animEffect transition="in" filter="wipe(left)">
                                      <p:cBhvr>
                                        <p:cTn id="42" dur="500"/>
                                        <p:tgtEl>
                                          <p:spTgt spid="5940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9408"/>
                                        </p:tgtEl>
                                        <p:attrNameLst>
                                          <p:attrName>style.visibility</p:attrName>
                                        </p:attrNameLst>
                                      </p:cBhvr>
                                      <p:to>
                                        <p:strVal val="visible"/>
                                      </p:to>
                                    </p:set>
                                    <p:animEffect transition="in" filter="wipe(left)">
                                      <p:cBhvr>
                                        <p:cTn id="52" dur="500"/>
                                        <p:tgtEl>
                                          <p:spTgt spid="5940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9411"/>
                                        </p:tgtEl>
                                        <p:attrNameLst>
                                          <p:attrName>style.visibility</p:attrName>
                                        </p:attrNameLst>
                                      </p:cBhvr>
                                      <p:to>
                                        <p:strVal val="visible"/>
                                      </p:to>
                                    </p:set>
                                    <p:animEffect transition="in" filter="wipe(left)">
                                      <p:cBhvr>
                                        <p:cTn id="57" dur="500"/>
                                        <p:tgtEl>
                                          <p:spTgt spid="59411"/>
                                        </p:tgtEl>
                                      </p:cBhvr>
                                    </p:animEffect>
                                  </p:childTnLst>
                                </p:cTn>
                              </p:par>
                              <p:par>
                                <p:cTn id="58" presetID="22" presetClass="entr" presetSubtype="8" fill="hold" nodeType="withEffect">
                                  <p:stCondLst>
                                    <p:cond delay="0"/>
                                  </p:stCondLst>
                                  <p:childTnLst>
                                    <p:set>
                                      <p:cBhvr>
                                        <p:cTn id="59" dur="1" fill="hold">
                                          <p:stCondLst>
                                            <p:cond delay="0"/>
                                          </p:stCondLst>
                                        </p:cTn>
                                        <p:tgtEl>
                                          <p:spTgt spid="59412"/>
                                        </p:tgtEl>
                                        <p:attrNameLst>
                                          <p:attrName>style.visibility</p:attrName>
                                        </p:attrNameLst>
                                      </p:cBhvr>
                                      <p:to>
                                        <p:strVal val="visible"/>
                                      </p:to>
                                    </p:set>
                                    <p:animEffect transition="in" filter="wipe(left)">
                                      <p:cBhvr>
                                        <p:cTn id="60" dur="500"/>
                                        <p:tgtEl>
                                          <p:spTgt spid="5941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59413"/>
                                        </p:tgtEl>
                                        <p:attrNameLst>
                                          <p:attrName>style.visibility</p:attrName>
                                        </p:attrNameLst>
                                      </p:cBhvr>
                                      <p:to>
                                        <p:strVal val="visible"/>
                                      </p:to>
                                    </p:set>
                                    <p:animEffect transition="in" filter="wipe(left)">
                                      <p:cBhvr>
                                        <p:cTn id="65" dur="500"/>
                                        <p:tgtEl>
                                          <p:spTgt spid="5941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wipe(left)">
                                      <p:cBhvr>
                                        <p:cTn id="70" dur="500"/>
                                        <p:tgtEl>
                                          <p:spTgt spid="29"/>
                                        </p:tgtEl>
                                      </p:cBhvr>
                                    </p:animEffect>
                                  </p:childTnLst>
                                </p:cTn>
                              </p:par>
                              <p:par>
                                <p:cTn id="71" presetID="22" presetClass="entr" presetSubtype="8"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wipe(left)">
                                      <p:cBhvr>
                                        <p:cTn id="73" dur="500"/>
                                        <p:tgtEl>
                                          <p:spTgt spid="3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wipe(left)">
                                      <p:cBhvr>
                                        <p:cTn id="78" dur="500"/>
                                        <p:tgtEl>
                                          <p:spTgt spid="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59410"/>
                                        </p:tgtEl>
                                        <p:attrNameLst>
                                          <p:attrName>style.visibility</p:attrName>
                                        </p:attrNameLst>
                                      </p:cBhvr>
                                      <p:to>
                                        <p:strVal val="visible"/>
                                      </p:to>
                                    </p:set>
                                    <p:animEffect transition="in" filter="wipe(left)">
                                      <p:cBhvr>
                                        <p:cTn id="83" dur="500"/>
                                        <p:tgtEl>
                                          <p:spTgt spid="5941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59409"/>
                                        </p:tgtEl>
                                        <p:attrNameLst>
                                          <p:attrName>style.visibility</p:attrName>
                                        </p:attrNameLst>
                                      </p:cBhvr>
                                      <p:to>
                                        <p:strVal val="visible"/>
                                      </p:to>
                                    </p:set>
                                    <p:animEffect transition="in" filter="wipe(left)">
                                      <p:cBhvr>
                                        <p:cTn id="88" dur="500"/>
                                        <p:tgtEl>
                                          <p:spTgt spid="59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2" grpId="0"/>
      <p:bldP spid="5940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510CE0-F28A-457B-A422-D6C15AB3CC5F}" type="datetime3">
              <a:rPr lang="zh-CN" altLang="en-US" smtClean="0"/>
            </a:fld>
            <a:endParaRPr lang="en-US" altLang="zh-CN"/>
          </a:p>
        </p:txBody>
      </p:sp>
      <p:sp>
        <p:nvSpPr>
          <p:cNvPr id="23565"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356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4258BB-7704-4463-BDD6-481D37D40521}" type="slidenum">
              <a:rPr lang="en-US" altLang="zh-CN"/>
            </a:fld>
            <a:endParaRPr lang="en-US" altLang="zh-CN"/>
          </a:p>
        </p:txBody>
      </p:sp>
      <p:sp>
        <p:nvSpPr>
          <p:cNvPr id="23567"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》2007</a:t>
            </a:r>
            <a:r>
              <a:rPr lang="zh-CN" altLang="en-US" b="1"/>
              <a:t>学年第二学期，试卷</a:t>
            </a:r>
            <a:endParaRPr lang="zh-CN" altLang="en-US" b="1"/>
          </a:p>
        </p:txBody>
      </p:sp>
      <p:sp>
        <p:nvSpPr>
          <p:cNvPr id="23568" name="Rectangle 3"/>
          <p:cNvSpPr>
            <a:spLocks noChangeArrowheads="1"/>
          </p:cNvSpPr>
          <p:nvPr/>
        </p:nvSpPr>
        <p:spPr bwMode="auto">
          <a:xfrm>
            <a:off x="0" y="1738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3569" name="Rectangle 5"/>
          <p:cNvSpPr>
            <a:spLocks noChangeArrowheads="1"/>
          </p:cNvSpPr>
          <p:nvPr/>
        </p:nvSpPr>
        <p:spPr bwMode="auto">
          <a:xfrm>
            <a:off x="250825" y="593725"/>
            <a:ext cx="1327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二</a:t>
            </a:r>
            <a:r>
              <a:rPr lang="en-US" altLang="zh-CN"/>
              <a:t>﹑</a:t>
            </a:r>
            <a:r>
              <a:rPr lang="zh-CN" altLang="en-US"/>
              <a:t>填空题</a:t>
            </a:r>
            <a:endParaRPr lang="zh-CN" altLang="en-US"/>
          </a:p>
        </p:txBody>
      </p:sp>
      <p:graphicFrame>
        <p:nvGraphicFramePr>
          <p:cNvPr id="23554" name="Object 2"/>
          <p:cNvGraphicFramePr>
            <a:graphicFrameLocks noChangeAspect="1"/>
          </p:cNvGraphicFramePr>
          <p:nvPr/>
        </p:nvGraphicFramePr>
        <p:xfrm>
          <a:off x="1116013" y="1052513"/>
          <a:ext cx="647700" cy="423862"/>
        </p:xfrm>
        <a:graphic>
          <a:graphicData uri="http://schemas.openxmlformats.org/presentationml/2006/ole">
            <mc:AlternateContent xmlns:mc="http://schemas.openxmlformats.org/markup-compatibility/2006">
              <mc:Choice xmlns:v="urn:schemas-microsoft-com:vml" Requires="v">
                <p:oleObj spid="_x0000_s63700" name="Equation" r:id="rId1" imgW="317500" imgH="203200" progId="Equation.DSMT4">
                  <p:embed/>
                </p:oleObj>
              </mc:Choice>
              <mc:Fallback>
                <p:oleObj name="Equation" r:id="rId1" imgW="3175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052513"/>
                        <a:ext cx="647700" cy="423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5" name="Object 3"/>
          <p:cNvGraphicFramePr>
            <a:graphicFrameLocks noChangeAspect="1"/>
          </p:cNvGraphicFramePr>
          <p:nvPr/>
        </p:nvGraphicFramePr>
        <p:xfrm>
          <a:off x="4643438" y="1125538"/>
          <a:ext cx="1079500" cy="393700"/>
        </p:xfrm>
        <a:graphic>
          <a:graphicData uri="http://schemas.openxmlformats.org/presentationml/2006/ole">
            <mc:AlternateContent xmlns:mc="http://schemas.openxmlformats.org/markup-compatibility/2006">
              <mc:Choice xmlns:v="urn:schemas-microsoft-com:vml" Requires="v">
                <p:oleObj spid="_x0000_s63701" name="Equation" r:id="rId3" imgW="494665" imgH="177800" progId="Equation.DSMT4">
                  <p:embed/>
                </p:oleObj>
              </mc:Choice>
              <mc:Fallback>
                <p:oleObj name="Equation" r:id="rId3" imgW="494665" imgH="177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1125538"/>
                        <a:ext cx="10795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6" name="Object 4"/>
          <p:cNvGraphicFramePr>
            <a:graphicFrameLocks noChangeAspect="1"/>
          </p:cNvGraphicFramePr>
          <p:nvPr/>
        </p:nvGraphicFramePr>
        <p:xfrm>
          <a:off x="6804025" y="1052513"/>
          <a:ext cx="1439863" cy="503237"/>
        </p:xfrm>
        <a:graphic>
          <a:graphicData uri="http://schemas.openxmlformats.org/presentationml/2006/ole">
            <mc:AlternateContent xmlns:mc="http://schemas.openxmlformats.org/markup-compatibility/2006">
              <mc:Choice xmlns:v="urn:schemas-microsoft-com:vml" Requires="v">
                <p:oleObj spid="_x0000_s63702" name="Equation" r:id="rId5" imgW="571500" imgH="203200" progId="Equation.DSMT4">
                  <p:embed/>
                </p:oleObj>
              </mc:Choice>
              <mc:Fallback>
                <p:oleObj name="Equation" r:id="rId5" imgW="5715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1052513"/>
                        <a:ext cx="1439863"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7" name="Object 5"/>
          <p:cNvGraphicFramePr>
            <a:graphicFrameLocks noChangeAspect="1"/>
          </p:cNvGraphicFramePr>
          <p:nvPr/>
        </p:nvGraphicFramePr>
        <p:xfrm>
          <a:off x="2916238" y="1628775"/>
          <a:ext cx="1079500" cy="436563"/>
        </p:xfrm>
        <a:graphic>
          <a:graphicData uri="http://schemas.openxmlformats.org/presentationml/2006/ole">
            <mc:AlternateContent xmlns:mc="http://schemas.openxmlformats.org/markup-compatibility/2006">
              <mc:Choice xmlns:v="urn:schemas-microsoft-com:vml" Requires="v">
                <p:oleObj spid="_x0000_s63703" name="Equation" r:id="rId7" imgW="494665" imgH="203200" progId="Equation.DSMT4">
                  <p:embed/>
                </p:oleObj>
              </mc:Choice>
              <mc:Fallback>
                <p:oleObj name="Equation" r:id="rId7" imgW="494665"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1628775"/>
                        <a:ext cx="1079500"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70" name="Rectangle 31"/>
          <p:cNvSpPr>
            <a:spLocks noChangeArrowheads="1"/>
          </p:cNvSpPr>
          <p:nvPr/>
        </p:nvSpPr>
        <p:spPr bwMode="auto">
          <a:xfrm>
            <a:off x="323850" y="1052513"/>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cs typeface="Times New Roman" panose="02020603050405020304" pitchFamily="18" charset="0"/>
              </a:rPr>
              <a:t>3. </a:t>
            </a:r>
            <a:r>
              <a:rPr lang="zh-CN" altLang="en-US" sz="2400">
                <a:latin typeface="Times New Roman" panose="02020603050405020304" pitchFamily="18" charset="0"/>
                <a:cs typeface="Times New Roman" panose="02020603050405020304" pitchFamily="18" charset="0"/>
              </a:rPr>
              <a:t>设</a:t>
            </a:r>
            <a:endParaRPr lang="zh-CN" altLang="en-US" sz="2400"/>
          </a:p>
        </p:txBody>
      </p:sp>
      <p:sp>
        <p:nvSpPr>
          <p:cNvPr id="23571" name="Rectangle 33"/>
          <p:cNvSpPr>
            <a:spLocks noChangeArrowheads="1"/>
          </p:cNvSpPr>
          <p:nvPr/>
        </p:nvSpPr>
        <p:spPr bwMode="auto">
          <a:xfrm>
            <a:off x="1763713" y="1052513"/>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是非齐次线性方程组</a:t>
            </a:r>
            <a:endParaRPr lang="zh-CN" altLang="en-US" sz="2400"/>
          </a:p>
        </p:txBody>
      </p:sp>
      <p:sp>
        <p:nvSpPr>
          <p:cNvPr id="23572" name="Rectangle 34"/>
          <p:cNvSpPr>
            <a:spLocks noChangeArrowheads="1"/>
          </p:cNvSpPr>
          <p:nvPr/>
        </p:nvSpPr>
        <p:spPr bwMode="auto">
          <a:xfrm>
            <a:off x="5651500" y="1052513"/>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的解</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若</a:t>
            </a:r>
            <a:endParaRPr lang="zh-CN" altLang="en-US" sz="2400"/>
          </a:p>
        </p:txBody>
      </p:sp>
      <p:sp>
        <p:nvSpPr>
          <p:cNvPr id="23573" name="Rectangle 35"/>
          <p:cNvSpPr>
            <a:spLocks noChangeArrowheads="1"/>
          </p:cNvSpPr>
          <p:nvPr/>
        </p:nvSpPr>
        <p:spPr bwMode="auto">
          <a:xfrm>
            <a:off x="468313" y="1557338"/>
            <a:ext cx="247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也是它的解</a:t>
            </a:r>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那么</a:t>
            </a:r>
            <a:endParaRPr lang="zh-CN" altLang="en-US" sz="2400"/>
          </a:p>
        </p:txBody>
      </p:sp>
      <p:sp>
        <p:nvSpPr>
          <p:cNvPr id="23574" name="Rectangle 36"/>
          <p:cNvSpPr>
            <a:spLocks noChangeArrowheads="1"/>
          </p:cNvSpPr>
          <p:nvPr/>
        </p:nvSpPr>
        <p:spPr bwMode="auto">
          <a:xfrm>
            <a:off x="4140200" y="1609725"/>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u="sng">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a:t>
            </a:r>
            <a:endParaRPr lang="zh-CN" altLang="en-US" sz="2400"/>
          </a:p>
        </p:txBody>
      </p:sp>
      <p:grpSp>
        <p:nvGrpSpPr>
          <p:cNvPr id="2" name="组合 31"/>
          <p:cNvGrpSpPr/>
          <p:nvPr/>
        </p:nvGrpSpPr>
        <p:grpSpPr bwMode="auto">
          <a:xfrm>
            <a:off x="250825" y="3573463"/>
            <a:ext cx="7651750" cy="2417762"/>
            <a:chOff x="250825" y="3573463"/>
            <a:chExt cx="7651750" cy="2417762"/>
          </a:xfrm>
        </p:grpSpPr>
        <p:graphicFrame>
          <p:nvGraphicFramePr>
            <p:cNvPr id="23561" name="Object 9"/>
            <p:cNvGraphicFramePr>
              <a:graphicFrameLocks noChangeAspect="1"/>
            </p:cNvGraphicFramePr>
            <p:nvPr/>
          </p:nvGraphicFramePr>
          <p:xfrm>
            <a:off x="1331913" y="3644900"/>
            <a:ext cx="1152525" cy="403225"/>
          </p:xfrm>
          <a:graphic>
            <a:graphicData uri="http://schemas.openxmlformats.org/presentationml/2006/ole">
              <mc:AlternateContent xmlns:mc="http://schemas.openxmlformats.org/markup-compatibility/2006">
                <mc:Choice xmlns:v="urn:schemas-microsoft-com:vml" Requires="v">
                  <p:oleObj spid="_x0000_s63704" name="Equation" r:id="rId9" imgW="571500" imgH="203200" progId="Equation.DSMT4">
                    <p:embed/>
                  </p:oleObj>
                </mc:Choice>
                <mc:Fallback>
                  <p:oleObj name="Equation" r:id="rId9" imgW="571500" imgH="2032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3644900"/>
                          <a:ext cx="1152525"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2" name="Object 10"/>
            <p:cNvGraphicFramePr>
              <a:graphicFrameLocks noChangeAspect="1"/>
            </p:cNvGraphicFramePr>
            <p:nvPr/>
          </p:nvGraphicFramePr>
          <p:xfrm>
            <a:off x="5724525" y="3573463"/>
            <a:ext cx="1079500" cy="395287"/>
          </p:xfrm>
          <a:graphic>
            <a:graphicData uri="http://schemas.openxmlformats.org/presentationml/2006/ole">
              <mc:AlternateContent xmlns:mc="http://schemas.openxmlformats.org/markup-compatibility/2006">
                <mc:Choice xmlns:v="urn:schemas-microsoft-com:vml" Requires="v">
                  <p:oleObj spid="_x0000_s63705" name="Equation" r:id="rId10" imgW="494665" imgH="177800" progId="Equation.DSMT4">
                    <p:embed/>
                  </p:oleObj>
                </mc:Choice>
                <mc:Fallback>
                  <p:oleObj name="Equation" r:id="rId10" imgW="494665" imgH="1778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3573463"/>
                          <a:ext cx="1079500"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3" name="Object 11"/>
            <p:cNvGraphicFramePr>
              <a:graphicFrameLocks noChangeAspect="1"/>
            </p:cNvGraphicFramePr>
            <p:nvPr/>
          </p:nvGraphicFramePr>
          <p:xfrm>
            <a:off x="1619250" y="4221163"/>
            <a:ext cx="5905500" cy="1770062"/>
          </p:xfrm>
          <a:graphic>
            <a:graphicData uri="http://schemas.openxmlformats.org/presentationml/2006/ole">
              <mc:AlternateContent xmlns:mc="http://schemas.openxmlformats.org/markup-compatibility/2006">
                <mc:Choice xmlns:v="urn:schemas-microsoft-com:vml" Requires="v">
                  <p:oleObj spid="_x0000_s63706" name="Equation" r:id="rId11" imgW="2362200" imgH="698500" progId="Equation.DSMT4">
                    <p:embed/>
                  </p:oleObj>
                </mc:Choice>
                <mc:Fallback>
                  <p:oleObj name="Equation" r:id="rId11" imgW="2362200" imgH="6985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19250" y="4221163"/>
                          <a:ext cx="5905500" cy="177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81" name="Rectangle 48"/>
            <p:cNvSpPr>
              <a:spLocks noChangeArrowheads="1"/>
            </p:cNvSpPr>
            <p:nvPr/>
          </p:nvSpPr>
          <p:spPr bwMode="auto">
            <a:xfrm>
              <a:off x="250825" y="357346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又因为</a:t>
              </a:r>
              <a:endParaRPr lang="zh-CN" altLang="en-US" sz="2400"/>
            </a:p>
          </p:txBody>
        </p:sp>
        <p:sp>
          <p:nvSpPr>
            <p:cNvPr id="23582" name="Rectangle 49"/>
            <p:cNvSpPr>
              <a:spLocks noChangeArrowheads="1"/>
            </p:cNvSpPr>
            <p:nvPr/>
          </p:nvSpPr>
          <p:spPr bwMode="auto">
            <a:xfrm>
              <a:off x="2484438" y="3573463"/>
              <a:ext cx="323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也是非齐次线性方程组</a:t>
              </a:r>
              <a:endParaRPr lang="zh-CN" altLang="en-US" sz="2400"/>
            </a:p>
          </p:txBody>
        </p:sp>
        <p:sp>
          <p:nvSpPr>
            <p:cNvPr id="23583" name="Rectangle 50"/>
            <p:cNvSpPr>
              <a:spLocks noChangeArrowheads="1"/>
            </p:cNvSpPr>
            <p:nvPr/>
          </p:nvSpPr>
          <p:spPr bwMode="auto">
            <a:xfrm>
              <a:off x="468313" y="4076700"/>
              <a:ext cx="86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cs typeface="Times New Roman" panose="02020603050405020304" pitchFamily="18" charset="0"/>
                </a:rPr>
                <a:t>所以</a:t>
              </a:r>
              <a:r>
                <a:rPr lang="zh-CN" altLang="en-US" sz="1200">
                  <a:latin typeface="Times New Roman" panose="02020603050405020304" pitchFamily="18" charset="0"/>
                  <a:cs typeface="Times New Roman" panose="02020603050405020304" pitchFamily="18" charset="0"/>
                </a:rPr>
                <a:t>  </a:t>
              </a:r>
              <a:endParaRPr lang="zh-CN" altLang="en-US"/>
            </a:p>
          </p:txBody>
        </p:sp>
        <p:sp>
          <p:nvSpPr>
            <p:cNvPr id="23584" name="Rectangle 51"/>
            <p:cNvSpPr>
              <a:spLocks noChangeArrowheads="1"/>
            </p:cNvSpPr>
            <p:nvPr/>
          </p:nvSpPr>
          <p:spPr bwMode="auto">
            <a:xfrm>
              <a:off x="6804025" y="357346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的解，</a:t>
              </a:r>
              <a:endParaRPr lang="zh-CN" altLang="en-US" sz="2400"/>
            </a:p>
          </p:txBody>
        </p:sp>
      </p:grpSp>
      <p:grpSp>
        <p:nvGrpSpPr>
          <p:cNvPr id="3" name="组合 30"/>
          <p:cNvGrpSpPr/>
          <p:nvPr/>
        </p:nvGrpSpPr>
        <p:grpSpPr bwMode="auto">
          <a:xfrm>
            <a:off x="179388" y="2276475"/>
            <a:ext cx="6138862" cy="1090613"/>
            <a:chOff x="179388" y="2276475"/>
            <a:chExt cx="6138862" cy="1090613"/>
          </a:xfrm>
        </p:grpSpPr>
        <p:graphicFrame>
          <p:nvGraphicFramePr>
            <p:cNvPr id="23558" name="Object 6"/>
            <p:cNvGraphicFramePr>
              <a:graphicFrameLocks noChangeAspect="1"/>
            </p:cNvGraphicFramePr>
            <p:nvPr/>
          </p:nvGraphicFramePr>
          <p:xfrm>
            <a:off x="900113" y="2349500"/>
            <a:ext cx="574675" cy="376238"/>
          </p:xfrm>
          <a:graphic>
            <a:graphicData uri="http://schemas.openxmlformats.org/presentationml/2006/ole">
              <mc:AlternateContent xmlns:mc="http://schemas.openxmlformats.org/markup-compatibility/2006">
                <mc:Choice xmlns:v="urn:schemas-microsoft-com:vml" Requires="v">
                  <p:oleObj spid="_x0000_s63707" name="Equation" r:id="rId13" imgW="317500" imgH="203200" progId="Equation.DSMT4">
                    <p:embed/>
                  </p:oleObj>
                </mc:Choice>
                <mc:Fallback>
                  <p:oleObj name="Equation" r:id="rId13" imgW="317500" imgH="20320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00113" y="2349500"/>
                          <a:ext cx="574675"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9" name="Object 7"/>
            <p:cNvGraphicFramePr>
              <a:graphicFrameLocks noChangeAspect="1"/>
            </p:cNvGraphicFramePr>
            <p:nvPr/>
          </p:nvGraphicFramePr>
          <p:xfrm>
            <a:off x="4284663" y="2349500"/>
            <a:ext cx="935037" cy="341313"/>
          </p:xfrm>
          <a:graphic>
            <a:graphicData uri="http://schemas.openxmlformats.org/presentationml/2006/ole">
              <mc:AlternateContent xmlns:mc="http://schemas.openxmlformats.org/markup-compatibility/2006">
                <mc:Choice xmlns:v="urn:schemas-microsoft-com:vml" Requires="v">
                  <p:oleObj spid="_x0000_s63708" name="Equation" r:id="rId15" imgW="494665" imgH="177800" progId="Equation.DSMT4">
                    <p:embed/>
                  </p:oleObj>
                </mc:Choice>
                <mc:Fallback>
                  <p:oleObj name="Equation" r:id="rId15" imgW="494665" imgH="1778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2349500"/>
                          <a:ext cx="935037" cy="341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0" name="Object 8"/>
            <p:cNvGraphicFramePr>
              <a:graphicFrameLocks noChangeAspect="1"/>
            </p:cNvGraphicFramePr>
            <p:nvPr/>
          </p:nvGraphicFramePr>
          <p:xfrm>
            <a:off x="1403350" y="2924175"/>
            <a:ext cx="2195513" cy="442913"/>
          </p:xfrm>
          <a:graphic>
            <a:graphicData uri="http://schemas.openxmlformats.org/presentationml/2006/ole">
              <mc:AlternateContent xmlns:mc="http://schemas.openxmlformats.org/markup-compatibility/2006">
                <mc:Choice xmlns:v="urn:schemas-microsoft-com:vml" Requires="v">
                  <p:oleObj spid="_x0000_s63709" name="Equation" r:id="rId16" imgW="989965" imgH="203200" progId="Equation.DSMT4">
                    <p:embed/>
                  </p:oleObj>
                </mc:Choice>
                <mc:Fallback>
                  <p:oleObj name="Equation" r:id="rId16" imgW="989965" imgH="203200" progId="Equation.DSMT4">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03350" y="2924175"/>
                          <a:ext cx="21955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77" name="Rectangle 44"/>
            <p:cNvSpPr>
              <a:spLocks noChangeArrowheads="1"/>
            </p:cNvSpPr>
            <p:nvPr/>
          </p:nvSpPr>
          <p:spPr bwMode="auto">
            <a:xfrm>
              <a:off x="179388" y="22764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因为</a:t>
              </a:r>
              <a:endParaRPr lang="zh-CN" altLang="en-US" sz="2400"/>
            </a:p>
          </p:txBody>
        </p:sp>
        <p:sp>
          <p:nvSpPr>
            <p:cNvPr id="23578" name="Rectangle 46"/>
            <p:cNvSpPr>
              <a:spLocks noChangeArrowheads="1"/>
            </p:cNvSpPr>
            <p:nvPr/>
          </p:nvSpPr>
          <p:spPr bwMode="auto">
            <a:xfrm>
              <a:off x="1403350" y="2276475"/>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是非齐次线性方程组</a:t>
              </a:r>
              <a:endParaRPr lang="zh-CN" altLang="en-US" sz="2400"/>
            </a:p>
          </p:txBody>
        </p:sp>
        <p:sp>
          <p:nvSpPr>
            <p:cNvPr id="23579" name="Rectangle 47"/>
            <p:cNvSpPr>
              <a:spLocks noChangeArrowheads="1"/>
            </p:cNvSpPr>
            <p:nvPr/>
          </p:nvSpPr>
          <p:spPr bwMode="auto">
            <a:xfrm>
              <a:off x="5219700" y="227647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的解，</a:t>
              </a:r>
              <a:endParaRPr lang="zh-CN" altLang="en-US" sz="2400"/>
            </a:p>
          </p:txBody>
        </p:sp>
        <p:sp>
          <p:nvSpPr>
            <p:cNvPr id="23580" name="Rectangle 52"/>
            <p:cNvSpPr>
              <a:spLocks noChangeArrowheads="1"/>
            </p:cNvSpPr>
            <p:nvPr/>
          </p:nvSpPr>
          <p:spPr bwMode="auto">
            <a:xfrm>
              <a:off x="250825" y="285273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a:t>
              </a:r>
              <a:endParaRPr lang="zh-CN" altLang="en-US" sz="2400"/>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7D9FE96-BBC3-4C1A-BC2B-FE4E0BFE06DC}" type="datetime3">
              <a:rPr lang="zh-CN" altLang="en-US" smtClean="0"/>
            </a:fld>
            <a:endParaRPr lang="en-US" altLang="zh-CN"/>
          </a:p>
        </p:txBody>
      </p:sp>
      <p:sp>
        <p:nvSpPr>
          <p:cNvPr id="24587"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4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2974D62-A6D4-439C-A143-E115EBC67EA5}" type="slidenum">
              <a:rPr lang="en-US" altLang="zh-CN"/>
            </a:fld>
            <a:endParaRPr lang="en-US" altLang="zh-CN"/>
          </a:p>
        </p:txBody>
      </p:sp>
      <p:sp>
        <p:nvSpPr>
          <p:cNvPr id="24589" name="Rectangle 2"/>
          <p:cNvSpPr>
            <a:spLocks noChangeArrowheads="1"/>
          </p:cNvSpPr>
          <p:nvPr/>
        </p:nvSpPr>
        <p:spPr bwMode="auto">
          <a:xfrm>
            <a:off x="323850" y="188913"/>
            <a:ext cx="412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》2006</a:t>
            </a:r>
            <a:r>
              <a:rPr lang="zh-CN" altLang="en-US" b="1"/>
              <a:t>学年第二学期，试卷</a:t>
            </a:r>
            <a:endParaRPr lang="zh-CN" altLang="en-US" b="1"/>
          </a:p>
        </p:txBody>
      </p:sp>
      <p:sp>
        <p:nvSpPr>
          <p:cNvPr id="24590" name="Rectangle 3"/>
          <p:cNvSpPr>
            <a:spLocks noChangeArrowheads="1"/>
          </p:cNvSpPr>
          <p:nvPr/>
        </p:nvSpPr>
        <p:spPr bwMode="auto">
          <a:xfrm>
            <a:off x="250825" y="54927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二</a:t>
            </a:r>
            <a:r>
              <a:rPr lang="en-US" altLang="zh-CN" sz="2400"/>
              <a:t>﹑</a:t>
            </a:r>
            <a:r>
              <a:rPr lang="zh-CN" altLang="en-US" sz="2400"/>
              <a:t>选择</a:t>
            </a:r>
            <a:endParaRPr lang="zh-CN" altLang="en-US" sz="2400"/>
          </a:p>
        </p:txBody>
      </p:sp>
      <p:graphicFrame>
        <p:nvGraphicFramePr>
          <p:cNvPr id="24578" name="Object 2"/>
          <p:cNvGraphicFramePr>
            <a:graphicFrameLocks noChangeAspect="1"/>
          </p:cNvGraphicFramePr>
          <p:nvPr/>
        </p:nvGraphicFramePr>
        <p:xfrm>
          <a:off x="5292725" y="836613"/>
          <a:ext cx="431800" cy="546100"/>
        </p:xfrm>
        <a:graphic>
          <a:graphicData uri="http://schemas.openxmlformats.org/presentationml/2006/ole">
            <mc:AlternateContent xmlns:mc="http://schemas.openxmlformats.org/markup-compatibility/2006">
              <mc:Choice xmlns:v="urn:schemas-microsoft-com:vml" Requires="v">
                <p:oleObj spid="_x0000_s64682" name="Equation" r:id="rId1" imgW="177800" imgH="228600" progId="Equation.DSMT4">
                  <p:embed/>
                </p:oleObj>
              </mc:Choice>
              <mc:Fallback>
                <p:oleObj name="Equation" r:id="rId1" imgW="177800"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725" y="836613"/>
                        <a:ext cx="431800"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3"/>
          <p:cNvGraphicFramePr>
            <a:graphicFrameLocks noChangeAspect="1"/>
          </p:cNvGraphicFramePr>
          <p:nvPr/>
        </p:nvGraphicFramePr>
        <p:xfrm>
          <a:off x="5724525" y="836613"/>
          <a:ext cx="479425" cy="574675"/>
        </p:xfrm>
        <a:graphic>
          <a:graphicData uri="http://schemas.openxmlformats.org/presentationml/2006/ole">
            <mc:AlternateContent xmlns:mc="http://schemas.openxmlformats.org/markup-compatibility/2006">
              <mc:Choice xmlns:v="urn:schemas-microsoft-com:vml" Requires="v">
                <p:oleObj spid="_x0000_s64683" name="Equation" r:id="rId3" imgW="190500" imgH="228600" progId="Equation.DSMT4">
                  <p:embed/>
                </p:oleObj>
              </mc:Choice>
              <mc:Fallback>
                <p:oleObj name="Equation" r:id="rId3" imgW="1905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836613"/>
                        <a:ext cx="479425"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0" name="Object 4"/>
          <p:cNvGraphicFramePr>
            <a:graphicFrameLocks noChangeAspect="1"/>
          </p:cNvGraphicFramePr>
          <p:nvPr/>
        </p:nvGraphicFramePr>
        <p:xfrm>
          <a:off x="179388" y="1557338"/>
          <a:ext cx="1152525" cy="420687"/>
        </p:xfrm>
        <a:graphic>
          <a:graphicData uri="http://schemas.openxmlformats.org/presentationml/2006/ole">
            <mc:AlternateContent xmlns:mc="http://schemas.openxmlformats.org/markup-compatibility/2006">
              <mc:Choice xmlns:v="urn:schemas-microsoft-com:vml" Requires="v">
                <p:oleObj spid="_x0000_s64684" name="Equation" r:id="rId5" imgW="494665" imgH="177800" progId="Equation.DSMT4">
                  <p:embed/>
                </p:oleObj>
              </mc:Choice>
              <mc:Fallback>
                <p:oleObj name="Equation" r:id="rId5" imgW="494665" imgH="177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1557338"/>
                        <a:ext cx="1152525" cy="42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1" name="Object 5"/>
          <p:cNvGraphicFramePr>
            <a:graphicFrameLocks noChangeAspect="1"/>
          </p:cNvGraphicFramePr>
          <p:nvPr/>
        </p:nvGraphicFramePr>
        <p:xfrm>
          <a:off x="5076825" y="1557338"/>
          <a:ext cx="1152525" cy="420687"/>
        </p:xfrm>
        <a:graphic>
          <a:graphicData uri="http://schemas.openxmlformats.org/presentationml/2006/ole">
            <mc:AlternateContent xmlns:mc="http://schemas.openxmlformats.org/markup-compatibility/2006">
              <mc:Choice xmlns:v="urn:schemas-microsoft-com:vml" Requires="v">
                <p:oleObj spid="_x0000_s64685" name="Equation" r:id="rId7" imgW="494665" imgH="177800" progId="Equation.DSMT4">
                  <p:embed/>
                </p:oleObj>
              </mc:Choice>
              <mc:Fallback>
                <p:oleObj name="Equation" r:id="rId7" imgW="494665" imgH="1778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6825" y="1557338"/>
                        <a:ext cx="1152525" cy="42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2" name="Object 6"/>
          <p:cNvGraphicFramePr>
            <a:graphicFrameLocks noChangeAspect="1"/>
          </p:cNvGraphicFramePr>
          <p:nvPr/>
        </p:nvGraphicFramePr>
        <p:xfrm>
          <a:off x="1116013" y="1963738"/>
          <a:ext cx="647700" cy="576262"/>
        </p:xfrm>
        <a:graphic>
          <a:graphicData uri="http://schemas.openxmlformats.org/presentationml/2006/ole">
            <mc:AlternateContent xmlns:mc="http://schemas.openxmlformats.org/markup-compatibility/2006">
              <mc:Choice xmlns:v="urn:schemas-microsoft-com:vml" Requires="v">
                <p:oleObj spid="_x0000_s64686" name="Equation" r:id="rId9" imgW="254000" imgH="228600" progId="Equation.DSMT4">
                  <p:embed/>
                </p:oleObj>
              </mc:Choice>
              <mc:Fallback>
                <p:oleObj name="Equation" r:id="rId9" imgW="254000" imgH="2286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1963738"/>
                        <a:ext cx="647700"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3" name="Object 7"/>
          <p:cNvGraphicFramePr>
            <a:graphicFrameLocks noChangeAspect="1"/>
          </p:cNvGraphicFramePr>
          <p:nvPr/>
        </p:nvGraphicFramePr>
        <p:xfrm>
          <a:off x="2843213" y="2035175"/>
          <a:ext cx="504825" cy="433388"/>
        </p:xfrm>
        <a:graphic>
          <a:graphicData uri="http://schemas.openxmlformats.org/presentationml/2006/ole">
            <mc:AlternateContent xmlns:mc="http://schemas.openxmlformats.org/markup-compatibility/2006">
              <mc:Choice xmlns:v="urn:schemas-microsoft-com:vml" Requires="v">
                <p:oleObj spid="_x0000_s64687" name="Equation" r:id="rId11" imgW="266700" imgH="228600" progId="Equation.DSMT4">
                  <p:embed/>
                </p:oleObj>
              </mc:Choice>
              <mc:Fallback>
                <p:oleObj name="Equation" r:id="rId11" imgW="266700" imgH="2286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3213" y="2035175"/>
                        <a:ext cx="504825"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4" name="Object 8"/>
          <p:cNvGraphicFramePr>
            <a:graphicFrameLocks noChangeAspect="1"/>
          </p:cNvGraphicFramePr>
          <p:nvPr/>
        </p:nvGraphicFramePr>
        <p:xfrm>
          <a:off x="4716463" y="2035175"/>
          <a:ext cx="1223962" cy="458788"/>
        </p:xfrm>
        <a:graphic>
          <a:graphicData uri="http://schemas.openxmlformats.org/presentationml/2006/ole">
            <mc:AlternateContent xmlns:mc="http://schemas.openxmlformats.org/markup-compatibility/2006">
              <mc:Choice xmlns:v="urn:schemas-microsoft-com:vml" Requires="v">
                <p:oleObj spid="_x0000_s64688" name="Equation" r:id="rId13" imgW="685800" imgH="254000" progId="Equation.DSMT4">
                  <p:embed/>
                </p:oleObj>
              </mc:Choice>
              <mc:Fallback>
                <p:oleObj name="Equation" r:id="rId13" imgW="685800" imgH="2540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6463" y="2035175"/>
                        <a:ext cx="1223962"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5" name="Object 9"/>
          <p:cNvGraphicFramePr>
            <a:graphicFrameLocks noChangeAspect="1"/>
          </p:cNvGraphicFramePr>
          <p:nvPr/>
        </p:nvGraphicFramePr>
        <p:xfrm>
          <a:off x="7092950" y="2035175"/>
          <a:ext cx="1295400" cy="479425"/>
        </p:xfrm>
        <a:graphic>
          <a:graphicData uri="http://schemas.openxmlformats.org/presentationml/2006/ole">
            <mc:AlternateContent xmlns:mc="http://schemas.openxmlformats.org/markup-compatibility/2006">
              <mc:Choice xmlns:v="urn:schemas-microsoft-com:vml" Requires="v">
                <p:oleObj spid="_x0000_s64689" name="Equation" r:id="rId15" imgW="698500" imgH="254000" progId="Equation.DSMT4">
                  <p:embed/>
                </p:oleObj>
              </mc:Choice>
              <mc:Fallback>
                <p:oleObj name="Equation" r:id="rId15" imgW="698500" imgH="2540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92950" y="2035175"/>
                        <a:ext cx="129540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91" name="Rectangle 15"/>
          <p:cNvSpPr>
            <a:spLocks noChangeArrowheads="1"/>
          </p:cNvSpPr>
          <p:nvPr/>
        </p:nvSpPr>
        <p:spPr bwMode="auto">
          <a:xfrm>
            <a:off x="323850" y="909638"/>
            <a:ext cx="5103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7</a:t>
            </a:r>
            <a:r>
              <a:rPr lang="zh-CN" altLang="en-US" sz="2400">
                <a:latin typeface="宋体" panose="02010600030101010101" pitchFamily="2" charset="-122"/>
                <a:cs typeface="Times New Roman" panose="02020603050405020304" pitchFamily="18" charset="0"/>
              </a:rPr>
              <a:t>、</a:t>
            </a:r>
            <a:r>
              <a:rPr lang="zh-CN" altLang="en-US" sz="2400">
                <a:latin typeface="Times New Roman" panose="02020603050405020304" pitchFamily="18" charset="0"/>
              </a:rPr>
              <a:t>设</a:t>
            </a:r>
            <a:r>
              <a:rPr lang="en-US" altLang="zh-CN" sz="2400" i="1">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rPr>
              <a:t>为</a:t>
            </a:r>
            <a:r>
              <a:rPr lang="en-US" altLang="zh-CN" sz="2400" i="1">
                <a:latin typeface="Times New Roman" panose="02020603050405020304" pitchFamily="18" charset="0"/>
                <a:cs typeface="Times New Roman" panose="02020603050405020304" pitchFamily="18" charset="0"/>
              </a:rPr>
              <a:t>n</a:t>
            </a:r>
            <a:r>
              <a:rPr lang="zh-CN" altLang="en-US" sz="2400">
                <a:latin typeface="Times New Roman" panose="02020603050405020304" pitchFamily="18" charset="0"/>
              </a:rPr>
              <a:t>阶方阵</a:t>
            </a:r>
            <a:r>
              <a:rPr lang="en-US" altLang="zh-CN" sz="2400" b="1">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且</a:t>
            </a:r>
            <a:r>
              <a:rPr lang="en-US" altLang="zh-CN" sz="2400" i="1">
                <a:latin typeface="Times New Roman" panose="02020603050405020304" pitchFamily="18" charset="0"/>
                <a:cs typeface="Times New Roman" panose="02020603050405020304" pitchFamily="18" charset="0"/>
              </a:rPr>
              <a:t>R</a:t>
            </a:r>
            <a:r>
              <a:rPr lang="zh-CN" altLang="en-US"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 </a:t>
            </a:r>
            <a:r>
              <a:rPr lang="en-US" altLang="zh-CN" sz="2400" i="1">
                <a:latin typeface="Times New Roman" panose="02020603050405020304" pitchFamily="18" charset="0"/>
                <a:cs typeface="Times New Roman" panose="02020603050405020304" pitchFamily="18" charset="0"/>
              </a:rPr>
              <a:t>n</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rPr>
              <a:t>，</a:t>
            </a:r>
            <a:endParaRPr lang="zh-CN" altLang="en-US" sz="2400"/>
          </a:p>
        </p:txBody>
      </p:sp>
      <p:sp>
        <p:nvSpPr>
          <p:cNvPr id="24592" name="Rectangle 16"/>
          <p:cNvSpPr>
            <a:spLocks noChangeArrowheads="1"/>
          </p:cNvSpPr>
          <p:nvPr/>
        </p:nvSpPr>
        <p:spPr bwMode="auto">
          <a:xfrm>
            <a:off x="5580063" y="9096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a:t>
            </a:r>
            <a:endParaRPr lang="zh-CN" altLang="en-US" sz="2400"/>
          </a:p>
        </p:txBody>
      </p:sp>
      <p:sp>
        <p:nvSpPr>
          <p:cNvPr id="24593" name="Rectangle 17"/>
          <p:cNvSpPr>
            <a:spLocks noChangeArrowheads="1"/>
          </p:cNvSpPr>
          <p:nvPr/>
        </p:nvSpPr>
        <p:spPr bwMode="auto">
          <a:xfrm>
            <a:off x="6216650" y="909638"/>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是非齐次线性方程组</a:t>
            </a:r>
            <a:endParaRPr lang="zh-CN" altLang="en-US" sz="2400"/>
          </a:p>
        </p:txBody>
      </p:sp>
      <p:sp>
        <p:nvSpPr>
          <p:cNvPr id="24594" name="Rectangle 18"/>
          <p:cNvSpPr>
            <a:spLocks noChangeArrowheads="1"/>
          </p:cNvSpPr>
          <p:nvPr/>
        </p:nvSpPr>
        <p:spPr bwMode="auto">
          <a:xfrm>
            <a:off x="1331913" y="1557338"/>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的两个不同的解向量，则是</a:t>
            </a:r>
            <a:endParaRPr lang="zh-CN" altLang="en-US" sz="2400"/>
          </a:p>
        </p:txBody>
      </p:sp>
      <p:sp>
        <p:nvSpPr>
          <p:cNvPr id="24595" name="Rectangle 19"/>
          <p:cNvSpPr>
            <a:spLocks noChangeArrowheads="1"/>
          </p:cNvSpPr>
          <p:nvPr/>
        </p:nvSpPr>
        <p:spPr bwMode="auto">
          <a:xfrm>
            <a:off x="6227763" y="1574800"/>
            <a:ext cx="2773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2733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通解的为</a:t>
            </a:r>
            <a:r>
              <a:rPr lang="zh-CN" altLang="en-US" sz="2400">
                <a:latin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a:t>
            </a:r>
            <a:endParaRPr lang="zh-CN" altLang="en-US" sz="2400"/>
          </a:p>
        </p:txBody>
      </p:sp>
      <p:sp>
        <p:nvSpPr>
          <p:cNvPr id="24596" name="Rectangle 20"/>
          <p:cNvSpPr>
            <a:spLocks noChangeArrowheads="1"/>
          </p:cNvSpPr>
          <p:nvPr/>
        </p:nvSpPr>
        <p:spPr bwMode="auto">
          <a:xfrm>
            <a:off x="1619250" y="1963738"/>
            <a:ext cx="125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B</a:t>
            </a:r>
            <a:r>
              <a:rPr lang="en-US" altLang="zh-CN" sz="2400">
                <a:latin typeface="Times New Roman" panose="02020603050405020304" pitchFamily="18" charset="0"/>
                <a:cs typeface="Times New Roman" panose="02020603050405020304" pitchFamily="18" charset="0"/>
              </a:rPr>
              <a:t>) </a:t>
            </a:r>
            <a:endParaRPr lang="en-US" altLang="zh-CN" sz="2400"/>
          </a:p>
        </p:txBody>
      </p:sp>
      <p:sp>
        <p:nvSpPr>
          <p:cNvPr id="24597" name="Rectangle 21"/>
          <p:cNvSpPr>
            <a:spLocks noChangeArrowheads="1"/>
          </p:cNvSpPr>
          <p:nvPr/>
        </p:nvSpPr>
        <p:spPr bwMode="auto">
          <a:xfrm>
            <a:off x="3203575" y="2035175"/>
            <a:ext cx="150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cs typeface="Times New Roman" panose="02020603050405020304" pitchFamily="18" charset="0"/>
              </a:rPr>
              <a:t>       </a:t>
            </a:r>
            <a:r>
              <a:rPr lang="en-US" altLang="zh-CN" sz="12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C</a:t>
            </a:r>
            <a:r>
              <a:rPr lang="en-US" altLang="zh-CN" sz="2400">
                <a:latin typeface="Times New Roman" panose="02020603050405020304" pitchFamily="18" charset="0"/>
                <a:cs typeface="Times New Roman" panose="02020603050405020304" pitchFamily="18" charset="0"/>
              </a:rPr>
              <a:t>) </a:t>
            </a:r>
            <a:endParaRPr lang="en-US" altLang="zh-CN" sz="2400"/>
          </a:p>
        </p:txBody>
      </p:sp>
      <p:sp>
        <p:nvSpPr>
          <p:cNvPr id="24598" name="Rectangle 22"/>
          <p:cNvSpPr>
            <a:spLocks noChangeArrowheads="1"/>
          </p:cNvSpPr>
          <p:nvPr/>
        </p:nvSpPr>
        <p:spPr bwMode="auto">
          <a:xfrm>
            <a:off x="6084888" y="2035175"/>
            <a:ext cx="1101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D</a:t>
            </a:r>
            <a:r>
              <a:rPr lang="en-US" altLang="zh-CN" sz="2400">
                <a:latin typeface="Times New Roman" panose="02020603050405020304" pitchFamily="18" charset="0"/>
                <a:cs typeface="Times New Roman" panose="02020603050405020304" pitchFamily="18" charset="0"/>
              </a:rPr>
              <a:t>) </a:t>
            </a:r>
            <a:endParaRPr lang="en-US" altLang="zh-CN" sz="2400"/>
          </a:p>
        </p:txBody>
      </p:sp>
      <p:sp>
        <p:nvSpPr>
          <p:cNvPr id="24599" name="Rectangle 24"/>
          <p:cNvSpPr>
            <a:spLocks noChangeArrowheads="1"/>
          </p:cNvSpPr>
          <p:nvPr/>
        </p:nvSpPr>
        <p:spPr bwMode="auto">
          <a:xfrm>
            <a:off x="323850" y="2035175"/>
            <a:ext cx="822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t>( </a:t>
            </a:r>
            <a:r>
              <a:rPr lang="en-US" altLang="zh-CN" sz="2400" i="1"/>
              <a:t>A </a:t>
            </a:r>
            <a:r>
              <a:rPr lang="en-US" altLang="zh-CN" sz="2400"/>
              <a:t>)</a:t>
            </a:r>
            <a:r>
              <a:rPr lang="en-US" altLang="zh-CN"/>
              <a:t> </a:t>
            </a:r>
            <a:endParaRPr lang="en-US" altLang="zh-CN"/>
          </a:p>
        </p:txBody>
      </p:sp>
      <p:sp>
        <p:nvSpPr>
          <p:cNvPr id="24600" name="Rectangle 25"/>
          <p:cNvSpPr>
            <a:spLocks noChangeArrowheads="1"/>
          </p:cNvSpPr>
          <p:nvPr/>
        </p:nvSpPr>
        <p:spPr bwMode="auto">
          <a:xfrm>
            <a:off x="395288" y="2540000"/>
            <a:ext cx="85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答案</a:t>
            </a:r>
            <a:r>
              <a:rPr lang="zh-CN" altLang="en-US"/>
              <a:t> </a:t>
            </a:r>
            <a:endParaRPr lang="zh-CN" altLang="en-US"/>
          </a:p>
        </p:txBody>
      </p:sp>
      <p:sp>
        <p:nvSpPr>
          <p:cNvPr id="150554" name="Rectangle 26"/>
          <p:cNvSpPr>
            <a:spLocks noChangeArrowheads="1"/>
          </p:cNvSpPr>
          <p:nvPr/>
        </p:nvSpPr>
        <p:spPr bwMode="auto">
          <a:xfrm>
            <a:off x="1258888" y="2540000"/>
            <a:ext cx="101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a:t>
            </a:r>
            <a:r>
              <a:rPr lang="en-US" altLang="zh-CN" sz="2400" i="1"/>
              <a:t>C</a:t>
            </a:r>
            <a:r>
              <a:rPr lang="zh-CN" altLang="en-US" sz="2400"/>
              <a:t>）</a:t>
            </a:r>
            <a:endParaRPr lang="zh-CN" altLang="en-US" sz="2400"/>
          </a:p>
        </p:txBody>
      </p:sp>
      <p:sp>
        <p:nvSpPr>
          <p:cNvPr id="150555" name="Rectangle 27"/>
          <p:cNvSpPr>
            <a:spLocks noChangeArrowheads="1"/>
          </p:cNvSpPr>
          <p:nvPr/>
        </p:nvSpPr>
        <p:spPr bwMode="auto">
          <a:xfrm>
            <a:off x="323850" y="3141663"/>
            <a:ext cx="8208963"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基础解系</a:t>
            </a:r>
            <a:r>
              <a:rPr lang="en-US" altLang="zh-CN" sz="2400" dirty="0"/>
              <a:t>1</a:t>
            </a:r>
            <a:r>
              <a:rPr lang="zh-CN" altLang="en-US" sz="2400" dirty="0"/>
              <a:t>有</a:t>
            </a:r>
            <a:r>
              <a:rPr lang="en-US" altLang="zh-CN" sz="2400" dirty="0"/>
              <a:t>n-R(A)=n-(n-1)=1</a:t>
            </a:r>
            <a:r>
              <a:rPr lang="zh-CN" altLang="en-US" sz="2400" dirty="0"/>
              <a:t>个线性无关的解向量，而任何一个单独的非零向量都是线性无关的。</a:t>
            </a:r>
            <a:endParaRPr lang="en-US" altLang="zh-CN" sz="2400" dirty="0"/>
          </a:p>
          <a:p>
            <a:pPr eaLnBrk="1" hangingPunct="1"/>
            <a:r>
              <a:rPr lang="en-GB" altLang="zh-CN" sz="2400" dirty="0" err="1">
                <a:sym typeface="Symbol" panose="05050102010706020507" pitchFamily="18" charset="2"/>
              </a:rPr>
              <a:t>Ak</a:t>
            </a:r>
            <a:r>
              <a:rPr lang="zh-CN" altLang="en-US" sz="2400" dirty="0">
                <a:sym typeface="Symbol" panose="05050102010706020507" pitchFamily="18" charset="2"/>
              </a:rPr>
              <a:t></a:t>
            </a:r>
            <a:r>
              <a:rPr lang="en-US" altLang="zh-CN" sz="2400" dirty="0">
                <a:sym typeface="Symbol" panose="05050102010706020507" pitchFamily="18" charset="2"/>
              </a:rPr>
              <a:t>1=kA</a:t>
            </a:r>
            <a:r>
              <a:rPr lang="zh-CN" altLang="en-US" sz="2400" dirty="0">
                <a:sym typeface="Symbol" panose="05050102010706020507" pitchFamily="18" charset="2"/>
              </a:rPr>
              <a:t></a:t>
            </a:r>
            <a:r>
              <a:rPr lang="en-US" altLang="zh-CN" sz="2400" dirty="0">
                <a:sym typeface="Symbol" panose="05050102010706020507" pitchFamily="18" charset="2"/>
              </a:rPr>
              <a:t>1=kb</a:t>
            </a:r>
            <a:r>
              <a:rPr lang="zh-CN" altLang="en-US" sz="2400" dirty="0"/>
              <a:t>，不能选</a:t>
            </a:r>
            <a:r>
              <a:rPr lang="en-US" altLang="zh-CN" sz="2400" dirty="0"/>
              <a:t>(A).</a:t>
            </a:r>
            <a:r>
              <a:rPr lang="zh-CN" altLang="en-US" sz="2400" dirty="0"/>
              <a:t>同理，不能选</a:t>
            </a:r>
            <a:r>
              <a:rPr lang="en-US" altLang="zh-CN" sz="2400" dirty="0"/>
              <a:t>(B).</a:t>
            </a:r>
            <a:endParaRPr lang="en-US" altLang="zh-CN" sz="2400" dirty="0"/>
          </a:p>
          <a:p>
            <a:pPr eaLnBrk="1" hangingPunct="1"/>
            <a:r>
              <a:rPr lang="en-US" altLang="zh-CN" sz="2400" dirty="0">
                <a:sym typeface="Symbol" panose="05050102010706020507" pitchFamily="18" charset="2"/>
              </a:rPr>
              <a:t>Ak(1+2)=</a:t>
            </a:r>
            <a:r>
              <a:rPr lang="en-US" altLang="zh-CN" sz="2400" dirty="0">
                <a:sym typeface="Symbol" panose="05050102010706020507" pitchFamily="18" charset="2"/>
              </a:rPr>
              <a:t>kA1+kA2=2kb</a:t>
            </a:r>
            <a:r>
              <a:rPr lang="en-US" altLang="zh-CN" sz="2400" dirty="0">
                <a:cs typeface="Arial" panose="020B0604020202020204" pitchFamily="34" charset="0"/>
                <a:sym typeface="Symbol" panose="05050102010706020507" pitchFamily="18" charset="2"/>
              </a:rPr>
              <a:t>≠</a:t>
            </a:r>
            <a:r>
              <a:rPr lang="en-US" altLang="zh-CN" sz="2400" dirty="0">
                <a:sym typeface="Symbol" panose="05050102010706020507" pitchFamily="18" charset="2"/>
              </a:rPr>
              <a:t>0</a:t>
            </a:r>
            <a:r>
              <a:rPr lang="zh-CN" altLang="en-US" sz="2400" dirty="0">
                <a:sym typeface="Symbol" panose="05050102010706020507" pitchFamily="18" charset="2"/>
              </a:rPr>
              <a:t>，</a:t>
            </a:r>
            <a:r>
              <a:rPr lang="zh-CN" altLang="en-US" sz="2400" dirty="0"/>
              <a:t>不能选</a:t>
            </a:r>
            <a:r>
              <a:rPr lang="en-US" altLang="zh-CN" sz="2400" dirty="0"/>
              <a:t>(D).</a:t>
            </a:r>
            <a:endParaRPr lang="en-US" altLang="zh-CN" sz="2400" dirty="0"/>
          </a:p>
          <a:p>
            <a:pPr eaLnBrk="1" hangingPunct="1"/>
            <a:r>
              <a:rPr lang="en-US" altLang="zh-CN" sz="2400" dirty="0">
                <a:sym typeface="Symbol" panose="05050102010706020507" pitchFamily="18" charset="2"/>
              </a:rPr>
              <a:t>1,2</a:t>
            </a:r>
            <a:r>
              <a:rPr lang="zh-CN" altLang="en-US" sz="2400" dirty="0">
                <a:sym typeface="Symbol" panose="05050102010706020507" pitchFamily="18" charset="2"/>
              </a:rPr>
              <a:t>是不同的解，所以</a:t>
            </a:r>
            <a:r>
              <a:rPr lang="en-US" altLang="zh-CN" sz="2400" dirty="0">
                <a:sym typeface="Symbol" panose="05050102010706020507" pitchFamily="18" charset="2"/>
              </a:rPr>
              <a:t>1-</a:t>
            </a:r>
            <a:r>
              <a:rPr lang="zh-CN" altLang="en-US" sz="2400" dirty="0">
                <a:sym typeface="Symbol" panose="05050102010706020507" pitchFamily="18" charset="2"/>
              </a:rPr>
              <a:t></a:t>
            </a:r>
            <a:r>
              <a:rPr lang="en-US" altLang="zh-CN" sz="2400" dirty="0">
                <a:sym typeface="Symbol" panose="05050102010706020507" pitchFamily="18" charset="2"/>
              </a:rPr>
              <a:t>20</a:t>
            </a:r>
            <a:r>
              <a:rPr lang="zh-CN" altLang="en-US" sz="2400" dirty="0">
                <a:sym typeface="Symbol" panose="05050102010706020507" pitchFamily="18" charset="2"/>
              </a:rPr>
              <a:t>，因此可以作为一组基础解系，所以选</a:t>
            </a:r>
            <a:r>
              <a:rPr lang="en-US" altLang="zh-CN" sz="2400" dirty="0">
                <a:sym typeface="Symbol" panose="05050102010706020507" pitchFamily="18" charset="2"/>
              </a:rPr>
              <a:t>(C)</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554"/>
                                        </p:tgtEl>
                                        <p:attrNameLst>
                                          <p:attrName>style.visibility</p:attrName>
                                        </p:attrNameLst>
                                      </p:cBhvr>
                                      <p:to>
                                        <p:strVal val="visible"/>
                                      </p:to>
                                    </p:set>
                                    <p:anim calcmode="lin" valueType="num">
                                      <p:cBhvr additive="base">
                                        <p:cTn id="7" dur="500" fill="hold"/>
                                        <p:tgtEl>
                                          <p:spTgt spid="150554"/>
                                        </p:tgtEl>
                                        <p:attrNameLst>
                                          <p:attrName>ppt_x</p:attrName>
                                        </p:attrNameLst>
                                      </p:cBhvr>
                                      <p:tavLst>
                                        <p:tav tm="0">
                                          <p:val>
                                            <p:strVal val="#ppt_x"/>
                                          </p:val>
                                        </p:tav>
                                        <p:tav tm="100000">
                                          <p:val>
                                            <p:strVal val="#ppt_x"/>
                                          </p:val>
                                        </p:tav>
                                      </p:tavLst>
                                    </p:anim>
                                    <p:anim calcmode="lin" valueType="num">
                                      <p:cBhvr additive="base">
                                        <p:cTn id="8" dur="500" fill="hold"/>
                                        <p:tgtEl>
                                          <p:spTgt spid="1505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0555"/>
                                        </p:tgtEl>
                                        <p:attrNameLst>
                                          <p:attrName>style.visibility</p:attrName>
                                        </p:attrNameLst>
                                      </p:cBhvr>
                                      <p:to>
                                        <p:strVal val="visible"/>
                                      </p:to>
                                    </p:set>
                                    <p:anim calcmode="lin" valueType="num">
                                      <p:cBhvr additive="base">
                                        <p:cTn id="13" dur="500" fill="hold"/>
                                        <p:tgtEl>
                                          <p:spTgt spid="150555"/>
                                        </p:tgtEl>
                                        <p:attrNameLst>
                                          <p:attrName>ppt_x</p:attrName>
                                        </p:attrNameLst>
                                      </p:cBhvr>
                                      <p:tavLst>
                                        <p:tav tm="0">
                                          <p:val>
                                            <p:strVal val="#ppt_x"/>
                                          </p:val>
                                        </p:tav>
                                        <p:tav tm="100000">
                                          <p:val>
                                            <p:strVal val="#ppt_x"/>
                                          </p:val>
                                        </p:tav>
                                      </p:tavLst>
                                    </p:anim>
                                    <p:anim calcmode="lin" valueType="num">
                                      <p:cBhvr additive="base">
                                        <p:cTn id="14" dur="500" fill="hold"/>
                                        <p:tgtEl>
                                          <p:spTgt spid="1505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54" grpId="0"/>
      <p:bldP spid="15055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246470-A5F1-4D0C-A346-306C3F5315AE}" type="datetime3">
              <a:rPr lang="zh-CN" altLang="en-US" smtClean="0"/>
            </a:fld>
            <a:endParaRPr lang="en-US" altLang="zh-CN"/>
          </a:p>
        </p:txBody>
      </p:sp>
      <p:sp>
        <p:nvSpPr>
          <p:cNvPr id="25608"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560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769F65E-1152-4CCC-957C-4750BE53CFFE}" type="slidenum">
              <a:rPr lang="en-US" altLang="zh-CN"/>
            </a:fld>
            <a:endParaRPr lang="en-US" altLang="zh-CN"/>
          </a:p>
        </p:txBody>
      </p:sp>
      <p:sp>
        <p:nvSpPr>
          <p:cNvPr id="25610" name="Rectangle 2"/>
          <p:cNvSpPr>
            <a:spLocks noChangeArrowheads="1"/>
          </p:cNvSpPr>
          <p:nvPr/>
        </p:nvSpPr>
        <p:spPr bwMode="auto">
          <a:xfrm>
            <a:off x="323850" y="188913"/>
            <a:ext cx="4625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》2008-2009</a:t>
            </a:r>
            <a:r>
              <a:rPr lang="zh-CN" altLang="en-US" b="1"/>
              <a:t>学年第</a:t>
            </a:r>
            <a:r>
              <a:rPr lang="en-US" altLang="zh-CN" b="1"/>
              <a:t>2</a:t>
            </a:r>
            <a:r>
              <a:rPr lang="zh-CN" altLang="en-US" b="1"/>
              <a:t>学期，试卷</a:t>
            </a:r>
            <a:endParaRPr lang="zh-CN" altLang="en-US" b="1"/>
          </a:p>
        </p:txBody>
      </p:sp>
      <p:sp>
        <p:nvSpPr>
          <p:cNvPr id="25611" name="Rectangle 3"/>
          <p:cNvSpPr>
            <a:spLocks noChangeArrowheads="1"/>
          </p:cNvSpPr>
          <p:nvPr/>
        </p:nvSpPr>
        <p:spPr bwMode="auto">
          <a:xfrm>
            <a:off x="250825" y="593725"/>
            <a:ext cx="1335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二、填空题</a:t>
            </a:r>
            <a:endParaRPr lang="zh-CN" altLang="en-US" b="1"/>
          </a:p>
        </p:txBody>
      </p:sp>
      <p:graphicFrame>
        <p:nvGraphicFramePr>
          <p:cNvPr id="25602" name="Object 2"/>
          <p:cNvGraphicFramePr>
            <a:graphicFrameLocks noChangeAspect="1"/>
          </p:cNvGraphicFramePr>
          <p:nvPr/>
        </p:nvGraphicFramePr>
        <p:xfrm>
          <a:off x="900113" y="1052513"/>
          <a:ext cx="1582737" cy="474662"/>
        </p:xfrm>
        <a:graphic>
          <a:graphicData uri="http://schemas.openxmlformats.org/presentationml/2006/ole">
            <mc:AlternateContent xmlns:mc="http://schemas.openxmlformats.org/markup-compatibility/2006">
              <mc:Choice xmlns:v="urn:schemas-microsoft-com:vml" Requires="v">
                <p:oleObj spid="_x0000_s65643" name="Equation" r:id="rId1" imgW="761365" imgH="228600" progId="Equation.DSMT4">
                  <p:embed/>
                </p:oleObj>
              </mc:Choice>
              <mc:Fallback>
                <p:oleObj name="Equation" r:id="rId1" imgW="761365"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052513"/>
                        <a:ext cx="1582737" cy="47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3" name="Object 3"/>
          <p:cNvGraphicFramePr>
            <a:graphicFrameLocks noChangeAspect="1"/>
          </p:cNvGraphicFramePr>
          <p:nvPr/>
        </p:nvGraphicFramePr>
        <p:xfrm>
          <a:off x="2916238" y="1052513"/>
          <a:ext cx="2808287" cy="455612"/>
        </p:xfrm>
        <a:graphic>
          <a:graphicData uri="http://schemas.openxmlformats.org/presentationml/2006/ole">
            <mc:AlternateContent xmlns:mc="http://schemas.openxmlformats.org/markup-compatibility/2006">
              <mc:Choice xmlns:v="urn:schemas-microsoft-com:vml" Requires="v">
                <p:oleObj spid="_x0000_s65644" name="Equation" r:id="rId3" imgW="1409700" imgH="228600" progId="Equation.DSMT4">
                  <p:embed/>
                </p:oleObj>
              </mc:Choice>
              <mc:Fallback>
                <p:oleObj name="Equation" r:id="rId3" imgW="14097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1052513"/>
                        <a:ext cx="280828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4" name="Object 4"/>
          <p:cNvGraphicFramePr>
            <a:graphicFrameLocks noChangeAspect="1"/>
          </p:cNvGraphicFramePr>
          <p:nvPr/>
        </p:nvGraphicFramePr>
        <p:xfrm>
          <a:off x="539750" y="1700213"/>
          <a:ext cx="1081088" cy="387350"/>
        </p:xfrm>
        <a:graphic>
          <a:graphicData uri="http://schemas.openxmlformats.org/presentationml/2006/ole">
            <mc:AlternateContent xmlns:mc="http://schemas.openxmlformats.org/markup-compatibility/2006">
              <mc:Choice xmlns:v="urn:schemas-microsoft-com:vml" Requires="v">
                <p:oleObj spid="_x0000_s65645" name="Equation" r:id="rId5" imgW="508000" imgH="177800" progId="Equation.DSMT4">
                  <p:embed/>
                </p:oleObj>
              </mc:Choice>
              <mc:Fallback>
                <p:oleObj name="Equation" r:id="rId5" imgW="508000" imgH="177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1700213"/>
                        <a:ext cx="1081088"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5" name="Object 5"/>
          <p:cNvGraphicFramePr>
            <a:graphicFrameLocks noChangeAspect="1"/>
          </p:cNvGraphicFramePr>
          <p:nvPr/>
        </p:nvGraphicFramePr>
        <p:xfrm>
          <a:off x="3635375" y="1700213"/>
          <a:ext cx="2376488" cy="471487"/>
        </p:xfrm>
        <a:graphic>
          <a:graphicData uri="http://schemas.openxmlformats.org/presentationml/2006/ole">
            <mc:AlternateContent xmlns:mc="http://schemas.openxmlformats.org/markup-compatibility/2006">
              <mc:Choice xmlns:v="urn:schemas-microsoft-com:vml" Requires="v">
                <p:oleObj spid="_x0000_s65646" name="Equation" r:id="rId7" imgW="1155700" imgH="228600" progId="Equation.DSMT4">
                  <p:embed/>
                </p:oleObj>
              </mc:Choice>
              <mc:Fallback>
                <p:oleObj name="Equation" r:id="rId7" imgW="11557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375" y="1700213"/>
                        <a:ext cx="2376488" cy="471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2" name="Rectangle 13"/>
          <p:cNvSpPr>
            <a:spLocks noChangeArrowheads="1"/>
          </p:cNvSpPr>
          <p:nvPr/>
        </p:nvSpPr>
        <p:spPr bwMode="auto">
          <a:xfrm>
            <a:off x="0" y="1052513"/>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7. </a:t>
            </a:r>
            <a:r>
              <a:rPr lang="zh-CN" altLang="en-US" sz="2400">
                <a:latin typeface="宋体" panose="02010600030101010101" pitchFamily="2" charset="-122"/>
                <a:cs typeface="Times New Roman" panose="02020603050405020304" pitchFamily="18" charset="0"/>
              </a:rPr>
              <a:t>设</a:t>
            </a:r>
            <a:endParaRPr lang="zh-CN" altLang="en-US" sz="2400"/>
          </a:p>
        </p:txBody>
      </p:sp>
      <p:sp>
        <p:nvSpPr>
          <p:cNvPr id="25613" name="Rectangle 14"/>
          <p:cNvSpPr>
            <a:spLocks noChangeArrowheads="1"/>
          </p:cNvSpPr>
          <p:nvPr/>
        </p:nvSpPr>
        <p:spPr bwMode="auto">
          <a:xfrm>
            <a:off x="2484438" y="10525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及</a:t>
            </a:r>
            <a:endParaRPr lang="zh-CN" altLang="en-US" sz="2400"/>
          </a:p>
        </p:txBody>
      </p:sp>
      <p:sp>
        <p:nvSpPr>
          <p:cNvPr id="25614" name="Rectangle 15"/>
          <p:cNvSpPr>
            <a:spLocks noChangeArrowheads="1"/>
          </p:cNvSpPr>
          <p:nvPr/>
        </p:nvSpPr>
        <p:spPr bwMode="auto">
          <a:xfrm>
            <a:off x="5651500" y="1052513"/>
            <a:ext cx="323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都是非齐次线性方程组</a:t>
            </a:r>
            <a:endParaRPr lang="zh-CN" altLang="en-US" sz="2400"/>
          </a:p>
        </p:txBody>
      </p:sp>
      <p:sp>
        <p:nvSpPr>
          <p:cNvPr id="25615" name="Rectangle 16"/>
          <p:cNvSpPr>
            <a:spLocks noChangeArrowheads="1"/>
          </p:cNvSpPr>
          <p:nvPr/>
        </p:nvSpPr>
        <p:spPr bwMode="auto">
          <a:xfrm>
            <a:off x="1619250" y="1700213"/>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的解向量，则</a:t>
            </a:r>
            <a:endParaRPr lang="zh-CN" altLang="en-US" sz="2400"/>
          </a:p>
        </p:txBody>
      </p:sp>
      <p:sp>
        <p:nvSpPr>
          <p:cNvPr id="25616" name="Rectangle 17"/>
          <p:cNvSpPr>
            <a:spLocks noChangeArrowheads="1"/>
          </p:cNvSpPr>
          <p:nvPr/>
        </p:nvSpPr>
        <p:spPr bwMode="auto">
          <a:xfrm>
            <a:off x="6011863" y="1916113"/>
            <a:ext cx="1479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latin typeface="宋体" panose="02010600030101010101" pitchFamily="2" charset="-122"/>
                <a:cs typeface="Times New Roman" panose="02020603050405020304" pitchFamily="18" charset="0"/>
              </a:rPr>
              <a:t>________________.</a:t>
            </a:r>
            <a:endParaRPr lang="en-US" altLang="zh-CN"/>
          </a:p>
        </p:txBody>
      </p:sp>
      <p:sp>
        <p:nvSpPr>
          <p:cNvPr id="25617" name="Rectangle 19"/>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5606" name="Object 6"/>
          <p:cNvGraphicFramePr>
            <a:graphicFrameLocks noChangeAspect="1"/>
          </p:cNvGraphicFramePr>
          <p:nvPr/>
        </p:nvGraphicFramePr>
        <p:xfrm>
          <a:off x="179388" y="2565400"/>
          <a:ext cx="8713787" cy="3078163"/>
        </p:xfrm>
        <a:graphic>
          <a:graphicData uri="http://schemas.openxmlformats.org/presentationml/2006/ole">
            <mc:AlternateContent xmlns:mc="http://schemas.openxmlformats.org/markup-compatibility/2006">
              <mc:Choice xmlns:v="urn:schemas-microsoft-com:vml" Requires="v">
                <p:oleObj spid="_x0000_s65647" name="Equation" r:id="rId9" imgW="4089400" imgH="1447800" progId="Equation.DSMT4">
                  <p:embed/>
                </p:oleObj>
              </mc:Choice>
              <mc:Fallback>
                <p:oleObj name="Equation" r:id="rId9" imgW="4089400" imgH="14478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388" y="2565400"/>
                        <a:ext cx="8713787" cy="307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6"/>
                                        </p:tgtEl>
                                        <p:attrNameLst>
                                          <p:attrName>style.visibility</p:attrName>
                                        </p:attrNameLst>
                                      </p:cBhvr>
                                      <p:to>
                                        <p:strVal val="visible"/>
                                      </p:to>
                                    </p:set>
                                    <p:anim calcmode="lin" valueType="num">
                                      <p:cBhvr additive="base">
                                        <p:cTn id="7" dur="500" fill="hold"/>
                                        <p:tgtEl>
                                          <p:spTgt spid="25606"/>
                                        </p:tgtEl>
                                        <p:attrNameLst>
                                          <p:attrName>ppt_x</p:attrName>
                                        </p:attrNameLst>
                                      </p:cBhvr>
                                      <p:tavLst>
                                        <p:tav tm="0">
                                          <p:val>
                                            <p:strVal val="#ppt_x"/>
                                          </p:val>
                                        </p:tav>
                                        <p:tav tm="100000">
                                          <p:val>
                                            <p:strVal val="#ppt_x"/>
                                          </p:val>
                                        </p:tav>
                                      </p:tavLst>
                                    </p:anim>
                                    <p:anim calcmode="lin" valueType="num">
                                      <p:cBhvr additive="base">
                                        <p:cTn id="8" dur="500" fill="hold"/>
                                        <p:tgtEl>
                                          <p:spTgt spid="256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92C3081-1C5A-4DF1-9F3B-DDB9DBC23867}" type="datetime3">
              <a:rPr lang="zh-CN" altLang="en-US" smtClean="0"/>
            </a:fld>
            <a:endParaRPr lang="en-US" altLang="zh-CN"/>
          </a:p>
        </p:txBody>
      </p:sp>
      <p:sp>
        <p:nvSpPr>
          <p:cNvPr id="26631"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66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1A80D99-95A4-439E-BFF4-E5F7FA76FFB1}" type="slidenum">
              <a:rPr lang="en-US" altLang="zh-CN"/>
            </a:fld>
            <a:endParaRPr lang="en-US" altLang="zh-CN"/>
          </a:p>
        </p:txBody>
      </p:sp>
      <p:sp>
        <p:nvSpPr>
          <p:cNvPr id="26633" name="Rectangle 2"/>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》2011-2012</a:t>
            </a:r>
            <a:r>
              <a:rPr lang="zh-CN" altLang="en-US" b="1"/>
              <a:t>学年第</a:t>
            </a:r>
            <a:r>
              <a:rPr lang="en-US" altLang="zh-CN" b="1"/>
              <a:t>2</a:t>
            </a:r>
            <a:r>
              <a:rPr lang="zh-CN" altLang="en-US" b="1"/>
              <a:t>学期，试卷</a:t>
            </a:r>
            <a:endParaRPr lang="zh-CN" altLang="en-US" b="1"/>
          </a:p>
        </p:txBody>
      </p:sp>
      <p:sp>
        <p:nvSpPr>
          <p:cNvPr id="26634" name="Rectangle 3"/>
          <p:cNvSpPr>
            <a:spLocks noChangeArrowheads="1"/>
          </p:cNvSpPr>
          <p:nvPr/>
        </p:nvSpPr>
        <p:spPr bwMode="auto">
          <a:xfrm>
            <a:off x="-1044575" y="2814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26635" name="Rectangle 5"/>
          <p:cNvSpPr>
            <a:spLocks noChangeArrowheads="1"/>
          </p:cNvSpPr>
          <p:nvPr/>
        </p:nvSpPr>
        <p:spPr bwMode="auto">
          <a:xfrm>
            <a:off x="323850" y="620713"/>
            <a:ext cx="1398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二、填空题</a:t>
            </a:r>
            <a:r>
              <a:rPr lang="zh-CN" altLang="en-US"/>
              <a:t> </a:t>
            </a:r>
            <a:endParaRPr lang="zh-CN" altLang="en-US"/>
          </a:p>
        </p:txBody>
      </p:sp>
      <p:graphicFrame>
        <p:nvGraphicFramePr>
          <p:cNvPr id="26626" name="Object 2"/>
          <p:cNvGraphicFramePr>
            <a:graphicFrameLocks noChangeAspect="1"/>
          </p:cNvGraphicFramePr>
          <p:nvPr/>
        </p:nvGraphicFramePr>
        <p:xfrm>
          <a:off x="2484438" y="836613"/>
          <a:ext cx="2525712" cy="1054100"/>
        </p:xfrm>
        <a:graphic>
          <a:graphicData uri="http://schemas.openxmlformats.org/presentationml/2006/ole">
            <mc:AlternateContent xmlns:mc="http://schemas.openxmlformats.org/markup-compatibility/2006">
              <mc:Choice xmlns:v="urn:schemas-microsoft-com:vml" Requires="v">
                <p:oleObj spid="_x0000_s66646" name="Equation" r:id="rId1" imgW="1714500" imgH="711200" progId="Equation.DSMT4">
                  <p:embed/>
                </p:oleObj>
              </mc:Choice>
              <mc:Fallback>
                <p:oleObj name="Equation" r:id="rId1" imgW="1714500" imgH="711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836613"/>
                        <a:ext cx="2525712"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7" name="Object 3"/>
          <p:cNvGraphicFramePr>
            <a:graphicFrameLocks noChangeAspect="1"/>
          </p:cNvGraphicFramePr>
          <p:nvPr/>
        </p:nvGraphicFramePr>
        <p:xfrm>
          <a:off x="6372225" y="1203325"/>
          <a:ext cx="588963" cy="354013"/>
        </p:xfrm>
        <a:graphic>
          <a:graphicData uri="http://schemas.openxmlformats.org/presentationml/2006/ole">
            <mc:AlternateContent xmlns:mc="http://schemas.openxmlformats.org/markup-compatibility/2006">
              <mc:Choice xmlns:v="urn:schemas-microsoft-com:vml" Requires="v">
                <p:oleObj spid="_x0000_s66647" name="Equation" r:id="rId3" imgW="241300" imgH="139700" progId="Equation.DSMT4">
                  <p:embed/>
                </p:oleObj>
              </mc:Choice>
              <mc:Fallback>
                <p:oleObj name="Equation" r:id="rId3" imgW="241300" imgH="139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25" y="1203325"/>
                        <a:ext cx="588963" cy="35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6" name="Rectangle 20"/>
          <p:cNvSpPr>
            <a:spLocks noChangeArrowheads="1"/>
          </p:cNvSpPr>
          <p:nvPr/>
        </p:nvSpPr>
        <p:spPr bwMode="auto">
          <a:xfrm>
            <a:off x="323850" y="1196975"/>
            <a:ext cx="2165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9. </a:t>
            </a:r>
            <a:r>
              <a:rPr lang="zh-CN" altLang="en-US" sz="2400">
                <a:latin typeface="宋体" panose="02010600030101010101" pitchFamily="2" charset="-122"/>
                <a:cs typeface="Times New Roman" panose="02020603050405020304" pitchFamily="18" charset="0"/>
              </a:rPr>
              <a:t>已知方程组</a:t>
            </a:r>
            <a:endParaRPr lang="zh-CN" altLang="en-US" sz="2400"/>
          </a:p>
        </p:txBody>
      </p:sp>
      <p:sp>
        <p:nvSpPr>
          <p:cNvPr id="26637" name="Rectangle 21"/>
          <p:cNvSpPr>
            <a:spLocks noChangeArrowheads="1"/>
          </p:cNvSpPr>
          <p:nvPr/>
        </p:nvSpPr>
        <p:spPr bwMode="auto">
          <a:xfrm>
            <a:off x="5003800" y="1125538"/>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无解，则</a:t>
            </a:r>
            <a:endParaRPr lang="zh-CN" altLang="en-US" sz="2400"/>
          </a:p>
        </p:txBody>
      </p:sp>
      <p:sp>
        <p:nvSpPr>
          <p:cNvPr id="26638" name="Rectangle 22"/>
          <p:cNvSpPr>
            <a:spLocks noChangeArrowheads="1"/>
          </p:cNvSpPr>
          <p:nvPr/>
        </p:nvSpPr>
        <p:spPr bwMode="auto">
          <a:xfrm>
            <a:off x="7092950" y="1057275"/>
            <a:ext cx="9588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u="sng">
                <a:latin typeface="宋体" panose="02010600030101010101" pitchFamily="2" charset="-122"/>
                <a:cs typeface="Times New Roman" panose="02020603050405020304" pitchFamily="18" charset="0"/>
              </a:rPr>
              <a:t> ? </a:t>
            </a:r>
            <a:r>
              <a:rPr lang="zh-CN" altLang="en-US" sz="2400">
                <a:latin typeface="Times New Roman" panose="02020603050405020304" pitchFamily="18" charset="0"/>
                <a:cs typeface="Times New Roman" panose="02020603050405020304" pitchFamily="18" charset="0"/>
              </a:rPr>
              <a:t>．</a:t>
            </a:r>
            <a:endParaRPr lang="zh-CN" altLang="en-US" sz="2400"/>
          </a:p>
        </p:txBody>
      </p:sp>
      <p:sp>
        <p:nvSpPr>
          <p:cNvPr id="164887" name="Rectangle 23"/>
          <p:cNvSpPr>
            <a:spLocks noChangeArrowheads="1"/>
          </p:cNvSpPr>
          <p:nvPr/>
        </p:nvSpPr>
        <p:spPr bwMode="auto">
          <a:xfrm>
            <a:off x="323850" y="1916113"/>
            <a:ext cx="8712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a:t>由</a:t>
            </a:r>
            <a:r>
              <a:rPr lang="en-US" altLang="zh-CN" sz="2200"/>
              <a:t>P64</a:t>
            </a:r>
            <a:r>
              <a:rPr lang="zh-CN" altLang="en-US" sz="2200"/>
              <a:t>讨论知道</a:t>
            </a:r>
            <a:r>
              <a:rPr lang="en-US" altLang="zh-CN" sz="2200"/>
              <a:t>, </a:t>
            </a:r>
            <a:r>
              <a:rPr lang="zh-CN" altLang="en-US" sz="2200"/>
              <a:t>非齐次方程无解，则系数矩阵的秩小于增广矩阵的秩。</a:t>
            </a:r>
            <a:endParaRPr lang="zh-CN" altLang="en-US" sz="2200"/>
          </a:p>
        </p:txBody>
      </p:sp>
      <p:sp>
        <p:nvSpPr>
          <p:cNvPr id="164888" name="Rectangle 24"/>
          <p:cNvSpPr>
            <a:spLocks noChangeArrowheads="1"/>
          </p:cNvSpPr>
          <p:nvPr/>
        </p:nvSpPr>
        <p:spPr bwMode="auto">
          <a:xfrm>
            <a:off x="250825" y="2420938"/>
            <a:ext cx="83534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增广矩阵为</a:t>
            </a:r>
            <a:r>
              <a:rPr lang="en-US" altLang="zh-CN" sz="2400"/>
              <a:t>3</a:t>
            </a:r>
            <a:r>
              <a:rPr lang="zh-CN" altLang="zh-CN" sz="2400"/>
              <a:t>×</a:t>
            </a:r>
            <a:r>
              <a:rPr lang="en-US" altLang="zh-CN" sz="2400"/>
              <a:t>4</a:t>
            </a:r>
            <a:r>
              <a:rPr lang="zh-CN" altLang="en-US" sz="2400"/>
              <a:t>阶矩阵，所以它的秩最多为</a:t>
            </a:r>
            <a:r>
              <a:rPr lang="en-US" altLang="zh-CN" sz="2400"/>
              <a:t>3</a:t>
            </a:r>
            <a:r>
              <a:rPr lang="zh-CN" altLang="en-US" sz="2400"/>
              <a:t>，所以系数矩阵的秩一定小于</a:t>
            </a:r>
            <a:r>
              <a:rPr lang="en-US" altLang="zh-CN" sz="2400"/>
              <a:t>3</a:t>
            </a:r>
            <a:r>
              <a:rPr lang="zh-CN" altLang="en-US" sz="2400"/>
              <a:t>，</a:t>
            </a:r>
            <a:endParaRPr lang="zh-CN" altLang="en-US" sz="2400"/>
          </a:p>
        </p:txBody>
      </p:sp>
      <p:sp>
        <p:nvSpPr>
          <p:cNvPr id="26642" name="Rectangle 25"/>
          <p:cNvSpPr>
            <a:spLocks noChangeArrowheads="1"/>
          </p:cNvSpPr>
          <p:nvPr/>
        </p:nvSpPr>
        <p:spPr bwMode="auto">
          <a:xfrm>
            <a:off x="3779838" y="4437063"/>
            <a:ext cx="46799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将</a:t>
            </a:r>
            <a:r>
              <a:rPr lang="en-US" altLang="zh-CN" sz="2400"/>
              <a:t>a=-1</a:t>
            </a:r>
            <a:r>
              <a:rPr lang="zh-CN" altLang="en-US" sz="2400"/>
              <a:t>代入得到系数矩阵与增广矩阵的秩均为</a:t>
            </a:r>
            <a:r>
              <a:rPr lang="en-US" altLang="zh-CN" sz="2400"/>
              <a:t>2</a:t>
            </a:r>
            <a:endParaRPr lang="zh-CN" altLang="en-US" sz="2400"/>
          </a:p>
        </p:txBody>
      </p:sp>
      <p:graphicFrame>
        <p:nvGraphicFramePr>
          <p:cNvPr id="26628" name="Object 4"/>
          <p:cNvGraphicFramePr>
            <a:graphicFrameLocks noChangeAspect="1"/>
          </p:cNvGraphicFramePr>
          <p:nvPr/>
        </p:nvGraphicFramePr>
        <p:xfrm>
          <a:off x="395288" y="3213100"/>
          <a:ext cx="7416800" cy="1241425"/>
        </p:xfrm>
        <a:graphic>
          <a:graphicData uri="http://schemas.openxmlformats.org/presentationml/2006/ole">
            <mc:AlternateContent xmlns:mc="http://schemas.openxmlformats.org/markup-compatibility/2006">
              <mc:Choice xmlns:v="urn:schemas-microsoft-com:vml" Requires="v">
                <p:oleObj spid="_x0000_s66648" name="Equation" r:id="rId5" imgW="4279900" imgH="711200" progId="Equation.DSMT4">
                  <p:embed/>
                </p:oleObj>
              </mc:Choice>
              <mc:Fallback>
                <p:oleObj name="Equation" r:id="rId5" imgW="4279900" imgH="711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3213100"/>
                        <a:ext cx="7416800" cy="1241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21"/>
          <p:cNvGrpSpPr/>
          <p:nvPr/>
        </p:nvGrpSpPr>
        <p:grpSpPr bwMode="auto">
          <a:xfrm>
            <a:off x="323850" y="4508500"/>
            <a:ext cx="3276600" cy="457200"/>
            <a:chOff x="323528" y="4509120"/>
            <a:chExt cx="3277510" cy="457200"/>
          </a:xfrm>
        </p:grpSpPr>
        <p:sp>
          <p:nvSpPr>
            <p:cNvPr id="26645" name="Rectangle 27"/>
            <p:cNvSpPr>
              <a:spLocks noChangeArrowheads="1"/>
            </p:cNvSpPr>
            <p:nvPr/>
          </p:nvSpPr>
          <p:spPr bwMode="auto">
            <a:xfrm>
              <a:off x="323528" y="450912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解得</a:t>
              </a:r>
              <a:endParaRPr lang="zh-CN" altLang="en-US" sz="2400"/>
            </a:p>
          </p:txBody>
        </p:sp>
        <p:graphicFrame>
          <p:nvGraphicFramePr>
            <p:cNvPr id="26629" name="Object 5"/>
            <p:cNvGraphicFramePr>
              <a:graphicFrameLocks noChangeAspect="1"/>
            </p:cNvGraphicFramePr>
            <p:nvPr/>
          </p:nvGraphicFramePr>
          <p:xfrm>
            <a:off x="1115616" y="4509120"/>
            <a:ext cx="2485422" cy="449833"/>
          </p:xfrm>
          <a:graphic>
            <a:graphicData uri="http://schemas.openxmlformats.org/presentationml/2006/ole">
              <mc:AlternateContent xmlns:mc="http://schemas.openxmlformats.org/markup-compatibility/2006">
                <mc:Choice xmlns:v="urn:schemas-microsoft-com:vml" Requires="v">
                  <p:oleObj spid="_x0000_s66649" name="Equation" r:id="rId7" imgW="1129665" imgH="203200" progId="Equation.DSMT4">
                    <p:embed/>
                  </p:oleObj>
                </mc:Choice>
                <mc:Fallback>
                  <p:oleObj name="Equation" r:id="rId7" imgW="1129665"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5616" y="4509120"/>
                          <a:ext cx="2485422" cy="4498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Rectangle 25"/>
          <p:cNvSpPr>
            <a:spLocks noChangeArrowheads="1"/>
          </p:cNvSpPr>
          <p:nvPr/>
        </p:nvSpPr>
        <p:spPr bwMode="auto">
          <a:xfrm>
            <a:off x="395288" y="5229225"/>
            <a:ext cx="84248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将</a:t>
            </a:r>
            <a:r>
              <a:rPr lang="en-US" altLang="zh-CN" sz="2400"/>
              <a:t>a=3</a:t>
            </a:r>
            <a:r>
              <a:rPr lang="zh-CN" altLang="en-US" sz="2400"/>
              <a:t>代入得到系数矩阵秩为</a:t>
            </a:r>
            <a:r>
              <a:rPr lang="en-US" altLang="zh-CN" sz="2400"/>
              <a:t>2</a:t>
            </a:r>
            <a:r>
              <a:rPr lang="zh-CN" altLang="en-US" sz="2400"/>
              <a:t>，增广矩阵的秩均为</a:t>
            </a:r>
            <a:r>
              <a:rPr lang="en-US" altLang="zh-CN" sz="2400"/>
              <a:t>3</a:t>
            </a:r>
            <a:endParaRPr lang="zh-CN" altLang="en-US" sz="2400"/>
          </a:p>
        </p:txBody>
      </p:sp>
      <p:sp>
        <p:nvSpPr>
          <p:cNvPr id="21" name="Rectangle 25"/>
          <p:cNvSpPr>
            <a:spLocks noChangeArrowheads="1"/>
          </p:cNvSpPr>
          <p:nvPr/>
        </p:nvSpPr>
        <p:spPr bwMode="auto">
          <a:xfrm>
            <a:off x="468313" y="5732463"/>
            <a:ext cx="4391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a:t>
            </a:r>
            <a:r>
              <a:rPr lang="en-US" altLang="zh-CN" sz="2400"/>
              <a:t>a=3.</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887"/>
                                        </p:tgtEl>
                                        <p:attrNameLst>
                                          <p:attrName>style.visibility</p:attrName>
                                        </p:attrNameLst>
                                      </p:cBhvr>
                                      <p:to>
                                        <p:strVal val="visible"/>
                                      </p:to>
                                    </p:set>
                                    <p:anim calcmode="lin" valueType="num">
                                      <p:cBhvr additive="base">
                                        <p:cTn id="7" dur="500" fill="hold"/>
                                        <p:tgtEl>
                                          <p:spTgt spid="164887"/>
                                        </p:tgtEl>
                                        <p:attrNameLst>
                                          <p:attrName>ppt_x</p:attrName>
                                        </p:attrNameLst>
                                      </p:cBhvr>
                                      <p:tavLst>
                                        <p:tav tm="0">
                                          <p:val>
                                            <p:strVal val="#ppt_x"/>
                                          </p:val>
                                        </p:tav>
                                        <p:tav tm="100000">
                                          <p:val>
                                            <p:strVal val="#ppt_x"/>
                                          </p:val>
                                        </p:tav>
                                      </p:tavLst>
                                    </p:anim>
                                    <p:anim calcmode="lin" valueType="num">
                                      <p:cBhvr additive="base">
                                        <p:cTn id="8" dur="500" fill="hold"/>
                                        <p:tgtEl>
                                          <p:spTgt spid="1648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4888"/>
                                        </p:tgtEl>
                                        <p:attrNameLst>
                                          <p:attrName>style.visibility</p:attrName>
                                        </p:attrNameLst>
                                      </p:cBhvr>
                                      <p:to>
                                        <p:strVal val="visible"/>
                                      </p:to>
                                    </p:set>
                                    <p:anim calcmode="lin" valueType="num">
                                      <p:cBhvr additive="base">
                                        <p:cTn id="13" dur="500" fill="hold"/>
                                        <p:tgtEl>
                                          <p:spTgt spid="164888"/>
                                        </p:tgtEl>
                                        <p:attrNameLst>
                                          <p:attrName>ppt_x</p:attrName>
                                        </p:attrNameLst>
                                      </p:cBhvr>
                                      <p:tavLst>
                                        <p:tav tm="0">
                                          <p:val>
                                            <p:strVal val="#ppt_x"/>
                                          </p:val>
                                        </p:tav>
                                        <p:tav tm="100000">
                                          <p:val>
                                            <p:strVal val="#ppt_x"/>
                                          </p:val>
                                        </p:tav>
                                      </p:tavLst>
                                    </p:anim>
                                    <p:anim calcmode="lin" valueType="num">
                                      <p:cBhvr additive="base">
                                        <p:cTn id="14" dur="500" fill="hold"/>
                                        <p:tgtEl>
                                          <p:spTgt spid="16488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628"/>
                                        </p:tgtEl>
                                        <p:attrNameLst>
                                          <p:attrName>style.visibility</p:attrName>
                                        </p:attrNameLst>
                                      </p:cBhvr>
                                      <p:to>
                                        <p:strVal val="visible"/>
                                      </p:to>
                                    </p:set>
                                    <p:anim calcmode="lin" valueType="num">
                                      <p:cBhvr additive="base">
                                        <p:cTn id="19" dur="500" fill="hold"/>
                                        <p:tgtEl>
                                          <p:spTgt spid="26628"/>
                                        </p:tgtEl>
                                        <p:attrNameLst>
                                          <p:attrName>ppt_x</p:attrName>
                                        </p:attrNameLst>
                                      </p:cBhvr>
                                      <p:tavLst>
                                        <p:tav tm="0">
                                          <p:val>
                                            <p:strVal val="#ppt_x"/>
                                          </p:val>
                                        </p:tav>
                                        <p:tav tm="100000">
                                          <p:val>
                                            <p:strVal val="#ppt_x"/>
                                          </p:val>
                                        </p:tav>
                                      </p:tavLst>
                                    </p:anim>
                                    <p:anim calcmode="lin" valueType="num">
                                      <p:cBhvr additive="base">
                                        <p:cTn id="20"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6642"/>
                                        </p:tgtEl>
                                        <p:attrNameLst>
                                          <p:attrName>style.visibility</p:attrName>
                                        </p:attrNameLst>
                                      </p:cBhvr>
                                      <p:to>
                                        <p:strVal val="visible"/>
                                      </p:to>
                                    </p:set>
                                    <p:anim calcmode="lin" valueType="num">
                                      <p:cBhvr additive="base">
                                        <p:cTn id="31" dur="500" fill="hold"/>
                                        <p:tgtEl>
                                          <p:spTgt spid="26642"/>
                                        </p:tgtEl>
                                        <p:attrNameLst>
                                          <p:attrName>ppt_x</p:attrName>
                                        </p:attrNameLst>
                                      </p:cBhvr>
                                      <p:tavLst>
                                        <p:tav tm="0">
                                          <p:val>
                                            <p:strVal val="#ppt_x"/>
                                          </p:val>
                                        </p:tav>
                                        <p:tav tm="100000">
                                          <p:val>
                                            <p:strVal val="#ppt_x"/>
                                          </p:val>
                                        </p:tav>
                                      </p:tavLst>
                                    </p:anim>
                                    <p:anim calcmode="lin" valueType="num">
                                      <p:cBhvr additive="base">
                                        <p:cTn id="32" dur="500" fill="hold"/>
                                        <p:tgtEl>
                                          <p:spTgt spid="2664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
                                          </p:val>
                                        </p:tav>
                                        <p:tav tm="100000">
                                          <p:val>
                                            <p:strVal val="#ppt_x"/>
                                          </p:val>
                                        </p:tav>
                                      </p:tavLst>
                                    </p:anim>
                                    <p:anim calcmode="lin" valueType="num">
                                      <p:cBhvr additive="base">
                                        <p:cTn id="4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87" grpId="0"/>
      <p:bldP spid="164888" grpId="0"/>
      <p:bldP spid="26642" grpId="0"/>
      <p:bldP spid="20" grpId="0"/>
      <p:bldP spid="2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78F279-D27D-4B2C-9E54-BB2BF394A64A}" type="datetime3">
              <a:rPr lang="zh-CN" altLang="en-US" smtClean="0"/>
            </a:fld>
            <a:endParaRPr lang="en-US" altLang="zh-CN"/>
          </a:p>
        </p:txBody>
      </p:sp>
      <p:sp>
        <p:nvSpPr>
          <p:cNvPr id="2765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76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FC27F95-688C-4CD9-8F73-C805E4E3027A}" type="slidenum">
              <a:rPr lang="en-US" altLang="zh-CN"/>
            </a:fld>
            <a:endParaRPr lang="en-US" altLang="zh-CN"/>
          </a:p>
        </p:txBody>
      </p:sp>
      <p:sp>
        <p:nvSpPr>
          <p:cNvPr id="27655" name="Rectangle 2"/>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》2012-2013</a:t>
            </a:r>
            <a:r>
              <a:rPr lang="zh-CN" altLang="en-US" b="1"/>
              <a:t>学年第</a:t>
            </a:r>
            <a:r>
              <a:rPr lang="en-US" altLang="zh-CN" b="1"/>
              <a:t>2</a:t>
            </a:r>
            <a:r>
              <a:rPr lang="zh-CN" altLang="en-US" b="1"/>
              <a:t>学期，试卷</a:t>
            </a:r>
            <a:endParaRPr lang="zh-CN" altLang="en-US" b="1"/>
          </a:p>
        </p:txBody>
      </p:sp>
      <p:sp>
        <p:nvSpPr>
          <p:cNvPr id="27656" name="Rectangle 3"/>
          <p:cNvSpPr>
            <a:spLocks noChangeArrowheads="1"/>
          </p:cNvSpPr>
          <p:nvPr/>
        </p:nvSpPr>
        <p:spPr bwMode="auto">
          <a:xfrm>
            <a:off x="-1044575" y="2814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27657" name="Rectangle 7"/>
          <p:cNvSpPr>
            <a:spLocks noChangeArrowheads="1"/>
          </p:cNvSpPr>
          <p:nvPr/>
        </p:nvSpPr>
        <p:spPr bwMode="auto">
          <a:xfrm>
            <a:off x="179388" y="5461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5.</a:t>
            </a:r>
            <a:endParaRPr lang="en-US" altLang="zh-CN" sz="2400"/>
          </a:p>
        </p:txBody>
      </p:sp>
      <p:sp>
        <p:nvSpPr>
          <p:cNvPr id="27658" name="Rectangle 19"/>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59" name="Rectangle 22"/>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0" name="Rectangle 25"/>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1" name="Rectangle 2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2" name="Rectangle 30"/>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 name="矩形 24"/>
          <p:cNvSpPr>
            <a:spLocks noChangeArrowheads="1"/>
          </p:cNvSpPr>
          <p:nvPr/>
        </p:nvSpPr>
        <p:spPr bwMode="auto">
          <a:xfrm>
            <a:off x="395288" y="3141663"/>
            <a:ext cx="13985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答案</a:t>
            </a:r>
            <a:r>
              <a:rPr lang="en-US" altLang="zh-CN" sz="2400">
                <a:sym typeface="Wingdings" panose="05000000000000000000" pitchFamily="2" charset="2"/>
              </a:rPr>
              <a:t>: (D)</a:t>
            </a:r>
            <a:endParaRPr lang="zh-CN" altLang="en-US" sz="2400"/>
          </a:p>
        </p:txBody>
      </p:sp>
      <p:sp>
        <p:nvSpPr>
          <p:cNvPr id="27664" name="矩形 26"/>
          <p:cNvSpPr>
            <a:spLocks noChangeArrowheads="1"/>
          </p:cNvSpPr>
          <p:nvPr/>
        </p:nvSpPr>
        <p:spPr bwMode="auto">
          <a:xfrm>
            <a:off x="684213" y="620713"/>
            <a:ext cx="2646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设三元线性方程组</a:t>
            </a:r>
            <a:endParaRPr lang="zh-CN" altLang="en-US" sz="2400"/>
          </a:p>
        </p:txBody>
      </p:sp>
      <p:pic>
        <p:nvPicPr>
          <p:cNvPr id="27665" name="Picture 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76600" y="620713"/>
            <a:ext cx="12763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6" name="矩形 35"/>
          <p:cNvSpPr>
            <a:spLocks noChangeArrowheads="1"/>
          </p:cNvSpPr>
          <p:nvPr/>
        </p:nvSpPr>
        <p:spPr bwMode="auto">
          <a:xfrm>
            <a:off x="4716463" y="620713"/>
            <a:ext cx="1809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t>A</a:t>
            </a:r>
            <a:r>
              <a:rPr lang="zh-CN" altLang="zh-CN" sz="2400"/>
              <a:t>的秩为</a:t>
            </a:r>
            <a:r>
              <a:rPr lang="en-US" altLang="zh-CN" sz="2400"/>
              <a:t>2</a:t>
            </a:r>
            <a:r>
              <a:rPr lang="zh-CN" altLang="zh-CN" sz="2400"/>
              <a:t>，</a:t>
            </a:r>
            <a:endParaRPr lang="zh-CN" altLang="en-US" sz="2400"/>
          </a:p>
        </p:txBody>
      </p:sp>
      <p:pic>
        <p:nvPicPr>
          <p:cNvPr id="27667"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2225" y="476250"/>
            <a:ext cx="4318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8"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5463" y="549275"/>
            <a:ext cx="4079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9" name="Picture 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0288" y="549275"/>
            <a:ext cx="4318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0" name="矩形 39"/>
          <p:cNvSpPr>
            <a:spLocks noChangeArrowheads="1"/>
          </p:cNvSpPr>
          <p:nvPr/>
        </p:nvSpPr>
        <p:spPr bwMode="auto">
          <a:xfrm>
            <a:off x="468313" y="1125538"/>
            <a:ext cx="23383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为方程组的解，</a:t>
            </a:r>
            <a:endParaRPr lang="zh-CN" altLang="en-US" sz="2400"/>
          </a:p>
        </p:txBody>
      </p:sp>
      <p:pic>
        <p:nvPicPr>
          <p:cNvPr id="27671" name="Picture 2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00338" y="1052513"/>
            <a:ext cx="2587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2" name="Picture 2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80063" y="1052513"/>
            <a:ext cx="26638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3" name="矩形 42"/>
          <p:cNvSpPr>
            <a:spLocks noChangeArrowheads="1"/>
          </p:cNvSpPr>
          <p:nvPr/>
        </p:nvSpPr>
        <p:spPr bwMode="auto">
          <a:xfrm>
            <a:off x="539750" y="1628775"/>
            <a:ext cx="341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则对任意常数</a:t>
            </a:r>
            <a:r>
              <a:rPr lang="en-US" altLang="zh-CN" sz="2400" i="1"/>
              <a:t>k</a:t>
            </a:r>
            <a:r>
              <a:rPr lang="zh-CN" altLang="zh-CN" sz="2400"/>
              <a:t>，方程组</a:t>
            </a:r>
            <a:endParaRPr lang="zh-CN" altLang="en-US" sz="2400"/>
          </a:p>
        </p:txBody>
      </p:sp>
      <p:pic>
        <p:nvPicPr>
          <p:cNvPr id="27674" name="Picture 2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24300" y="1628775"/>
            <a:ext cx="10906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5" name="矩形 44"/>
          <p:cNvSpPr>
            <a:spLocks noChangeArrowheads="1"/>
          </p:cNvSpPr>
          <p:nvPr/>
        </p:nvSpPr>
        <p:spPr bwMode="auto">
          <a:xfrm>
            <a:off x="5148263" y="1628775"/>
            <a:ext cx="2646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的通解为（　　）</a:t>
            </a:r>
            <a:endParaRPr lang="zh-CN" altLang="en-US" sz="2400"/>
          </a:p>
        </p:txBody>
      </p:sp>
      <p:pic>
        <p:nvPicPr>
          <p:cNvPr id="27676" name="Picture 2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87450" y="2060575"/>
            <a:ext cx="23764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7" name="矩形 46"/>
          <p:cNvSpPr>
            <a:spLocks noChangeArrowheads="1"/>
          </p:cNvSpPr>
          <p:nvPr/>
        </p:nvSpPr>
        <p:spPr bwMode="auto">
          <a:xfrm>
            <a:off x="539750" y="2060575"/>
            <a:ext cx="696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A</a:t>
            </a:r>
            <a:r>
              <a:rPr lang="zh-CN" altLang="zh-CN" sz="2400"/>
              <a:t>．</a:t>
            </a:r>
            <a:endParaRPr lang="zh-CN" altLang="en-US" sz="2400"/>
          </a:p>
        </p:txBody>
      </p:sp>
      <p:sp>
        <p:nvSpPr>
          <p:cNvPr id="27678" name="矩形 47"/>
          <p:cNvSpPr>
            <a:spLocks noChangeArrowheads="1"/>
          </p:cNvSpPr>
          <p:nvPr/>
        </p:nvSpPr>
        <p:spPr bwMode="auto">
          <a:xfrm>
            <a:off x="4284663" y="2133600"/>
            <a:ext cx="6969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B</a:t>
            </a:r>
            <a:r>
              <a:rPr lang="zh-CN" altLang="zh-CN" sz="2400"/>
              <a:t>．</a:t>
            </a:r>
            <a:endParaRPr lang="zh-CN" altLang="en-US" sz="2400"/>
          </a:p>
        </p:txBody>
      </p:sp>
      <p:pic>
        <p:nvPicPr>
          <p:cNvPr id="27679" name="Picture 2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87900" y="2060575"/>
            <a:ext cx="26114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80" name="矩形 49"/>
          <p:cNvSpPr>
            <a:spLocks noChangeArrowheads="1"/>
          </p:cNvSpPr>
          <p:nvPr/>
        </p:nvSpPr>
        <p:spPr bwMode="auto">
          <a:xfrm>
            <a:off x="539750" y="2565400"/>
            <a:ext cx="714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C</a:t>
            </a:r>
            <a:r>
              <a:rPr lang="zh-CN" altLang="zh-CN" sz="2400"/>
              <a:t>．</a:t>
            </a:r>
            <a:endParaRPr lang="zh-CN" altLang="en-US" sz="2400"/>
          </a:p>
        </p:txBody>
      </p:sp>
      <p:pic>
        <p:nvPicPr>
          <p:cNvPr id="27681" name="Picture 26"/>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16013" y="2492375"/>
            <a:ext cx="2609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82" name="矩形 51"/>
          <p:cNvSpPr>
            <a:spLocks noChangeArrowheads="1"/>
          </p:cNvSpPr>
          <p:nvPr/>
        </p:nvSpPr>
        <p:spPr bwMode="auto">
          <a:xfrm>
            <a:off x="4284663" y="2565400"/>
            <a:ext cx="714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D</a:t>
            </a:r>
            <a:r>
              <a:rPr lang="zh-CN" altLang="zh-CN" sz="2400"/>
              <a:t>．</a:t>
            </a:r>
            <a:endParaRPr lang="zh-CN" altLang="en-US" sz="2400"/>
          </a:p>
        </p:txBody>
      </p:sp>
      <p:pic>
        <p:nvPicPr>
          <p:cNvPr id="27683" name="Picture 27"/>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859338" y="2565400"/>
            <a:ext cx="266541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矩形 53"/>
          <p:cNvSpPr>
            <a:spLocks noChangeArrowheads="1"/>
          </p:cNvSpPr>
          <p:nvPr/>
        </p:nvSpPr>
        <p:spPr bwMode="auto">
          <a:xfrm>
            <a:off x="755650" y="3716338"/>
            <a:ext cx="61007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因为</a:t>
            </a:r>
            <a:r>
              <a:rPr lang="zh-CN" altLang="zh-CN" sz="2400"/>
              <a:t>三元线性方程组</a:t>
            </a:r>
            <a:r>
              <a:rPr lang="zh-CN" altLang="en-US" sz="2400"/>
              <a:t>的系数矩阵</a:t>
            </a:r>
            <a:r>
              <a:rPr lang="en-US" altLang="zh-CN" sz="2400"/>
              <a:t>A</a:t>
            </a:r>
            <a:r>
              <a:rPr lang="zh-CN" altLang="en-US" sz="2400"/>
              <a:t>的秩为</a:t>
            </a:r>
            <a:r>
              <a:rPr lang="en-US" altLang="zh-CN" sz="2400"/>
              <a:t>2</a:t>
            </a:r>
            <a:r>
              <a:rPr lang="zh-CN" altLang="en-US" sz="2400"/>
              <a:t>，</a:t>
            </a:r>
            <a:endParaRPr lang="zh-CN" altLang="en-US" sz="2400"/>
          </a:p>
        </p:txBody>
      </p:sp>
      <p:sp>
        <p:nvSpPr>
          <p:cNvPr id="55" name="矩形 54"/>
          <p:cNvSpPr>
            <a:spLocks noChangeArrowheads="1"/>
          </p:cNvSpPr>
          <p:nvPr/>
        </p:nvSpPr>
        <p:spPr bwMode="auto">
          <a:xfrm>
            <a:off x="755650" y="4149725"/>
            <a:ext cx="65214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所以其基础解系含有</a:t>
            </a:r>
            <a:r>
              <a:rPr lang="en-US" altLang="zh-CN" sz="2400"/>
              <a:t>3-2=1</a:t>
            </a:r>
            <a:r>
              <a:rPr lang="zh-CN" altLang="en-US" sz="2400"/>
              <a:t>个线性无关的解向量</a:t>
            </a:r>
            <a:endParaRPr lang="zh-CN" altLang="en-US" sz="2400"/>
          </a:p>
        </p:txBody>
      </p:sp>
      <p:grpSp>
        <p:nvGrpSpPr>
          <p:cNvPr id="2" name="组合 61"/>
          <p:cNvGrpSpPr/>
          <p:nvPr/>
        </p:nvGrpSpPr>
        <p:grpSpPr bwMode="auto">
          <a:xfrm>
            <a:off x="755650" y="4652963"/>
            <a:ext cx="6048375" cy="781050"/>
            <a:chOff x="755576" y="4653136"/>
            <a:chExt cx="6048671" cy="781596"/>
          </a:xfrm>
        </p:grpSpPr>
        <p:sp>
          <p:nvSpPr>
            <p:cNvPr id="27690" name="矩形 55"/>
            <p:cNvSpPr>
              <a:spLocks noChangeArrowheads="1"/>
            </p:cNvSpPr>
            <p:nvPr/>
          </p:nvSpPr>
          <p:spPr bwMode="auto">
            <a:xfrm>
              <a:off x="755576" y="4653136"/>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显然，</a:t>
              </a:r>
              <a:endParaRPr lang="zh-CN" altLang="en-US" sz="2400"/>
            </a:p>
          </p:txBody>
        </p:sp>
        <p:graphicFrame>
          <p:nvGraphicFramePr>
            <p:cNvPr id="27651" name="Object 20"/>
            <p:cNvGraphicFramePr>
              <a:graphicFrameLocks noChangeAspect="1"/>
            </p:cNvGraphicFramePr>
            <p:nvPr/>
          </p:nvGraphicFramePr>
          <p:xfrm>
            <a:off x="1691680" y="4653136"/>
            <a:ext cx="5112567" cy="781596"/>
          </p:xfrm>
          <a:graphic>
            <a:graphicData uri="http://schemas.openxmlformats.org/presentationml/2006/ole">
              <mc:AlternateContent xmlns:mc="http://schemas.openxmlformats.org/markup-compatibility/2006">
                <mc:Choice xmlns:v="urn:schemas-microsoft-com:vml" Requires="v">
                  <p:oleObj spid="_x0000_s67628" name="Equation" r:id="rId11" imgW="2857500" imgH="431800" progId="Equation.DSMT4">
                    <p:embed/>
                  </p:oleObj>
                </mc:Choice>
                <mc:Fallback>
                  <p:oleObj name="Equation" r:id="rId11" imgW="2857500" imgH="431800"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91680" y="4653136"/>
                          <a:ext cx="5112567" cy="7815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组合 62"/>
          <p:cNvGrpSpPr/>
          <p:nvPr/>
        </p:nvGrpSpPr>
        <p:grpSpPr bwMode="auto">
          <a:xfrm>
            <a:off x="755650" y="5445125"/>
            <a:ext cx="7858125" cy="744538"/>
            <a:chOff x="755576" y="5445224"/>
            <a:chExt cx="7858169" cy="744537"/>
          </a:xfrm>
        </p:grpSpPr>
        <p:sp>
          <p:nvSpPr>
            <p:cNvPr id="27688" name="矩形 58"/>
            <p:cNvSpPr>
              <a:spLocks noChangeArrowheads="1"/>
            </p:cNvSpPr>
            <p:nvPr/>
          </p:nvSpPr>
          <p:spPr bwMode="auto">
            <a:xfrm>
              <a:off x="755576" y="5589240"/>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a:t>
              </a:r>
              <a:endParaRPr lang="zh-CN" altLang="en-US" sz="2400"/>
            </a:p>
          </p:txBody>
        </p:sp>
        <p:graphicFrame>
          <p:nvGraphicFramePr>
            <p:cNvPr id="27650" name="Object 29"/>
            <p:cNvGraphicFramePr>
              <a:graphicFrameLocks noChangeAspect="1"/>
            </p:cNvGraphicFramePr>
            <p:nvPr/>
          </p:nvGraphicFramePr>
          <p:xfrm>
            <a:off x="1835696" y="5445224"/>
            <a:ext cx="2495550" cy="744537"/>
          </p:xfrm>
          <a:graphic>
            <a:graphicData uri="http://schemas.openxmlformats.org/presentationml/2006/ole">
              <mc:AlternateContent xmlns:mc="http://schemas.openxmlformats.org/markup-compatibility/2006">
                <mc:Choice xmlns:v="urn:schemas-microsoft-com:vml" Requires="v">
                  <p:oleObj spid="_x0000_s67629" name="Equation" r:id="rId13" imgW="1320165" imgH="393700" progId="Equation.DSMT4">
                    <p:embed/>
                  </p:oleObj>
                </mc:Choice>
                <mc:Fallback>
                  <p:oleObj name="Equation" r:id="rId13" imgW="1320165" imgH="393700" progId="Equation.DSMT4">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5696" y="5445224"/>
                          <a:ext cx="2495550"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89" name="矩形 60"/>
            <p:cNvSpPr>
              <a:spLocks noChangeArrowheads="1"/>
            </p:cNvSpPr>
            <p:nvPr/>
          </p:nvSpPr>
          <p:spPr bwMode="auto">
            <a:xfrm>
              <a:off x="4427984" y="5589240"/>
              <a:ext cx="41857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为非齐次方程组的一个特解。</a:t>
              </a:r>
              <a:endParaRPr lang="zh-CN" altLang="en-US" sz="2400"/>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
                                        </p:tgtEl>
                                        <p:attrNameLst>
                                          <p:attrName>style.visibility</p:attrName>
                                        </p:attrNameLst>
                                      </p:cBhvr>
                                      <p:to>
                                        <p:strVal val="visible"/>
                                      </p:to>
                                    </p:set>
                                    <p:anim calcmode="lin" valueType="num">
                                      <p:cBhvr additive="base">
                                        <p:cTn id="13" dur="500" fill="hold"/>
                                        <p:tgtEl>
                                          <p:spTgt spid="54"/>
                                        </p:tgtEl>
                                        <p:attrNameLst>
                                          <p:attrName>ppt_x</p:attrName>
                                        </p:attrNameLst>
                                      </p:cBhvr>
                                      <p:tavLst>
                                        <p:tav tm="0">
                                          <p:val>
                                            <p:strVal val="#ppt_x"/>
                                          </p:val>
                                        </p:tav>
                                        <p:tav tm="100000">
                                          <p:val>
                                            <p:strVal val="#ppt_x"/>
                                          </p:val>
                                        </p:tav>
                                      </p:tavLst>
                                    </p:anim>
                                    <p:anim calcmode="lin" valueType="num">
                                      <p:cBhvr additive="base">
                                        <p:cTn id="1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
                                        </p:tgtEl>
                                        <p:attrNameLst>
                                          <p:attrName>style.visibility</p:attrName>
                                        </p:attrNameLst>
                                      </p:cBhvr>
                                      <p:to>
                                        <p:strVal val="visible"/>
                                      </p:to>
                                    </p:set>
                                    <p:anim calcmode="lin" valueType="num">
                                      <p:cBhvr additive="base">
                                        <p:cTn id="19" dur="500" fill="hold"/>
                                        <p:tgtEl>
                                          <p:spTgt spid="55"/>
                                        </p:tgtEl>
                                        <p:attrNameLst>
                                          <p:attrName>ppt_x</p:attrName>
                                        </p:attrNameLst>
                                      </p:cBhvr>
                                      <p:tavLst>
                                        <p:tav tm="0">
                                          <p:val>
                                            <p:strVal val="#ppt_x"/>
                                          </p:val>
                                        </p:tav>
                                        <p:tav tm="100000">
                                          <p:val>
                                            <p:strVal val="#ppt_x"/>
                                          </p:val>
                                        </p:tav>
                                      </p:tavLst>
                                    </p:anim>
                                    <p:anim calcmode="lin" valueType="num">
                                      <p:cBhvr additive="base">
                                        <p:cTn id="20"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54" grpId="0"/>
      <p:bldP spid="5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7328C2-FDAD-49EC-B65D-FC9D92C8BF6F}" type="datetime3">
              <a:rPr lang="zh-CN" altLang="en-US" smtClean="0"/>
            </a:fld>
            <a:endParaRPr lang="en-US" altLang="zh-CN"/>
          </a:p>
        </p:txBody>
      </p:sp>
      <p:sp>
        <p:nvSpPr>
          <p:cNvPr id="28678"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867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7CAB8E2-BB7F-4A49-ABFE-C5916CF977CF}" type="slidenum">
              <a:rPr lang="en-US" altLang="zh-CN"/>
            </a:fld>
            <a:endParaRPr lang="en-US" altLang="zh-CN"/>
          </a:p>
        </p:txBody>
      </p:sp>
      <p:sp>
        <p:nvSpPr>
          <p:cNvPr id="28680" name="Rectangle 2"/>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》2012-2013</a:t>
            </a:r>
            <a:r>
              <a:rPr lang="zh-CN" altLang="en-US" b="1"/>
              <a:t>学年第</a:t>
            </a:r>
            <a:r>
              <a:rPr lang="en-US" altLang="zh-CN" b="1"/>
              <a:t>2</a:t>
            </a:r>
            <a:r>
              <a:rPr lang="zh-CN" altLang="en-US" b="1"/>
              <a:t>学期，试卷</a:t>
            </a:r>
            <a:endParaRPr lang="zh-CN" altLang="en-US" b="1"/>
          </a:p>
        </p:txBody>
      </p:sp>
      <p:sp>
        <p:nvSpPr>
          <p:cNvPr id="28681" name="Rectangle 3"/>
          <p:cNvSpPr>
            <a:spLocks noChangeArrowheads="1"/>
          </p:cNvSpPr>
          <p:nvPr/>
        </p:nvSpPr>
        <p:spPr bwMode="auto">
          <a:xfrm>
            <a:off x="-1044575" y="2814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28682" name="Rectangle 7"/>
          <p:cNvSpPr>
            <a:spLocks noChangeArrowheads="1"/>
          </p:cNvSpPr>
          <p:nvPr/>
        </p:nvSpPr>
        <p:spPr bwMode="auto">
          <a:xfrm>
            <a:off x="179388" y="5461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5.</a:t>
            </a:r>
            <a:endParaRPr lang="en-US" altLang="zh-CN" sz="2400"/>
          </a:p>
        </p:txBody>
      </p:sp>
      <p:sp>
        <p:nvSpPr>
          <p:cNvPr id="28683" name="Rectangle 19"/>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4" name="Rectangle 22"/>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5" name="Rectangle 25"/>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6" name="Rectangle 2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7" name="Rectangle 30"/>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 name="矩形 24"/>
          <p:cNvSpPr>
            <a:spLocks noChangeArrowheads="1"/>
          </p:cNvSpPr>
          <p:nvPr/>
        </p:nvSpPr>
        <p:spPr bwMode="auto">
          <a:xfrm>
            <a:off x="395288" y="3141663"/>
            <a:ext cx="13985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答案</a:t>
            </a:r>
            <a:r>
              <a:rPr lang="en-US" altLang="zh-CN" sz="2400">
                <a:sym typeface="Wingdings" panose="05000000000000000000" pitchFamily="2" charset="2"/>
              </a:rPr>
              <a:t>: (D)</a:t>
            </a:r>
            <a:endParaRPr lang="zh-CN" altLang="en-US" sz="2400"/>
          </a:p>
        </p:txBody>
      </p:sp>
      <p:sp>
        <p:nvSpPr>
          <p:cNvPr id="28689" name="矩形 26"/>
          <p:cNvSpPr>
            <a:spLocks noChangeArrowheads="1"/>
          </p:cNvSpPr>
          <p:nvPr/>
        </p:nvSpPr>
        <p:spPr bwMode="auto">
          <a:xfrm>
            <a:off x="684213" y="620713"/>
            <a:ext cx="2646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设三元线性方程组</a:t>
            </a:r>
            <a:endParaRPr lang="zh-CN" altLang="en-US" sz="2400"/>
          </a:p>
        </p:txBody>
      </p:sp>
      <p:pic>
        <p:nvPicPr>
          <p:cNvPr id="28690" name="Picture 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76600" y="620713"/>
            <a:ext cx="12763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1" name="矩形 35"/>
          <p:cNvSpPr>
            <a:spLocks noChangeArrowheads="1"/>
          </p:cNvSpPr>
          <p:nvPr/>
        </p:nvSpPr>
        <p:spPr bwMode="auto">
          <a:xfrm>
            <a:off x="4716463" y="620713"/>
            <a:ext cx="1809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t>A</a:t>
            </a:r>
            <a:r>
              <a:rPr lang="zh-CN" altLang="zh-CN" sz="2400"/>
              <a:t>的秩为</a:t>
            </a:r>
            <a:r>
              <a:rPr lang="en-US" altLang="zh-CN" sz="2400"/>
              <a:t>2</a:t>
            </a:r>
            <a:r>
              <a:rPr lang="zh-CN" altLang="zh-CN" sz="2400"/>
              <a:t>，</a:t>
            </a:r>
            <a:endParaRPr lang="zh-CN" altLang="en-US" sz="2400"/>
          </a:p>
        </p:txBody>
      </p:sp>
      <p:pic>
        <p:nvPicPr>
          <p:cNvPr id="28692"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2225" y="476250"/>
            <a:ext cx="4318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3"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5463" y="549275"/>
            <a:ext cx="4079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4" name="Picture 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0288" y="549275"/>
            <a:ext cx="4318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5" name="矩形 39"/>
          <p:cNvSpPr>
            <a:spLocks noChangeArrowheads="1"/>
          </p:cNvSpPr>
          <p:nvPr/>
        </p:nvSpPr>
        <p:spPr bwMode="auto">
          <a:xfrm>
            <a:off x="468313" y="1125538"/>
            <a:ext cx="23383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为方程组的解，</a:t>
            </a:r>
            <a:endParaRPr lang="zh-CN" altLang="en-US" sz="2400"/>
          </a:p>
        </p:txBody>
      </p:sp>
      <p:pic>
        <p:nvPicPr>
          <p:cNvPr id="28696" name="Picture 2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00338" y="1052513"/>
            <a:ext cx="2587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7" name="Picture 2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80063" y="1052513"/>
            <a:ext cx="26638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8" name="矩形 42"/>
          <p:cNvSpPr>
            <a:spLocks noChangeArrowheads="1"/>
          </p:cNvSpPr>
          <p:nvPr/>
        </p:nvSpPr>
        <p:spPr bwMode="auto">
          <a:xfrm>
            <a:off x="539750" y="1628775"/>
            <a:ext cx="341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则对任意常数</a:t>
            </a:r>
            <a:r>
              <a:rPr lang="en-US" altLang="zh-CN" sz="2400" i="1"/>
              <a:t>k</a:t>
            </a:r>
            <a:r>
              <a:rPr lang="zh-CN" altLang="zh-CN" sz="2400"/>
              <a:t>，方程组</a:t>
            </a:r>
            <a:endParaRPr lang="zh-CN" altLang="en-US" sz="2400"/>
          </a:p>
        </p:txBody>
      </p:sp>
      <p:pic>
        <p:nvPicPr>
          <p:cNvPr id="28699" name="Picture 2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24300" y="1628775"/>
            <a:ext cx="10906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0" name="矩形 44"/>
          <p:cNvSpPr>
            <a:spLocks noChangeArrowheads="1"/>
          </p:cNvSpPr>
          <p:nvPr/>
        </p:nvSpPr>
        <p:spPr bwMode="auto">
          <a:xfrm>
            <a:off x="5148263" y="1628775"/>
            <a:ext cx="2646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的通解为（　　）</a:t>
            </a:r>
            <a:endParaRPr lang="zh-CN" altLang="en-US" sz="2400"/>
          </a:p>
        </p:txBody>
      </p:sp>
      <p:pic>
        <p:nvPicPr>
          <p:cNvPr id="28701" name="Picture 2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87450" y="2060575"/>
            <a:ext cx="23764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2" name="矩形 46"/>
          <p:cNvSpPr>
            <a:spLocks noChangeArrowheads="1"/>
          </p:cNvSpPr>
          <p:nvPr/>
        </p:nvSpPr>
        <p:spPr bwMode="auto">
          <a:xfrm>
            <a:off x="539750" y="2060575"/>
            <a:ext cx="696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A</a:t>
            </a:r>
            <a:r>
              <a:rPr lang="zh-CN" altLang="zh-CN" sz="2400"/>
              <a:t>．</a:t>
            </a:r>
            <a:endParaRPr lang="zh-CN" altLang="en-US" sz="2400"/>
          </a:p>
        </p:txBody>
      </p:sp>
      <p:sp>
        <p:nvSpPr>
          <p:cNvPr id="28703" name="矩形 47"/>
          <p:cNvSpPr>
            <a:spLocks noChangeArrowheads="1"/>
          </p:cNvSpPr>
          <p:nvPr/>
        </p:nvSpPr>
        <p:spPr bwMode="auto">
          <a:xfrm>
            <a:off x="4284663" y="2133600"/>
            <a:ext cx="6969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B</a:t>
            </a:r>
            <a:r>
              <a:rPr lang="zh-CN" altLang="zh-CN" sz="2400"/>
              <a:t>．</a:t>
            </a:r>
            <a:endParaRPr lang="zh-CN" altLang="en-US" sz="2400"/>
          </a:p>
        </p:txBody>
      </p:sp>
      <p:pic>
        <p:nvPicPr>
          <p:cNvPr id="28704" name="Picture 2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87900" y="2060575"/>
            <a:ext cx="26114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5" name="矩形 49"/>
          <p:cNvSpPr>
            <a:spLocks noChangeArrowheads="1"/>
          </p:cNvSpPr>
          <p:nvPr/>
        </p:nvSpPr>
        <p:spPr bwMode="auto">
          <a:xfrm>
            <a:off x="539750" y="2565400"/>
            <a:ext cx="714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C</a:t>
            </a:r>
            <a:r>
              <a:rPr lang="zh-CN" altLang="zh-CN" sz="2400"/>
              <a:t>．</a:t>
            </a:r>
            <a:endParaRPr lang="zh-CN" altLang="en-US" sz="2400"/>
          </a:p>
        </p:txBody>
      </p:sp>
      <p:pic>
        <p:nvPicPr>
          <p:cNvPr id="28706" name="Picture 26"/>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16013" y="2492375"/>
            <a:ext cx="2609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7" name="矩形 51"/>
          <p:cNvSpPr>
            <a:spLocks noChangeArrowheads="1"/>
          </p:cNvSpPr>
          <p:nvPr/>
        </p:nvSpPr>
        <p:spPr bwMode="auto">
          <a:xfrm>
            <a:off x="4284663" y="2565400"/>
            <a:ext cx="714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D</a:t>
            </a:r>
            <a:r>
              <a:rPr lang="zh-CN" altLang="zh-CN" sz="2400"/>
              <a:t>．</a:t>
            </a:r>
            <a:endParaRPr lang="zh-CN" altLang="en-US" sz="2400"/>
          </a:p>
        </p:txBody>
      </p:sp>
      <p:pic>
        <p:nvPicPr>
          <p:cNvPr id="28708" name="Picture 27"/>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859338" y="2565400"/>
            <a:ext cx="266541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8572" name="Object 20"/>
          <p:cNvGraphicFramePr>
            <a:graphicFrameLocks noChangeAspect="1"/>
          </p:cNvGraphicFramePr>
          <p:nvPr/>
        </p:nvGraphicFramePr>
        <p:xfrm>
          <a:off x="395288" y="3644900"/>
          <a:ext cx="6635750" cy="506413"/>
        </p:xfrm>
        <a:graphic>
          <a:graphicData uri="http://schemas.openxmlformats.org/presentationml/2006/ole">
            <mc:AlternateContent xmlns:mc="http://schemas.openxmlformats.org/markup-compatibility/2006">
              <mc:Choice xmlns:v="urn:schemas-microsoft-com:vml" Requires="v">
                <p:oleObj spid="_x0000_s68673" name="Equation" r:id="rId11" imgW="3708400" imgH="279400" progId="Equation.DSMT4">
                  <p:embed/>
                </p:oleObj>
              </mc:Choice>
              <mc:Fallback>
                <p:oleObj name="Equation" r:id="rId11" imgW="3708400" imgH="279400"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5288" y="3644900"/>
                        <a:ext cx="6635750" cy="506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56"/>
          <p:cNvGrpSpPr/>
          <p:nvPr/>
        </p:nvGrpSpPr>
        <p:grpSpPr bwMode="auto">
          <a:xfrm>
            <a:off x="107950" y="4221163"/>
            <a:ext cx="9036050" cy="504825"/>
            <a:chOff x="107504" y="4221088"/>
            <a:chExt cx="9036496" cy="505179"/>
          </a:xfrm>
        </p:grpSpPr>
        <p:sp>
          <p:nvSpPr>
            <p:cNvPr id="28717" name="矩形 58"/>
            <p:cNvSpPr>
              <a:spLocks noChangeArrowheads="1"/>
            </p:cNvSpPr>
            <p:nvPr/>
          </p:nvSpPr>
          <p:spPr bwMode="auto">
            <a:xfrm>
              <a:off x="107504" y="4221088"/>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a:t>
              </a:r>
              <a:endParaRPr lang="zh-CN" altLang="en-US" sz="2400"/>
            </a:p>
          </p:txBody>
        </p:sp>
        <p:graphicFrame>
          <p:nvGraphicFramePr>
            <p:cNvPr id="28676" name="Object 3"/>
            <p:cNvGraphicFramePr>
              <a:graphicFrameLocks noChangeAspect="1"/>
            </p:cNvGraphicFramePr>
            <p:nvPr/>
          </p:nvGraphicFramePr>
          <p:xfrm>
            <a:off x="899592" y="4221088"/>
            <a:ext cx="3816424" cy="505179"/>
          </p:xfrm>
          <a:graphic>
            <a:graphicData uri="http://schemas.openxmlformats.org/presentationml/2006/ole">
              <mc:AlternateContent xmlns:mc="http://schemas.openxmlformats.org/markup-compatibility/2006">
                <mc:Choice xmlns:v="urn:schemas-microsoft-com:vml" Requires="v">
                  <p:oleObj spid="_x0000_s68674" name="Equation" r:id="rId13" imgW="2209800" imgH="292100" progId="Equation.DSMT4">
                    <p:embed/>
                  </p:oleObj>
                </mc:Choice>
                <mc:Fallback>
                  <p:oleObj name="Equation" r:id="rId13" imgW="2209800" imgH="292100" progId="Equation.DSMT4">
                    <p:embed/>
                    <p:pic>
                      <p:nvPicPr>
                        <p:cNvPr id="0"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9592" y="4221088"/>
                          <a:ext cx="3816424" cy="505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718" name="矩形 60"/>
            <p:cNvSpPr>
              <a:spLocks noChangeArrowheads="1"/>
            </p:cNvSpPr>
            <p:nvPr/>
          </p:nvSpPr>
          <p:spPr bwMode="auto">
            <a:xfrm>
              <a:off x="4788024" y="4221088"/>
              <a:ext cx="43559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为齐次方程组的一个基础解系。</a:t>
              </a:r>
              <a:endParaRPr lang="zh-CN" altLang="en-US" sz="2400"/>
            </a:p>
          </p:txBody>
        </p:sp>
      </p:grpSp>
      <p:sp>
        <p:nvSpPr>
          <p:cNvPr id="28710" name="矩形 43"/>
          <p:cNvSpPr>
            <a:spLocks noChangeArrowheads="1"/>
          </p:cNvSpPr>
          <p:nvPr/>
        </p:nvSpPr>
        <p:spPr bwMode="auto">
          <a:xfrm>
            <a:off x="250825" y="4868863"/>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a:t>
            </a:r>
            <a:endParaRPr lang="zh-CN" altLang="en-US" sz="2400"/>
          </a:p>
        </p:txBody>
      </p:sp>
      <p:grpSp>
        <p:nvGrpSpPr>
          <p:cNvPr id="3" name="组合 57"/>
          <p:cNvGrpSpPr/>
          <p:nvPr/>
        </p:nvGrpSpPr>
        <p:grpSpPr bwMode="auto">
          <a:xfrm>
            <a:off x="1187450" y="4868863"/>
            <a:ext cx="3576638" cy="504825"/>
            <a:chOff x="1187624" y="4869160"/>
            <a:chExt cx="3576012" cy="504056"/>
          </a:xfrm>
        </p:grpSpPr>
        <p:sp>
          <p:nvSpPr>
            <p:cNvPr id="28714" name="矩形 45"/>
            <p:cNvSpPr>
              <a:spLocks noChangeArrowheads="1"/>
            </p:cNvSpPr>
            <p:nvPr/>
          </p:nvSpPr>
          <p:spPr bwMode="auto">
            <a:xfrm>
              <a:off x="1187624" y="4869160"/>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方程组</a:t>
              </a:r>
              <a:endParaRPr lang="zh-CN" altLang="en-US" sz="2400"/>
            </a:p>
          </p:txBody>
        </p:sp>
        <p:pic>
          <p:nvPicPr>
            <p:cNvPr id="28715" name="Picture 2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67744" y="4941168"/>
              <a:ext cx="1090411"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16" name="矩形 50"/>
            <p:cNvSpPr>
              <a:spLocks noChangeArrowheads="1"/>
            </p:cNvSpPr>
            <p:nvPr/>
          </p:nvSpPr>
          <p:spPr bwMode="auto">
            <a:xfrm>
              <a:off x="3347864" y="486916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的通解为</a:t>
              </a:r>
              <a:endParaRPr lang="zh-CN" altLang="en-US" sz="2400"/>
            </a:p>
          </p:txBody>
        </p:sp>
      </p:grpSp>
      <p:grpSp>
        <p:nvGrpSpPr>
          <p:cNvPr id="4" name="组合 59"/>
          <p:cNvGrpSpPr/>
          <p:nvPr/>
        </p:nvGrpSpPr>
        <p:grpSpPr bwMode="auto">
          <a:xfrm>
            <a:off x="1258888" y="5373688"/>
            <a:ext cx="4810125" cy="574675"/>
            <a:chOff x="1259632" y="5373216"/>
            <a:chExt cx="4809053" cy="575716"/>
          </a:xfrm>
        </p:grpSpPr>
        <p:graphicFrame>
          <p:nvGraphicFramePr>
            <p:cNvPr id="28675" name="Object 4"/>
            <p:cNvGraphicFramePr>
              <a:graphicFrameLocks noChangeAspect="1"/>
            </p:cNvGraphicFramePr>
            <p:nvPr/>
          </p:nvGraphicFramePr>
          <p:xfrm>
            <a:off x="1259632" y="5373216"/>
            <a:ext cx="2590722" cy="575716"/>
          </p:xfrm>
          <a:graphic>
            <a:graphicData uri="http://schemas.openxmlformats.org/presentationml/2006/ole">
              <mc:AlternateContent xmlns:mc="http://schemas.openxmlformats.org/markup-compatibility/2006">
                <mc:Choice xmlns:v="urn:schemas-microsoft-com:vml" Requires="v">
                  <p:oleObj spid="_x0000_s68675" name="Equation" r:id="rId15" imgW="1257300" imgH="279400" progId="Equation.DSMT4">
                    <p:embed/>
                  </p:oleObj>
                </mc:Choice>
                <mc:Fallback>
                  <p:oleObj name="Equation" r:id="rId15" imgW="1257300" imgH="279400" progId="Equation.DSMT4">
                    <p:embed/>
                    <p:pic>
                      <p:nvPicPr>
                        <p:cNvPr id="0"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59632" y="5373216"/>
                          <a:ext cx="2590722" cy="575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713" name="矩形 52"/>
            <p:cNvSpPr>
              <a:spLocks noChangeArrowheads="1"/>
            </p:cNvSpPr>
            <p:nvPr/>
          </p:nvSpPr>
          <p:spPr bwMode="auto">
            <a:xfrm>
              <a:off x="4139952" y="5445224"/>
              <a:ext cx="19287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t>K</a:t>
              </a:r>
              <a:r>
                <a:rPr lang="zh-CN" altLang="en-US" sz="2400" i="1"/>
                <a:t>为</a:t>
              </a:r>
              <a:r>
                <a:rPr lang="zh-CN" altLang="zh-CN" sz="2400"/>
                <a:t>任意常数</a:t>
              </a:r>
              <a:endParaRPr lang="zh-CN" altLang="en-US" sz="2400"/>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8572"/>
                                        </p:tgtEl>
                                        <p:attrNameLst>
                                          <p:attrName>style.visibility</p:attrName>
                                        </p:attrNameLst>
                                      </p:cBhvr>
                                      <p:to>
                                        <p:strVal val="visible"/>
                                      </p:to>
                                    </p:set>
                                    <p:anim calcmode="lin" valueType="num">
                                      <p:cBhvr additive="base">
                                        <p:cTn id="13" dur="500" fill="hold"/>
                                        <p:tgtEl>
                                          <p:spTgt spid="108572"/>
                                        </p:tgtEl>
                                        <p:attrNameLst>
                                          <p:attrName>ppt_x</p:attrName>
                                        </p:attrNameLst>
                                      </p:cBhvr>
                                      <p:tavLst>
                                        <p:tav tm="0">
                                          <p:val>
                                            <p:strVal val="#ppt_x"/>
                                          </p:val>
                                        </p:tav>
                                        <p:tav tm="100000">
                                          <p:val>
                                            <p:strVal val="#ppt_x"/>
                                          </p:val>
                                        </p:tav>
                                      </p:tavLst>
                                    </p:anim>
                                    <p:anim calcmode="lin" valueType="num">
                                      <p:cBhvr additive="base">
                                        <p:cTn id="14" dur="500" fill="hold"/>
                                        <p:tgtEl>
                                          <p:spTgt spid="10857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6BC641-F188-43AB-9744-13234080D64C}" type="datetime3">
              <a:rPr lang="zh-CN" altLang="en-US" smtClean="0"/>
            </a:fld>
            <a:endParaRPr lang="en-US" altLang="zh-CN"/>
          </a:p>
        </p:txBody>
      </p:sp>
      <p:sp>
        <p:nvSpPr>
          <p:cNvPr id="27656"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765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F18EC83-C8EE-4254-9816-9B70A7604C8B}" type="slidenum">
              <a:rPr lang="en-US" altLang="zh-CN"/>
            </a:fld>
            <a:endParaRPr lang="en-US" altLang="zh-CN"/>
          </a:p>
        </p:txBody>
      </p:sp>
      <p:sp>
        <p:nvSpPr>
          <p:cNvPr id="27658"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》2007</a:t>
            </a:r>
            <a:r>
              <a:rPr lang="zh-CN" altLang="en-US" b="1"/>
              <a:t>学年第二学期，试卷</a:t>
            </a:r>
            <a:endParaRPr lang="zh-CN" altLang="en-US" b="1"/>
          </a:p>
        </p:txBody>
      </p:sp>
      <p:sp>
        <p:nvSpPr>
          <p:cNvPr id="27659" name="Rectangle 4"/>
          <p:cNvSpPr>
            <a:spLocks noChangeArrowheads="1"/>
          </p:cNvSpPr>
          <p:nvPr/>
        </p:nvSpPr>
        <p:spPr bwMode="auto">
          <a:xfrm>
            <a:off x="-107950" y="3360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0" name="Rectangle 5"/>
          <p:cNvSpPr>
            <a:spLocks noChangeArrowheads="1"/>
          </p:cNvSpPr>
          <p:nvPr/>
        </p:nvSpPr>
        <p:spPr bwMode="auto">
          <a:xfrm>
            <a:off x="-107950" y="3522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1" name="Rectangle 6"/>
          <p:cNvSpPr>
            <a:spLocks noChangeArrowheads="1"/>
          </p:cNvSpPr>
          <p:nvPr/>
        </p:nvSpPr>
        <p:spPr bwMode="auto">
          <a:xfrm>
            <a:off x="-107950" y="3589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2" name="Rectangle 7"/>
          <p:cNvSpPr>
            <a:spLocks noChangeArrowheads="1"/>
          </p:cNvSpPr>
          <p:nvPr/>
        </p:nvSpPr>
        <p:spPr bwMode="auto">
          <a:xfrm>
            <a:off x="-107950" y="1870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3" name="Rectangle 8"/>
          <p:cNvSpPr>
            <a:spLocks noChangeArrowheads="1"/>
          </p:cNvSpPr>
          <p:nvPr/>
        </p:nvSpPr>
        <p:spPr bwMode="auto">
          <a:xfrm>
            <a:off x="-107950" y="1870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4" name="Rectangle 13"/>
          <p:cNvSpPr>
            <a:spLocks noChangeArrowheads="1"/>
          </p:cNvSpPr>
          <p:nvPr/>
        </p:nvSpPr>
        <p:spPr bwMode="auto">
          <a:xfrm>
            <a:off x="-107950" y="326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5" name="Rectangle 19"/>
          <p:cNvSpPr>
            <a:spLocks noChangeArrowheads="1"/>
          </p:cNvSpPr>
          <p:nvPr/>
        </p:nvSpPr>
        <p:spPr bwMode="auto">
          <a:xfrm>
            <a:off x="-107950" y="3603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6" name="Rectangle 21"/>
          <p:cNvSpPr>
            <a:spLocks noChangeArrowheads="1"/>
          </p:cNvSpPr>
          <p:nvPr/>
        </p:nvSpPr>
        <p:spPr bwMode="auto">
          <a:xfrm>
            <a:off x="395288" y="692150"/>
            <a:ext cx="665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六</a:t>
            </a:r>
            <a:r>
              <a:rPr lang="en-US" altLang="zh-CN" sz="2400"/>
              <a:t>﹑(6</a:t>
            </a:r>
            <a:r>
              <a:rPr lang="zh-CN" altLang="en-US" sz="2400"/>
              <a:t>分</a:t>
            </a:r>
            <a:r>
              <a:rPr lang="en-US" altLang="zh-CN" sz="2400"/>
              <a:t>)</a:t>
            </a:r>
            <a:r>
              <a:rPr lang="zh-CN" altLang="en-US" sz="2400"/>
              <a:t>已知平面上三条不同直线的方程分别为</a:t>
            </a:r>
            <a:endParaRPr lang="zh-CN" altLang="en-US" sz="2400"/>
          </a:p>
        </p:txBody>
      </p:sp>
      <p:graphicFrame>
        <p:nvGraphicFramePr>
          <p:cNvPr id="27650" name="Object 22"/>
          <p:cNvGraphicFramePr>
            <a:graphicFrameLocks noChangeAspect="1"/>
          </p:cNvGraphicFramePr>
          <p:nvPr/>
        </p:nvGraphicFramePr>
        <p:xfrm>
          <a:off x="2195513" y="1196975"/>
          <a:ext cx="2376487" cy="1196975"/>
        </p:xfrm>
        <a:graphic>
          <a:graphicData uri="http://schemas.openxmlformats.org/presentationml/2006/ole">
            <mc:AlternateContent xmlns:mc="http://schemas.openxmlformats.org/markup-compatibility/2006">
              <mc:Choice xmlns:v="urn:schemas-microsoft-com:vml" Requires="v">
                <p:oleObj spid="_x0000_s70738" name="Equation" r:id="rId1" imgW="1358900" imgH="685800" progId="Equation.DSMT4">
                  <p:embed/>
                </p:oleObj>
              </mc:Choice>
              <mc:Fallback>
                <p:oleObj name="Equation" r:id="rId1" imgW="1358900" imgH="685800" progId="Equation.DSMT4">
                  <p:embed/>
                  <p:pic>
                    <p:nvPicPr>
                      <p:cNvPr id="0" name="图片 707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1196975"/>
                        <a:ext cx="2376487" cy="1196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7" name="Rectangle 24"/>
          <p:cNvSpPr>
            <a:spLocks noChangeArrowheads="1"/>
          </p:cNvSpPr>
          <p:nvPr/>
        </p:nvSpPr>
        <p:spPr bwMode="auto">
          <a:xfrm>
            <a:off x="107950" y="2492375"/>
            <a:ext cx="6364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试证：这三条直线交于一点的充分必要条件为 </a:t>
            </a:r>
            <a:endParaRPr lang="zh-CN" altLang="en-US" sz="2400"/>
          </a:p>
        </p:txBody>
      </p:sp>
      <p:sp>
        <p:nvSpPr>
          <p:cNvPr id="27668" name="Rectangle 26"/>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1" name="Object 25"/>
          <p:cNvGraphicFramePr>
            <a:graphicFrameLocks noChangeAspect="1"/>
          </p:cNvGraphicFramePr>
          <p:nvPr/>
        </p:nvGraphicFramePr>
        <p:xfrm>
          <a:off x="6443663" y="2492375"/>
          <a:ext cx="1727200" cy="404813"/>
        </p:xfrm>
        <a:graphic>
          <a:graphicData uri="http://schemas.openxmlformats.org/presentationml/2006/ole">
            <mc:AlternateContent xmlns:mc="http://schemas.openxmlformats.org/markup-compatibility/2006">
              <mc:Choice xmlns:v="urn:schemas-microsoft-com:vml" Requires="v">
                <p:oleObj spid="_x0000_s70739" name="Equation" r:id="rId3" imgW="774065" imgH="177800" progId="Equation.DSMT4">
                  <p:embed/>
                </p:oleObj>
              </mc:Choice>
              <mc:Fallback>
                <p:oleObj name="Equation" r:id="rId3" imgW="774065" imgH="177800" progId="Equation.DSMT4">
                  <p:embed/>
                  <p:pic>
                    <p:nvPicPr>
                      <p:cNvPr id="0" name="图片 707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2492375"/>
                        <a:ext cx="1727200"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5" name="Rectangle 27"/>
          <p:cNvSpPr>
            <a:spLocks noChangeArrowheads="1"/>
          </p:cNvSpPr>
          <p:nvPr/>
        </p:nvSpPr>
        <p:spPr bwMode="auto">
          <a:xfrm>
            <a:off x="250825" y="3141663"/>
            <a:ext cx="1876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证明</a:t>
            </a:r>
            <a:r>
              <a:rPr lang="en-US" altLang="zh-CN" sz="2400"/>
              <a:t>:</a:t>
            </a:r>
            <a:r>
              <a:rPr lang="zh-CN" altLang="en-US" sz="2400"/>
              <a:t>必要性 </a:t>
            </a:r>
            <a:endParaRPr lang="zh-CN" altLang="en-US" sz="2400"/>
          </a:p>
        </p:txBody>
      </p:sp>
      <p:sp>
        <p:nvSpPr>
          <p:cNvPr id="27670" name="Rectangle 3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26"/>
          <p:cNvGrpSpPr/>
          <p:nvPr/>
        </p:nvGrpSpPr>
        <p:grpSpPr bwMode="auto">
          <a:xfrm>
            <a:off x="179388" y="3429000"/>
            <a:ext cx="6840537" cy="1536700"/>
            <a:chOff x="179388" y="3429000"/>
            <a:chExt cx="6840537" cy="1536700"/>
          </a:xfrm>
        </p:grpSpPr>
        <p:sp>
          <p:nvSpPr>
            <p:cNvPr id="27673" name="Rectangle 28"/>
            <p:cNvSpPr>
              <a:spLocks noChangeArrowheads="1"/>
            </p:cNvSpPr>
            <p:nvPr/>
          </p:nvSpPr>
          <p:spPr bwMode="auto">
            <a:xfrm>
              <a:off x="900113" y="3644900"/>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由 </a:t>
              </a:r>
              <a:endParaRPr lang="zh-CN" altLang="en-US" sz="2400"/>
            </a:p>
          </p:txBody>
        </p:sp>
        <p:graphicFrame>
          <p:nvGraphicFramePr>
            <p:cNvPr id="27652" name="Object 29"/>
            <p:cNvGraphicFramePr>
              <a:graphicFrameLocks noChangeAspect="1"/>
            </p:cNvGraphicFramePr>
            <p:nvPr/>
          </p:nvGraphicFramePr>
          <p:xfrm>
            <a:off x="1403350" y="3644900"/>
            <a:ext cx="863600" cy="471488"/>
          </p:xfrm>
          <a:graphic>
            <a:graphicData uri="http://schemas.openxmlformats.org/presentationml/2006/ole">
              <mc:AlternateContent xmlns:mc="http://schemas.openxmlformats.org/markup-compatibility/2006">
                <mc:Choice xmlns:v="urn:schemas-microsoft-com:vml" Requires="v">
                  <p:oleObj spid="_x0000_s70740" name="Equation" r:id="rId5" imgW="419100" imgH="228600" progId="Equation.DSMT4">
                    <p:embed/>
                  </p:oleObj>
                </mc:Choice>
                <mc:Fallback>
                  <p:oleObj name="Equation" r:id="rId5" imgW="419100" imgH="228600" progId="Equation.DSMT4">
                    <p:embed/>
                    <p:pic>
                      <p:nvPicPr>
                        <p:cNvPr id="0" name="图片 707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3644900"/>
                          <a:ext cx="863600"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74" name="Rectangle 31"/>
            <p:cNvSpPr>
              <a:spLocks noChangeArrowheads="1"/>
            </p:cNvSpPr>
            <p:nvPr/>
          </p:nvSpPr>
          <p:spPr bwMode="auto">
            <a:xfrm>
              <a:off x="2268538" y="3644900"/>
              <a:ext cx="2706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交于一点得方程组 </a:t>
              </a:r>
              <a:endParaRPr lang="zh-CN" altLang="en-US" sz="2400"/>
            </a:p>
          </p:txBody>
        </p:sp>
        <p:graphicFrame>
          <p:nvGraphicFramePr>
            <p:cNvPr id="27653" name="Object 32"/>
            <p:cNvGraphicFramePr>
              <a:graphicFrameLocks noChangeAspect="1"/>
            </p:cNvGraphicFramePr>
            <p:nvPr/>
          </p:nvGraphicFramePr>
          <p:xfrm>
            <a:off x="4932363" y="3429000"/>
            <a:ext cx="2087562" cy="1316038"/>
          </p:xfrm>
          <a:graphic>
            <a:graphicData uri="http://schemas.openxmlformats.org/presentationml/2006/ole">
              <mc:AlternateContent xmlns:mc="http://schemas.openxmlformats.org/markup-compatibility/2006">
                <mc:Choice xmlns:v="urn:schemas-microsoft-com:vml" Requires="v">
                  <p:oleObj spid="_x0000_s70741" name="Equation" r:id="rId7" imgW="1129665" imgH="711200" progId="Equation.DSMT4">
                    <p:embed/>
                  </p:oleObj>
                </mc:Choice>
                <mc:Fallback>
                  <p:oleObj name="Equation" r:id="rId7" imgW="1129665" imgH="711200" progId="Equation.DSMT4">
                    <p:embed/>
                    <p:pic>
                      <p:nvPicPr>
                        <p:cNvPr id="0" name="图片 707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363" y="3429000"/>
                          <a:ext cx="2087562" cy="1316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75" name="Rectangle 35"/>
            <p:cNvSpPr>
              <a:spLocks noChangeArrowheads="1"/>
            </p:cNvSpPr>
            <p:nvPr/>
          </p:nvSpPr>
          <p:spPr bwMode="auto">
            <a:xfrm>
              <a:off x="179388" y="4508500"/>
              <a:ext cx="1487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有解</a:t>
              </a:r>
              <a:r>
                <a:rPr lang="en-US" altLang="zh-CN" sz="2400"/>
                <a:t>,</a:t>
              </a:r>
              <a:r>
                <a:rPr lang="zh-CN" altLang="en-US" sz="2400"/>
                <a:t>可知</a:t>
              </a:r>
              <a:endParaRPr lang="zh-CN" altLang="en-US" sz="2400"/>
            </a:p>
          </p:txBody>
        </p:sp>
      </p:grpSp>
      <p:sp>
        <p:nvSpPr>
          <p:cNvPr id="27672" name="Rectangle 37"/>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70" name="Object 36"/>
          <p:cNvGraphicFramePr>
            <a:graphicFrameLocks noChangeAspect="1"/>
          </p:cNvGraphicFramePr>
          <p:nvPr/>
        </p:nvGraphicFramePr>
        <p:xfrm>
          <a:off x="1403350" y="4868863"/>
          <a:ext cx="6192838" cy="1231900"/>
        </p:xfrm>
        <a:graphic>
          <a:graphicData uri="http://schemas.openxmlformats.org/presentationml/2006/ole">
            <mc:AlternateContent xmlns:mc="http://schemas.openxmlformats.org/markup-compatibility/2006">
              <mc:Choice xmlns:v="urn:schemas-microsoft-com:vml" Requires="v">
                <p:oleObj spid="_x0000_s70742" name="Equation" r:id="rId9" imgW="3594100" imgH="711200" progId="Equation.DSMT4">
                  <p:embed/>
                </p:oleObj>
              </mc:Choice>
              <mc:Fallback>
                <p:oleObj name="Equation" r:id="rId9" imgW="3594100" imgH="711200" progId="Equation.DSMT4">
                  <p:embed/>
                  <p:pic>
                    <p:nvPicPr>
                      <p:cNvPr id="0" name="图片 707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350" y="4868863"/>
                        <a:ext cx="6192838" cy="1231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85"/>
                                        </p:tgtEl>
                                        <p:attrNameLst>
                                          <p:attrName>style.visibility</p:attrName>
                                        </p:attrNameLst>
                                      </p:cBhvr>
                                      <p:to>
                                        <p:strVal val="visible"/>
                                      </p:to>
                                    </p:set>
                                    <p:anim calcmode="lin" valueType="num">
                                      <p:cBhvr additive="base">
                                        <p:cTn id="7" dur="500" fill="hold"/>
                                        <p:tgtEl>
                                          <p:spTgt spid="36885"/>
                                        </p:tgtEl>
                                        <p:attrNameLst>
                                          <p:attrName>ppt_x</p:attrName>
                                        </p:attrNameLst>
                                      </p:cBhvr>
                                      <p:tavLst>
                                        <p:tav tm="0">
                                          <p:val>
                                            <p:strVal val="#ppt_x"/>
                                          </p:val>
                                        </p:tav>
                                        <p:tav tm="100000">
                                          <p:val>
                                            <p:strVal val="#ppt_x"/>
                                          </p:val>
                                        </p:tav>
                                      </p:tavLst>
                                    </p:anim>
                                    <p:anim calcmode="lin" valueType="num">
                                      <p:cBhvr additive="base">
                                        <p:cTn id="8" dur="500" fill="hold"/>
                                        <p:tgtEl>
                                          <p:spTgt spid="368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70"/>
                                        </p:tgtEl>
                                        <p:attrNameLst>
                                          <p:attrName>style.visibility</p:attrName>
                                        </p:attrNameLst>
                                      </p:cBhvr>
                                      <p:to>
                                        <p:strVal val="visible"/>
                                      </p:to>
                                    </p:set>
                                    <p:anim calcmode="lin" valueType="num">
                                      <p:cBhvr additive="base">
                                        <p:cTn id="19" dur="500" fill="hold"/>
                                        <p:tgtEl>
                                          <p:spTgt spid="36870"/>
                                        </p:tgtEl>
                                        <p:attrNameLst>
                                          <p:attrName>ppt_x</p:attrName>
                                        </p:attrNameLst>
                                      </p:cBhvr>
                                      <p:tavLst>
                                        <p:tav tm="0">
                                          <p:val>
                                            <p:strVal val="#ppt_x"/>
                                          </p:val>
                                        </p:tav>
                                        <p:tav tm="100000">
                                          <p:val>
                                            <p:strVal val="#ppt_x"/>
                                          </p:val>
                                        </p:tav>
                                      </p:tavLst>
                                    </p:anim>
                                    <p:anim calcmode="lin" valueType="num">
                                      <p:cBhvr additive="base">
                                        <p:cTn id="20" dur="500" fill="hold"/>
                                        <p:tgtEl>
                                          <p:spTgt spid="368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8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A452601-44AB-4CF7-9691-002B327A2F1A}" type="datetime3">
              <a:rPr lang="zh-CN" altLang="en-US" smtClean="0"/>
            </a:fld>
            <a:endParaRPr lang="en-US" altLang="zh-CN"/>
          </a:p>
        </p:txBody>
      </p:sp>
      <p:sp>
        <p:nvSpPr>
          <p:cNvPr id="2868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86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F6CBAE-7CEB-472C-804D-6017ADBB47B7}" type="slidenum">
              <a:rPr lang="en-US" altLang="zh-CN"/>
            </a:fld>
            <a:endParaRPr lang="en-US" altLang="zh-CN"/>
          </a:p>
        </p:txBody>
      </p:sp>
      <p:sp>
        <p:nvSpPr>
          <p:cNvPr id="28682"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》2007</a:t>
            </a:r>
            <a:r>
              <a:rPr lang="zh-CN" altLang="en-US" b="1"/>
              <a:t>学年第二学期，试卷</a:t>
            </a:r>
            <a:endParaRPr lang="zh-CN" altLang="en-US" b="1"/>
          </a:p>
        </p:txBody>
      </p:sp>
      <p:sp>
        <p:nvSpPr>
          <p:cNvPr id="28683" name="Rectangle 6"/>
          <p:cNvSpPr>
            <a:spLocks noChangeArrowheads="1"/>
          </p:cNvSpPr>
          <p:nvPr/>
        </p:nvSpPr>
        <p:spPr bwMode="auto">
          <a:xfrm>
            <a:off x="-107950" y="1870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4" name="Rectangle 7"/>
          <p:cNvSpPr>
            <a:spLocks noChangeArrowheads="1"/>
          </p:cNvSpPr>
          <p:nvPr/>
        </p:nvSpPr>
        <p:spPr bwMode="auto">
          <a:xfrm>
            <a:off x="-107950" y="1870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19"/>
          <p:cNvGrpSpPr/>
          <p:nvPr/>
        </p:nvGrpSpPr>
        <p:grpSpPr bwMode="auto">
          <a:xfrm>
            <a:off x="179388" y="620713"/>
            <a:ext cx="6119812" cy="1301750"/>
            <a:chOff x="179388" y="620713"/>
            <a:chExt cx="6119812" cy="1301750"/>
          </a:xfrm>
        </p:grpSpPr>
        <p:sp>
          <p:nvSpPr>
            <p:cNvPr id="28693" name="Rectangle 24"/>
            <p:cNvSpPr>
              <a:spLocks noChangeArrowheads="1"/>
            </p:cNvSpPr>
            <p:nvPr/>
          </p:nvSpPr>
          <p:spPr bwMode="auto">
            <a:xfrm>
              <a:off x="179388" y="620713"/>
              <a:ext cx="85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由于</a:t>
              </a:r>
              <a:r>
                <a:rPr lang="zh-CN" altLang="en-US"/>
                <a:t> </a:t>
              </a:r>
              <a:endParaRPr lang="zh-CN" altLang="en-US"/>
            </a:p>
          </p:txBody>
        </p:sp>
        <p:graphicFrame>
          <p:nvGraphicFramePr>
            <p:cNvPr id="28674" name="Object 25"/>
            <p:cNvGraphicFramePr>
              <a:graphicFrameLocks noChangeAspect="1"/>
            </p:cNvGraphicFramePr>
            <p:nvPr/>
          </p:nvGraphicFramePr>
          <p:xfrm>
            <a:off x="1042988" y="620713"/>
            <a:ext cx="5256212" cy="1301750"/>
          </p:xfrm>
          <a:graphic>
            <a:graphicData uri="http://schemas.openxmlformats.org/presentationml/2006/ole">
              <mc:AlternateContent xmlns:mc="http://schemas.openxmlformats.org/markup-compatibility/2006">
                <mc:Choice xmlns:v="urn:schemas-microsoft-com:vml" Requires="v">
                  <p:oleObj spid="_x0000_s71762" name="Equation" r:id="rId1" imgW="2882900" imgH="711200" progId="Equation.DSMT4">
                    <p:embed/>
                  </p:oleObj>
                </mc:Choice>
                <mc:Fallback>
                  <p:oleObj name="Equation" r:id="rId1" imgW="2882900" imgH="711200" progId="Equation.DSMT4">
                    <p:embed/>
                    <p:pic>
                      <p:nvPicPr>
                        <p:cNvPr id="0" name="图片 717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620713"/>
                          <a:ext cx="5256212" cy="1301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686" name="Rectangle 29"/>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组合 20"/>
          <p:cNvGrpSpPr/>
          <p:nvPr/>
        </p:nvGrpSpPr>
        <p:grpSpPr bwMode="auto">
          <a:xfrm>
            <a:off x="250825" y="1916113"/>
            <a:ext cx="2736850" cy="457200"/>
            <a:chOff x="250825" y="1916113"/>
            <a:chExt cx="2736850" cy="457200"/>
          </a:xfrm>
        </p:grpSpPr>
        <p:sp>
          <p:nvSpPr>
            <p:cNvPr id="28692" name="Rectangle 27"/>
            <p:cNvSpPr>
              <a:spLocks noChangeArrowheads="1"/>
            </p:cNvSpPr>
            <p:nvPr/>
          </p:nvSpPr>
          <p:spPr bwMode="auto">
            <a:xfrm>
              <a:off x="250825" y="1916113"/>
              <a:ext cx="85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a:t>
              </a:r>
              <a:r>
                <a:rPr lang="zh-CN" altLang="en-US"/>
                <a:t> </a:t>
              </a:r>
              <a:endParaRPr lang="zh-CN" altLang="en-US"/>
            </a:p>
          </p:txBody>
        </p:sp>
        <p:graphicFrame>
          <p:nvGraphicFramePr>
            <p:cNvPr id="28675" name="Object 28"/>
            <p:cNvGraphicFramePr>
              <a:graphicFrameLocks noChangeAspect="1"/>
            </p:cNvGraphicFramePr>
            <p:nvPr/>
          </p:nvGraphicFramePr>
          <p:xfrm>
            <a:off x="1258888" y="1916113"/>
            <a:ext cx="1728787" cy="406400"/>
          </p:xfrm>
          <a:graphic>
            <a:graphicData uri="http://schemas.openxmlformats.org/presentationml/2006/ole">
              <mc:AlternateContent xmlns:mc="http://schemas.openxmlformats.org/markup-compatibility/2006">
                <mc:Choice xmlns:v="urn:schemas-microsoft-com:vml" Requires="v">
                  <p:oleObj spid="_x0000_s71763" name="Equation" r:id="rId3" imgW="774065" imgH="177800" progId="Equation.DSMT4">
                    <p:embed/>
                  </p:oleObj>
                </mc:Choice>
                <mc:Fallback>
                  <p:oleObj name="Equation" r:id="rId3" imgW="774065" imgH="177800" progId="Equation.DSMT4">
                    <p:embed/>
                    <p:pic>
                      <p:nvPicPr>
                        <p:cNvPr id="0" name="图片 717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916113"/>
                          <a:ext cx="1728787"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7904" name="Rectangle 30"/>
          <p:cNvSpPr>
            <a:spLocks noChangeArrowheads="1"/>
          </p:cNvSpPr>
          <p:nvPr/>
        </p:nvSpPr>
        <p:spPr bwMode="auto">
          <a:xfrm>
            <a:off x="179388" y="2349500"/>
            <a:ext cx="146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充分性：</a:t>
            </a:r>
            <a:r>
              <a:rPr lang="zh-CN" altLang="en-US"/>
              <a:t> </a:t>
            </a:r>
            <a:endParaRPr lang="zh-CN" altLang="en-US"/>
          </a:p>
        </p:txBody>
      </p:sp>
      <p:sp>
        <p:nvSpPr>
          <p:cNvPr id="28689" name="Rectangle 32"/>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7892" name="Object 31"/>
          <p:cNvGraphicFramePr>
            <a:graphicFrameLocks noChangeAspect="1"/>
          </p:cNvGraphicFramePr>
          <p:nvPr/>
        </p:nvGraphicFramePr>
        <p:xfrm>
          <a:off x="468313" y="2781300"/>
          <a:ext cx="4032250" cy="477838"/>
        </p:xfrm>
        <a:graphic>
          <a:graphicData uri="http://schemas.openxmlformats.org/presentationml/2006/ole">
            <mc:AlternateContent xmlns:mc="http://schemas.openxmlformats.org/markup-compatibility/2006">
              <mc:Choice xmlns:v="urn:schemas-microsoft-com:vml" Requires="v">
                <p:oleObj spid="_x0000_s71764" name="Equation" r:id="rId5" imgW="1688465" imgH="203200" progId="Equation.DSMT4">
                  <p:embed/>
                </p:oleObj>
              </mc:Choice>
              <mc:Fallback>
                <p:oleObj name="Equation" r:id="rId5" imgW="1688465" imgH="203200" progId="Equation.DSMT4">
                  <p:embed/>
                  <p:pic>
                    <p:nvPicPr>
                      <p:cNvPr id="0" name="图片 717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2781300"/>
                        <a:ext cx="4032250" cy="477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90" name="Rectangle 34"/>
          <p:cNvSpPr>
            <a:spLocks noChangeArrowheads="1"/>
          </p:cNvSpPr>
          <p:nvPr/>
        </p:nvSpPr>
        <p:spPr bwMode="auto">
          <a:xfrm>
            <a:off x="0" y="2900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7893" name="Object 33"/>
          <p:cNvGraphicFramePr>
            <a:graphicFrameLocks noChangeAspect="1"/>
          </p:cNvGraphicFramePr>
          <p:nvPr/>
        </p:nvGraphicFramePr>
        <p:xfrm>
          <a:off x="539750" y="3213100"/>
          <a:ext cx="8208963" cy="2374900"/>
        </p:xfrm>
        <a:graphic>
          <a:graphicData uri="http://schemas.openxmlformats.org/presentationml/2006/ole">
            <mc:AlternateContent xmlns:mc="http://schemas.openxmlformats.org/markup-compatibility/2006">
              <mc:Choice xmlns:v="urn:schemas-microsoft-com:vml" Requires="v">
                <p:oleObj spid="_x0000_s71765" name="Equation" r:id="rId7" imgW="3657600" imgH="1054100" progId="Equation.DSMT4">
                  <p:embed/>
                </p:oleObj>
              </mc:Choice>
              <mc:Fallback>
                <p:oleObj name="Equation" r:id="rId7" imgW="3657600" imgH="1054100" progId="Equation.DSMT4">
                  <p:embed/>
                  <p:pic>
                    <p:nvPicPr>
                      <p:cNvPr id="0" name="图片 7176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3213100"/>
                        <a:ext cx="8208963" cy="237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91" name="Rectangle 3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7894" name="Object 35"/>
          <p:cNvGraphicFramePr>
            <a:graphicFrameLocks noChangeAspect="1"/>
          </p:cNvGraphicFramePr>
          <p:nvPr/>
        </p:nvGraphicFramePr>
        <p:xfrm>
          <a:off x="611188" y="5661025"/>
          <a:ext cx="2519362" cy="468313"/>
        </p:xfrm>
        <a:graphic>
          <a:graphicData uri="http://schemas.openxmlformats.org/presentationml/2006/ole">
            <mc:AlternateContent xmlns:mc="http://schemas.openxmlformats.org/markup-compatibility/2006">
              <mc:Choice xmlns:v="urn:schemas-microsoft-com:vml" Requires="v">
                <p:oleObj spid="_x0000_s71766" name="Equation" r:id="rId9" imgW="1231265" imgH="228600" progId="Equation.DSMT4">
                  <p:embed/>
                </p:oleObj>
              </mc:Choice>
              <mc:Fallback>
                <p:oleObj name="Equation" r:id="rId9" imgW="1231265" imgH="228600" progId="Equation.DSMT4">
                  <p:embed/>
                  <p:pic>
                    <p:nvPicPr>
                      <p:cNvPr id="0" name="图片 717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188" y="5661025"/>
                        <a:ext cx="2519362"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904"/>
                                        </p:tgtEl>
                                        <p:attrNameLst>
                                          <p:attrName>style.visibility</p:attrName>
                                        </p:attrNameLst>
                                      </p:cBhvr>
                                      <p:to>
                                        <p:strVal val="visible"/>
                                      </p:to>
                                    </p:set>
                                    <p:anim calcmode="lin" valueType="num">
                                      <p:cBhvr additive="base">
                                        <p:cTn id="19" dur="500" fill="hold"/>
                                        <p:tgtEl>
                                          <p:spTgt spid="37904"/>
                                        </p:tgtEl>
                                        <p:attrNameLst>
                                          <p:attrName>ppt_x</p:attrName>
                                        </p:attrNameLst>
                                      </p:cBhvr>
                                      <p:tavLst>
                                        <p:tav tm="0">
                                          <p:val>
                                            <p:strVal val="#ppt_x"/>
                                          </p:val>
                                        </p:tav>
                                        <p:tav tm="100000">
                                          <p:val>
                                            <p:strVal val="#ppt_x"/>
                                          </p:val>
                                        </p:tav>
                                      </p:tavLst>
                                    </p:anim>
                                    <p:anim calcmode="lin" valueType="num">
                                      <p:cBhvr additive="base">
                                        <p:cTn id="20" dur="500" fill="hold"/>
                                        <p:tgtEl>
                                          <p:spTgt spid="3790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892"/>
                                        </p:tgtEl>
                                        <p:attrNameLst>
                                          <p:attrName>style.visibility</p:attrName>
                                        </p:attrNameLst>
                                      </p:cBhvr>
                                      <p:to>
                                        <p:strVal val="visible"/>
                                      </p:to>
                                    </p:set>
                                    <p:anim calcmode="lin" valueType="num">
                                      <p:cBhvr additive="base">
                                        <p:cTn id="25" dur="500" fill="hold"/>
                                        <p:tgtEl>
                                          <p:spTgt spid="37892"/>
                                        </p:tgtEl>
                                        <p:attrNameLst>
                                          <p:attrName>ppt_x</p:attrName>
                                        </p:attrNameLst>
                                      </p:cBhvr>
                                      <p:tavLst>
                                        <p:tav tm="0">
                                          <p:val>
                                            <p:strVal val="#ppt_x"/>
                                          </p:val>
                                        </p:tav>
                                        <p:tav tm="100000">
                                          <p:val>
                                            <p:strVal val="#ppt_x"/>
                                          </p:val>
                                        </p:tav>
                                      </p:tavLst>
                                    </p:anim>
                                    <p:anim calcmode="lin" valueType="num">
                                      <p:cBhvr additive="base">
                                        <p:cTn id="26"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893"/>
                                        </p:tgtEl>
                                        <p:attrNameLst>
                                          <p:attrName>style.visibility</p:attrName>
                                        </p:attrNameLst>
                                      </p:cBhvr>
                                      <p:to>
                                        <p:strVal val="visible"/>
                                      </p:to>
                                    </p:set>
                                    <p:anim calcmode="lin" valueType="num">
                                      <p:cBhvr additive="base">
                                        <p:cTn id="31" dur="500" fill="hold"/>
                                        <p:tgtEl>
                                          <p:spTgt spid="37893"/>
                                        </p:tgtEl>
                                        <p:attrNameLst>
                                          <p:attrName>ppt_x</p:attrName>
                                        </p:attrNameLst>
                                      </p:cBhvr>
                                      <p:tavLst>
                                        <p:tav tm="0">
                                          <p:val>
                                            <p:strVal val="#ppt_x"/>
                                          </p:val>
                                        </p:tav>
                                        <p:tav tm="100000">
                                          <p:val>
                                            <p:strVal val="#ppt_x"/>
                                          </p:val>
                                        </p:tav>
                                      </p:tavLst>
                                    </p:anim>
                                    <p:anim calcmode="lin" valueType="num">
                                      <p:cBhvr additive="base">
                                        <p:cTn id="32"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7894"/>
                                        </p:tgtEl>
                                        <p:attrNameLst>
                                          <p:attrName>style.visibility</p:attrName>
                                        </p:attrNameLst>
                                      </p:cBhvr>
                                      <p:to>
                                        <p:strVal val="visible"/>
                                      </p:to>
                                    </p:set>
                                    <p:anim calcmode="lin" valueType="num">
                                      <p:cBhvr additive="base">
                                        <p:cTn id="37" dur="500" fill="hold"/>
                                        <p:tgtEl>
                                          <p:spTgt spid="37894"/>
                                        </p:tgtEl>
                                        <p:attrNameLst>
                                          <p:attrName>ppt_x</p:attrName>
                                        </p:attrNameLst>
                                      </p:cBhvr>
                                      <p:tavLst>
                                        <p:tav tm="0">
                                          <p:val>
                                            <p:strVal val="#ppt_x"/>
                                          </p:val>
                                        </p:tav>
                                        <p:tav tm="100000">
                                          <p:val>
                                            <p:strVal val="#ppt_x"/>
                                          </p:val>
                                        </p:tav>
                                      </p:tavLst>
                                    </p:anim>
                                    <p:anim calcmode="lin" valueType="num">
                                      <p:cBhvr additive="base">
                                        <p:cTn id="38" dur="500" fill="hold"/>
                                        <p:tgtEl>
                                          <p:spTgt spid="378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C6876E6-0E43-41F4-B51C-AD8F64C0FC8C}" type="datetime3">
              <a:rPr lang="zh-CN" altLang="en-US" smtClean="0"/>
            </a:fld>
            <a:endParaRPr lang="en-US" altLang="zh-CN"/>
          </a:p>
        </p:txBody>
      </p:sp>
      <p:sp>
        <p:nvSpPr>
          <p:cNvPr id="29701"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97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E14FA3A-1642-4266-A2A4-9C0A40C3FD1B}" type="slidenum">
              <a:rPr lang="en-US" altLang="zh-CN"/>
            </a:fld>
            <a:endParaRPr lang="en-US" altLang="zh-CN"/>
          </a:p>
        </p:txBody>
      </p:sp>
      <p:sp>
        <p:nvSpPr>
          <p:cNvPr id="29703"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》2007</a:t>
            </a:r>
            <a:r>
              <a:rPr lang="zh-CN" altLang="en-US" b="1"/>
              <a:t>学年第二学期，试卷</a:t>
            </a:r>
            <a:endParaRPr lang="zh-CN" altLang="en-US" b="1"/>
          </a:p>
        </p:txBody>
      </p:sp>
      <p:sp>
        <p:nvSpPr>
          <p:cNvPr id="29704" name="Rectangle 3"/>
          <p:cNvSpPr>
            <a:spLocks noChangeArrowheads="1"/>
          </p:cNvSpPr>
          <p:nvPr/>
        </p:nvSpPr>
        <p:spPr bwMode="auto">
          <a:xfrm>
            <a:off x="-107950" y="1870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5" name="Rectangle 4"/>
          <p:cNvSpPr>
            <a:spLocks noChangeArrowheads="1"/>
          </p:cNvSpPr>
          <p:nvPr/>
        </p:nvSpPr>
        <p:spPr bwMode="auto">
          <a:xfrm>
            <a:off x="-107950" y="1870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6" name="Rectangle 8"/>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7" name="Rectangle 11"/>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8" name="Rectangle 13"/>
          <p:cNvSpPr>
            <a:spLocks noChangeArrowheads="1"/>
          </p:cNvSpPr>
          <p:nvPr/>
        </p:nvSpPr>
        <p:spPr bwMode="auto">
          <a:xfrm>
            <a:off x="0" y="2900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09" name="Rectangle 17"/>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17"/>
          <p:cNvGrpSpPr/>
          <p:nvPr/>
        </p:nvGrpSpPr>
        <p:grpSpPr bwMode="auto">
          <a:xfrm>
            <a:off x="611188" y="692150"/>
            <a:ext cx="3384550" cy="1930400"/>
            <a:chOff x="611188" y="692150"/>
            <a:chExt cx="3384550" cy="1930400"/>
          </a:xfrm>
        </p:grpSpPr>
        <p:sp>
          <p:nvSpPr>
            <p:cNvPr id="29715" name="Rectangle 15"/>
            <p:cNvSpPr>
              <a:spLocks noChangeArrowheads="1"/>
            </p:cNvSpPr>
            <p:nvPr/>
          </p:nvSpPr>
          <p:spPr bwMode="auto">
            <a:xfrm>
              <a:off x="611188" y="692150"/>
              <a:ext cx="1792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因此方程组 </a:t>
              </a:r>
              <a:endParaRPr lang="zh-CN" altLang="en-US" sz="2400"/>
            </a:p>
          </p:txBody>
        </p:sp>
        <p:graphicFrame>
          <p:nvGraphicFramePr>
            <p:cNvPr id="29698" name="Object 16"/>
            <p:cNvGraphicFramePr>
              <a:graphicFrameLocks noChangeAspect="1"/>
            </p:cNvGraphicFramePr>
            <p:nvPr/>
          </p:nvGraphicFramePr>
          <p:xfrm>
            <a:off x="1619250" y="1125538"/>
            <a:ext cx="2376488" cy="1497012"/>
          </p:xfrm>
          <a:graphic>
            <a:graphicData uri="http://schemas.openxmlformats.org/presentationml/2006/ole">
              <mc:AlternateContent xmlns:mc="http://schemas.openxmlformats.org/markup-compatibility/2006">
                <mc:Choice xmlns:v="urn:schemas-microsoft-com:vml" Requires="v">
                  <p:oleObj spid="_x0000_s72738" name="Equation" r:id="rId1" imgW="1129665" imgH="711200" progId="Equation.DSMT4">
                    <p:embed/>
                  </p:oleObj>
                </mc:Choice>
                <mc:Fallback>
                  <p:oleObj name="Equation" r:id="rId1" imgW="1129665" imgH="711200" progId="Equation.DSMT4">
                    <p:embed/>
                    <p:pic>
                      <p:nvPicPr>
                        <p:cNvPr id="0" name="图片 727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125538"/>
                          <a:ext cx="2376488" cy="1497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9711" name="Rectangle 2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组合 18"/>
          <p:cNvGrpSpPr/>
          <p:nvPr/>
        </p:nvGrpSpPr>
        <p:grpSpPr bwMode="auto">
          <a:xfrm>
            <a:off x="395288" y="2781300"/>
            <a:ext cx="4524375" cy="528638"/>
            <a:chOff x="395288" y="2781300"/>
            <a:chExt cx="4524375" cy="528638"/>
          </a:xfrm>
        </p:grpSpPr>
        <p:sp>
          <p:nvSpPr>
            <p:cNvPr id="29713" name="Rectangle 18"/>
            <p:cNvSpPr>
              <a:spLocks noChangeArrowheads="1"/>
            </p:cNvSpPr>
            <p:nvPr/>
          </p:nvSpPr>
          <p:spPr bwMode="auto">
            <a:xfrm>
              <a:off x="395288" y="2781300"/>
              <a:ext cx="2097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有唯一解，即 </a:t>
              </a:r>
              <a:endParaRPr lang="zh-CN" altLang="en-US" sz="2400"/>
            </a:p>
          </p:txBody>
        </p:sp>
        <p:graphicFrame>
          <p:nvGraphicFramePr>
            <p:cNvPr id="29699" name="Object 19"/>
            <p:cNvGraphicFramePr>
              <a:graphicFrameLocks noChangeAspect="1"/>
            </p:cNvGraphicFramePr>
            <p:nvPr/>
          </p:nvGraphicFramePr>
          <p:xfrm>
            <a:off x="2411413" y="2781300"/>
            <a:ext cx="863600" cy="471488"/>
          </p:xfrm>
          <a:graphic>
            <a:graphicData uri="http://schemas.openxmlformats.org/presentationml/2006/ole">
              <mc:AlternateContent xmlns:mc="http://schemas.openxmlformats.org/markup-compatibility/2006">
                <mc:Choice xmlns:v="urn:schemas-microsoft-com:vml" Requires="v">
                  <p:oleObj spid="_x0000_s72739" name="Equation" r:id="rId3" imgW="419100" imgH="228600" progId="Equation.DSMT4">
                    <p:embed/>
                  </p:oleObj>
                </mc:Choice>
                <mc:Fallback>
                  <p:oleObj name="Equation" r:id="rId3" imgW="419100" imgH="228600" progId="Equation.DSMT4">
                    <p:embed/>
                    <p:pic>
                      <p:nvPicPr>
                        <p:cNvPr id="0" name="图片 727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781300"/>
                          <a:ext cx="863600"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4" name="Rectangle 21"/>
            <p:cNvSpPr>
              <a:spLocks noChangeArrowheads="1"/>
            </p:cNvSpPr>
            <p:nvPr/>
          </p:nvSpPr>
          <p:spPr bwMode="auto">
            <a:xfrm>
              <a:off x="3348038" y="2852738"/>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交于一点</a:t>
              </a:r>
              <a:r>
                <a:rPr lang="en-US" altLang="zh-CN" sz="2400"/>
                <a:t>. </a:t>
              </a:r>
              <a:endParaRPr lang="en-US" altLang="zh-CN" sz="2400"/>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3943BB2-7AE4-4CB9-A91D-8C0FC4FFB871}" type="datetime3">
              <a:rPr lang="zh-CN" altLang="en-US" smtClean="0"/>
            </a:fld>
            <a:endParaRPr lang="en-US" altLang="zh-CN"/>
          </a:p>
        </p:txBody>
      </p:sp>
      <p:sp>
        <p:nvSpPr>
          <p:cNvPr id="30724"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14ppt)</a:t>
            </a:r>
            <a:endParaRPr lang="en-US" altLang="zh-CN"/>
          </a:p>
        </p:txBody>
      </p:sp>
      <p:sp>
        <p:nvSpPr>
          <p:cNvPr id="307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88E82B9-C68F-4917-9E53-9D688AB87291}" type="slidenum">
              <a:rPr lang="en-US" altLang="zh-CN"/>
            </a:fld>
            <a:endParaRPr lang="en-US" altLang="zh-CN"/>
          </a:p>
        </p:txBody>
      </p:sp>
      <p:sp>
        <p:nvSpPr>
          <p:cNvPr id="22532" name="Text Box 4"/>
          <p:cNvSpPr txBox="1">
            <a:spLocks noChangeArrowheads="1"/>
          </p:cNvSpPr>
          <p:nvPr/>
        </p:nvSpPr>
        <p:spPr bwMode="auto">
          <a:xfrm>
            <a:off x="250825" y="247650"/>
            <a:ext cx="4919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lang="zh-CN" altLang="en-US" sz="2400" b="1">
                <a:solidFill>
                  <a:srgbClr val="0000FF"/>
                </a:solidFill>
              </a:rPr>
              <a:t>线性方程组的求解</a:t>
            </a:r>
            <a:r>
              <a:rPr lang="en-US" altLang="zh-CN" sz="2400" b="1">
                <a:solidFill>
                  <a:srgbClr val="0000FF"/>
                </a:solidFill>
              </a:rPr>
              <a:t>(</a:t>
            </a:r>
            <a:r>
              <a:rPr lang="zh-CN" altLang="en-US" sz="2400" b="1">
                <a:solidFill>
                  <a:srgbClr val="0000FF"/>
                </a:solidFill>
              </a:rPr>
              <a:t>齐次与非齐次</a:t>
            </a:r>
            <a:r>
              <a:rPr lang="en-US" altLang="zh-CN" sz="2400" b="1">
                <a:solidFill>
                  <a:srgbClr val="0000FF"/>
                </a:solidFill>
              </a:rPr>
              <a:t>)</a:t>
            </a:r>
            <a:endParaRPr lang="en-US" altLang="zh-CN" sz="2400" b="1">
              <a:solidFill>
                <a:srgbClr val="0000FF"/>
              </a:solidFill>
            </a:endParaRPr>
          </a:p>
        </p:txBody>
      </p:sp>
      <p:sp>
        <p:nvSpPr>
          <p:cNvPr id="22533" name="Text Box 5"/>
          <p:cNvSpPr txBox="1">
            <a:spLocks noChangeArrowheads="1"/>
          </p:cNvSpPr>
          <p:nvPr/>
        </p:nvSpPr>
        <p:spPr bwMode="auto">
          <a:xfrm>
            <a:off x="250825" y="896938"/>
            <a:ext cx="854075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(1)</a:t>
            </a:r>
            <a:r>
              <a:rPr lang="zh-CN" altLang="en-US" sz="2400" b="1"/>
              <a:t>初等行变换法：对方程组的增广矩阵施行初等行变换，将</a:t>
            </a:r>
            <a:endParaRPr lang="zh-CN" altLang="en-US" sz="2400" b="1"/>
          </a:p>
          <a:p>
            <a:pPr eaLnBrk="1" hangingPunct="1"/>
            <a:r>
              <a:rPr lang="zh-CN" altLang="en-US" sz="2400" b="1"/>
              <a:t>其化为阶梯形矩阵，然后根据方程组系数矩阵与增广矩阵的</a:t>
            </a:r>
            <a:endParaRPr lang="zh-CN" altLang="en-US" sz="2400" b="1"/>
          </a:p>
          <a:p>
            <a:pPr eaLnBrk="1" hangingPunct="1"/>
            <a:r>
              <a:rPr lang="zh-CN" altLang="en-US" sz="2400" b="1"/>
              <a:t>秩的情况判断方程组是否有解？</a:t>
            </a:r>
            <a:endParaRPr lang="zh-CN" altLang="en-US" sz="2400" b="1"/>
          </a:p>
          <a:p>
            <a:pPr eaLnBrk="1" hangingPunct="1"/>
            <a:r>
              <a:rPr lang="zh-CN" altLang="en-US" sz="2400" b="1"/>
              <a:t>      </a:t>
            </a:r>
            <a:r>
              <a:rPr lang="en-US" altLang="zh-CN" sz="2400" b="1"/>
              <a:t>a: </a:t>
            </a:r>
            <a:r>
              <a:rPr lang="zh-CN" altLang="en-US" sz="2400" b="1"/>
              <a:t>有解时，求出方程的一般解</a:t>
            </a:r>
            <a:endParaRPr lang="zh-CN" altLang="en-US" sz="2400" b="1"/>
          </a:p>
          <a:p>
            <a:pPr eaLnBrk="1" hangingPunct="1"/>
            <a:r>
              <a:rPr lang="zh-CN" altLang="en-US" sz="2400" b="1"/>
              <a:t>      </a:t>
            </a:r>
            <a:r>
              <a:rPr lang="en-US" altLang="zh-CN" sz="2400" b="1"/>
              <a:t>b: </a:t>
            </a:r>
            <a:r>
              <a:rPr lang="zh-CN" altLang="en-US" sz="2400" b="1"/>
              <a:t>若所求线性方程组含有待定参数</a:t>
            </a:r>
            <a:r>
              <a:rPr lang="en-US" altLang="zh-CN" sz="2400" b="1"/>
              <a:t>,</a:t>
            </a:r>
            <a:r>
              <a:rPr lang="zh-CN" altLang="en-US" sz="2400" b="1"/>
              <a:t>还要进一步讨论参数方</a:t>
            </a:r>
            <a:endParaRPr lang="zh-CN" altLang="en-US" sz="2400" b="1"/>
          </a:p>
          <a:p>
            <a:pPr eaLnBrk="1" hangingPunct="1"/>
            <a:r>
              <a:rPr lang="zh-CN" altLang="en-US" sz="2400" b="1"/>
              <a:t>程组的情况</a:t>
            </a:r>
            <a:r>
              <a:rPr lang="en-US" altLang="zh-CN" sz="2400" b="1"/>
              <a:t>.</a:t>
            </a:r>
            <a:r>
              <a:rPr lang="zh-CN" altLang="en-US" sz="2400" b="1"/>
              <a:t>初等行变换法是求解线性方程组的最一般方法，而</a:t>
            </a:r>
            <a:endParaRPr lang="zh-CN" altLang="en-US" sz="2400" b="1"/>
          </a:p>
          <a:p>
            <a:pPr eaLnBrk="1" hangingPunct="1"/>
            <a:r>
              <a:rPr lang="zh-CN" altLang="en-US" sz="2400" b="1"/>
              <a:t>克莱姆法则只在特殊情况（方程组有唯一解且系数得列式容易</a:t>
            </a:r>
            <a:endParaRPr lang="zh-CN" altLang="en-US" sz="2400" b="1"/>
          </a:p>
          <a:p>
            <a:pPr eaLnBrk="1" hangingPunct="1"/>
            <a:r>
              <a:rPr lang="zh-CN" altLang="en-US" sz="2400" b="1"/>
              <a:t>计算）下才使用</a:t>
            </a:r>
            <a:r>
              <a:rPr lang="en-US" altLang="zh-CN" sz="2400" b="1"/>
              <a:t>.</a:t>
            </a:r>
            <a:endParaRPr lang="en-US" altLang="zh-CN" sz="2400" b="1"/>
          </a:p>
        </p:txBody>
      </p:sp>
      <p:sp>
        <p:nvSpPr>
          <p:cNvPr id="30728" name="Text Box 6"/>
          <p:cNvSpPr txBox="1">
            <a:spLocks noChangeArrowheads="1"/>
          </p:cNvSpPr>
          <p:nvPr/>
        </p:nvSpPr>
        <p:spPr bwMode="auto">
          <a:xfrm>
            <a:off x="1239838" y="3292475"/>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endParaRPr lang="en-US" altLang="zh-CN"/>
          </a:p>
        </p:txBody>
      </p:sp>
      <p:graphicFrame>
        <p:nvGraphicFramePr>
          <p:cNvPr id="22535" name="Object 7"/>
          <p:cNvGraphicFramePr>
            <a:graphicFrameLocks noChangeAspect="1"/>
          </p:cNvGraphicFramePr>
          <p:nvPr/>
        </p:nvGraphicFramePr>
        <p:xfrm>
          <a:off x="503238" y="3921125"/>
          <a:ext cx="8640762" cy="2395538"/>
        </p:xfrm>
        <a:graphic>
          <a:graphicData uri="http://schemas.openxmlformats.org/presentationml/2006/ole">
            <mc:AlternateContent xmlns:mc="http://schemas.openxmlformats.org/markup-compatibility/2006">
              <mc:Choice xmlns:v="urn:schemas-microsoft-com:vml" Requires="v">
                <p:oleObj spid="_x0000_s69655" name="Equation" r:id="rId1" imgW="3403600" imgH="1155700" progId="Equation.DSMT4">
                  <p:embed/>
                </p:oleObj>
              </mc:Choice>
              <mc:Fallback>
                <p:oleObj name="Equation" r:id="rId1" imgW="3403600" imgH="1155700"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3921125"/>
                        <a:ext cx="8640762" cy="2395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2"/>
                                        </p:tgtEl>
                                        <p:attrNameLst>
                                          <p:attrName>style.visibility</p:attrName>
                                        </p:attrNameLst>
                                      </p:cBhvr>
                                      <p:to>
                                        <p:strVal val="visible"/>
                                      </p:to>
                                    </p:set>
                                    <p:anim calcmode="lin" valueType="num">
                                      <p:cBhvr additive="base">
                                        <p:cTn id="7" dur="500" fill="hold"/>
                                        <p:tgtEl>
                                          <p:spTgt spid="22532"/>
                                        </p:tgtEl>
                                        <p:attrNameLst>
                                          <p:attrName>ppt_x</p:attrName>
                                        </p:attrNameLst>
                                      </p:cBhvr>
                                      <p:tavLst>
                                        <p:tav tm="0">
                                          <p:val>
                                            <p:strVal val="0-#ppt_w/2"/>
                                          </p:val>
                                        </p:tav>
                                        <p:tav tm="100000">
                                          <p:val>
                                            <p:strVal val="#ppt_x"/>
                                          </p:val>
                                        </p:tav>
                                      </p:tavLst>
                                    </p:anim>
                                    <p:anim calcmode="lin" valueType="num">
                                      <p:cBhvr additive="base">
                                        <p:cTn id="8" dur="500" fill="hold"/>
                                        <p:tgtEl>
                                          <p:spTgt spid="225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anim calcmode="lin" valueType="num">
                                      <p:cBhvr additive="base">
                                        <p:cTn id="13" dur="500" fill="hold"/>
                                        <p:tgtEl>
                                          <p:spTgt spid="22533"/>
                                        </p:tgtEl>
                                        <p:attrNameLst>
                                          <p:attrName>ppt_x</p:attrName>
                                        </p:attrNameLst>
                                      </p:cBhvr>
                                      <p:tavLst>
                                        <p:tav tm="0">
                                          <p:val>
                                            <p:strVal val="0-#ppt_w/2"/>
                                          </p:val>
                                        </p:tav>
                                        <p:tav tm="100000">
                                          <p:val>
                                            <p:strVal val="#ppt_x"/>
                                          </p:val>
                                        </p:tav>
                                      </p:tavLst>
                                    </p:anim>
                                    <p:anim calcmode="lin" valueType="num">
                                      <p:cBhvr additive="base">
                                        <p:cTn id="14" dur="500" fill="hold"/>
                                        <p:tgtEl>
                                          <p:spTgt spid="2253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2535"/>
                                        </p:tgtEl>
                                        <p:attrNameLst>
                                          <p:attrName>style.visibility</p:attrName>
                                        </p:attrNameLst>
                                      </p:cBhvr>
                                      <p:to>
                                        <p:strVal val="visible"/>
                                      </p:to>
                                    </p:set>
                                    <p:anim calcmode="lin" valueType="num">
                                      <p:cBhvr additive="base">
                                        <p:cTn id="19" dur="500" fill="hold"/>
                                        <p:tgtEl>
                                          <p:spTgt spid="22535"/>
                                        </p:tgtEl>
                                        <p:attrNameLst>
                                          <p:attrName>ppt_x</p:attrName>
                                        </p:attrNameLst>
                                      </p:cBhvr>
                                      <p:tavLst>
                                        <p:tav tm="0">
                                          <p:val>
                                            <p:strVal val="0-#ppt_w/2"/>
                                          </p:val>
                                        </p:tav>
                                        <p:tav tm="100000">
                                          <p:val>
                                            <p:strVal val="#ppt_x"/>
                                          </p:val>
                                        </p:tav>
                                      </p:tavLst>
                                    </p:anim>
                                    <p:anim calcmode="lin" valueType="num">
                                      <p:cBhvr additive="base">
                                        <p:cTn id="20" dur="500" fill="hold"/>
                                        <p:tgtEl>
                                          <p:spTgt spid="225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p:bldP spid="2253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ph type="title"/>
          </p:nvPr>
        </p:nvSpPr>
        <p:spPr/>
        <p:txBody>
          <a:bodyPr>
            <a:normAutofit/>
          </a:bodyPr>
          <a:lstStyle/>
          <a:p>
            <a:pPr algn="l"/>
            <a:r>
              <a:rPr lang="zh-CN" altLang="en-US" sz="3600" dirty="0"/>
              <a:t>四、作业</a:t>
            </a:r>
            <a:endParaRPr lang="zh-CN" altLang="en-US" sz="3600" dirty="0"/>
          </a:p>
        </p:txBody>
      </p:sp>
      <p:sp>
        <p:nvSpPr>
          <p:cNvPr id="8" name="内容占位符 2"/>
          <p:cNvSpPr>
            <a:spLocks noGrp="1"/>
          </p:cNvSpPr>
          <p:nvPr>
            <p:ph idx="1"/>
          </p:nvPr>
        </p:nvSpPr>
        <p:spPr>
          <a:xfrm>
            <a:off x="1259632" y="1772816"/>
            <a:ext cx="5122912" cy="3484984"/>
          </a:xfrm>
        </p:spPr>
        <p:txBody>
          <a:bodyPr>
            <a:noAutofit/>
          </a:bodyPr>
          <a:lstStyle/>
          <a:p>
            <a:pPr marL="0" indent="0">
              <a:buNone/>
            </a:pPr>
            <a:r>
              <a:rPr lang="en-US" altLang="zh-CN" sz="3600" dirty="0">
                <a:solidFill>
                  <a:srgbClr val="0000FF"/>
                </a:solidFill>
              </a:rPr>
              <a:t>P121 </a:t>
            </a:r>
            <a:r>
              <a:rPr lang="zh-CN" altLang="en-US" sz="3600" dirty="0">
                <a:solidFill>
                  <a:srgbClr val="0000FF"/>
                </a:solidFill>
              </a:rPr>
              <a:t>作业</a:t>
            </a:r>
            <a:r>
              <a:rPr lang="en-US" altLang="zh-CN" sz="3600" dirty="0">
                <a:solidFill>
                  <a:srgbClr val="0000FF"/>
                </a:solidFill>
              </a:rPr>
              <a:t>4.6  3</a:t>
            </a:r>
            <a:endParaRPr lang="en-US" altLang="zh-CN" sz="3600" dirty="0">
              <a:solidFill>
                <a:srgbClr val="0000FF"/>
              </a:solidFill>
            </a:endParaRPr>
          </a:p>
          <a:p>
            <a:pPr marL="0" indent="0">
              <a:buNone/>
            </a:pPr>
            <a:r>
              <a:rPr lang="en-US" altLang="zh-CN" sz="3600" dirty="0">
                <a:solidFill>
                  <a:srgbClr val="0000FF"/>
                </a:solidFill>
              </a:rPr>
              <a:t>P123 </a:t>
            </a:r>
            <a:r>
              <a:rPr lang="zh-CN" altLang="en-US" sz="3600" dirty="0">
                <a:solidFill>
                  <a:srgbClr val="0000FF"/>
                </a:solidFill>
              </a:rPr>
              <a:t>作业</a:t>
            </a:r>
            <a:r>
              <a:rPr lang="en-US" altLang="zh-CN" sz="3600" dirty="0">
                <a:solidFill>
                  <a:srgbClr val="0000FF"/>
                </a:solidFill>
              </a:rPr>
              <a:t>4.7  2</a:t>
            </a:r>
            <a:endParaRPr lang="en-US" altLang="zh-CN" sz="3600" dirty="0">
              <a:solidFill>
                <a:srgbClr val="0000FF"/>
              </a:solidFill>
            </a:endParaRPr>
          </a:p>
          <a:p>
            <a:pPr marL="0" indent="0">
              <a:buNone/>
            </a:pPr>
            <a:r>
              <a:rPr lang="en-US" altLang="zh-CN" sz="3600" dirty="0">
                <a:solidFill>
                  <a:srgbClr val="0000FF"/>
                </a:solidFill>
              </a:rPr>
              <a:t>P126 </a:t>
            </a:r>
            <a:r>
              <a:rPr lang="zh-CN" altLang="en-US" sz="3600" dirty="0">
                <a:solidFill>
                  <a:srgbClr val="0000FF"/>
                </a:solidFill>
              </a:rPr>
              <a:t>作业</a:t>
            </a:r>
            <a:r>
              <a:rPr lang="en-US" altLang="zh-CN" sz="3600" dirty="0">
                <a:solidFill>
                  <a:srgbClr val="0000FF"/>
                </a:solidFill>
              </a:rPr>
              <a:t>4.8  2</a:t>
            </a:r>
            <a:endParaRPr lang="en-US" altLang="zh-CN" sz="3600" dirty="0">
              <a:solidFill>
                <a:srgbClr val="0000FF"/>
              </a:solidFill>
            </a:endParaRPr>
          </a:p>
          <a:p>
            <a:pPr marL="0" indent="0">
              <a:buNone/>
            </a:pPr>
            <a:r>
              <a:rPr lang="en-US" altLang="zh-CN" sz="3600" dirty="0">
                <a:solidFill>
                  <a:srgbClr val="0000FF"/>
                </a:solidFill>
              </a:rPr>
              <a:t>P128 </a:t>
            </a:r>
            <a:r>
              <a:rPr lang="zh-CN" altLang="en-US" sz="3600" dirty="0">
                <a:solidFill>
                  <a:srgbClr val="0000FF"/>
                </a:solidFill>
              </a:rPr>
              <a:t>作业</a:t>
            </a:r>
            <a:r>
              <a:rPr lang="en-US" altLang="zh-CN" sz="3600" dirty="0">
                <a:solidFill>
                  <a:srgbClr val="0000FF"/>
                </a:solidFill>
              </a:rPr>
              <a:t>4.9  2</a:t>
            </a:r>
            <a:endParaRPr lang="en-US" altLang="zh-CN" sz="3600" dirty="0">
              <a:solidFill>
                <a:srgbClr val="0000FF"/>
              </a:solidFill>
            </a:endParaRPr>
          </a:p>
          <a:p>
            <a:pPr marL="0" indent="0">
              <a:buNone/>
            </a:pPr>
            <a:r>
              <a:rPr lang="zh-CN" altLang="en-US" sz="3600" dirty="0">
                <a:solidFill>
                  <a:srgbClr val="0000FF"/>
                </a:solidFill>
              </a:rPr>
              <a:t>预习</a:t>
            </a:r>
            <a:r>
              <a:rPr lang="en-US" altLang="zh-CN" sz="3600" dirty="0">
                <a:solidFill>
                  <a:srgbClr val="0000FF"/>
                </a:solidFill>
              </a:rPr>
              <a:t>5.1-5.6</a:t>
            </a:r>
            <a:endParaRPr lang="en-US" altLang="zh-CN" sz="3600" dirty="0">
              <a:solidFill>
                <a:srgbClr val="0000FF"/>
              </a:solidFill>
            </a:endParaRPr>
          </a:p>
          <a:p>
            <a:pPr marL="0" indent="0">
              <a:buNone/>
            </a:pPr>
            <a:r>
              <a:rPr lang="zh-CN" altLang="en-US" sz="3600" dirty="0">
                <a:solidFill>
                  <a:srgbClr val="0000FF"/>
                </a:solidFill>
              </a:rPr>
              <a:t>观看视频</a:t>
            </a:r>
            <a:r>
              <a:rPr lang="en-US" altLang="zh-CN" sz="3600" dirty="0">
                <a:solidFill>
                  <a:srgbClr val="0000FF"/>
                </a:solidFill>
              </a:rPr>
              <a:t>5.1-5.6</a:t>
            </a:r>
            <a:endParaRPr lang="en-US" altLang="zh-CN" sz="3600" dirty="0">
              <a:solidFill>
                <a:srgbClr val="0000FF"/>
              </a:solidFill>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6076851" y="2556694"/>
            <a:ext cx="3204430" cy="42782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5211</Words>
  <Application>WPS 演示</Application>
  <PresentationFormat>全屏显示(4:3)</PresentationFormat>
  <Paragraphs>738</Paragraphs>
  <Slides>50</Slides>
  <Notes>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199</vt:i4>
      </vt:variant>
      <vt:variant>
        <vt:lpstr>幻灯片标题</vt:lpstr>
      </vt:variant>
      <vt:variant>
        <vt:i4>50</vt:i4>
      </vt:variant>
    </vt:vector>
  </HeadingPairs>
  <TitlesOfParts>
    <vt:vector size="261" baseType="lpstr">
      <vt:lpstr>Arial</vt:lpstr>
      <vt:lpstr>宋体</vt:lpstr>
      <vt:lpstr>Wingdings</vt:lpstr>
      <vt:lpstr>Times New Roman</vt:lpstr>
      <vt:lpstr>Calibri</vt:lpstr>
      <vt:lpstr>微软雅黑</vt:lpstr>
      <vt:lpstr>Verdana</vt:lpstr>
      <vt:lpstr>Arial Unicode MS</vt:lpstr>
      <vt:lpstr>楷体_GB2312</vt:lpstr>
      <vt:lpstr>新宋体</vt:lpstr>
      <vt:lpstr>Symbol</vt:lpstr>
      <vt:lpstr>1_Office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线性方程组及其解空间</vt:lpstr>
      <vt:lpstr>二、非齐次线性方程组解的结构</vt:lpstr>
      <vt:lpstr>PowerPoint 演示文稿</vt:lpstr>
      <vt:lpstr>PowerPoint 演示文稿</vt:lpstr>
      <vt:lpstr>PowerPoint 演示文稿</vt:lpstr>
      <vt:lpstr>三、非齐次线性方程组的求解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注意：可以根据道路的具体情况，给出非齐次线性方程组不同时段的特解。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特征值与特征向量</dc:title>
  <dc:creator>Administrator</dc:creator>
  <cp:lastModifiedBy>Administrator</cp:lastModifiedBy>
  <cp:revision>249</cp:revision>
  <dcterms:created xsi:type="dcterms:W3CDTF">2020-12-08T11:04:00Z</dcterms:created>
  <dcterms:modified xsi:type="dcterms:W3CDTF">2025-04-11T06:04:48Z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8C148C0DFD2540D3B296AA99A8998CA7_12</vt:lpwstr>
  </property>
</Properties>
</file>