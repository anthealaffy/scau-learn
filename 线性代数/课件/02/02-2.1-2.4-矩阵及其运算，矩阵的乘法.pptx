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54"/>
  </p:notesMasterIdLst>
  <p:sldIdLst>
    <p:sldId id="307" r:id="rId2"/>
    <p:sldId id="308" r:id="rId3"/>
    <p:sldId id="262" r:id="rId4"/>
    <p:sldId id="263" r:id="rId5"/>
    <p:sldId id="341" r:id="rId6"/>
    <p:sldId id="264" r:id="rId7"/>
    <p:sldId id="310" r:id="rId8"/>
    <p:sldId id="295" r:id="rId9"/>
    <p:sldId id="317" r:id="rId10"/>
    <p:sldId id="318" r:id="rId11"/>
    <p:sldId id="319" r:id="rId12"/>
    <p:sldId id="320" r:id="rId13"/>
    <p:sldId id="309" r:id="rId14"/>
    <p:sldId id="296" r:id="rId15"/>
    <p:sldId id="321" r:id="rId16"/>
    <p:sldId id="298" r:id="rId17"/>
    <p:sldId id="322" r:id="rId18"/>
    <p:sldId id="343" r:id="rId19"/>
    <p:sldId id="344" r:id="rId20"/>
    <p:sldId id="268" r:id="rId21"/>
    <p:sldId id="342" r:id="rId22"/>
    <p:sldId id="300" r:id="rId23"/>
    <p:sldId id="270" r:id="rId24"/>
    <p:sldId id="301" r:id="rId25"/>
    <p:sldId id="271" r:id="rId26"/>
    <p:sldId id="323" r:id="rId27"/>
    <p:sldId id="272" r:id="rId28"/>
    <p:sldId id="324" r:id="rId29"/>
    <p:sldId id="273" r:id="rId30"/>
    <p:sldId id="302" r:id="rId31"/>
    <p:sldId id="274" r:id="rId32"/>
    <p:sldId id="275" r:id="rId33"/>
    <p:sldId id="276" r:id="rId34"/>
    <p:sldId id="277" r:id="rId35"/>
    <p:sldId id="278" r:id="rId36"/>
    <p:sldId id="279" r:id="rId37"/>
    <p:sldId id="325" r:id="rId38"/>
    <p:sldId id="292" r:id="rId39"/>
    <p:sldId id="326" r:id="rId40"/>
    <p:sldId id="327" r:id="rId41"/>
    <p:sldId id="286" r:id="rId42"/>
    <p:sldId id="287" r:id="rId43"/>
    <p:sldId id="328" r:id="rId44"/>
    <p:sldId id="314" r:id="rId45"/>
    <p:sldId id="336" r:id="rId46"/>
    <p:sldId id="337" r:id="rId47"/>
    <p:sldId id="338" r:id="rId48"/>
    <p:sldId id="339" r:id="rId49"/>
    <p:sldId id="340" r:id="rId50"/>
    <p:sldId id="315" r:id="rId51"/>
    <p:sldId id="280" r:id="rId52"/>
    <p:sldId id="316" r:id="rId53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1594" y="62"/>
      </p:cViewPr>
      <p:guideLst>
        <p:guide orient="horz" pos="2159"/>
        <p:guide pos="287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image" Target="../media/image2.emf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image" Target="../media/image16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4" Type="http://schemas.openxmlformats.org/officeDocument/2006/relationships/image" Target="../media/image22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Relationship Id="rId6" Type="http://schemas.openxmlformats.org/officeDocument/2006/relationships/image" Target="../media/image33.wmf"/><Relationship Id="rId5" Type="http://schemas.openxmlformats.org/officeDocument/2006/relationships/image" Target="../media/image32.wmf"/><Relationship Id="rId4" Type="http://schemas.openxmlformats.org/officeDocument/2006/relationships/image" Target="../media/image31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7" Type="http://schemas.openxmlformats.org/officeDocument/2006/relationships/image" Target="../media/image40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Relationship Id="rId6" Type="http://schemas.openxmlformats.org/officeDocument/2006/relationships/image" Target="../media/image39.wmf"/><Relationship Id="rId5" Type="http://schemas.openxmlformats.org/officeDocument/2006/relationships/image" Target="../media/image38.wmf"/><Relationship Id="rId4" Type="http://schemas.openxmlformats.org/officeDocument/2006/relationships/image" Target="../media/image37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Relationship Id="rId6" Type="http://schemas.openxmlformats.org/officeDocument/2006/relationships/image" Target="../media/image46.wmf"/><Relationship Id="rId5" Type="http://schemas.openxmlformats.org/officeDocument/2006/relationships/image" Target="../media/image45.wmf"/><Relationship Id="rId4" Type="http://schemas.openxmlformats.org/officeDocument/2006/relationships/image" Target="../media/image44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image" Target="../media/image48.wmf"/><Relationship Id="rId1" Type="http://schemas.openxmlformats.org/officeDocument/2006/relationships/image" Target="../media/image47.wmf"/><Relationship Id="rId4" Type="http://schemas.openxmlformats.org/officeDocument/2006/relationships/image" Target="../media/image50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image" Target="../media/image52.wmf"/><Relationship Id="rId1" Type="http://schemas.openxmlformats.org/officeDocument/2006/relationships/image" Target="../media/image51.wmf"/><Relationship Id="rId6" Type="http://schemas.openxmlformats.org/officeDocument/2006/relationships/image" Target="../media/image56.wmf"/><Relationship Id="rId5" Type="http://schemas.openxmlformats.org/officeDocument/2006/relationships/image" Target="../media/image55.wmf"/><Relationship Id="rId4" Type="http://schemas.openxmlformats.org/officeDocument/2006/relationships/image" Target="../media/image54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image" Target="../media/image58.wmf"/><Relationship Id="rId1" Type="http://schemas.openxmlformats.org/officeDocument/2006/relationships/image" Target="../media/image57.wmf"/><Relationship Id="rId4" Type="http://schemas.openxmlformats.org/officeDocument/2006/relationships/image" Target="../media/image60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Relationship Id="rId6" Type="http://schemas.openxmlformats.org/officeDocument/2006/relationships/image" Target="../media/image66.wmf"/><Relationship Id="rId5" Type="http://schemas.openxmlformats.org/officeDocument/2006/relationships/image" Target="../media/image65.wmf"/><Relationship Id="rId4" Type="http://schemas.openxmlformats.org/officeDocument/2006/relationships/image" Target="../media/image64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68.emf"/><Relationship Id="rId1" Type="http://schemas.openxmlformats.org/officeDocument/2006/relationships/image" Target="../media/image67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71.wmf"/><Relationship Id="rId2" Type="http://schemas.openxmlformats.org/officeDocument/2006/relationships/image" Target="../media/image70.wmf"/><Relationship Id="rId1" Type="http://schemas.openxmlformats.org/officeDocument/2006/relationships/image" Target="../media/image69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4.wmf"/><Relationship Id="rId2" Type="http://schemas.openxmlformats.org/officeDocument/2006/relationships/image" Target="../media/image73.wmf"/><Relationship Id="rId1" Type="http://schemas.openxmlformats.org/officeDocument/2006/relationships/image" Target="../media/image72.wmf"/><Relationship Id="rId6" Type="http://schemas.openxmlformats.org/officeDocument/2006/relationships/image" Target="../media/image77.wmf"/><Relationship Id="rId5" Type="http://schemas.openxmlformats.org/officeDocument/2006/relationships/image" Target="../media/image76.wmf"/><Relationship Id="rId4" Type="http://schemas.openxmlformats.org/officeDocument/2006/relationships/image" Target="../media/image75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5.wmf"/><Relationship Id="rId3" Type="http://schemas.openxmlformats.org/officeDocument/2006/relationships/image" Target="../media/image80.wmf"/><Relationship Id="rId7" Type="http://schemas.openxmlformats.org/officeDocument/2006/relationships/image" Target="../media/image84.wmf"/><Relationship Id="rId2" Type="http://schemas.openxmlformats.org/officeDocument/2006/relationships/image" Target="../media/image79.emf"/><Relationship Id="rId1" Type="http://schemas.openxmlformats.org/officeDocument/2006/relationships/image" Target="../media/image78.wmf"/><Relationship Id="rId6" Type="http://schemas.openxmlformats.org/officeDocument/2006/relationships/image" Target="../media/image83.wmf"/><Relationship Id="rId5" Type="http://schemas.openxmlformats.org/officeDocument/2006/relationships/image" Target="../media/image82.wmf"/><Relationship Id="rId4" Type="http://schemas.openxmlformats.org/officeDocument/2006/relationships/image" Target="../media/image81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8.wmf"/><Relationship Id="rId2" Type="http://schemas.openxmlformats.org/officeDocument/2006/relationships/image" Target="../media/image87.wmf"/><Relationship Id="rId1" Type="http://schemas.openxmlformats.org/officeDocument/2006/relationships/image" Target="../media/image86.wmf"/><Relationship Id="rId5" Type="http://schemas.openxmlformats.org/officeDocument/2006/relationships/image" Target="../media/image90.wmf"/><Relationship Id="rId4" Type="http://schemas.openxmlformats.org/officeDocument/2006/relationships/image" Target="../media/image89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98.wmf"/><Relationship Id="rId3" Type="http://schemas.openxmlformats.org/officeDocument/2006/relationships/image" Target="../media/image93.wmf"/><Relationship Id="rId7" Type="http://schemas.openxmlformats.org/officeDocument/2006/relationships/image" Target="../media/image97.wmf"/><Relationship Id="rId12" Type="http://schemas.openxmlformats.org/officeDocument/2006/relationships/image" Target="../media/image101.wmf"/><Relationship Id="rId2" Type="http://schemas.openxmlformats.org/officeDocument/2006/relationships/image" Target="../media/image92.wmf"/><Relationship Id="rId1" Type="http://schemas.openxmlformats.org/officeDocument/2006/relationships/image" Target="../media/image91.wmf"/><Relationship Id="rId6" Type="http://schemas.openxmlformats.org/officeDocument/2006/relationships/image" Target="../media/image96.wmf"/><Relationship Id="rId11" Type="http://schemas.openxmlformats.org/officeDocument/2006/relationships/image" Target="../media/image100.wmf"/><Relationship Id="rId5" Type="http://schemas.openxmlformats.org/officeDocument/2006/relationships/image" Target="../media/image95.wmf"/><Relationship Id="rId10" Type="http://schemas.openxmlformats.org/officeDocument/2006/relationships/image" Target="../media/image55.wmf"/><Relationship Id="rId4" Type="http://schemas.openxmlformats.org/officeDocument/2006/relationships/image" Target="../media/image94.wmf"/><Relationship Id="rId9" Type="http://schemas.openxmlformats.org/officeDocument/2006/relationships/image" Target="../media/image99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98.wmf"/><Relationship Id="rId3" Type="http://schemas.openxmlformats.org/officeDocument/2006/relationships/image" Target="../media/image93.wmf"/><Relationship Id="rId7" Type="http://schemas.openxmlformats.org/officeDocument/2006/relationships/image" Target="../media/image97.wmf"/><Relationship Id="rId2" Type="http://schemas.openxmlformats.org/officeDocument/2006/relationships/image" Target="../media/image92.wmf"/><Relationship Id="rId1" Type="http://schemas.openxmlformats.org/officeDocument/2006/relationships/image" Target="../media/image91.wmf"/><Relationship Id="rId6" Type="http://schemas.openxmlformats.org/officeDocument/2006/relationships/image" Target="../media/image96.wmf"/><Relationship Id="rId11" Type="http://schemas.openxmlformats.org/officeDocument/2006/relationships/image" Target="../media/image100.wmf"/><Relationship Id="rId5" Type="http://schemas.openxmlformats.org/officeDocument/2006/relationships/image" Target="../media/image95.wmf"/><Relationship Id="rId10" Type="http://schemas.openxmlformats.org/officeDocument/2006/relationships/image" Target="../media/image55.wmf"/><Relationship Id="rId4" Type="http://schemas.openxmlformats.org/officeDocument/2006/relationships/image" Target="../media/image94.wmf"/><Relationship Id="rId9" Type="http://schemas.openxmlformats.org/officeDocument/2006/relationships/image" Target="../media/image99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wmf"/><Relationship Id="rId3" Type="http://schemas.openxmlformats.org/officeDocument/2006/relationships/image" Target="../media/image97.wmf"/><Relationship Id="rId7" Type="http://schemas.openxmlformats.org/officeDocument/2006/relationships/image" Target="../media/image95.wmf"/><Relationship Id="rId12" Type="http://schemas.openxmlformats.org/officeDocument/2006/relationships/image" Target="../media/image96.wmf"/><Relationship Id="rId2" Type="http://schemas.openxmlformats.org/officeDocument/2006/relationships/image" Target="../media/image103.wmf"/><Relationship Id="rId1" Type="http://schemas.openxmlformats.org/officeDocument/2006/relationships/image" Target="../media/image102.wmf"/><Relationship Id="rId6" Type="http://schemas.openxmlformats.org/officeDocument/2006/relationships/image" Target="../media/image55.wmf"/><Relationship Id="rId11" Type="http://schemas.openxmlformats.org/officeDocument/2006/relationships/image" Target="../media/image108.wmf"/><Relationship Id="rId5" Type="http://schemas.openxmlformats.org/officeDocument/2006/relationships/image" Target="../media/image104.wmf"/><Relationship Id="rId10" Type="http://schemas.openxmlformats.org/officeDocument/2006/relationships/image" Target="../media/image107.wmf"/><Relationship Id="rId4" Type="http://schemas.openxmlformats.org/officeDocument/2006/relationships/image" Target="../media/image98.wmf"/><Relationship Id="rId9" Type="http://schemas.openxmlformats.org/officeDocument/2006/relationships/image" Target="../media/image106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wmf"/><Relationship Id="rId3" Type="http://schemas.openxmlformats.org/officeDocument/2006/relationships/image" Target="../media/image104.wmf"/><Relationship Id="rId7" Type="http://schemas.openxmlformats.org/officeDocument/2006/relationships/image" Target="../media/image106.wmf"/><Relationship Id="rId2" Type="http://schemas.openxmlformats.org/officeDocument/2006/relationships/image" Target="../media/image98.wmf"/><Relationship Id="rId1" Type="http://schemas.openxmlformats.org/officeDocument/2006/relationships/image" Target="../media/image97.wmf"/><Relationship Id="rId6" Type="http://schemas.openxmlformats.org/officeDocument/2006/relationships/image" Target="../media/image105.wmf"/><Relationship Id="rId11" Type="http://schemas.openxmlformats.org/officeDocument/2006/relationships/image" Target="../media/image109.wmf"/><Relationship Id="rId5" Type="http://schemas.openxmlformats.org/officeDocument/2006/relationships/image" Target="../media/image95.wmf"/><Relationship Id="rId10" Type="http://schemas.openxmlformats.org/officeDocument/2006/relationships/image" Target="../media/image96.wmf"/><Relationship Id="rId4" Type="http://schemas.openxmlformats.org/officeDocument/2006/relationships/image" Target="../media/image55.wmf"/><Relationship Id="rId9" Type="http://schemas.openxmlformats.org/officeDocument/2006/relationships/image" Target="../media/image108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emf"/><Relationship Id="rId2" Type="http://schemas.openxmlformats.org/officeDocument/2006/relationships/image" Target="../media/image111.emf"/><Relationship Id="rId1" Type="http://schemas.openxmlformats.org/officeDocument/2006/relationships/image" Target="../media/image110.wmf"/><Relationship Id="rId4" Type="http://schemas.openxmlformats.org/officeDocument/2006/relationships/image" Target="../media/image113.e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wmf"/><Relationship Id="rId3" Type="http://schemas.openxmlformats.org/officeDocument/2006/relationships/image" Target="../media/image116.wmf"/><Relationship Id="rId7" Type="http://schemas.openxmlformats.org/officeDocument/2006/relationships/image" Target="../media/image120.wmf"/><Relationship Id="rId2" Type="http://schemas.openxmlformats.org/officeDocument/2006/relationships/image" Target="../media/image115.wmf"/><Relationship Id="rId1" Type="http://schemas.openxmlformats.org/officeDocument/2006/relationships/image" Target="../media/image114.wmf"/><Relationship Id="rId6" Type="http://schemas.openxmlformats.org/officeDocument/2006/relationships/image" Target="../media/image119.wmf"/><Relationship Id="rId5" Type="http://schemas.openxmlformats.org/officeDocument/2006/relationships/image" Target="../media/image118.wmf"/><Relationship Id="rId4" Type="http://schemas.openxmlformats.org/officeDocument/2006/relationships/image" Target="../media/image117.wmf"/><Relationship Id="rId9" Type="http://schemas.openxmlformats.org/officeDocument/2006/relationships/image" Target="../media/image122.w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3.e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4.wmf"/></Relationships>
</file>

<file path=ppt/drawings/_rels/vmlDrawing3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6.wmf"/><Relationship Id="rId13" Type="http://schemas.openxmlformats.org/officeDocument/2006/relationships/image" Target="../media/image132.wmf"/><Relationship Id="rId3" Type="http://schemas.openxmlformats.org/officeDocument/2006/relationships/image" Target="../media/image97.wmf"/><Relationship Id="rId7" Type="http://schemas.openxmlformats.org/officeDocument/2006/relationships/image" Target="../media/image95.wmf"/><Relationship Id="rId12" Type="http://schemas.openxmlformats.org/officeDocument/2006/relationships/image" Target="../media/image131.wmf"/><Relationship Id="rId2" Type="http://schemas.openxmlformats.org/officeDocument/2006/relationships/image" Target="../media/image126.wmf"/><Relationship Id="rId1" Type="http://schemas.openxmlformats.org/officeDocument/2006/relationships/image" Target="../media/image125.wmf"/><Relationship Id="rId6" Type="http://schemas.openxmlformats.org/officeDocument/2006/relationships/image" Target="../media/image55.wmf"/><Relationship Id="rId11" Type="http://schemas.openxmlformats.org/officeDocument/2006/relationships/image" Target="../media/image130.wmf"/><Relationship Id="rId5" Type="http://schemas.openxmlformats.org/officeDocument/2006/relationships/image" Target="../media/image127.wmf"/><Relationship Id="rId15" Type="http://schemas.openxmlformats.org/officeDocument/2006/relationships/image" Target="../media/image134.wmf"/><Relationship Id="rId10" Type="http://schemas.openxmlformats.org/officeDocument/2006/relationships/image" Target="../media/image129.wmf"/><Relationship Id="rId4" Type="http://schemas.openxmlformats.org/officeDocument/2006/relationships/image" Target="../media/image98.wmf"/><Relationship Id="rId9" Type="http://schemas.openxmlformats.org/officeDocument/2006/relationships/image" Target="../media/image128.wmf"/><Relationship Id="rId14" Type="http://schemas.openxmlformats.org/officeDocument/2006/relationships/image" Target="../media/image133.wmf"/></Relationships>
</file>

<file path=ppt/drawings/_rels/vmlDrawing3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wmf"/><Relationship Id="rId3" Type="http://schemas.openxmlformats.org/officeDocument/2006/relationships/image" Target="../media/image137.wmf"/><Relationship Id="rId7" Type="http://schemas.openxmlformats.org/officeDocument/2006/relationships/image" Target="../media/image141.wmf"/><Relationship Id="rId2" Type="http://schemas.openxmlformats.org/officeDocument/2006/relationships/image" Target="../media/image136.wmf"/><Relationship Id="rId1" Type="http://schemas.openxmlformats.org/officeDocument/2006/relationships/image" Target="../media/image135.wmf"/><Relationship Id="rId6" Type="http://schemas.openxmlformats.org/officeDocument/2006/relationships/image" Target="../media/image140.wmf"/><Relationship Id="rId5" Type="http://schemas.openxmlformats.org/officeDocument/2006/relationships/image" Target="../media/image139.wmf"/><Relationship Id="rId4" Type="http://schemas.openxmlformats.org/officeDocument/2006/relationships/image" Target="../media/image138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wmf"/><Relationship Id="rId2" Type="http://schemas.openxmlformats.org/officeDocument/2006/relationships/image" Target="../media/image144.wmf"/><Relationship Id="rId1" Type="http://schemas.openxmlformats.org/officeDocument/2006/relationships/image" Target="../media/image143.wmf"/><Relationship Id="rId6" Type="http://schemas.openxmlformats.org/officeDocument/2006/relationships/image" Target="../media/image148.wmf"/><Relationship Id="rId5" Type="http://schemas.openxmlformats.org/officeDocument/2006/relationships/image" Target="../media/image147.wmf"/><Relationship Id="rId4" Type="http://schemas.openxmlformats.org/officeDocument/2006/relationships/image" Target="../media/image146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wmf"/><Relationship Id="rId7" Type="http://schemas.openxmlformats.org/officeDocument/2006/relationships/image" Target="../media/image155.wmf"/><Relationship Id="rId2" Type="http://schemas.openxmlformats.org/officeDocument/2006/relationships/image" Target="../media/image150.wmf"/><Relationship Id="rId1" Type="http://schemas.openxmlformats.org/officeDocument/2006/relationships/image" Target="../media/image149.wmf"/><Relationship Id="rId6" Type="http://schemas.openxmlformats.org/officeDocument/2006/relationships/image" Target="../media/image154.wmf"/><Relationship Id="rId5" Type="http://schemas.openxmlformats.org/officeDocument/2006/relationships/image" Target="../media/image153.wmf"/><Relationship Id="rId4" Type="http://schemas.openxmlformats.org/officeDocument/2006/relationships/image" Target="../media/image152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wmf"/><Relationship Id="rId2" Type="http://schemas.openxmlformats.org/officeDocument/2006/relationships/image" Target="../media/image157.emf"/><Relationship Id="rId1" Type="http://schemas.openxmlformats.org/officeDocument/2006/relationships/image" Target="../media/image156.emf"/><Relationship Id="rId6" Type="http://schemas.openxmlformats.org/officeDocument/2006/relationships/image" Target="../media/image161.wmf"/><Relationship Id="rId5" Type="http://schemas.openxmlformats.org/officeDocument/2006/relationships/image" Target="../media/image160.wmf"/><Relationship Id="rId4" Type="http://schemas.openxmlformats.org/officeDocument/2006/relationships/image" Target="../media/image159.wmf"/></Relationships>
</file>

<file path=ppt/drawings/_rels/vmlDrawing3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wmf"/><Relationship Id="rId3" Type="http://schemas.openxmlformats.org/officeDocument/2006/relationships/image" Target="../media/image164.wmf"/><Relationship Id="rId7" Type="http://schemas.openxmlformats.org/officeDocument/2006/relationships/image" Target="../media/image161.wmf"/><Relationship Id="rId12" Type="http://schemas.openxmlformats.org/officeDocument/2006/relationships/image" Target="../media/image171.wmf"/><Relationship Id="rId2" Type="http://schemas.openxmlformats.org/officeDocument/2006/relationships/image" Target="../media/image163.wmf"/><Relationship Id="rId1" Type="http://schemas.openxmlformats.org/officeDocument/2006/relationships/image" Target="../media/image162.wmf"/><Relationship Id="rId6" Type="http://schemas.openxmlformats.org/officeDocument/2006/relationships/image" Target="../media/image166.wmf"/><Relationship Id="rId11" Type="http://schemas.openxmlformats.org/officeDocument/2006/relationships/image" Target="../media/image170.wmf"/><Relationship Id="rId5" Type="http://schemas.openxmlformats.org/officeDocument/2006/relationships/image" Target="../media/image165.wmf"/><Relationship Id="rId10" Type="http://schemas.openxmlformats.org/officeDocument/2006/relationships/image" Target="../media/image169.wmf"/><Relationship Id="rId4" Type="http://schemas.openxmlformats.org/officeDocument/2006/relationships/image" Target="../media/image160.wmf"/><Relationship Id="rId9" Type="http://schemas.openxmlformats.org/officeDocument/2006/relationships/image" Target="../media/image168.w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emf"/><Relationship Id="rId2" Type="http://schemas.openxmlformats.org/officeDocument/2006/relationships/image" Target="../media/image173.emf"/><Relationship Id="rId1" Type="http://schemas.openxmlformats.org/officeDocument/2006/relationships/image" Target="../media/image172.emf"/><Relationship Id="rId4" Type="http://schemas.openxmlformats.org/officeDocument/2006/relationships/image" Target="../media/image175.e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wmf"/><Relationship Id="rId2" Type="http://schemas.openxmlformats.org/officeDocument/2006/relationships/image" Target="../media/image178.wmf"/><Relationship Id="rId1" Type="http://schemas.openxmlformats.org/officeDocument/2006/relationships/image" Target="../media/image177.w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wmf"/><Relationship Id="rId7" Type="http://schemas.openxmlformats.org/officeDocument/2006/relationships/image" Target="../media/image186.wmf"/><Relationship Id="rId2" Type="http://schemas.openxmlformats.org/officeDocument/2006/relationships/image" Target="../media/image181.wmf"/><Relationship Id="rId1" Type="http://schemas.openxmlformats.org/officeDocument/2006/relationships/image" Target="../media/image180.emf"/><Relationship Id="rId6" Type="http://schemas.openxmlformats.org/officeDocument/2006/relationships/image" Target="../media/image185.wmf"/><Relationship Id="rId5" Type="http://schemas.openxmlformats.org/officeDocument/2006/relationships/image" Target="../media/image184.wmf"/><Relationship Id="rId4" Type="http://schemas.openxmlformats.org/officeDocument/2006/relationships/image" Target="../media/image183.wmf"/></Relationships>
</file>

<file path=ppt/drawings/_rels/vmlDrawing4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wmf"/><Relationship Id="rId7" Type="http://schemas.openxmlformats.org/officeDocument/2006/relationships/image" Target="../media/image193.wmf"/><Relationship Id="rId2" Type="http://schemas.openxmlformats.org/officeDocument/2006/relationships/image" Target="../media/image188.wmf"/><Relationship Id="rId1" Type="http://schemas.openxmlformats.org/officeDocument/2006/relationships/image" Target="../media/image187.wmf"/><Relationship Id="rId6" Type="http://schemas.openxmlformats.org/officeDocument/2006/relationships/image" Target="../media/image192.wmf"/><Relationship Id="rId5" Type="http://schemas.openxmlformats.org/officeDocument/2006/relationships/image" Target="../media/image191.wmf"/><Relationship Id="rId4" Type="http://schemas.openxmlformats.org/officeDocument/2006/relationships/image" Target="../media/image190.wmf"/></Relationships>
</file>

<file path=ppt/drawings/_rels/vmlDrawing4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7.wmf"/><Relationship Id="rId2" Type="http://schemas.openxmlformats.org/officeDocument/2006/relationships/image" Target="../media/image196.wmf"/><Relationship Id="rId1" Type="http://schemas.openxmlformats.org/officeDocument/2006/relationships/image" Target="../media/image195.wmf"/><Relationship Id="rId4" Type="http://schemas.openxmlformats.org/officeDocument/2006/relationships/image" Target="../media/image198.wmf"/></Relationships>
</file>

<file path=ppt/drawings/_rels/vmlDrawing4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wmf"/><Relationship Id="rId2" Type="http://schemas.openxmlformats.org/officeDocument/2006/relationships/image" Target="../media/image200.emf"/><Relationship Id="rId1" Type="http://schemas.openxmlformats.org/officeDocument/2006/relationships/image" Target="../media/image199.emf"/></Relationships>
</file>

<file path=ppt/drawings/_rels/vmlDrawing4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5.wmf"/><Relationship Id="rId2" Type="http://schemas.openxmlformats.org/officeDocument/2006/relationships/image" Target="../media/image204.wmf"/><Relationship Id="rId1" Type="http://schemas.openxmlformats.org/officeDocument/2006/relationships/image" Target="../media/image203.wmf"/><Relationship Id="rId6" Type="http://schemas.openxmlformats.org/officeDocument/2006/relationships/image" Target="../media/image208.wmf"/><Relationship Id="rId5" Type="http://schemas.openxmlformats.org/officeDocument/2006/relationships/image" Target="../media/image207.wmf"/><Relationship Id="rId4" Type="http://schemas.openxmlformats.org/officeDocument/2006/relationships/image" Target="../media/image206.wmf"/></Relationships>
</file>

<file path=ppt/drawings/_rels/vmlDrawing4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wmf"/><Relationship Id="rId2" Type="http://schemas.openxmlformats.org/officeDocument/2006/relationships/image" Target="../media/image210.wmf"/><Relationship Id="rId1" Type="http://schemas.openxmlformats.org/officeDocument/2006/relationships/image" Target="../media/image209.wmf"/><Relationship Id="rId4" Type="http://schemas.openxmlformats.org/officeDocument/2006/relationships/image" Target="../media/image212.wmf"/></Relationships>
</file>

<file path=ppt/drawings/_rels/vmlDrawing4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5.wmf"/><Relationship Id="rId2" Type="http://schemas.openxmlformats.org/officeDocument/2006/relationships/image" Target="../media/image214.wmf"/><Relationship Id="rId1" Type="http://schemas.openxmlformats.org/officeDocument/2006/relationships/image" Target="../media/image213.wmf"/></Relationships>
</file>

<file path=ppt/drawings/_rels/vmlDrawing4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8.wmf"/><Relationship Id="rId2" Type="http://schemas.openxmlformats.org/officeDocument/2006/relationships/image" Target="../media/image217.wmf"/><Relationship Id="rId1" Type="http://schemas.openxmlformats.org/officeDocument/2006/relationships/image" Target="../media/image216.wmf"/></Relationships>
</file>

<file path=ppt/drawings/_rels/vmlDrawing4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1.emf"/><Relationship Id="rId2" Type="http://schemas.openxmlformats.org/officeDocument/2006/relationships/image" Target="../media/image220.emf"/><Relationship Id="rId1" Type="http://schemas.openxmlformats.org/officeDocument/2006/relationships/image" Target="../media/image219.emf"/><Relationship Id="rId5" Type="http://schemas.openxmlformats.org/officeDocument/2006/relationships/image" Target="../media/image223.emf"/><Relationship Id="rId4" Type="http://schemas.openxmlformats.org/officeDocument/2006/relationships/image" Target="../media/image222.emf"/></Relationships>
</file>

<file path=ppt/drawings/_rels/vmlDrawing4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1.wmf"/><Relationship Id="rId3" Type="http://schemas.openxmlformats.org/officeDocument/2006/relationships/image" Target="../media/image226.wmf"/><Relationship Id="rId7" Type="http://schemas.openxmlformats.org/officeDocument/2006/relationships/image" Target="../media/image230.wmf"/><Relationship Id="rId2" Type="http://schemas.openxmlformats.org/officeDocument/2006/relationships/image" Target="../media/image225.wmf"/><Relationship Id="rId1" Type="http://schemas.openxmlformats.org/officeDocument/2006/relationships/image" Target="../media/image224.wmf"/><Relationship Id="rId6" Type="http://schemas.openxmlformats.org/officeDocument/2006/relationships/image" Target="../media/image229.wmf"/><Relationship Id="rId5" Type="http://schemas.openxmlformats.org/officeDocument/2006/relationships/image" Target="../media/image228.wmf"/><Relationship Id="rId4" Type="http://schemas.openxmlformats.org/officeDocument/2006/relationships/image" Target="../media/image22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3568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307C1D-A20E-4502-A38E-1928A7EE265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8676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C6D365-79F3-4E29-827D-47741B745966}" type="datetimeFigureOut">
              <a:rPr lang="zh-CN" altLang="en-US"/>
              <a:pPr>
                <a:defRPr/>
              </a:pPr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713A92-851F-4046-AB96-6749A4FAE77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3843127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F9F44C-D2E7-4871-89D7-A41FF6B1E657}" type="datetimeFigureOut">
              <a:rPr lang="zh-CN" altLang="en-US"/>
              <a:pPr>
                <a:defRPr/>
              </a:pPr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AA0418-908A-4144-B86F-AB19D097D0B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4990707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FEEEB4-01B2-4795-8753-450FBE59DA35}" type="datetimeFigureOut">
              <a:rPr lang="zh-CN" altLang="en-US"/>
              <a:pPr>
                <a:defRPr/>
              </a:pPr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D1BE08-A67C-4428-8F9A-F1B2D4481BE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8082266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0C3632-CB7A-49E8-83B7-5DDD92EE2FC9}" type="datetimeFigureOut">
              <a:rPr lang="zh-CN" altLang="en-US"/>
              <a:pPr>
                <a:defRPr/>
              </a:pPr>
              <a:t>2025/2/18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ACEE13-770E-40DC-A5C5-1AE13704BA9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7311478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DA0C7A-EF68-4A11-A8C1-DF48FCAB4299}" type="datetimeFigureOut">
              <a:rPr lang="zh-CN" altLang="en-US"/>
              <a:pPr>
                <a:defRPr/>
              </a:pPr>
              <a:t>2025/2/18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5E6ECC-CBFC-42D8-9D8E-19CDB0B4183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8142877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DAF795-E19B-4ACA-8D6F-21DBE6C199B8}" type="datetimeFigureOut">
              <a:rPr lang="zh-CN" altLang="en-US"/>
              <a:pPr>
                <a:defRPr/>
              </a:pPr>
              <a:t>2025/2/18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0BC8DD-2C88-4838-B589-125B9BEA2F2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7875370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865F79-E326-4221-8FE8-CB8858CA0072}" type="datetimeFigureOut">
              <a:rPr lang="zh-CN" altLang="en-US"/>
              <a:pPr>
                <a:defRPr/>
              </a:pPr>
              <a:t>2025/2/18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204DAF-B3F8-4F06-AF20-DA6EEC3FC75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4146161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206766-486F-4395-A698-99ED75D95E09}" type="datetimeFigureOut">
              <a:rPr lang="zh-CN" altLang="en-US"/>
              <a:pPr>
                <a:defRPr/>
              </a:pPr>
              <a:t>2025/2/18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2F05E3-7A7E-486F-AAB5-1EEECF90B34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5710134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0AABE4-DBAD-413F-9695-D32309004977}" type="datetimeFigureOut">
              <a:rPr lang="zh-CN" altLang="en-US"/>
              <a:pPr>
                <a:defRPr/>
              </a:pPr>
              <a:t>2025/2/18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151A8D-E287-42AA-A00D-957F390EC9C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9370059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6A799B-102E-4998-91DA-768EE48F5D65}" type="datetimeFigureOut">
              <a:rPr lang="zh-CN" altLang="en-US"/>
              <a:pPr>
                <a:defRPr/>
              </a:pPr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2B1119-01E9-4913-98EE-F01F5707363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4163989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0907B6-CC8A-445E-933C-08EFEB514A0D}" type="datetimeFigureOut">
              <a:rPr lang="zh-CN" altLang="en-US"/>
              <a:pPr>
                <a:defRPr/>
              </a:pPr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4341D0-EACF-4B33-A546-69A10F57403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7555902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ED1E859-4328-4B75-B582-C57FDB034DFF}" type="datetimeFigureOut">
              <a:rPr lang="zh-CN" altLang="en-US"/>
              <a:pPr>
                <a:defRPr/>
              </a:pPr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5C8C7C3-6F25-42BF-98FD-950C908DA16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5240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fade/>
  </p:transition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anose="020B060403050404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anose="020B060403050404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anose="020B060403050404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anose="020B060403050404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anose="020B060403050404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anose="020B060403050404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anose="020B060403050404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anose="020B060403050404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e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emf"/><Relationship Id="rId4" Type="http://schemas.openxmlformats.org/officeDocument/2006/relationships/image" Target="../media/image2.e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audio" Target="../media/audio1.wav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7.bin"/><Relationship Id="rId4" Type="http://schemas.openxmlformats.org/officeDocument/2006/relationships/audio" Target="../media/audio2.wav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0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7" Type="http://schemas.openxmlformats.org/officeDocument/2006/relationships/image" Target="../media/image1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1.emf"/><Relationship Id="rId4" Type="http://schemas.openxmlformats.org/officeDocument/2006/relationships/oleObject" Target="../embeddings/oleObject10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3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3" Type="http://schemas.openxmlformats.org/officeDocument/2006/relationships/audio" Target="../media/audio3.wav"/><Relationship Id="rId7" Type="http://schemas.openxmlformats.org/officeDocument/2006/relationships/image" Target="../media/image16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18.emf"/><Relationship Id="rId5" Type="http://schemas.openxmlformats.org/officeDocument/2006/relationships/audio" Target="../media/audio1.wav"/><Relationship Id="rId10" Type="http://schemas.openxmlformats.org/officeDocument/2006/relationships/oleObject" Target="../embeddings/oleObject17.bin"/><Relationship Id="rId4" Type="http://schemas.openxmlformats.org/officeDocument/2006/relationships/audio" Target="../media/audio2.wav"/><Relationship Id="rId9" Type="http://schemas.openxmlformats.org/officeDocument/2006/relationships/image" Target="../media/image17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9.bin"/><Relationship Id="rId10" Type="http://schemas.openxmlformats.org/officeDocument/2006/relationships/image" Target="../media/image22.wmf"/><Relationship Id="rId4" Type="http://schemas.openxmlformats.org/officeDocument/2006/relationships/image" Target="../media/image19.wmf"/><Relationship Id="rId9" Type="http://schemas.openxmlformats.org/officeDocument/2006/relationships/oleObject" Target="../embeddings/oleObject21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23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25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7.emf"/><Relationship Id="rId5" Type="http://schemas.openxmlformats.org/officeDocument/2006/relationships/oleObject" Target="../embeddings/oleObject26.bin"/><Relationship Id="rId4" Type="http://schemas.openxmlformats.org/officeDocument/2006/relationships/audio" Target="../media/audio2.wav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13" Type="http://schemas.openxmlformats.org/officeDocument/2006/relationships/oleObject" Target="../embeddings/oleObject32.bin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12" Type="http://schemas.openxmlformats.org/officeDocument/2006/relationships/image" Target="../media/image32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29.wmf"/><Relationship Id="rId11" Type="http://schemas.openxmlformats.org/officeDocument/2006/relationships/oleObject" Target="../embeddings/oleObject31.bin"/><Relationship Id="rId5" Type="http://schemas.openxmlformats.org/officeDocument/2006/relationships/oleObject" Target="../embeddings/oleObject28.bin"/><Relationship Id="rId10" Type="http://schemas.openxmlformats.org/officeDocument/2006/relationships/image" Target="../media/image31.wmf"/><Relationship Id="rId4" Type="http://schemas.openxmlformats.org/officeDocument/2006/relationships/image" Target="../media/image28.wmf"/><Relationship Id="rId9" Type="http://schemas.openxmlformats.org/officeDocument/2006/relationships/oleObject" Target="../embeddings/oleObject30.bin"/><Relationship Id="rId14" Type="http://schemas.openxmlformats.org/officeDocument/2006/relationships/image" Target="../media/image33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13" Type="http://schemas.openxmlformats.org/officeDocument/2006/relationships/oleObject" Target="../embeddings/oleObject38.bin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12" Type="http://schemas.openxmlformats.org/officeDocument/2006/relationships/image" Target="../media/image38.wmf"/><Relationship Id="rId17" Type="http://schemas.openxmlformats.org/officeDocument/2006/relationships/image" Target="../media/image40.wmf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40.bin"/><Relationship Id="rId1" Type="http://schemas.openxmlformats.org/officeDocument/2006/relationships/vmlDrawing" Target="../drawings/vmlDrawing12.vml"/><Relationship Id="rId6" Type="http://schemas.openxmlformats.org/officeDocument/2006/relationships/image" Target="../media/image35.wmf"/><Relationship Id="rId11" Type="http://schemas.openxmlformats.org/officeDocument/2006/relationships/oleObject" Target="../embeddings/oleObject37.bin"/><Relationship Id="rId5" Type="http://schemas.openxmlformats.org/officeDocument/2006/relationships/oleObject" Target="../embeddings/oleObject34.bin"/><Relationship Id="rId15" Type="http://schemas.openxmlformats.org/officeDocument/2006/relationships/image" Target="../media/image39.wmf"/><Relationship Id="rId10" Type="http://schemas.openxmlformats.org/officeDocument/2006/relationships/image" Target="../media/image37.wmf"/><Relationship Id="rId4" Type="http://schemas.openxmlformats.org/officeDocument/2006/relationships/image" Target="../media/image34.wmf"/><Relationship Id="rId9" Type="http://schemas.openxmlformats.org/officeDocument/2006/relationships/oleObject" Target="../embeddings/oleObject36.bin"/><Relationship Id="rId14" Type="http://schemas.openxmlformats.org/officeDocument/2006/relationships/oleObject" Target="../embeddings/oleObject39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13" Type="http://schemas.openxmlformats.org/officeDocument/2006/relationships/oleObject" Target="../embeddings/oleObject46.bin"/><Relationship Id="rId3" Type="http://schemas.openxmlformats.org/officeDocument/2006/relationships/oleObject" Target="../embeddings/oleObject41.bin"/><Relationship Id="rId7" Type="http://schemas.openxmlformats.org/officeDocument/2006/relationships/oleObject" Target="../embeddings/oleObject43.bin"/><Relationship Id="rId12" Type="http://schemas.openxmlformats.org/officeDocument/2006/relationships/image" Target="../media/image4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42.wmf"/><Relationship Id="rId11" Type="http://schemas.openxmlformats.org/officeDocument/2006/relationships/oleObject" Target="../embeddings/oleObject45.bin"/><Relationship Id="rId5" Type="http://schemas.openxmlformats.org/officeDocument/2006/relationships/oleObject" Target="../embeddings/oleObject42.bin"/><Relationship Id="rId10" Type="http://schemas.openxmlformats.org/officeDocument/2006/relationships/image" Target="../media/image44.wmf"/><Relationship Id="rId4" Type="http://schemas.openxmlformats.org/officeDocument/2006/relationships/image" Target="../media/image41.wmf"/><Relationship Id="rId9" Type="http://schemas.openxmlformats.org/officeDocument/2006/relationships/oleObject" Target="../embeddings/oleObject44.bin"/><Relationship Id="rId14" Type="http://schemas.openxmlformats.org/officeDocument/2006/relationships/image" Target="../media/image46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.bin"/><Relationship Id="rId3" Type="http://schemas.openxmlformats.org/officeDocument/2006/relationships/oleObject" Target="../embeddings/oleObject47.bin"/><Relationship Id="rId7" Type="http://schemas.openxmlformats.org/officeDocument/2006/relationships/image" Target="../media/image4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49.bin"/><Relationship Id="rId11" Type="http://schemas.openxmlformats.org/officeDocument/2006/relationships/image" Target="../media/image50.wmf"/><Relationship Id="rId5" Type="http://schemas.openxmlformats.org/officeDocument/2006/relationships/oleObject" Target="../embeddings/oleObject48.bin"/><Relationship Id="rId10" Type="http://schemas.openxmlformats.org/officeDocument/2006/relationships/oleObject" Target="../embeddings/oleObject51.bin"/><Relationship Id="rId4" Type="http://schemas.openxmlformats.org/officeDocument/2006/relationships/image" Target="../media/image47.wmf"/><Relationship Id="rId9" Type="http://schemas.openxmlformats.org/officeDocument/2006/relationships/image" Target="../media/image49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13" Type="http://schemas.openxmlformats.org/officeDocument/2006/relationships/oleObject" Target="../embeddings/oleObject56.bin"/><Relationship Id="rId3" Type="http://schemas.openxmlformats.org/officeDocument/2006/relationships/audio" Target="../media/audio3.wav"/><Relationship Id="rId7" Type="http://schemas.openxmlformats.org/officeDocument/2006/relationships/oleObject" Target="../embeddings/oleObject53.bin"/><Relationship Id="rId12" Type="http://schemas.openxmlformats.org/officeDocument/2006/relationships/image" Target="../media/image54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6.w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51.wmf"/><Relationship Id="rId11" Type="http://schemas.openxmlformats.org/officeDocument/2006/relationships/oleObject" Target="../embeddings/oleObject55.bin"/><Relationship Id="rId5" Type="http://schemas.openxmlformats.org/officeDocument/2006/relationships/oleObject" Target="../embeddings/oleObject52.bin"/><Relationship Id="rId15" Type="http://schemas.openxmlformats.org/officeDocument/2006/relationships/oleObject" Target="../embeddings/oleObject57.bin"/><Relationship Id="rId10" Type="http://schemas.openxmlformats.org/officeDocument/2006/relationships/image" Target="../media/image53.wmf"/><Relationship Id="rId4" Type="http://schemas.openxmlformats.org/officeDocument/2006/relationships/audio" Target="../media/audio4.wav"/><Relationship Id="rId9" Type="http://schemas.openxmlformats.org/officeDocument/2006/relationships/oleObject" Target="../embeddings/oleObject54.bin"/><Relationship Id="rId14" Type="http://schemas.openxmlformats.org/officeDocument/2006/relationships/image" Target="../media/image55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wmf"/><Relationship Id="rId3" Type="http://schemas.openxmlformats.org/officeDocument/2006/relationships/audio" Target="../media/audio3.wav"/><Relationship Id="rId7" Type="http://schemas.openxmlformats.org/officeDocument/2006/relationships/oleObject" Target="../embeddings/oleObject59.bin"/><Relationship Id="rId12" Type="http://schemas.openxmlformats.org/officeDocument/2006/relationships/image" Target="../media/image6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57.wmf"/><Relationship Id="rId11" Type="http://schemas.openxmlformats.org/officeDocument/2006/relationships/oleObject" Target="../embeddings/oleObject61.bin"/><Relationship Id="rId5" Type="http://schemas.openxmlformats.org/officeDocument/2006/relationships/oleObject" Target="../embeddings/oleObject58.bin"/><Relationship Id="rId10" Type="http://schemas.openxmlformats.org/officeDocument/2006/relationships/image" Target="../media/image59.wmf"/><Relationship Id="rId4" Type="http://schemas.openxmlformats.org/officeDocument/2006/relationships/audio" Target="../media/audio4.wav"/><Relationship Id="rId9" Type="http://schemas.openxmlformats.org/officeDocument/2006/relationships/oleObject" Target="../embeddings/oleObject60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13" Type="http://schemas.openxmlformats.org/officeDocument/2006/relationships/oleObject" Target="../embeddings/oleObject66.bin"/><Relationship Id="rId3" Type="http://schemas.openxmlformats.org/officeDocument/2006/relationships/audio" Target="../media/audio3.wav"/><Relationship Id="rId7" Type="http://schemas.openxmlformats.org/officeDocument/2006/relationships/oleObject" Target="../embeddings/oleObject63.bin"/><Relationship Id="rId12" Type="http://schemas.openxmlformats.org/officeDocument/2006/relationships/image" Target="../media/image64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6.w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61.wmf"/><Relationship Id="rId11" Type="http://schemas.openxmlformats.org/officeDocument/2006/relationships/oleObject" Target="../embeddings/oleObject65.bin"/><Relationship Id="rId5" Type="http://schemas.openxmlformats.org/officeDocument/2006/relationships/oleObject" Target="../embeddings/oleObject62.bin"/><Relationship Id="rId15" Type="http://schemas.openxmlformats.org/officeDocument/2006/relationships/oleObject" Target="../embeddings/oleObject67.bin"/><Relationship Id="rId10" Type="http://schemas.openxmlformats.org/officeDocument/2006/relationships/image" Target="../media/image63.wmf"/><Relationship Id="rId4" Type="http://schemas.openxmlformats.org/officeDocument/2006/relationships/audio" Target="../media/audio4.wav"/><Relationship Id="rId9" Type="http://schemas.openxmlformats.org/officeDocument/2006/relationships/oleObject" Target="../embeddings/oleObject64.bin"/><Relationship Id="rId14" Type="http://schemas.openxmlformats.org/officeDocument/2006/relationships/image" Target="../media/image65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emf"/><Relationship Id="rId3" Type="http://schemas.openxmlformats.org/officeDocument/2006/relationships/audio" Target="../media/audio1.wav"/><Relationship Id="rId7" Type="http://schemas.openxmlformats.org/officeDocument/2006/relationships/oleObject" Target="../embeddings/oleObject6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67.wmf"/><Relationship Id="rId5" Type="http://schemas.openxmlformats.org/officeDocument/2006/relationships/oleObject" Target="../embeddings/oleObject68.bin"/><Relationship Id="rId4" Type="http://schemas.openxmlformats.org/officeDocument/2006/relationships/audio" Target="../media/audio4.wav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wmf"/><Relationship Id="rId3" Type="http://schemas.openxmlformats.org/officeDocument/2006/relationships/oleObject" Target="../embeddings/oleObject70.bin"/><Relationship Id="rId7" Type="http://schemas.openxmlformats.org/officeDocument/2006/relationships/oleObject" Target="../embeddings/oleObject7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70.wmf"/><Relationship Id="rId5" Type="http://schemas.openxmlformats.org/officeDocument/2006/relationships/oleObject" Target="../embeddings/oleObject71.bin"/><Relationship Id="rId4" Type="http://schemas.openxmlformats.org/officeDocument/2006/relationships/image" Target="../media/image69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13" Type="http://schemas.openxmlformats.org/officeDocument/2006/relationships/oleObject" Target="../embeddings/oleObject78.bin"/><Relationship Id="rId3" Type="http://schemas.openxmlformats.org/officeDocument/2006/relationships/oleObject" Target="../embeddings/oleObject73.bin"/><Relationship Id="rId7" Type="http://schemas.openxmlformats.org/officeDocument/2006/relationships/oleObject" Target="../embeddings/oleObject75.bin"/><Relationship Id="rId12" Type="http://schemas.openxmlformats.org/officeDocument/2006/relationships/image" Target="../media/image7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73.wmf"/><Relationship Id="rId11" Type="http://schemas.openxmlformats.org/officeDocument/2006/relationships/oleObject" Target="../embeddings/oleObject77.bin"/><Relationship Id="rId5" Type="http://schemas.openxmlformats.org/officeDocument/2006/relationships/oleObject" Target="../embeddings/oleObject74.bin"/><Relationship Id="rId10" Type="http://schemas.openxmlformats.org/officeDocument/2006/relationships/image" Target="../media/image75.wmf"/><Relationship Id="rId4" Type="http://schemas.openxmlformats.org/officeDocument/2006/relationships/image" Target="../media/image72.wmf"/><Relationship Id="rId9" Type="http://schemas.openxmlformats.org/officeDocument/2006/relationships/oleObject" Target="../embeddings/oleObject76.bin"/><Relationship Id="rId14" Type="http://schemas.openxmlformats.org/officeDocument/2006/relationships/image" Target="../media/image77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0.bin"/><Relationship Id="rId13" Type="http://schemas.openxmlformats.org/officeDocument/2006/relationships/image" Target="../media/image81.wmf"/><Relationship Id="rId18" Type="http://schemas.openxmlformats.org/officeDocument/2006/relationships/oleObject" Target="../embeddings/oleObject85.bin"/><Relationship Id="rId3" Type="http://schemas.openxmlformats.org/officeDocument/2006/relationships/audio" Target="../media/audio5.wav"/><Relationship Id="rId21" Type="http://schemas.openxmlformats.org/officeDocument/2006/relationships/image" Target="../media/image85.wmf"/><Relationship Id="rId7" Type="http://schemas.openxmlformats.org/officeDocument/2006/relationships/image" Target="../media/image78.wmf"/><Relationship Id="rId12" Type="http://schemas.openxmlformats.org/officeDocument/2006/relationships/oleObject" Target="../embeddings/oleObject82.bin"/><Relationship Id="rId17" Type="http://schemas.openxmlformats.org/officeDocument/2006/relationships/image" Target="../media/image83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84.bin"/><Relationship Id="rId20" Type="http://schemas.openxmlformats.org/officeDocument/2006/relationships/oleObject" Target="../embeddings/oleObject86.bin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79.bin"/><Relationship Id="rId11" Type="http://schemas.openxmlformats.org/officeDocument/2006/relationships/image" Target="../media/image80.wmf"/><Relationship Id="rId5" Type="http://schemas.openxmlformats.org/officeDocument/2006/relationships/audio" Target="../media/audio3.wav"/><Relationship Id="rId15" Type="http://schemas.openxmlformats.org/officeDocument/2006/relationships/image" Target="../media/image82.wmf"/><Relationship Id="rId10" Type="http://schemas.openxmlformats.org/officeDocument/2006/relationships/oleObject" Target="../embeddings/oleObject81.bin"/><Relationship Id="rId19" Type="http://schemas.openxmlformats.org/officeDocument/2006/relationships/image" Target="../media/image84.wmf"/><Relationship Id="rId4" Type="http://schemas.openxmlformats.org/officeDocument/2006/relationships/audio" Target="../media/audio4.wav"/><Relationship Id="rId9" Type="http://schemas.openxmlformats.org/officeDocument/2006/relationships/image" Target="../media/image79.emf"/><Relationship Id="rId14" Type="http://schemas.openxmlformats.org/officeDocument/2006/relationships/oleObject" Target="../embeddings/oleObject83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wmf"/><Relationship Id="rId3" Type="http://schemas.openxmlformats.org/officeDocument/2006/relationships/oleObject" Target="../embeddings/oleObject87.bin"/><Relationship Id="rId7" Type="http://schemas.openxmlformats.org/officeDocument/2006/relationships/oleObject" Target="../embeddings/oleObject89.bin"/><Relationship Id="rId12" Type="http://schemas.openxmlformats.org/officeDocument/2006/relationships/image" Target="../media/image90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87.wmf"/><Relationship Id="rId11" Type="http://schemas.openxmlformats.org/officeDocument/2006/relationships/oleObject" Target="../embeddings/oleObject91.bin"/><Relationship Id="rId5" Type="http://schemas.openxmlformats.org/officeDocument/2006/relationships/oleObject" Target="../embeddings/oleObject88.bin"/><Relationship Id="rId10" Type="http://schemas.openxmlformats.org/officeDocument/2006/relationships/image" Target="../media/image89.wmf"/><Relationship Id="rId4" Type="http://schemas.openxmlformats.org/officeDocument/2006/relationships/image" Target="../media/image86.wmf"/><Relationship Id="rId9" Type="http://schemas.openxmlformats.org/officeDocument/2006/relationships/oleObject" Target="../embeddings/oleObject90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3.bin"/><Relationship Id="rId13" Type="http://schemas.openxmlformats.org/officeDocument/2006/relationships/image" Target="../media/image94.wmf"/><Relationship Id="rId18" Type="http://schemas.openxmlformats.org/officeDocument/2006/relationships/oleObject" Target="../embeddings/oleObject98.bin"/><Relationship Id="rId26" Type="http://schemas.openxmlformats.org/officeDocument/2006/relationships/oleObject" Target="../embeddings/oleObject102.bin"/><Relationship Id="rId3" Type="http://schemas.openxmlformats.org/officeDocument/2006/relationships/audio" Target="../media/audio4.wav"/><Relationship Id="rId21" Type="http://schemas.openxmlformats.org/officeDocument/2006/relationships/image" Target="../media/image98.wmf"/><Relationship Id="rId7" Type="http://schemas.openxmlformats.org/officeDocument/2006/relationships/image" Target="../media/image91.wmf"/><Relationship Id="rId12" Type="http://schemas.openxmlformats.org/officeDocument/2006/relationships/oleObject" Target="../embeddings/oleObject95.bin"/><Relationship Id="rId17" Type="http://schemas.openxmlformats.org/officeDocument/2006/relationships/image" Target="../media/image96.wmf"/><Relationship Id="rId25" Type="http://schemas.openxmlformats.org/officeDocument/2006/relationships/image" Target="../media/image55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97.bin"/><Relationship Id="rId20" Type="http://schemas.openxmlformats.org/officeDocument/2006/relationships/oleObject" Target="../embeddings/oleObject99.bin"/><Relationship Id="rId29" Type="http://schemas.openxmlformats.org/officeDocument/2006/relationships/image" Target="../media/image101.wmf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92.bin"/><Relationship Id="rId11" Type="http://schemas.openxmlformats.org/officeDocument/2006/relationships/image" Target="../media/image93.wmf"/><Relationship Id="rId24" Type="http://schemas.openxmlformats.org/officeDocument/2006/relationships/oleObject" Target="../embeddings/oleObject101.bin"/><Relationship Id="rId5" Type="http://schemas.openxmlformats.org/officeDocument/2006/relationships/audio" Target="../media/audio1.wav"/><Relationship Id="rId15" Type="http://schemas.openxmlformats.org/officeDocument/2006/relationships/image" Target="../media/image95.wmf"/><Relationship Id="rId23" Type="http://schemas.openxmlformats.org/officeDocument/2006/relationships/image" Target="../media/image99.wmf"/><Relationship Id="rId28" Type="http://schemas.openxmlformats.org/officeDocument/2006/relationships/oleObject" Target="../embeddings/oleObject103.bin"/><Relationship Id="rId10" Type="http://schemas.openxmlformats.org/officeDocument/2006/relationships/oleObject" Target="../embeddings/oleObject94.bin"/><Relationship Id="rId19" Type="http://schemas.openxmlformats.org/officeDocument/2006/relationships/image" Target="../media/image97.wmf"/><Relationship Id="rId4" Type="http://schemas.openxmlformats.org/officeDocument/2006/relationships/audio" Target="../media/audio3.wav"/><Relationship Id="rId9" Type="http://schemas.openxmlformats.org/officeDocument/2006/relationships/image" Target="../media/image92.wmf"/><Relationship Id="rId14" Type="http://schemas.openxmlformats.org/officeDocument/2006/relationships/oleObject" Target="../embeddings/oleObject96.bin"/><Relationship Id="rId22" Type="http://schemas.openxmlformats.org/officeDocument/2006/relationships/oleObject" Target="../embeddings/oleObject100.bin"/><Relationship Id="rId27" Type="http://schemas.openxmlformats.org/officeDocument/2006/relationships/image" Target="../media/image100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wmf"/><Relationship Id="rId13" Type="http://schemas.openxmlformats.org/officeDocument/2006/relationships/oleObject" Target="../embeddings/oleObject108.bin"/><Relationship Id="rId18" Type="http://schemas.openxmlformats.org/officeDocument/2006/relationships/image" Target="../media/image97.wmf"/><Relationship Id="rId26" Type="http://schemas.openxmlformats.org/officeDocument/2006/relationships/image" Target="../media/image100.wmf"/><Relationship Id="rId3" Type="http://schemas.openxmlformats.org/officeDocument/2006/relationships/audio" Target="../media/audio3.wav"/><Relationship Id="rId21" Type="http://schemas.openxmlformats.org/officeDocument/2006/relationships/oleObject" Target="../embeddings/oleObject112.bin"/><Relationship Id="rId7" Type="http://schemas.openxmlformats.org/officeDocument/2006/relationships/oleObject" Target="../embeddings/oleObject105.bin"/><Relationship Id="rId12" Type="http://schemas.openxmlformats.org/officeDocument/2006/relationships/image" Target="../media/image94.wmf"/><Relationship Id="rId17" Type="http://schemas.openxmlformats.org/officeDocument/2006/relationships/oleObject" Target="../embeddings/oleObject110.bin"/><Relationship Id="rId25" Type="http://schemas.openxmlformats.org/officeDocument/2006/relationships/oleObject" Target="../embeddings/oleObject11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6.wmf"/><Relationship Id="rId20" Type="http://schemas.openxmlformats.org/officeDocument/2006/relationships/image" Target="../media/image98.wmf"/><Relationship Id="rId1" Type="http://schemas.openxmlformats.org/officeDocument/2006/relationships/vmlDrawing" Target="../drawings/vmlDrawing24.vml"/><Relationship Id="rId6" Type="http://schemas.openxmlformats.org/officeDocument/2006/relationships/image" Target="../media/image91.wmf"/><Relationship Id="rId11" Type="http://schemas.openxmlformats.org/officeDocument/2006/relationships/oleObject" Target="../embeddings/oleObject107.bin"/><Relationship Id="rId24" Type="http://schemas.openxmlformats.org/officeDocument/2006/relationships/image" Target="../media/image55.wmf"/><Relationship Id="rId5" Type="http://schemas.openxmlformats.org/officeDocument/2006/relationships/oleObject" Target="../embeddings/oleObject104.bin"/><Relationship Id="rId15" Type="http://schemas.openxmlformats.org/officeDocument/2006/relationships/oleObject" Target="../embeddings/oleObject109.bin"/><Relationship Id="rId23" Type="http://schemas.openxmlformats.org/officeDocument/2006/relationships/oleObject" Target="../embeddings/oleObject113.bin"/><Relationship Id="rId10" Type="http://schemas.openxmlformats.org/officeDocument/2006/relationships/image" Target="../media/image93.wmf"/><Relationship Id="rId19" Type="http://schemas.openxmlformats.org/officeDocument/2006/relationships/oleObject" Target="../embeddings/oleObject111.bin"/><Relationship Id="rId4" Type="http://schemas.openxmlformats.org/officeDocument/2006/relationships/audio" Target="../media/audio1.wav"/><Relationship Id="rId9" Type="http://schemas.openxmlformats.org/officeDocument/2006/relationships/oleObject" Target="../embeddings/oleObject106.bin"/><Relationship Id="rId14" Type="http://schemas.openxmlformats.org/officeDocument/2006/relationships/image" Target="../media/image95.wmf"/><Relationship Id="rId22" Type="http://schemas.openxmlformats.org/officeDocument/2006/relationships/image" Target="../media/image99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7.bin"/><Relationship Id="rId13" Type="http://schemas.openxmlformats.org/officeDocument/2006/relationships/image" Target="../media/image104.wmf"/><Relationship Id="rId18" Type="http://schemas.openxmlformats.org/officeDocument/2006/relationships/oleObject" Target="../embeddings/oleObject122.bin"/><Relationship Id="rId26" Type="http://schemas.openxmlformats.org/officeDocument/2006/relationships/oleObject" Target="../embeddings/oleObject126.bin"/><Relationship Id="rId3" Type="http://schemas.openxmlformats.org/officeDocument/2006/relationships/audio" Target="../media/audio3.wav"/><Relationship Id="rId21" Type="http://schemas.openxmlformats.org/officeDocument/2006/relationships/image" Target="../media/image106.wmf"/><Relationship Id="rId7" Type="http://schemas.openxmlformats.org/officeDocument/2006/relationships/image" Target="../media/image103.wmf"/><Relationship Id="rId12" Type="http://schemas.openxmlformats.org/officeDocument/2006/relationships/oleObject" Target="../embeddings/oleObject119.bin"/><Relationship Id="rId17" Type="http://schemas.openxmlformats.org/officeDocument/2006/relationships/image" Target="../media/image95.wmf"/><Relationship Id="rId25" Type="http://schemas.openxmlformats.org/officeDocument/2006/relationships/image" Target="../media/image108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21.bin"/><Relationship Id="rId20" Type="http://schemas.openxmlformats.org/officeDocument/2006/relationships/oleObject" Target="../embeddings/oleObject123.bin"/><Relationship Id="rId1" Type="http://schemas.openxmlformats.org/officeDocument/2006/relationships/vmlDrawing" Target="../drawings/vmlDrawing25.vml"/><Relationship Id="rId6" Type="http://schemas.openxmlformats.org/officeDocument/2006/relationships/oleObject" Target="../embeddings/oleObject116.bin"/><Relationship Id="rId11" Type="http://schemas.openxmlformats.org/officeDocument/2006/relationships/image" Target="../media/image98.wmf"/><Relationship Id="rId24" Type="http://schemas.openxmlformats.org/officeDocument/2006/relationships/oleObject" Target="../embeddings/oleObject125.bin"/><Relationship Id="rId5" Type="http://schemas.openxmlformats.org/officeDocument/2006/relationships/image" Target="../media/image102.wmf"/><Relationship Id="rId15" Type="http://schemas.openxmlformats.org/officeDocument/2006/relationships/image" Target="../media/image55.wmf"/><Relationship Id="rId23" Type="http://schemas.openxmlformats.org/officeDocument/2006/relationships/image" Target="../media/image107.wmf"/><Relationship Id="rId10" Type="http://schemas.openxmlformats.org/officeDocument/2006/relationships/oleObject" Target="../embeddings/oleObject118.bin"/><Relationship Id="rId19" Type="http://schemas.openxmlformats.org/officeDocument/2006/relationships/image" Target="../media/image105.wmf"/><Relationship Id="rId4" Type="http://schemas.openxmlformats.org/officeDocument/2006/relationships/oleObject" Target="../embeddings/oleObject115.bin"/><Relationship Id="rId9" Type="http://schemas.openxmlformats.org/officeDocument/2006/relationships/image" Target="../media/image97.wmf"/><Relationship Id="rId14" Type="http://schemas.openxmlformats.org/officeDocument/2006/relationships/oleObject" Target="../embeddings/oleObject120.bin"/><Relationship Id="rId22" Type="http://schemas.openxmlformats.org/officeDocument/2006/relationships/oleObject" Target="../embeddings/oleObject124.bin"/><Relationship Id="rId27" Type="http://schemas.openxmlformats.org/officeDocument/2006/relationships/image" Target="../media/image96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9.bin"/><Relationship Id="rId13" Type="http://schemas.openxmlformats.org/officeDocument/2006/relationships/image" Target="../media/image95.wmf"/><Relationship Id="rId18" Type="http://schemas.openxmlformats.org/officeDocument/2006/relationships/oleObject" Target="../embeddings/oleObject134.bin"/><Relationship Id="rId3" Type="http://schemas.openxmlformats.org/officeDocument/2006/relationships/audio" Target="../media/audio3.wav"/><Relationship Id="rId21" Type="http://schemas.openxmlformats.org/officeDocument/2006/relationships/image" Target="../media/image108.wmf"/><Relationship Id="rId7" Type="http://schemas.openxmlformats.org/officeDocument/2006/relationships/image" Target="../media/image98.wmf"/><Relationship Id="rId12" Type="http://schemas.openxmlformats.org/officeDocument/2006/relationships/oleObject" Target="../embeddings/oleObject131.bin"/><Relationship Id="rId17" Type="http://schemas.openxmlformats.org/officeDocument/2006/relationships/image" Target="../media/image106.wmf"/><Relationship Id="rId25" Type="http://schemas.openxmlformats.org/officeDocument/2006/relationships/image" Target="../media/image109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33.bin"/><Relationship Id="rId20" Type="http://schemas.openxmlformats.org/officeDocument/2006/relationships/oleObject" Target="../embeddings/oleObject135.bin"/><Relationship Id="rId1" Type="http://schemas.openxmlformats.org/officeDocument/2006/relationships/vmlDrawing" Target="../drawings/vmlDrawing26.vml"/><Relationship Id="rId6" Type="http://schemas.openxmlformats.org/officeDocument/2006/relationships/oleObject" Target="../embeddings/oleObject128.bin"/><Relationship Id="rId11" Type="http://schemas.openxmlformats.org/officeDocument/2006/relationships/image" Target="../media/image55.wmf"/><Relationship Id="rId24" Type="http://schemas.openxmlformats.org/officeDocument/2006/relationships/oleObject" Target="../embeddings/oleObject137.bin"/><Relationship Id="rId5" Type="http://schemas.openxmlformats.org/officeDocument/2006/relationships/image" Target="../media/image97.wmf"/><Relationship Id="rId15" Type="http://schemas.openxmlformats.org/officeDocument/2006/relationships/image" Target="../media/image105.wmf"/><Relationship Id="rId23" Type="http://schemas.openxmlformats.org/officeDocument/2006/relationships/image" Target="../media/image96.wmf"/><Relationship Id="rId10" Type="http://schemas.openxmlformats.org/officeDocument/2006/relationships/oleObject" Target="../embeddings/oleObject130.bin"/><Relationship Id="rId19" Type="http://schemas.openxmlformats.org/officeDocument/2006/relationships/image" Target="../media/image107.wmf"/><Relationship Id="rId4" Type="http://schemas.openxmlformats.org/officeDocument/2006/relationships/oleObject" Target="../embeddings/oleObject127.bin"/><Relationship Id="rId9" Type="http://schemas.openxmlformats.org/officeDocument/2006/relationships/image" Target="../media/image104.wmf"/><Relationship Id="rId14" Type="http://schemas.openxmlformats.org/officeDocument/2006/relationships/oleObject" Target="../embeddings/oleObject132.bin"/><Relationship Id="rId22" Type="http://schemas.openxmlformats.org/officeDocument/2006/relationships/oleObject" Target="../embeddings/oleObject136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0.bin"/><Relationship Id="rId3" Type="http://schemas.openxmlformats.org/officeDocument/2006/relationships/audio" Target="../media/audio2.wav"/><Relationship Id="rId7" Type="http://schemas.openxmlformats.org/officeDocument/2006/relationships/image" Target="../media/image111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139.bin"/><Relationship Id="rId11" Type="http://schemas.openxmlformats.org/officeDocument/2006/relationships/image" Target="../media/image113.emf"/><Relationship Id="rId5" Type="http://schemas.openxmlformats.org/officeDocument/2006/relationships/image" Target="../media/image110.wmf"/><Relationship Id="rId10" Type="http://schemas.openxmlformats.org/officeDocument/2006/relationships/oleObject" Target="../embeddings/oleObject141.bin"/><Relationship Id="rId4" Type="http://schemas.openxmlformats.org/officeDocument/2006/relationships/oleObject" Target="../embeddings/oleObject138.bin"/><Relationship Id="rId9" Type="http://schemas.openxmlformats.org/officeDocument/2006/relationships/image" Target="../media/image112.e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5.bin"/><Relationship Id="rId13" Type="http://schemas.openxmlformats.org/officeDocument/2006/relationships/image" Target="../media/image118.wmf"/><Relationship Id="rId18" Type="http://schemas.openxmlformats.org/officeDocument/2006/relationships/oleObject" Target="../embeddings/oleObject150.bin"/><Relationship Id="rId3" Type="http://schemas.openxmlformats.org/officeDocument/2006/relationships/oleObject" Target="../embeddings/oleObject142.bin"/><Relationship Id="rId21" Type="http://schemas.openxmlformats.org/officeDocument/2006/relationships/image" Target="../media/image122.wmf"/><Relationship Id="rId7" Type="http://schemas.openxmlformats.org/officeDocument/2006/relationships/oleObject" Target="../embeddings/oleObject144.bin"/><Relationship Id="rId12" Type="http://schemas.openxmlformats.org/officeDocument/2006/relationships/oleObject" Target="../embeddings/oleObject147.bin"/><Relationship Id="rId17" Type="http://schemas.openxmlformats.org/officeDocument/2006/relationships/image" Target="../media/image120.wmf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149.bin"/><Relationship Id="rId20" Type="http://schemas.openxmlformats.org/officeDocument/2006/relationships/oleObject" Target="../embeddings/oleObject151.bin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15.wmf"/><Relationship Id="rId11" Type="http://schemas.openxmlformats.org/officeDocument/2006/relationships/image" Target="../media/image117.wmf"/><Relationship Id="rId5" Type="http://schemas.openxmlformats.org/officeDocument/2006/relationships/oleObject" Target="../embeddings/oleObject143.bin"/><Relationship Id="rId15" Type="http://schemas.openxmlformats.org/officeDocument/2006/relationships/image" Target="../media/image119.wmf"/><Relationship Id="rId10" Type="http://schemas.openxmlformats.org/officeDocument/2006/relationships/oleObject" Target="../embeddings/oleObject146.bin"/><Relationship Id="rId19" Type="http://schemas.openxmlformats.org/officeDocument/2006/relationships/image" Target="../media/image121.wmf"/><Relationship Id="rId4" Type="http://schemas.openxmlformats.org/officeDocument/2006/relationships/image" Target="../media/image114.wmf"/><Relationship Id="rId9" Type="http://schemas.openxmlformats.org/officeDocument/2006/relationships/image" Target="../media/image116.wmf"/><Relationship Id="rId14" Type="http://schemas.openxmlformats.org/officeDocument/2006/relationships/oleObject" Target="../embeddings/oleObject148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23.emf"/><Relationship Id="rId5" Type="http://schemas.openxmlformats.org/officeDocument/2006/relationships/oleObject" Target="../embeddings/oleObject152.bin"/><Relationship Id="rId4" Type="http://schemas.openxmlformats.org/officeDocument/2006/relationships/audio" Target="../media/audio1.wav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24.wmf"/><Relationship Id="rId5" Type="http://schemas.openxmlformats.org/officeDocument/2006/relationships/oleObject" Target="../embeddings/oleObject153.bin"/><Relationship Id="rId4" Type="http://schemas.openxmlformats.org/officeDocument/2006/relationships/audio" Target="../media/audio4.wav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58.bin"/><Relationship Id="rId18" Type="http://schemas.openxmlformats.org/officeDocument/2006/relationships/image" Target="../media/image95.wmf"/><Relationship Id="rId26" Type="http://schemas.openxmlformats.org/officeDocument/2006/relationships/image" Target="../media/image130.wmf"/><Relationship Id="rId3" Type="http://schemas.openxmlformats.org/officeDocument/2006/relationships/audio" Target="../media/audio2.wav"/><Relationship Id="rId21" Type="http://schemas.openxmlformats.org/officeDocument/2006/relationships/oleObject" Target="../embeddings/oleObject162.bin"/><Relationship Id="rId34" Type="http://schemas.openxmlformats.org/officeDocument/2006/relationships/image" Target="../media/image134.wmf"/><Relationship Id="rId7" Type="http://schemas.openxmlformats.org/officeDocument/2006/relationships/oleObject" Target="../embeddings/oleObject155.bin"/><Relationship Id="rId12" Type="http://schemas.openxmlformats.org/officeDocument/2006/relationships/image" Target="../media/image98.wmf"/><Relationship Id="rId17" Type="http://schemas.openxmlformats.org/officeDocument/2006/relationships/oleObject" Target="../embeddings/oleObject160.bin"/><Relationship Id="rId25" Type="http://schemas.openxmlformats.org/officeDocument/2006/relationships/oleObject" Target="../embeddings/oleObject164.bin"/><Relationship Id="rId33" Type="http://schemas.openxmlformats.org/officeDocument/2006/relationships/oleObject" Target="../embeddings/oleObject16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5.wmf"/><Relationship Id="rId20" Type="http://schemas.openxmlformats.org/officeDocument/2006/relationships/image" Target="../media/image96.wmf"/><Relationship Id="rId29" Type="http://schemas.openxmlformats.org/officeDocument/2006/relationships/oleObject" Target="../embeddings/oleObject166.bin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25.wmf"/><Relationship Id="rId11" Type="http://schemas.openxmlformats.org/officeDocument/2006/relationships/oleObject" Target="../embeddings/oleObject157.bin"/><Relationship Id="rId24" Type="http://schemas.openxmlformats.org/officeDocument/2006/relationships/image" Target="../media/image129.wmf"/><Relationship Id="rId32" Type="http://schemas.openxmlformats.org/officeDocument/2006/relationships/image" Target="../media/image133.wmf"/><Relationship Id="rId5" Type="http://schemas.openxmlformats.org/officeDocument/2006/relationships/oleObject" Target="../embeddings/oleObject154.bin"/><Relationship Id="rId15" Type="http://schemas.openxmlformats.org/officeDocument/2006/relationships/oleObject" Target="../embeddings/oleObject159.bin"/><Relationship Id="rId23" Type="http://schemas.openxmlformats.org/officeDocument/2006/relationships/oleObject" Target="../embeddings/oleObject163.bin"/><Relationship Id="rId28" Type="http://schemas.openxmlformats.org/officeDocument/2006/relationships/image" Target="../media/image131.wmf"/><Relationship Id="rId10" Type="http://schemas.openxmlformats.org/officeDocument/2006/relationships/image" Target="../media/image97.wmf"/><Relationship Id="rId19" Type="http://schemas.openxmlformats.org/officeDocument/2006/relationships/oleObject" Target="../embeddings/oleObject161.bin"/><Relationship Id="rId31" Type="http://schemas.openxmlformats.org/officeDocument/2006/relationships/oleObject" Target="../embeddings/oleObject167.bin"/><Relationship Id="rId4" Type="http://schemas.openxmlformats.org/officeDocument/2006/relationships/audio" Target="../media/audio3.wav"/><Relationship Id="rId9" Type="http://schemas.openxmlformats.org/officeDocument/2006/relationships/oleObject" Target="../embeddings/oleObject156.bin"/><Relationship Id="rId14" Type="http://schemas.openxmlformats.org/officeDocument/2006/relationships/image" Target="../media/image127.wmf"/><Relationship Id="rId22" Type="http://schemas.openxmlformats.org/officeDocument/2006/relationships/image" Target="../media/image128.wmf"/><Relationship Id="rId27" Type="http://schemas.openxmlformats.org/officeDocument/2006/relationships/oleObject" Target="../embeddings/oleObject165.bin"/><Relationship Id="rId30" Type="http://schemas.openxmlformats.org/officeDocument/2006/relationships/image" Target="../media/image132.wmf"/><Relationship Id="rId8" Type="http://schemas.openxmlformats.org/officeDocument/2006/relationships/image" Target="../media/image126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wmf"/><Relationship Id="rId13" Type="http://schemas.openxmlformats.org/officeDocument/2006/relationships/oleObject" Target="../embeddings/oleObject173.bin"/><Relationship Id="rId18" Type="http://schemas.openxmlformats.org/officeDocument/2006/relationships/image" Target="../media/image141.wmf"/><Relationship Id="rId3" Type="http://schemas.openxmlformats.org/officeDocument/2006/relationships/audio" Target="../media/audio2.wav"/><Relationship Id="rId7" Type="http://schemas.openxmlformats.org/officeDocument/2006/relationships/oleObject" Target="../embeddings/oleObject170.bin"/><Relationship Id="rId12" Type="http://schemas.openxmlformats.org/officeDocument/2006/relationships/image" Target="../media/image138.wmf"/><Relationship Id="rId17" Type="http://schemas.openxmlformats.org/officeDocument/2006/relationships/oleObject" Target="../embeddings/oleObject17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0.wmf"/><Relationship Id="rId20" Type="http://schemas.openxmlformats.org/officeDocument/2006/relationships/image" Target="../media/image142.wmf"/><Relationship Id="rId1" Type="http://schemas.openxmlformats.org/officeDocument/2006/relationships/vmlDrawing" Target="../drawings/vmlDrawing32.vml"/><Relationship Id="rId6" Type="http://schemas.openxmlformats.org/officeDocument/2006/relationships/image" Target="../media/image135.wmf"/><Relationship Id="rId11" Type="http://schemas.openxmlformats.org/officeDocument/2006/relationships/oleObject" Target="../embeddings/oleObject172.bin"/><Relationship Id="rId5" Type="http://schemas.openxmlformats.org/officeDocument/2006/relationships/oleObject" Target="../embeddings/oleObject169.bin"/><Relationship Id="rId15" Type="http://schemas.openxmlformats.org/officeDocument/2006/relationships/oleObject" Target="../embeddings/oleObject174.bin"/><Relationship Id="rId10" Type="http://schemas.openxmlformats.org/officeDocument/2006/relationships/image" Target="../media/image137.wmf"/><Relationship Id="rId19" Type="http://schemas.openxmlformats.org/officeDocument/2006/relationships/oleObject" Target="../embeddings/oleObject176.bin"/><Relationship Id="rId4" Type="http://schemas.openxmlformats.org/officeDocument/2006/relationships/audio" Target="../media/audio3.wav"/><Relationship Id="rId9" Type="http://schemas.openxmlformats.org/officeDocument/2006/relationships/oleObject" Target="../embeddings/oleObject171.bin"/><Relationship Id="rId14" Type="http://schemas.openxmlformats.org/officeDocument/2006/relationships/image" Target="../media/image139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8.bin"/><Relationship Id="rId13" Type="http://schemas.openxmlformats.org/officeDocument/2006/relationships/image" Target="../media/image146.wmf"/><Relationship Id="rId3" Type="http://schemas.openxmlformats.org/officeDocument/2006/relationships/audio" Target="../media/audio1.wav"/><Relationship Id="rId7" Type="http://schemas.openxmlformats.org/officeDocument/2006/relationships/image" Target="../media/image143.wmf"/><Relationship Id="rId12" Type="http://schemas.openxmlformats.org/officeDocument/2006/relationships/oleObject" Target="../embeddings/oleObject180.bin"/><Relationship Id="rId17" Type="http://schemas.openxmlformats.org/officeDocument/2006/relationships/image" Target="../media/image148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82.bin"/><Relationship Id="rId1" Type="http://schemas.openxmlformats.org/officeDocument/2006/relationships/vmlDrawing" Target="../drawings/vmlDrawing33.vml"/><Relationship Id="rId6" Type="http://schemas.openxmlformats.org/officeDocument/2006/relationships/oleObject" Target="../embeddings/oleObject177.bin"/><Relationship Id="rId11" Type="http://schemas.openxmlformats.org/officeDocument/2006/relationships/image" Target="../media/image145.wmf"/><Relationship Id="rId5" Type="http://schemas.openxmlformats.org/officeDocument/2006/relationships/audio" Target="../media/audio3.wav"/><Relationship Id="rId15" Type="http://schemas.openxmlformats.org/officeDocument/2006/relationships/image" Target="../media/image147.wmf"/><Relationship Id="rId10" Type="http://schemas.openxmlformats.org/officeDocument/2006/relationships/oleObject" Target="../embeddings/oleObject179.bin"/><Relationship Id="rId4" Type="http://schemas.openxmlformats.org/officeDocument/2006/relationships/audio" Target="../media/audio2.wav"/><Relationship Id="rId9" Type="http://schemas.openxmlformats.org/officeDocument/2006/relationships/image" Target="../media/image144.wmf"/><Relationship Id="rId14" Type="http://schemas.openxmlformats.org/officeDocument/2006/relationships/oleObject" Target="../embeddings/oleObject181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wmf"/><Relationship Id="rId13" Type="http://schemas.openxmlformats.org/officeDocument/2006/relationships/oleObject" Target="../embeddings/oleObject186.bin"/><Relationship Id="rId18" Type="http://schemas.openxmlformats.org/officeDocument/2006/relationships/image" Target="../media/image154.wmf"/><Relationship Id="rId3" Type="http://schemas.openxmlformats.org/officeDocument/2006/relationships/audio" Target="../media/audio1.wav"/><Relationship Id="rId21" Type="http://schemas.openxmlformats.org/officeDocument/2006/relationships/oleObject" Target="../embeddings/oleObject190.bin"/><Relationship Id="rId7" Type="http://schemas.openxmlformats.org/officeDocument/2006/relationships/oleObject" Target="../embeddings/oleObject183.bin"/><Relationship Id="rId12" Type="http://schemas.openxmlformats.org/officeDocument/2006/relationships/image" Target="../media/image151.wmf"/><Relationship Id="rId17" Type="http://schemas.openxmlformats.org/officeDocument/2006/relationships/oleObject" Target="../embeddings/oleObject18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3.wmf"/><Relationship Id="rId20" Type="http://schemas.openxmlformats.org/officeDocument/2006/relationships/image" Target="../media/image155.wmf"/><Relationship Id="rId1" Type="http://schemas.openxmlformats.org/officeDocument/2006/relationships/vmlDrawing" Target="../drawings/vmlDrawing34.vml"/><Relationship Id="rId6" Type="http://schemas.openxmlformats.org/officeDocument/2006/relationships/audio" Target="../media/audio5.wav"/><Relationship Id="rId11" Type="http://schemas.openxmlformats.org/officeDocument/2006/relationships/oleObject" Target="../embeddings/oleObject185.bin"/><Relationship Id="rId5" Type="http://schemas.openxmlformats.org/officeDocument/2006/relationships/audio" Target="../media/audio3.wav"/><Relationship Id="rId15" Type="http://schemas.openxmlformats.org/officeDocument/2006/relationships/oleObject" Target="../embeddings/oleObject187.bin"/><Relationship Id="rId10" Type="http://schemas.openxmlformats.org/officeDocument/2006/relationships/image" Target="../media/image150.wmf"/><Relationship Id="rId19" Type="http://schemas.openxmlformats.org/officeDocument/2006/relationships/oleObject" Target="../embeddings/oleObject189.bin"/><Relationship Id="rId4" Type="http://schemas.openxmlformats.org/officeDocument/2006/relationships/audio" Target="../media/audio2.wav"/><Relationship Id="rId9" Type="http://schemas.openxmlformats.org/officeDocument/2006/relationships/oleObject" Target="../embeddings/oleObject184.bin"/><Relationship Id="rId14" Type="http://schemas.openxmlformats.org/officeDocument/2006/relationships/image" Target="../media/image152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wmf"/><Relationship Id="rId13" Type="http://schemas.openxmlformats.org/officeDocument/2006/relationships/oleObject" Target="../embeddings/oleObject196.bin"/><Relationship Id="rId3" Type="http://schemas.openxmlformats.org/officeDocument/2006/relationships/oleObject" Target="../embeddings/oleObject191.bin"/><Relationship Id="rId7" Type="http://schemas.openxmlformats.org/officeDocument/2006/relationships/oleObject" Target="../embeddings/oleObject193.bin"/><Relationship Id="rId12" Type="http://schemas.openxmlformats.org/officeDocument/2006/relationships/image" Target="../media/image16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157.emf"/><Relationship Id="rId11" Type="http://schemas.openxmlformats.org/officeDocument/2006/relationships/oleObject" Target="../embeddings/oleObject195.bin"/><Relationship Id="rId5" Type="http://schemas.openxmlformats.org/officeDocument/2006/relationships/oleObject" Target="../embeddings/oleObject192.bin"/><Relationship Id="rId10" Type="http://schemas.openxmlformats.org/officeDocument/2006/relationships/image" Target="../media/image159.wmf"/><Relationship Id="rId4" Type="http://schemas.openxmlformats.org/officeDocument/2006/relationships/image" Target="../media/image156.emf"/><Relationship Id="rId9" Type="http://schemas.openxmlformats.org/officeDocument/2006/relationships/oleObject" Target="../embeddings/oleObject194.bin"/><Relationship Id="rId14" Type="http://schemas.openxmlformats.org/officeDocument/2006/relationships/image" Target="../media/image161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wmf"/><Relationship Id="rId13" Type="http://schemas.openxmlformats.org/officeDocument/2006/relationships/oleObject" Target="../embeddings/oleObject202.bin"/><Relationship Id="rId18" Type="http://schemas.openxmlformats.org/officeDocument/2006/relationships/image" Target="../media/image167.wmf"/><Relationship Id="rId26" Type="http://schemas.openxmlformats.org/officeDocument/2006/relationships/image" Target="../media/image171.wmf"/><Relationship Id="rId3" Type="http://schemas.openxmlformats.org/officeDocument/2006/relationships/oleObject" Target="../embeddings/oleObject197.bin"/><Relationship Id="rId21" Type="http://schemas.openxmlformats.org/officeDocument/2006/relationships/oleObject" Target="../embeddings/oleObject206.bin"/><Relationship Id="rId7" Type="http://schemas.openxmlformats.org/officeDocument/2006/relationships/oleObject" Target="../embeddings/oleObject199.bin"/><Relationship Id="rId12" Type="http://schemas.openxmlformats.org/officeDocument/2006/relationships/image" Target="../media/image165.wmf"/><Relationship Id="rId17" Type="http://schemas.openxmlformats.org/officeDocument/2006/relationships/oleObject" Target="../embeddings/oleObject204.bin"/><Relationship Id="rId25" Type="http://schemas.openxmlformats.org/officeDocument/2006/relationships/oleObject" Target="../embeddings/oleObject208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161.wmf"/><Relationship Id="rId20" Type="http://schemas.openxmlformats.org/officeDocument/2006/relationships/image" Target="../media/image168.wmf"/><Relationship Id="rId1" Type="http://schemas.openxmlformats.org/officeDocument/2006/relationships/vmlDrawing" Target="../drawings/vmlDrawing36.vml"/><Relationship Id="rId6" Type="http://schemas.openxmlformats.org/officeDocument/2006/relationships/image" Target="../media/image163.wmf"/><Relationship Id="rId11" Type="http://schemas.openxmlformats.org/officeDocument/2006/relationships/oleObject" Target="../embeddings/oleObject201.bin"/><Relationship Id="rId24" Type="http://schemas.openxmlformats.org/officeDocument/2006/relationships/image" Target="../media/image170.wmf"/><Relationship Id="rId5" Type="http://schemas.openxmlformats.org/officeDocument/2006/relationships/oleObject" Target="../embeddings/oleObject198.bin"/><Relationship Id="rId15" Type="http://schemas.openxmlformats.org/officeDocument/2006/relationships/oleObject" Target="../embeddings/oleObject203.bin"/><Relationship Id="rId23" Type="http://schemas.openxmlformats.org/officeDocument/2006/relationships/oleObject" Target="../embeddings/oleObject207.bin"/><Relationship Id="rId10" Type="http://schemas.openxmlformats.org/officeDocument/2006/relationships/image" Target="../media/image160.wmf"/><Relationship Id="rId19" Type="http://schemas.openxmlformats.org/officeDocument/2006/relationships/oleObject" Target="../embeddings/oleObject205.bin"/><Relationship Id="rId4" Type="http://schemas.openxmlformats.org/officeDocument/2006/relationships/image" Target="../media/image162.wmf"/><Relationship Id="rId9" Type="http://schemas.openxmlformats.org/officeDocument/2006/relationships/oleObject" Target="../embeddings/oleObject200.bin"/><Relationship Id="rId14" Type="http://schemas.openxmlformats.org/officeDocument/2006/relationships/image" Target="../media/image166.wmf"/><Relationship Id="rId22" Type="http://schemas.openxmlformats.org/officeDocument/2006/relationships/image" Target="../media/image169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0.bin"/><Relationship Id="rId13" Type="http://schemas.openxmlformats.org/officeDocument/2006/relationships/image" Target="../media/image175.emf"/><Relationship Id="rId3" Type="http://schemas.openxmlformats.org/officeDocument/2006/relationships/audio" Target="../media/audio2.wav"/><Relationship Id="rId7" Type="http://schemas.openxmlformats.org/officeDocument/2006/relationships/image" Target="../media/image176.wmf"/><Relationship Id="rId12" Type="http://schemas.openxmlformats.org/officeDocument/2006/relationships/oleObject" Target="../embeddings/oleObject2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172.emf"/><Relationship Id="rId11" Type="http://schemas.openxmlformats.org/officeDocument/2006/relationships/image" Target="../media/image174.emf"/><Relationship Id="rId5" Type="http://schemas.openxmlformats.org/officeDocument/2006/relationships/oleObject" Target="../embeddings/oleObject209.bin"/><Relationship Id="rId10" Type="http://schemas.openxmlformats.org/officeDocument/2006/relationships/oleObject" Target="../embeddings/oleObject211.bin"/><Relationship Id="rId4" Type="http://schemas.openxmlformats.org/officeDocument/2006/relationships/audio" Target="../media/audio4.wav"/><Relationship Id="rId9" Type="http://schemas.openxmlformats.org/officeDocument/2006/relationships/image" Target="../media/image173.e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wmf"/><Relationship Id="rId3" Type="http://schemas.openxmlformats.org/officeDocument/2006/relationships/audio" Target="../media/audio3.wav"/><Relationship Id="rId7" Type="http://schemas.openxmlformats.org/officeDocument/2006/relationships/oleObject" Target="../embeddings/oleObject2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8.vml"/><Relationship Id="rId6" Type="http://schemas.openxmlformats.org/officeDocument/2006/relationships/image" Target="../media/image177.wmf"/><Relationship Id="rId5" Type="http://schemas.openxmlformats.org/officeDocument/2006/relationships/oleObject" Target="../embeddings/oleObject213.bin"/><Relationship Id="rId10" Type="http://schemas.openxmlformats.org/officeDocument/2006/relationships/image" Target="../media/image179.wmf"/><Relationship Id="rId4" Type="http://schemas.openxmlformats.org/officeDocument/2006/relationships/audio" Target="../media/audio2.wav"/><Relationship Id="rId9" Type="http://schemas.openxmlformats.org/officeDocument/2006/relationships/oleObject" Target="../embeddings/oleObject215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emf"/><Relationship Id="rId13" Type="http://schemas.openxmlformats.org/officeDocument/2006/relationships/oleObject" Target="../embeddings/oleObject219.bin"/><Relationship Id="rId18" Type="http://schemas.openxmlformats.org/officeDocument/2006/relationships/image" Target="../media/image185.wmf"/><Relationship Id="rId3" Type="http://schemas.openxmlformats.org/officeDocument/2006/relationships/audio" Target="../media/audio5.wav"/><Relationship Id="rId7" Type="http://schemas.openxmlformats.org/officeDocument/2006/relationships/oleObject" Target="../embeddings/oleObject216.bin"/><Relationship Id="rId12" Type="http://schemas.openxmlformats.org/officeDocument/2006/relationships/image" Target="../media/image182.wmf"/><Relationship Id="rId17" Type="http://schemas.openxmlformats.org/officeDocument/2006/relationships/oleObject" Target="../embeddings/oleObject22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84.wmf"/><Relationship Id="rId20" Type="http://schemas.openxmlformats.org/officeDocument/2006/relationships/image" Target="../media/image186.wmf"/><Relationship Id="rId1" Type="http://schemas.openxmlformats.org/officeDocument/2006/relationships/vmlDrawing" Target="../drawings/vmlDrawing39.vml"/><Relationship Id="rId6" Type="http://schemas.openxmlformats.org/officeDocument/2006/relationships/audio" Target="../media/audio3.wav"/><Relationship Id="rId11" Type="http://schemas.openxmlformats.org/officeDocument/2006/relationships/oleObject" Target="../embeddings/oleObject218.bin"/><Relationship Id="rId5" Type="http://schemas.openxmlformats.org/officeDocument/2006/relationships/audio" Target="../media/audio1.wav"/><Relationship Id="rId15" Type="http://schemas.openxmlformats.org/officeDocument/2006/relationships/oleObject" Target="../embeddings/oleObject220.bin"/><Relationship Id="rId10" Type="http://schemas.openxmlformats.org/officeDocument/2006/relationships/image" Target="../media/image181.wmf"/><Relationship Id="rId19" Type="http://schemas.openxmlformats.org/officeDocument/2006/relationships/oleObject" Target="../embeddings/oleObject222.bin"/><Relationship Id="rId4" Type="http://schemas.openxmlformats.org/officeDocument/2006/relationships/audio" Target="../media/audio2.wav"/><Relationship Id="rId9" Type="http://schemas.openxmlformats.org/officeDocument/2006/relationships/oleObject" Target="../embeddings/oleObject217.bin"/><Relationship Id="rId14" Type="http://schemas.openxmlformats.org/officeDocument/2006/relationships/image" Target="../media/image183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4.bin"/><Relationship Id="rId13" Type="http://schemas.openxmlformats.org/officeDocument/2006/relationships/image" Target="../media/image190.wmf"/><Relationship Id="rId18" Type="http://schemas.openxmlformats.org/officeDocument/2006/relationships/image" Target="../media/image192.wmf"/><Relationship Id="rId3" Type="http://schemas.openxmlformats.org/officeDocument/2006/relationships/audio" Target="../media/audio5.wav"/><Relationship Id="rId7" Type="http://schemas.openxmlformats.org/officeDocument/2006/relationships/image" Target="../media/image187.wmf"/><Relationship Id="rId12" Type="http://schemas.openxmlformats.org/officeDocument/2006/relationships/oleObject" Target="../embeddings/oleObject226.bin"/><Relationship Id="rId17" Type="http://schemas.openxmlformats.org/officeDocument/2006/relationships/oleObject" Target="../embeddings/oleObject22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1.wmf"/><Relationship Id="rId20" Type="http://schemas.openxmlformats.org/officeDocument/2006/relationships/image" Target="../media/image193.wmf"/><Relationship Id="rId1" Type="http://schemas.openxmlformats.org/officeDocument/2006/relationships/vmlDrawing" Target="../drawings/vmlDrawing40.vml"/><Relationship Id="rId6" Type="http://schemas.openxmlformats.org/officeDocument/2006/relationships/oleObject" Target="../embeddings/oleObject223.bin"/><Relationship Id="rId11" Type="http://schemas.openxmlformats.org/officeDocument/2006/relationships/image" Target="../media/image189.wmf"/><Relationship Id="rId5" Type="http://schemas.openxmlformats.org/officeDocument/2006/relationships/audio" Target="../media/audio3.wav"/><Relationship Id="rId15" Type="http://schemas.openxmlformats.org/officeDocument/2006/relationships/oleObject" Target="../embeddings/oleObject227.bin"/><Relationship Id="rId10" Type="http://schemas.openxmlformats.org/officeDocument/2006/relationships/oleObject" Target="../embeddings/oleObject225.bin"/><Relationship Id="rId19" Type="http://schemas.openxmlformats.org/officeDocument/2006/relationships/oleObject" Target="../embeddings/oleObject229.bin"/><Relationship Id="rId4" Type="http://schemas.openxmlformats.org/officeDocument/2006/relationships/audio" Target="../media/audio2.wav"/><Relationship Id="rId9" Type="http://schemas.openxmlformats.org/officeDocument/2006/relationships/image" Target="../media/image188.wmf"/><Relationship Id="rId14" Type="http://schemas.openxmlformats.org/officeDocument/2006/relationships/image" Target="../media/image194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7.wmf"/><Relationship Id="rId3" Type="http://schemas.openxmlformats.org/officeDocument/2006/relationships/oleObject" Target="../embeddings/oleObject230.bin"/><Relationship Id="rId7" Type="http://schemas.openxmlformats.org/officeDocument/2006/relationships/oleObject" Target="../embeddings/oleObject23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1.vml"/><Relationship Id="rId6" Type="http://schemas.openxmlformats.org/officeDocument/2006/relationships/image" Target="../media/image196.wmf"/><Relationship Id="rId5" Type="http://schemas.openxmlformats.org/officeDocument/2006/relationships/oleObject" Target="../embeddings/oleObject231.bin"/><Relationship Id="rId10" Type="http://schemas.openxmlformats.org/officeDocument/2006/relationships/image" Target="../media/image198.wmf"/><Relationship Id="rId4" Type="http://schemas.openxmlformats.org/officeDocument/2006/relationships/image" Target="../media/image195.wmf"/><Relationship Id="rId9" Type="http://schemas.openxmlformats.org/officeDocument/2006/relationships/oleObject" Target="../embeddings/oleObject233.bin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1.wmf"/><Relationship Id="rId3" Type="http://schemas.openxmlformats.org/officeDocument/2006/relationships/oleObject" Target="../embeddings/oleObject234.bin"/><Relationship Id="rId7" Type="http://schemas.openxmlformats.org/officeDocument/2006/relationships/oleObject" Target="../embeddings/oleObject23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200.emf"/><Relationship Id="rId5" Type="http://schemas.openxmlformats.org/officeDocument/2006/relationships/oleObject" Target="../embeddings/oleObject235.bin"/><Relationship Id="rId4" Type="http://schemas.openxmlformats.org/officeDocument/2006/relationships/image" Target="../media/image199.emf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2.jpe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5.wmf"/><Relationship Id="rId13" Type="http://schemas.openxmlformats.org/officeDocument/2006/relationships/oleObject" Target="../embeddings/oleObject242.bin"/><Relationship Id="rId3" Type="http://schemas.openxmlformats.org/officeDocument/2006/relationships/oleObject" Target="../embeddings/oleObject237.bin"/><Relationship Id="rId7" Type="http://schemas.openxmlformats.org/officeDocument/2006/relationships/oleObject" Target="../embeddings/oleObject239.bin"/><Relationship Id="rId12" Type="http://schemas.openxmlformats.org/officeDocument/2006/relationships/image" Target="../media/image20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3.vml"/><Relationship Id="rId6" Type="http://schemas.openxmlformats.org/officeDocument/2006/relationships/image" Target="../media/image204.wmf"/><Relationship Id="rId11" Type="http://schemas.openxmlformats.org/officeDocument/2006/relationships/oleObject" Target="../embeddings/oleObject241.bin"/><Relationship Id="rId5" Type="http://schemas.openxmlformats.org/officeDocument/2006/relationships/oleObject" Target="../embeddings/oleObject238.bin"/><Relationship Id="rId10" Type="http://schemas.openxmlformats.org/officeDocument/2006/relationships/image" Target="../media/image206.wmf"/><Relationship Id="rId4" Type="http://schemas.openxmlformats.org/officeDocument/2006/relationships/image" Target="../media/image203.wmf"/><Relationship Id="rId9" Type="http://schemas.openxmlformats.org/officeDocument/2006/relationships/oleObject" Target="../embeddings/oleObject240.bin"/><Relationship Id="rId14" Type="http://schemas.openxmlformats.org/officeDocument/2006/relationships/image" Target="../media/image208.w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1.wmf"/><Relationship Id="rId3" Type="http://schemas.openxmlformats.org/officeDocument/2006/relationships/oleObject" Target="../embeddings/oleObject243.bin"/><Relationship Id="rId7" Type="http://schemas.openxmlformats.org/officeDocument/2006/relationships/oleObject" Target="../embeddings/oleObject24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4.vml"/><Relationship Id="rId6" Type="http://schemas.openxmlformats.org/officeDocument/2006/relationships/image" Target="../media/image210.wmf"/><Relationship Id="rId5" Type="http://schemas.openxmlformats.org/officeDocument/2006/relationships/oleObject" Target="../embeddings/oleObject244.bin"/><Relationship Id="rId10" Type="http://schemas.openxmlformats.org/officeDocument/2006/relationships/image" Target="../media/image212.wmf"/><Relationship Id="rId4" Type="http://schemas.openxmlformats.org/officeDocument/2006/relationships/image" Target="../media/image209.wmf"/><Relationship Id="rId9" Type="http://schemas.openxmlformats.org/officeDocument/2006/relationships/oleObject" Target="../embeddings/oleObject246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5.wmf"/><Relationship Id="rId3" Type="http://schemas.openxmlformats.org/officeDocument/2006/relationships/oleObject" Target="../embeddings/oleObject247.bin"/><Relationship Id="rId7" Type="http://schemas.openxmlformats.org/officeDocument/2006/relationships/oleObject" Target="../embeddings/oleObject24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5.vml"/><Relationship Id="rId6" Type="http://schemas.openxmlformats.org/officeDocument/2006/relationships/image" Target="../media/image214.wmf"/><Relationship Id="rId5" Type="http://schemas.openxmlformats.org/officeDocument/2006/relationships/oleObject" Target="../embeddings/oleObject248.bin"/><Relationship Id="rId4" Type="http://schemas.openxmlformats.org/officeDocument/2006/relationships/image" Target="../media/image213.w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8.wmf"/><Relationship Id="rId3" Type="http://schemas.openxmlformats.org/officeDocument/2006/relationships/oleObject" Target="../embeddings/oleObject250.bin"/><Relationship Id="rId7" Type="http://schemas.openxmlformats.org/officeDocument/2006/relationships/oleObject" Target="../embeddings/oleObject25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6.vml"/><Relationship Id="rId6" Type="http://schemas.openxmlformats.org/officeDocument/2006/relationships/image" Target="../media/image217.wmf"/><Relationship Id="rId5" Type="http://schemas.openxmlformats.org/officeDocument/2006/relationships/oleObject" Target="../embeddings/oleObject251.bin"/><Relationship Id="rId4" Type="http://schemas.openxmlformats.org/officeDocument/2006/relationships/image" Target="../media/image216.w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1.emf"/><Relationship Id="rId13" Type="http://schemas.openxmlformats.org/officeDocument/2006/relationships/oleObject" Target="../embeddings/oleObject259.bin"/><Relationship Id="rId3" Type="http://schemas.openxmlformats.org/officeDocument/2006/relationships/oleObject" Target="../embeddings/oleObject253.bin"/><Relationship Id="rId7" Type="http://schemas.openxmlformats.org/officeDocument/2006/relationships/oleObject" Target="../embeddings/oleObject255.bin"/><Relationship Id="rId12" Type="http://schemas.openxmlformats.org/officeDocument/2006/relationships/oleObject" Target="../embeddings/oleObject25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7.vml"/><Relationship Id="rId6" Type="http://schemas.openxmlformats.org/officeDocument/2006/relationships/image" Target="../media/image220.emf"/><Relationship Id="rId11" Type="http://schemas.openxmlformats.org/officeDocument/2006/relationships/oleObject" Target="../embeddings/oleObject257.bin"/><Relationship Id="rId5" Type="http://schemas.openxmlformats.org/officeDocument/2006/relationships/oleObject" Target="../embeddings/oleObject254.bin"/><Relationship Id="rId15" Type="http://schemas.openxmlformats.org/officeDocument/2006/relationships/image" Target="../media/image223.emf"/><Relationship Id="rId10" Type="http://schemas.openxmlformats.org/officeDocument/2006/relationships/image" Target="../media/image222.emf"/><Relationship Id="rId4" Type="http://schemas.openxmlformats.org/officeDocument/2006/relationships/image" Target="../media/image219.emf"/><Relationship Id="rId9" Type="http://schemas.openxmlformats.org/officeDocument/2006/relationships/oleObject" Target="../embeddings/oleObject256.bin"/><Relationship Id="rId14" Type="http://schemas.openxmlformats.org/officeDocument/2006/relationships/oleObject" Target="../embeddings/oleObject260.bin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6.wmf"/><Relationship Id="rId13" Type="http://schemas.openxmlformats.org/officeDocument/2006/relationships/oleObject" Target="../embeddings/oleObject266.bin"/><Relationship Id="rId18" Type="http://schemas.openxmlformats.org/officeDocument/2006/relationships/image" Target="../media/image231.wmf"/><Relationship Id="rId3" Type="http://schemas.openxmlformats.org/officeDocument/2006/relationships/oleObject" Target="../embeddings/oleObject261.bin"/><Relationship Id="rId7" Type="http://schemas.openxmlformats.org/officeDocument/2006/relationships/oleObject" Target="../embeddings/oleObject263.bin"/><Relationship Id="rId12" Type="http://schemas.openxmlformats.org/officeDocument/2006/relationships/image" Target="../media/image228.wmf"/><Relationship Id="rId17" Type="http://schemas.openxmlformats.org/officeDocument/2006/relationships/oleObject" Target="../embeddings/oleObject26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30.wmf"/><Relationship Id="rId1" Type="http://schemas.openxmlformats.org/officeDocument/2006/relationships/vmlDrawing" Target="../drawings/vmlDrawing48.vml"/><Relationship Id="rId6" Type="http://schemas.openxmlformats.org/officeDocument/2006/relationships/image" Target="../media/image225.wmf"/><Relationship Id="rId11" Type="http://schemas.openxmlformats.org/officeDocument/2006/relationships/oleObject" Target="../embeddings/oleObject265.bin"/><Relationship Id="rId5" Type="http://schemas.openxmlformats.org/officeDocument/2006/relationships/oleObject" Target="../embeddings/oleObject262.bin"/><Relationship Id="rId15" Type="http://schemas.openxmlformats.org/officeDocument/2006/relationships/oleObject" Target="../embeddings/oleObject267.bin"/><Relationship Id="rId10" Type="http://schemas.openxmlformats.org/officeDocument/2006/relationships/image" Target="../media/image227.wmf"/><Relationship Id="rId4" Type="http://schemas.openxmlformats.org/officeDocument/2006/relationships/image" Target="../media/image224.wmf"/><Relationship Id="rId9" Type="http://schemas.openxmlformats.org/officeDocument/2006/relationships/oleObject" Target="../embeddings/oleObject264.bin"/><Relationship Id="rId14" Type="http://schemas.openxmlformats.org/officeDocument/2006/relationships/image" Target="../media/image229.wmf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8256" y="1772816"/>
            <a:ext cx="7772400" cy="1470025"/>
          </a:xfrm>
        </p:spPr>
        <p:txBody>
          <a:bodyPr>
            <a:normAutofit/>
          </a:bodyPr>
          <a:lstStyle/>
          <a:p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第五讲  矩阵及其运算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945799" y="3299931"/>
            <a:ext cx="6400800" cy="2567136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矩阵的概念</a:t>
            </a:r>
          </a:p>
          <a:p>
            <a:pPr algn="l">
              <a:lnSpc>
                <a:spcPct val="15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2.2 矩阵的线性计算与转置</a:t>
            </a:r>
          </a:p>
          <a:p>
            <a:pPr algn="l">
              <a:lnSpc>
                <a:spcPct val="15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2.3—2.4 矩阵的乘法</a:t>
            </a:r>
          </a:p>
        </p:txBody>
      </p:sp>
      <p:pic>
        <p:nvPicPr>
          <p:cNvPr id="4" name="Picture 2" descr="scau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338" y="68263"/>
            <a:ext cx="5472113" cy="117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直角三角形 4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直角三角形 5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600">
                <a:latin typeface="微软雅黑" panose="020B0503020204020204" charset="-122"/>
                <a:ea typeface="微软雅黑" panose="020B0503020204020204" charset="-122"/>
              </a:rPr>
              <a:t>一、矩阵的概念</a:t>
            </a:r>
          </a:p>
        </p:txBody>
      </p:sp>
      <p:sp>
        <p:nvSpPr>
          <p:cNvPr id="14" name="内容占位符 2"/>
          <p:cNvSpPr txBox="1"/>
          <p:nvPr/>
        </p:nvSpPr>
        <p:spPr>
          <a:xfrm>
            <a:off x="467360" y="1417955"/>
            <a:ext cx="8229600" cy="12528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人类的认知过程总是从简单到复杂。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数学上，从数到向量再到矩阵也符合这样的过程。</a:t>
            </a: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67360" y="2829560"/>
            <a:ext cx="691070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一个学期班级同学各门课程的成绩表</a:t>
            </a:r>
          </a:p>
          <a:p>
            <a:pPr>
              <a:lnSpc>
                <a:spcPct val="150000"/>
              </a:lnSpc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就是由几个列向量组成的表格</a:t>
            </a: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537845" y="4283075"/>
          <a:ext cx="6877050" cy="191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6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6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6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6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61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75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24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zh-CN" sz="2400">
                          <a:latin typeface="微软雅黑" panose="020B0503020204020204" charset="-122"/>
                          <a:ea typeface="微软雅黑" panose="020B0503020204020204" charset="-122"/>
                        </a:rPr>
                        <a:t>语文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charset="-122"/>
                          <a:ea typeface="微软雅黑" panose="020B0503020204020204" charset="-122"/>
                        </a:rPr>
                        <a:t>数学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charset="-122"/>
                          <a:ea typeface="微软雅黑" panose="020B0503020204020204" charset="-122"/>
                        </a:rPr>
                        <a:t>英语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charset="-122"/>
                          <a:ea typeface="微软雅黑" panose="020B0503020204020204" charset="-122"/>
                        </a:rPr>
                        <a:t>体育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charset="-122"/>
                          <a:ea typeface="微软雅黑" panose="020B0503020204020204" charset="-122"/>
                        </a:rPr>
                        <a:t>历史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charset="-122"/>
                          <a:ea typeface="微软雅黑" panose="020B0503020204020204" charset="-122"/>
                        </a:rPr>
                        <a:t>张三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微软雅黑" panose="020B0503020204020204" charset="-122"/>
                          <a:ea typeface="微软雅黑" panose="020B0503020204020204" charset="-122"/>
                        </a:rP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微软雅黑" panose="020B0503020204020204" charset="-122"/>
                          <a:ea typeface="微软雅黑" panose="020B0503020204020204" charset="-122"/>
                        </a:rPr>
                        <a:t>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微软雅黑" panose="020B0503020204020204" charset="-122"/>
                          <a:ea typeface="微软雅黑" panose="020B0503020204020204" charset="-122"/>
                        </a:rP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微软雅黑" panose="020B0503020204020204" charset="-122"/>
                          <a:ea typeface="微软雅黑" panose="020B0503020204020204" charset="-122"/>
                        </a:rPr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微软雅黑" panose="020B0503020204020204" charset="-122"/>
                          <a:ea typeface="微软雅黑" panose="020B0503020204020204" charset="-122"/>
                        </a:rPr>
                        <a:t>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charset="-122"/>
                          <a:ea typeface="微软雅黑" panose="020B0503020204020204" charset="-122"/>
                        </a:rPr>
                        <a:t>李四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微软雅黑" panose="020B0503020204020204" charset="-122"/>
                          <a:ea typeface="微软雅黑" panose="020B0503020204020204" charset="-122"/>
                        </a:rPr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微软雅黑" panose="020B0503020204020204" charset="-122"/>
                          <a:ea typeface="微软雅黑" panose="020B0503020204020204" charset="-122"/>
                        </a:rP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微软雅黑" panose="020B0503020204020204" charset="-122"/>
                          <a:ea typeface="微软雅黑" panose="020B0503020204020204" charset="-122"/>
                        </a:rPr>
                        <a:t>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微软雅黑" panose="020B0503020204020204" charset="-122"/>
                          <a:ea typeface="微软雅黑" panose="020B0503020204020204" charset="-122"/>
                        </a:rP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微软雅黑" panose="020B0503020204020204" charset="-122"/>
                          <a:ea typeface="微软雅黑" panose="020B0503020204020204" charset="-122"/>
                        </a:rPr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charset="-122"/>
                          <a:ea typeface="微软雅黑" panose="020B0503020204020204" charset="-122"/>
                        </a:rPr>
                        <a:t>王五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微软雅黑" panose="020B0503020204020204" charset="-122"/>
                          <a:ea typeface="微软雅黑" panose="020B0503020204020204" charset="-122"/>
                        </a:rPr>
                        <a:t>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微软雅黑" panose="020B0503020204020204" charset="-122"/>
                          <a:ea typeface="微软雅黑" panose="020B0503020204020204" charset="-122"/>
                        </a:rPr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微软雅黑" panose="020B0503020204020204" charset="-122"/>
                          <a:ea typeface="微软雅黑" panose="020B0503020204020204" charset="-122"/>
                        </a:rP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微软雅黑" panose="020B0503020204020204" charset="-122"/>
                          <a:ea typeface="微软雅黑" panose="020B0503020204020204" charset="-122"/>
                        </a:rP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微软雅黑" panose="020B0503020204020204" charset="-122"/>
                          <a:ea typeface="微软雅黑" panose="020B0503020204020204" charset="-122"/>
                        </a:rPr>
                        <a:t>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直角三角形 5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直角三角形 6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/>
          <p:cNvSpPr txBox="1"/>
          <p:nvPr/>
        </p:nvSpPr>
        <p:spPr>
          <a:xfrm>
            <a:off x="304800" y="1242060"/>
            <a:ext cx="18288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2.1.1</a:t>
            </a:r>
          </a:p>
        </p:txBody>
      </p:sp>
      <p:sp>
        <p:nvSpPr>
          <p:cNvPr id="6147" name="Rectangle 3"/>
          <p:cNvSpPr/>
          <p:nvPr/>
        </p:nvSpPr>
        <p:spPr>
          <a:xfrm>
            <a:off x="2605088" y="3309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8196" name="Object 4"/>
          <p:cNvGraphicFramePr>
            <a:graphicFrameLocks noChangeAspect="1"/>
          </p:cNvGraphicFramePr>
          <p:nvPr/>
        </p:nvGraphicFramePr>
        <p:xfrm>
          <a:off x="720725" y="1918970"/>
          <a:ext cx="815340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" r:id="rId3" imgW="5245100" imgH="317500" progId="Equation.3">
                  <p:embed/>
                </p:oleObj>
              </mc:Choice>
              <mc:Fallback>
                <p:oleObj r:id="rId3" imgW="5245100" imgH="3175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20725" y="1918970"/>
                        <a:ext cx="8153400" cy="4937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9" name="Rectangle 5"/>
          <p:cNvSpPr/>
          <p:nvPr/>
        </p:nvSpPr>
        <p:spPr>
          <a:xfrm>
            <a:off x="3910013" y="29575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198" name="Text Box 6"/>
          <p:cNvSpPr txBox="1"/>
          <p:nvPr/>
        </p:nvSpPr>
        <p:spPr>
          <a:xfrm>
            <a:off x="400050" y="4885690"/>
            <a:ext cx="377698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>
              <a:spcBef>
                <a:spcPct val="50000"/>
              </a:spcBef>
            </a:pPr>
            <a:r>
              <a:rPr lang="zh-CN" altLang="en-US" sz="2400" dirty="0">
                <a:solidFill>
                  <a:srgbClr val="0033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称为</a:t>
            </a:r>
            <a:r>
              <a:rPr lang="en-US" altLang="zh-CN" sz="2400" u="sng" dirty="0">
                <a:solidFill>
                  <a:srgbClr val="FF33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</a:t>
            </a:r>
            <a:r>
              <a:rPr lang="zh-CN" altLang="en-US" sz="2400" u="sng" dirty="0">
                <a:solidFill>
                  <a:srgbClr val="FF33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</a:t>
            </a:r>
            <a:r>
              <a:rPr lang="en-US" altLang="zh-CN" sz="2400" u="sng" dirty="0">
                <a:solidFill>
                  <a:srgbClr val="FF33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zh-CN" altLang="en-US" sz="2400" u="sng" dirty="0">
                <a:solidFill>
                  <a:srgbClr val="FF33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列矩阵</a:t>
            </a:r>
            <a:r>
              <a:rPr lang="zh-CN" altLang="en-US" sz="2400" u="sng" dirty="0">
                <a:solidFill>
                  <a:srgbClr val="0033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400" dirty="0">
                <a:solidFill>
                  <a:srgbClr val="0033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，简称</a:t>
            </a:r>
          </a:p>
        </p:txBody>
      </p:sp>
      <p:sp>
        <p:nvSpPr>
          <p:cNvPr id="6151" name="Rectangle 7"/>
          <p:cNvSpPr/>
          <p:nvPr/>
        </p:nvSpPr>
        <p:spPr>
          <a:xfrm>
            <a:off x="4386263" y="33194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152" name="Rectangle 8"/>
          <p:cNvSpPr/>
          <p:nvPr/>
        </p:nvSpPr>
        <p:spPr>
          <a:xfrm>
            <a:off x="4243388" y="33194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201" name="Text Box 9"/>
          <p:cNvSpPr txBox="1"/>
          <p:nvPr/>
        </p:nvSpPr>
        <p:spPr>
          <a:xfrm>
            <a:off x="228600" y="5648325"/>
            <a:ext cx="13716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zh-CN" altLang="en-US" sz="2400" dirty="0">
                <a:solidFill>
                  <a:srgbClr val="0033CC"/>
                </a:solidFill>
                <a:latin typeface="微软雅黑" panose="020B0503020204020204" charset="-122"/>
                <a:ea typeface="微软雅黑" panose="020B0503020204020204" charset="-122"/>
              </a:rPr>
              <a:t>其中诸</a:t>
            </a:r>
          </a:p>
        </p:txBody>
      </p:sp>
      <p:sp>
        <p:nvSpPr>
          <p:cNvPr id="6154" name="Rectangle 10"/>
          <p:cNvSpPr/>
          <p:nvPr/>
        </p:nvSpPr>
        <p:spPr>
          <a:xfrm>
            <a:off x="4476750" y="3309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8203" name="Object 11"/>
          <p:cNvGraphicFramePr>
            <a:graphicFrameLocks noChangeAspect="1"/>
          </p:cNvGraphicFramePr>
          <p:nvPr/>
        </p:nvGraphicFramePr>
        <p:xfrm>
          <a:off x="1524000" y="5572125"/>
          <a:ext cx="54927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7" r:id="rId5" imgW="254000" imgH="317500" progId="Equation.3">
                  <p:embed/>
                </p:oleObj>
              </mc:Choice>
              <mc:Fallback>
                <p:oleObj r:id="rId5" imgW="254000" imgH="31750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33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524000" y="5572125"/>
                        <a:ext cx="549275" cy="685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4" name="Text Box 12"/>
          <p:cNvSpPr txBox="1"/>
          <p:nvPr/>
        </p:nvSpPr>
        <p:spPr>
          <a:xfrm>
            <a:off x="1882140" y="5652770"/>
            <a:ext cx="7438390" cy="1014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0033CC"/>
                </a:solidFill>
                <a:latin typeface="微软雅黑" panose="020B0503020204020204" charset="-122"/>
                <a:ea typeface="微软雅黑" panose="020B0503020204020204" charset="-122"/>
              </a:rPr>
              <a:t>叫做该矩阵的元素，</a:t>
            </a:r>
            <a:r>
              <a:rPr lang="en-US" altLang="zh-CN" sz="2400" dirty="0">
                <a:solidFill>
                  <a:srgbClr val="0033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i,j</a:t>
            </a:r>
            <a:r>
              <a:rPr lang="zh-CN" altLang="en-US" sz="2400" dirty="0">
                <a:solidFill>
                  <a:srgbClr val="0033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分别称为矩阵</a:t>
            </a:r>
            <a:r>
              <a:rPr lang="en-US" altLang="zh-CN" sz="2400" dirty="0">
                <a:solidFill>
                  <a:srgbClr val="0033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zh-CN" altLang="en-US" sz="2400" dirty="0">
                <a:solidFill>
                  <a:srgbClr val="0033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的行标和列标。</a:t>
            </a:r>
            <a:endParaRPr lang="zh-CN" altLang="en-US" sz="2400" dirty="0">
              <a:solidFill>
                <a:srgbClr val="0033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ct val="50000"/>
              </a:spcBef>
            </a:pPr>
            <a:endParaRPr lang="zh-CN" altLang="en-US" sz="2400" dirty="0">
              <a:solidFill>
                <a:srgbClr val="0033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57" name="Rectangle 13"/>
          <p:cNvSpPr/>
          <p:nvPr/>
        </p:nvSpPr>
        <p:spPr>
          <a:xfrm>
            <a:off x="4386263" y="33194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8206" name="Object 14"/>
          <p:cNvGraphicFramePr>
            <a:graphicFrameLocks noChangeAspect="1"/>
          </p:cNvGraphicFramePr>
          <p:nvPr/>
        </p:nvGraphicFramePr>
        <p:xfrm>
          <a:off x="4137660" y="4751705"/>
          <a:ext cx="103505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" r:id="rId7" imgW="495300" imgH="292100" progId="Equation.3">
                  <p:embed/>
                </p:oleObj>
              </mc:Choice>
              <mc:Fallback>
                <p:oleObj r:id="rId7" imgW="495300" imgH="29210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33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137660" y="4751705"/>
                        <a:ext cx="1035050" cy="584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7" name="Text Box 15"/>
          <p:cNvSpPr txBox="1"/>
          <p:nvPr/>
        </p:nvSpPr>
        <p:spPr>
          <a:xfrm>
            <a:off x="4817745" y="4916170"/>
            <a:ext cx="261747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0033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lang="zh-CN" altLang="en-US" sz="2400" dirty="0">
                <a:solidFill>
                  <a:srgbClr val="0033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矩阵。</a:t>
            </a:r>
          </a:p>
        </p:txBody>
      </p:sp>
      <p:sp>
        <p:nvSpPr>
          <p:cNvPr id="6160" name="Rectangle 16"/>
          <p:cNvSpPr/>
          <p:nvPr/>
        </p:nvSpPr>
        <p:spPr>
          <a:xfrm>
            <a:off x="3776663" y="29575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161" name="Rectangle 17"/>
          <p:cNvSpPr/>
          <p:nvPr/>
        </p:nvSpPr>
        <p:spPr>
          <a:xfrm>
            <a:off x="3948113" y="3309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8210" name="Object 18"/>
          <p:cNvGraphicFramePr>
            <a:graphicFrameLocks noChangeAspect="1"/>
          </p:cNvGraphicFramePr>
          <p:nvPr/>
        </p:nvGraphicFramePr>
        <p:xfrm>
          <a:off x="1524000" y="6257925"/>
          <a:ext cx="2971800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9" r:id="rId9" imgW="1663700" imgH="317500" progId="Equation.3">
                  <p:embed/>
                </p:oleObj>
              </mc:Choice>
              <mc:Fallback>
                <p:oleObj r:id="rId9" imgW="1663700" imgH="3175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33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524000" y="6257925"/>
                        <a:ext cx="2971800" cy="566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63" name="Rectangle 19"/>
          <p:cNvSpPr/>
          <p:nvPr/>
        </p:nvSpPr>
        <p:spPr>
          <a:xfrm>
            <a:off x="4110038" y="32575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164" name="Rectangle 20"/>
          <p:cNvSpPr/>
          <p:nvPr/>
        </p:nvSpPr>
        <p:spPr>
          <a:xfrm>
            <a:off x="4214813" y="3309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8213" name="Object 21"/>
          <p:cNvGraphicFramePr>
            <a:graphicFrameLocks noChangeAspect="1"/>
          </p:cNvGraphicFramePr>
          <p:nvPr/>
        </p:nvGraphicFramePr>
        <p:xfrm>
          <a:off x="4648200" y="6334125"/>
          <a:ext cx="16764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0" r:id="rId11" imgW="952500" imgH="317500" progId="Equation.3">
                  <p:embed/>
                </p:oleObj>
              </mc:Choice>
              <mc:Fallback>
                <p:oleObj r:id="rId11" imgW="952500" imgH="317500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FF33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648200" y="6334125"/>
                        <a:ext cx="1676400" cy="558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66" name="Rectangle 22"/>
          <p:cNvSpPr/>
          <p:nvPr/>
        </p:nvSpPr>
        <p:spPr>
          <a:xfrm>
            <a:off x="3748088" y="29575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8215" name="Object 23"/>
          <p:cNvGraphicFramePr>
            <a:graphicFrameLocks noChangeAspect="1"/>
          </p:cNvGraphicFramePr>
          <p:nvPr/>
        </p:nvGraphicFramePr>
        <p:xfrm>
          <a:off x="1763713" y="2489835"/>
          <a:ext cx="3962400" cy="226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1" r:id="rId13" imgW="2197100" imgH="1257300" progId="Equation.3">
                  <p:embed/>
                </p:oleObj>
              </mc:Choice>
              <mc:Fallback>
                <p:oleObj r:id="rId13" imgW="2197100" imgH="125730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FF33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763713" y="2489835"/>
                        <a:ext cx="3962400" cy="2266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/>
          <p:cNvSpPr>
            <a:spLocks noGrp="1"/>
          </p:cNvSpPr>
          <p:nvPr/>
        </p:nvSpPr>
        <p:spPr>
          <a:xfrm>
            <a:off x="304800" y="160973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3600">
                <a:latin typeface="微软雅黑" panose="020B0503020204020204" charset="-122"/>
                <a:ea typeface="微软雅黑" panose="020B0503020204020204" charset="-122"/>
              </a:rPr>
              <a:t>一、矩阵的概念</a:t>
            </a:r>
          </a:p>
        </p:txBody>
      </p:sp>
      <p:sp>
        <p:nvSpPr>
          <p:cNvPr id="25" name="直角三角形 24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直角三角形 25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10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8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10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7" dur="500"/>
                                        <p:tgtEl>
                                          <p:spTgt spid="8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2" dur="500"/>
                                        <p:tgtEl>
                                          <p:spTgt spid="8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7" dur="500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2" dur="500"/>
                                        <p:tgtEl>
                                          <p:spTgt spid="8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2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2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5" dur="500"/>
                                        <p:tgtEl>
                                          <p:spTgt spid="8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0" dur="500"/>
                                        <p:tgtEl>
                                          <p:spTgt spid="8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" grpId="0"/>
      <p:bldP spid="8198" grpId="0"/>
      <p:bldP spid="8201" grpId="0"/>
      <p:bldP spid="8204" grpId="0"/>
      <p:bldP spid="820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8" name="Object 2"/>
          <p:cNvGraphicFramePr>
            <a:graphicFrameLocks noChangeAspect="1"/>
          </p:cNvGraphicFramePr>
          <p:nvPr/>
        </p:nvGraphicFramePr>
        <p:xfrm>
          <a:off x="1022985" y="1143000"/>
          <a:ext cx="3124200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0" r:id="rId5" imgW="1130300" imgH="228600" progId="Equation.3">
                  <p:embed/>
                </p:oleObj>
              </mc:Choice>
              <mc:Fallback>
                <p:oleObj r:id="rId5" imgW="1130300" imgH="228600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22985" y="1143000"/>
                        <a:ext cx="3124200" cy="630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9" name="Text Box 3"/>
          <p:cNvSpPr txBox="1"/>
          <p:nvPr/>
        </p:nvSpPr>
        <p:spPr>
          <a:xfrm>
            <a:off x="4496435" y="1228090"/>
            <a:ext cx="16764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dirty="0">
                <a:solidFill>
                  <a:srgbClr val="0033CC"/>
                </a:solidFill>
                <a:latin typeface="微软雅黑" panose="020B0503020204020204" charset="-122"/>
                <a:ea typeface="微软雅黑" panose="020B0503020204020204" charset="-122"/>
              </a:rPr>
              <a:t>行矩阵</a:t>
            </a:r>
          </a:p>
        </p:txBody>
      </p:sp>
      <p:sp>
        <p:nvSpPr>
          <p:cNvPr id="7172" name="Rectangle 4"/>
          <p:cNvSpPr/>
          <p:nvPr/>
        </p:nvSpPr>
        <p:spPr>
          <a:xfrm>
            <a:off x="4405313" y="29575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9221" name="Object 5"/>
          <p:cNvGraphicFramePr>
            <a:graphicFrameLocks noChangeAspect="1"/>
          </p:cNvGraphicFramePr>
          <p:nvPr/>
        </p:nvGraphicFramePr>
        <p:xfrm>
          <a:off x="1646555" y="2193290"/>
          <a:ext cx="835025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1" r:id="rId7" imgW="330200" imgH="939165" progId="Equation.3">
                  <p:embed/>
                </p:oleObj>
              </mc:Choice>
              <mc:Fallback>
                <p:oleObj r:id="rId7" imgW="330200" imgH="939165" progId="Equation.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46555" y="2193290"/>
                        <a:ext cx="835025" cy="2362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2" name="Text Box 6"/>
          <p:cNvSpPr txBox="1"/>
          <p:nvPr/>
        </p:nvSpPr>
        <p:spPr>
          <a:xfrm>
            <a:off x="3089275" y="2908935"/>
            <a:ext cx="16764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dirty="0">
                <a:solidFill>
                  <a:srgbClr val="0033CC"/>
                </a:solidFill>
                <a:latin typeface="微软雅黑" panose="020B0503020204020204" charset="-122"/>
                <a:ea typeface="微软雅黑" panose="020B0503020204020204" charset="-122"/>
              </a:rPr>
              <a:t>列矩阵</a:t>
            </a:r>
            <a:endParaRPr lang="zh-CN" altLang="en-US" sz="3200" b="1" dirty="0">
              <a:solidFill>
                <a:srgbClr val="0033CC"/>
              </a:solidFill>
              <a:latin typeface="Arial" panose="020B0604020202020204" pitchFamily="34" charset="0"/>
            </a:endParaRPr>
          </a:p>
        </p:txBody>
      </p:sp>
      <p:sp>
        <p:nvSpPr>
          <p:cNvPr id="9223" name="Text Box 7"/>
          <p:cNvSpPr txBox="1"/>
          <p:nvPr/>
        </p:nvSpPr>
        <p:spPr>
          <a:xfrm>
            <a:off x="418465" y="5021580"/>
            <a:ext cx="631825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dirty="0">
                <a:solidFill>
                  <a:srgbClr val="0033CC"/>
                </a:solidFill>
                <a:latin typeface="微软雅黑" panose="020B0503020204020204" charset="-122"/>
                <a:ea typeface="微软雅黑" panose="020B0503020204020204" charset="-122"/>
              </a:rPr>
              <a:t>元素全是零的矩阵称为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零矩阵</a:t>
            </a:r>
            <a:r>
              <a:rPr lang="zh-CN" altLang="en-US" sz="2400" dirty="0">
                <a:solidFill>
                  <a:srgbClr val="0033CC"/>
                </a:solidFill>
                <a:latin typeface="微软雅黑" panose="020B0503020204020204" charset="-122"/>
                <a:ea typeface="微软雅黑" panose="020B0503020204020204" charset="-122"/>
              </a:rPr>
              <a:t>，记为O</a:t>
            </a:r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343535" y="-317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3600">
                <a:latin typeface="微软雅黑" panose="020B0503020204020204" charset="-122"/>
                <a:ea typeface="微软雅黑" panose="020B0503020204020204" charset="-122"/>
              </a:rPr>
              <a:t>一、矩阵的概念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51205" y="5885815"/>
            <a:ext cx="67227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2.1.1 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你能举出生活中的一些矩阵例子吗？</a:t>
            </a:r>
          </a:p>
        </p:txBody>
      </p:sp>
      <p:sp>
        <p:nvSpPr>
          <p:cNvPr id="10" name="直角三角形 9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直角三角形 10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75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75"/>
                                        <p:tgtEl>
                                          <p:spTgt spid="9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9" dur="500"/>
                                        <p:tgtEl>
                                          <p:spTgt spid="92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/>
      <p:bldP spid="9222" grpId="0" build="p"/>
      <p:bldP spid="9223" grpId="0" build="p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/>
          <p:cNvSpPr/>
          <p:nvPr/>
        </p:nvSpPr>
        <p:spPr>
          <a:xfrm>
            <a:off x="4405313" y="29575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381635" y="18257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3600">
                <a:latin typeface="微软雅黑" panose="020B0503020204020204" charset="-122"/>
                <a:ea typeface="微软雅黑" panose="020B0503020204020204" charset="-122"/>
              </a:rPr>
              <a:t>一、矩阵的概念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81635" y="1023067"/>
            <a:ext cx="67227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2.1.1  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你能举出生活中的一些矩阵例子吗？</a:t>
            </a:r>
          </a:p>
        </p:txBody>
      </p:sp>
      <p:sp>
        <p:nvSpPr>
          <p:cNvPr id="10" name="直角三角形 9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直角三角形 10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08815" y="1804979"/>
            <a:ext cx="67227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例如，某工厂生产四种货物，它在上半年向三家商店发送货物的数量可以用矩阵表示为：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3840311"/>
              </p:ext>
            </p:extLst>
          </p:nvPr>
        </p:nvGraphicFramePr>
        <p:xfrm>
          <a:off x="1619672" y="2998817"/>
          <a:ext cx="3911938" cy="20863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31" name="Equation" r:id="rId3" imgW="1333440" imgH="711000" progId="Equation.DSMT4">
                  <p:embed/>
                </p:oleObj>
              </mc:Choice>
              <mc:Fallback>
                <p:oleObj name="Equation" r:id="rId3" imgW="133344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19672" y="2998817"/>
                        <a:ext cx="3911938" cy="20863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8448669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273050" y="1543685"/>
            <a:ext cx="808672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R="0" algn="ctr" defTabSz="914400">
              <a:spcBef>
                <a:spcPct val="50000"/>
              </a:spcBef>
              <a:buClrTx/>
              <a:buSzTx/>
              <a:buFontTx/>
              <a:defRPr/>
            </a:pPr>
            <a:r>
              <a:rPr kumimoji="0" lang="en-US" altLang="zh-CN" sz="2400" kern="1200" cap="none" spc="0" normalizeH="0" baseline="0" noProof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kumimoji="0" lang="zh-CN" altLang="en-US" sz="2400" kern="1200" cap="none" spc="0" normalizeH="0" baseline="0" noProof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</a:t>
            </a:r>
            <a:r>
              <a:rPr kumimoji="0" lang="en-US" altLang="zh-CN" sz="2400" kern="1200" cap="none" spc="0" normalizeH="0" baseline="0" noProof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kumimoji="0" lang="zh-CN" altLang="en-US" sz="2400" kern="1200" cap="none" spc="0" normalizeH="0" baseline="0" noProof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列矩阵称为</a:t>
            </a:r>
            <a:r>
              <a:rPr kumimoji="0" lang="en-US" altLang="zh-CN" sz="2400" b="1" u="sng" kern="1200" cap="none" spc="0" normalizeH="0" baseline="0" noProof="0">
                <a:solidFill>
                  <a:srgbClr val="FF33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kumimoji="0" lang="zh-CN" altLang="en-US" sz="2400" b="1" u="sng" kern="1200" cap="none" spc="0" normalizeH="0" baseline="0" noProof="0">
                <a:solidFill>
                  <a:srgbClr val="FF33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阶方阵</a:t>
            </a:r>
            <a:r>
              <a:rPr kumimoji="0" lang="zh-CN" altLang="en-US" sz="2400" kern="1200" cap="none" spc="0" normalizeH="0" baseline="0" noProof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</a:t>
            </a:r>
            <a:r>
              <a:rPr kumimoji="0" lang="en-US" altLang="zh-CN" sz="2400" b="1" u="sng" kern="1200" cap="none" spc="0" normalizeH="0" baseline="0" noProof="0">
                <a:solidFill>
                  <a:srgbClr val="FF33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kumimoji="0" lang="zh-CN" altLang="en-US" sz="2400" b="1" u="sng" kern="1200" cap="none" spc="0" normalizeH="0" baseline="0" noProof="0">
                <a:solidFill>
                  <a:srgbClr val="FF33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阶矩阵</a:t>
            </a:r>
            <a:r>
              <a:rPr kumimoji="0" lang="zh-CN" altLang="en-US" sz="2400" b="1" kern="1200" cap="none" spc="0" normalizeH="0" baseline="0" noProof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kumimoji="0" lang="zh-CN" altLang="en-US" sz="2400" kern="1200" cap="none" spc="0" normalizeH="0" baseline="0" noProof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简称</a:t>
            </a:r>
            <a:r>
              <a:rPr kumimoji="0" lang="en-US" altLang="zh-CN" sz="2400" b="1" u="sng" kern="1200" cap="none" spc="0" normalizeH="0" baseline="0" noProof="0">
                <a:solidFill>
                  <a:srgbClr val="FF33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kumimoji="0" lang="zh-CN" altLang="en-US" sz="2400" b="1" u="sng" kern="1200" cap="none" spc="0" normalizeH="0" baseline="0" noProof="0">
                <a:solidFill>
                  <a:srgbClr val="FF33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阶阵</a:t>
            </a:r>
          </a:p>
        </p:txBody>
      </p:sp>
      <p:sp>
        <p:nvSpPr>
          <p:cNvPr id="8195" name="Rectangle 3"/>
          <p:cNvSpPr/>
          <p:nvPr/>
        </p:nvSpPr>
        <p:spPr>
          <a:xfrm>
            <a:off x="3109913" y="29575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0244" name="Object 4"/>
          <p:cNvGraphicFramePr>
            <a:graphicFrameLocks noChangeAspect="1"/>
          </p:cNvGraphicFramePr>
          <p:nvPr/>
        </p:nvGraphicFramePr>
        <p:xfrm>
          <a:off x="938530" y="2286635"/>
          <a:ext cx="7543800" cy="2433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r:id="rId4" imgW="3898900" imgH="1257300" progId="Equation.3">
                  <p:embed/>
                </p:oleObj>
              </mc:Choice>
              <mc:Fallback>
                <p:oleObj r:id="rId4" imgW="3898900" imgH="1257300" progId="Equation.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00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38530" y="2286635"/>
                        <a:ext cx="7543800" cy="24336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/>
          <p:cNvSpPr>
            <a:spLocks noGrp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3600">
                <a:latin typeface="微软雅黑" panose="020B0503020204020204" charset="-122"/>
                <a:ea typeface="微软雅黑" panose="020B0503020204020204" charset="-122"/>
              </a:rPr>
              <a:t>一、矩阵的概念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59435" y="4948555"/>
            <a:ext cx="830199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在方阵中，从左上角到右下角的对角线称为主对角线(main diagonal)，主对角线上的元素 称为矩阵 的对角元素。主对角线元素之和称为矩阵 的迹(trace)，记为           。</a:t>
            </a:r>
          </a:p>
        </p:txBody>
      </p:sp>
      <p:graphicFrame>
        <p:nvGraphicFramePr>
          <p:cNvPr id="7" name="对象 6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326505" y="6227445"/>
          <a:ext cx="849630" cy="472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r:id="rId6" imgW="342900" imgH="190500" progId="Equation.KSEE3">
                  <p:embed/>
                </p:oleObj>
              </mc:Choice>
              <mc:Fallback>
                <p:oleObj r:id="rId6" imgW="342900" imgH="1905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326505" y="6227445"/>
                        <a:ext cx="849630" cy="4724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直角三角形 7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直角三角形 8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 animBg="1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/>
          <p:cNvSpPr/>
          <p:nvPr/>
        </p:nvSpPr>
        <p:spPr>
          <a:xfrm>
            <a:off x="4405313" y="29575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308610" y="-317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3600">
                <a:latin typeface="微软雅黑" panose="020B0503020204020204" charset="-122"/>
                <a:ea typeface="微软雅黑" panose="020B0503020204020204" charset="-122"/>
              </a:rPr>
              <a:t>一、矩阵的概念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74650" y="1008380"/>
            <a:ext cx="8697595" cy="30918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定义2.1.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主对角线下方元素都为零的方阵称为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上三角矩阵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(upper triangular matrix)；主对角线上方和下方的元素都为零的方阵称为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对角矩阵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(diagonal matrix)；对角线上元素都为1的 阶对角矩阵称为 阶</a:t>
            </a:r>
            <a:r>
              <a:rPr lang="zh-CN" altLang="en-US" sz="24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单位矩阵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(identity matrix)，记为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。</a:t>
            </a:r>
          </a:p>
          <a:p>
            <a:pPr>
              <a:lnSpc>
                <a:spcPct val="150000"/>
              </a:lnSpc>
            </a:pPr>
            <a:r>
              <a:rPr lang="zh-CN" altLang="en-US"/>
              <a:t>  </a:t>
            </a:r>
          </a:p>
          <a:p>
            <a:r>
              <a:rPr lang="zh-CN" altLang="en-US"/>
              <a:t>     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上三角矩阵             对角矩阵              单位矩阵</a:t>
            </a:r>
          </a:p>
        </p:txBody>
      </p:sp>
      <p:graphicFrame>
        <p:nvGraphicFramePr>
          <p:cNvPr id="8" name="对象 7"/>
          <p:cNvGraphicFramePr/>
          <p:nvPr/>
        </p:nvGraphicFramePr>
        <p:xfrm>
          <a:off x="663575" y="4407218"/>
          <a:ext cx="2058670" cy="17868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3" r:id="rId3" imgW="1277620" imgH="1376680" progId="Office12.wps.Document.8">
                  <p:embed/>
                </p:oleObj>
              </mc:Choice>
              <mc:Fallback>
                <p:oleObj r:id="rId3" imgW="1277620" imgH="1376680" progId="Office12.wps.Document.8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63575" y="4407218"/>
                        <a:ext cx="2058670" cy="17868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/>
          <p:nvPr/>
        </p:nvGraphicFramePr>
        <p:xfrm>
          <a:off x="3052445" y="4385310"/>
          <a:ext cx="2268855" cy="2037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4" r:id="rId5" imgW="1277620" imgH="1583055" progId="Office12.wps.Document.8">
                  <p:embed/>
                </p:oleObj>
              </mc:Choice>
              <mc:Fallback>
                <p:oleObj r:id="rId5" imgW="1277620" imgH="1583055" progId="Office12.wps.Document.8">
                  <p:embed/>
                  <p:pic>
                    <p:nvPicPr>
                      <p:cNvPr id="0" name="图片 1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52445" y="4385310"/>
                        <a:ext cx="2268855" cy="20370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/>
          <p:nvPr/>
        </p:nvGraphicFramePr>
        <p:xfrm>
          <a:off x="5440045" y="4408170"/>
          <a:ext cx="2330450" cy="21774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5" r:id="rId7" imgW="963295" imgH="1476375" progId="Office12.wps.Document.8">
                  <p:embed/>
                </p:oleObj>
              </mc:Choice>
              <mc:Fallback>
                <p:oleObj r:id="rId7" imgW="963295" imgH="1476375" progId="Office12.wps.Document.8">
                  <p:embed/>
                  <p:pic>
                    <p:nvPicPr>
                      <p:cNvPr id="0" name="图片 1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440045" y="4408170"/>
                        <a:ext cx="2330450" cy="21774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直角三角形 8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直角三角形 9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Rectangle 12">
            <a:extLst>
              <a:ext uri="{FF2B5EF4-FFF2-40B4-BE49-F238E27FC236}">
                <a16:creationId xmlns:a16="http://schemas.microsoft.com/office/drawing/2014/main" id="{6EF3F414-63D6-47F7-9493-DB6A68C5B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496888"/>
            <a:ext cx="568483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>
                <a:solidFill>
                  <a:srgbClr val="0000FF"/>
                </a:solidFill>
                <a:latin typeface="Times New Roman" panose="02020603050405020304" pitchFamily="18" charset="0"/>
              </a:rPr>
              <a:t>几种特殊形式的矩阵            </a:t>
            </a:r>
          </a:p>
        </p:txBody>
      </p:sp>
      <p:graphicFrame>
        <p:nvGraphicFramePr>
          <p:cNvPr id="44045" name="Object 13">
            <a:extLst>
              <a:ext uri="{FF2B5EF4-FFF2-40B4-BE49-F238E27FC236}">
                <a16:creationId xmlns:a16="http://schemas.microsoft.com/office/drawing/2014/main" id="{E3FC5162-1C55-4604-A09D-0DF30AA189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1484313"/>
          <a:ext cx="3222625" cy="234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9" name="Equation" r:id="rId6" imgW="1257120" imgH="914400" progId="Equation.DSMT4">
                  <p:embed/>
                </p:oleObj>
              </mc:Choice>
              <mc:Fallback>
                <p:oleObj name="Equation" r:id="rId6" imgW="1257120" imgH="914400" progId="Equation.DSMT4">
                  <p:embed/>
                  <p:pic>
                    <p:nvPicPr>
                      <p:cNvPr id="44045" name="Object 13">
                        <a:extLst>
                          <a:ext uri="{FF2B5EF4-FFF2-40B4-BE49-F238E27FC236}">
                            <a16:creationId xmlns:a16="http://schemas.microsoft.com/office/drawing/2014/main" id="{E3FC5162-1C55-4604-A09D-0DF30AA189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484313"/>
                        <a:ext cx="3222625" cy="2349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6" name="Text Box 14">
            <a:extLst>
              <a:ext uri="{FF2B5EF4-FFF2-40B4-BE49-F238E27FC236}">
                <a16:creationId xmlns:a16="http://schemas.microsoft.com/office/drawing/2014/main" id="{CA085533-693F-4FD0-98F7-1F6ED4009D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4913" y="2398713"/>
            <a:ext cx="4953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3000"/>
              <a:t>n</a:t>
            </a:r>
            <a:r>
              <a:rPr lang="zh-CN" altLang="en-US" sz="3000"/>
              <a:t>阶</a:t>
            </a:r>
            <a:r>
              <a:rPr lang="zh-CN" altLang="en-US" sz="3000" b="1">
                <a:solidFill>
                  <a:srgbClr val="FF3300"/>
                </a:solidFill>
              </a:rPr>
              <a:t>单位矩阵</a:t>
            </a:r>
            <a:r>
              <a:rPr lang="zh-CN" altLang="en-US" sz="3000"/>
              <a:t>，简记作</a:t>
            </a:r>
            <a:r>
              <a:rPr lang="en-US" altLang="zh-CN" sz="3000"/>
              <a:t>I</a:t>
            </a:r>
            <a:r>
              <a:rPr lang="en-US" altLang="zh-CN" sz="3000" baseline="-25000"/>
              <a:t>n</a:t>
            </a:r>
            <a:r>
              <a:rPr lang="en-US" altLang="zh-CN" sz="3000"/>
              <a:t>.</a:t>
            </a:r>
          </a:p>
        </p:txBody>
      </p:sp>
      <p:graphicFrame>
        <p:nvGraphicFramePr>
          <p:cNvPr id="44047" name="Object 15">
            <a:extLst>
              <a:ext uri="{FF2B5EF4-FFF2-40B4-BE49-F238E27FC236}">
                <a16:creationId xmlns:a16="http://schemas.microsoft.com/office/drawing/2014/main" id="{3E0EF6FD-95D7-4E2A-A8FD-B594567D5D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6525" y="4251325"/>
          <a:ext cx="2241550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0" name="Equation" r:id="rId8" imgW="863280" imgH="228600" progId="Equation.DSMT4">
                  <p:embed/>
                </p:oleObj>
              </mc:Choice>
              <mc:Fallback>
                <p:oleObj name="Equation" r:id="rId8" imgW="863280" imgH="228600" progId="Equation.DSMT4">
                  <p:embed/>
                  <p:pic>
                    <p:nvPicPr>
                      <p:cNvPr id="44047" name="Object 15">
                        <a:extLst>
                          <a:ext uri="{FF2B5EF4-FFF2-40B4-BE49-F238E27FC236}">
                            <a16:creationId xmlns:a16="http://schemas.microsoft.com/office/drawing/2014/main" id="{3E0EF6FD-95D7-4E2A-A8FD-B594567D5D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6525" y="4251325"/>
                        <a:ext cx="2241550" cy="592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8" name="Object 16">
            <a:extLst>
              <a:ext uri="{FF2B5EF4-FFF2-40B4-BE49-F238E27FC236}">
                <a16:creationId xmlns:a16="http://schemas.microsoft.com/office/drawing/2014/main" id="{7C1148AD-4E14-47F2-99D1-504F090EDC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10100" y="4251325"/>
          <a:ext cx="22352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1" name="Equation" r:id="rId10" imgW="838080" imgH="228600" progId="Equation.DSMT4">
                  <p:embed/>
                </p:oleObj>
              </mc:Choice>
              <mc:Fallback>
                <p:oleObj name="Equation" r:id="rId10" imgW="838080" imgH="228600" progId="Equation.DSMT4">
                  <p:embed/>
                  <p:pic>
                    <p:nvPicPr>
                      <p:cNvPr id="44048" name="Object 16">
                        <a:extLst>
                          <a:ext uri="{FF2B5EF4-FFF2-40B4-BE49-F238E27FC236}">
                            <a16:creationId xmlns:a16="http://schemas.microsoft.com/office/drawing/2014/main" id="{7C1148AD-4E14-47F2-99D1-504F090EDC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0100" y="4251325"/>
                        <a:ext cx="2235200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9" name="Text Box 17">
            <a:extLst>
              <a:ext uri="{FF2B5EF4-FFF2-40B4-BE49-F238E27FC236}">
                <a16:creationId xmlns:a16="http://schemas.microsoft.com/office/drawing/2014/main" id="{8E4A1123-422F-46CD-A14F-3ECEE45BBE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" y="5013325"/>
            <a:ext cx="3657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800">
                <a:solidFill>
                  <a:srgbClr val="D60093"/>
                </a:solidFill>
              </a:rPr>
              <a:t>IA=AI=A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40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440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40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40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40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40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300" fill="hold"/>
                                        <p:tgtEl>
                                          <p:spTgt spid="440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300" fill="hold"/>
                                        <p:tgtEl>
                                          <p:spTgt spid="440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46" grpId="0" build="p" autoUpdateAnimBg="0"/>
      <p:bldP spid="44049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 Box 2">
            <a:extLst>
              <a:ext uri="{FF2B5EF4-FFF2-40B4-BE49-F238E27FC236}">
                <a16:creationId xmlns:a16="http://schemas.microsoft.com/office/drawing/2014/main" id="{C369DBBE-67AB-4382-9105-B80513673D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6463" y="5100638"/>
            <a:ext cx="11001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latin typeface="Times New Roman" panose="02020603050405020304" pitchFamily="18" charset="0"/>
              </a:rPr>
              <a:t>等</a:t>
            </a:r>
            <a:r>
              <a:rPr kumimoji="1" lang="en-US" altLang="zh-CN" sz="2400" b="1">
                <a:latin typeface="Times New Roman" panose="02020603050405020304" pitchFamily="18" charset="0"/>
              </a:rPr>
              <a:t>……</a:t>
            </a:r>
          </a:p>
        </p:txBody>
      </p:sp>
      <p:graphicFrame>
        <p:nvGraphicFramePr>
          <p:cNvPr id="70659" name="Object 3">
            <a:extLst>
              <a:ext uri="{FF2B5EF4-FFF2-40B4-BE49-F238E27FC236}">
                <a16:creationId xmlns:a16="http://schemas.microsoft.com/office/drawing/2014/main" id="{0D11A1F5-36A7-43D0-9F28-DA3F03112F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2846388"/>
          <a:ext cx="10160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8" name="Equation" r:id="rId3" imgW="380880" imgH="457200" progId="Equation.DSMT4">
                  <p:embed/>
                </p:oleObj>
              </mc:Choice>
              <mc:Fallback>
                <p:oleObj name="Equation" r:id="rId3" imgW="380880" imgH="457200" progId="Equation.DSMT4">
                  <p:embed/>
                  <p:pic>
                    <p:nvPicPr>
                      <p:cNvPr id="70659" name="Object 3">
                        <a:extLst>
                          <a:ext uri="{FF2B5EF4-FFF2-40B4-BE49-F238E27FC236}">
                            <a16:creationId xmlns:a16="http://schemas.microsoft.com/office/drawing/2014/main" id="{0D11A1F5-36A7-43D0-9F28-DA3F03112F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846388"/>
                        <a:ext cx="1016000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0" name="Object 4">
            <a:extLst>
              <a:ext uri="{FF2B5EF4-FFF2-40B4-BE49-F238E27FC236}">
                <a16:creationId xmlns:a16="http://schemas.microsoft.com/office/drawing/2014/main" id="{36BCB63C-A54E-4B32-B938-36874EB7C7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00338" y="2416175"/>
          <a:ext cx="2019300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9" name="Equation" r:id="rId5" imgW="672840" imgH="711000" progId="Equation.DSMT4">
                  <p:embed/>
                </p:oleObj>
              </mc:Choice>
              <mc:Fallback>
                <p:oleObj name="Equation" r:id="rId5" imgW="672840" imgH="711000" progId="Equation.DSMT4">
                  <p:embed/>
                  <p:pic>
                    <p:nvPicPr>
                      <p:cNvPr id="70660" name="Object 4">
                        <a:extLst>
                          <a:ext uri="{FF2B5EF4-FFF2-40B4-BE49-F238E27FC236}">
                            <a16:creationId xmlns:a16="http://schemas.microsoft.com/office/drawing/2014/main" id="{36BCB63C-A54E-4B32-B938-36874EB7C7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2416175"/>
                        <a:ext cx="2019300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1" name="Object 5">
            <a:extLst>
              <a:ext uri="{FF2B5EF4-FFF2-40B4-BE49-F238E27FC236}">
                <a16:creationId xmlns:a16="http://schemas.microsoft.com/office/drawing/2014/main" id="{3E00C7B5-0F3A-4FF7-82DE-FF98A074F9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57813" y="2198688"/>
          <a:ext cx="2530475" cy="274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0" name="Equation" r:id="rId7" imgW="1155600" imgH="939600" progId="Equation.DSMT4">
                  <p:embed/>
                </p:oleObj>
              </mc:Choice>
              <mc:Fallback>
                <p:oleObj name="Equation" r:id="rId7" imgW="1155600" imgH="939600" progId="Equation.DSMT4">
                  <p:embed/>
                  <p:pic>
                    <p:nvPicPr>
                      <p:cNvPr id="70661" name="Object 5">
                        <a:extLst>
                          <a:ext uri="{FF2B5EF4-FFF2-40B4-BE49-F238E27FC236}">
                            <a16:creationId xmlns:a16="http://schemas.microsoft.com/office/drawing/2014/main" id="{3E00C7B5-0F3A-4FF7-82DE-FF98A074F9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7813" y="2198688"/>
                        <a:ext cx="2530475" cy="274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6">
            <a:extLst>
              <a:ext uri="{FF2B5EF4-FFF2-40B4-BE49-F238E27FC236}">
                <a16:creationId xmlns:a16="http://schemas.microsoft.com/office/drawing/2014/main" id="{2A2FBE23-6977-457D-A0EF-A146311260C9}"/>
              </a:ext>
            </a:extLst>
          </p:cNvPr>
          <p:cNvGrpSpPr>
            <a:grpSpLocks/>
          </p:cNvGrpSpPr>
          <p:nvPr/>
        </p:nvGrpSpPr>
        <p:grpSpPr bwMode="auto">
          <a:xfrm>
            <a:off x="207963" y="404813"/>
            <a:ext cx="8753475" cy="1373187"/>
            <a:chOff x="0" y="774"/>
            <a:chExt cx="5514" cy="865"/>
          </a:xfrm>
        </p:grpSpPr>
        <p:sp>
          <p:nvSpPr>
            <p:cNvPr id="5128" name="Text Box 7">
              <a:extLst>
                <a:ext uri="{FF2B5EF4-FFF2-40B4-BE49-F238E27FC236}">
                  <a16:creationId xmlns:a16="http://schemas.microsoft.com/office/drawing/2014/main" id="{9E610197-B485-4826-9B0C-C8178C9B4B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774"/>
              <a:ext cx="5514" cy="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b="1">
                  <a:solidFill>
                    <a:srgbClr val="0000FF"/>
                  </a:solidFill>
                  <a:latin typeface="宋体" panose="02010600030101010101" pitchFamily="2" charset="-122"/>
                </a:rPr>
                <a:t>●</a:t>
              </a:r>
              <a:r>
                <a:rPr kumimoji="1" lang="zh-CN" altLang="en-US" sz="28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对角形矩阵</a:t>
              </a:r>
              <a:r>
                <a:rPr kumimoji="1" lang="en-US" altLang="zh-CN" sz="28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——</a:t>
              </a:r>
              <a:r>
                <a:rPr kumimoji="1" lang="zh-CN" altLang="en-US" sz="2800" b="1"/>
                <a:t>主对角线上的元素不全为零，其它的</a:t>
              </a:r>
            </a:p>
            <a:p>
              <a:pPr eaLnBrk="1" hangingPunct="1"/>
              <a:r>
                <a:rPr kumimoji="1" lang="zh-CN" altLang="en-US" sz="2800" b="1"/>
                <a:t>                         </a:t>
              </a:r>
            </a:p>
            <a:p>
              <a:pPr eaLnBrk="1" hangingPunct="1"/>
              <a:r>
                <a:rPr kumimoji="1" lang="zh-CN" altLang="en-US" sz="2800" b="1"/>
                <a:t>                          元素都为</a:t>
              </a:r>
              <a:r>
                <a:rPr kumimoji="1" lang="en-US" altLang="zh-CN" sz="2800" b="1"/>
                <a:t>0</a:t>
              </a:r>
              <a:r>
                <a:rPr kumimoji="1" lang="zh-CN" altLang="en-US" sz="2800" b="1"/>
                <a:t>的</a:t>
              </a:r>
              <a:r>
                <a:rPr kumimoji="1" lang="zh-CN" altLang="en-US" sz="2800" b="1">
                  <a:solidFill>
                    <a:srgbClr val="FF0000"/>
                  </a:solidFill>
                </a:rPr>
                <a:t>方阵</a:t>
              </a:r>
              <a:r>
                <a:rPr kumimoji="1" lang="zh-CN" altLang="en-US" sz="2800" b="1"/>
                <a:t>，简记作     。      </a:t>
              </a:r>
            </a:p>
          </p:txBody>
        </p:sp>
        <p:graphicFrame>
          <p:nvGraphicFramePr>
            <p:cNvPr id="5125" name="Object 8">
              <a:extLst>
                <a:ext uri="{FF2B5EF4-FFF2-40B4-BE49-F238E27FC236}">
                  <a16:creationId xmlns:a16="http://schemas.microsoft.com/office/drawing/2014/main" id="{78ACFDA1-11F5-4D82-9742-6F46DE428D5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64" y="1298"/>
            <a:ext cx="294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01" name="Equation" r:id="rId9" imgW="152280" imgH="164880" progId="Equation.DSMT4">
                    <p:embed/>
                  </p:oleObj>
                </mc:Choice>
                <mc:Fallback>
                  <p:oleObj name="Equation" r:id="rId9" imgW="152280" imgH="164880" progId="Equation.DSMT4">
                    <p:embed/>
                    <p:pic>
                      <p:nvPicPr>
                        <p:cNvPr id="5125" name="Object 8">
                          <a:extLst>
                            <a:ext uri="{FF2B5EF4-FFF2-40B4-BE49-F238E27FC236}">
                              <a16:creationId xmlns:a16="http://schemas.microsoft.com/office/drawing/2014/main" id="{78ACFDA1-11F5-4D82-9742-6F46DE428D5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64" y="1298"/>
                          <a:ext cx="294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Text Box 2">
            <a:extLst>
              <a:ext uri="{FF2B5EF4-FFF2-40B4-BE49-F238E27FC236}">
                <a16:creationId xmlns:a16="http://schemas.microsoft.com/office/drawing/2014/main" id="{FCF2D047-914B-4F38-8B5E-2287BC2B05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7813" y="9652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1" lang="zh-CN" altLang="zh-CN" sz="2400" b="1">
              <a:latin typeface="Times New Roman" panose="02020603050405020304" pitchFamily="18" charset="0"/>
            </a:endParaRPr>
          </a:p>
        </p:txBody>
      </p:sp>
      <p:graphicFrame>
        <p:nvGraphicFramePr>
          <p:cNvPr id="71683" name="Object 3">
            <a:extLst>
              <a:ext uri="{FF2B5EF4-FFF2-40B4-BE49-F238E27FC236}">
                <a16:creationId xmlns:a16="http://schemas.microsoft.com/office/drawing/2014/main" id="{301C2B05-A3D8-4B40-97FB-70EB41F667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98563" y="2563813"/>
          <a:ext cx="1638300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2" name="Equation" r:id="rId3" imgW="545760" imgH="711000" progId="Equation.DSMT4">
                  <p:embed/>
                </p:oleObj>
              </mc:Choice>
              <mc:Fallback>
                <p:oleObj name="Equation" r:id="rId3" imgW="545760" imgH="711000" progId="Equation.DSMT4">
                  <p:embed/>
                  <p:pic>
                    <p:nvPicPr>
                      <p:cNvPr id="71683" name="Object 3">
                        <a:extLst>
                          <a:ext uri="{FF2B5EF4-FFF2-40B4-BE49-F238E27FC236}">
                            <a16:creationId xmlns:a16="http://schemas.microsoft.com/office/drawing/2014/main" id="{301C2B05-A3D8-4B40-97FB-70EB41F667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8563" y="2563813"/>
                        <a:ext cx="1638300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9" name="Text Box 4">
            <a:extLst>
              <a:ext uri="{FF2B5EF4-FFF2-40B4-BE49-F238E27FC236}">
                <a16:creationId xmlns:a16="http://schemas.microsoft.com/office/drawing/2014/main" id="{279F1CBF-0689-4D27-9925-9E66AD57FC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" y="1414463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1" lang="zh-CN" altLang="zh-CN" sz="2400" b="1">
              <a:latin typeface="Times New Roman" panose="02020603050405020304" pitchFamily="18" charset="0"/>
            </a:endParaRPr>
          </a:p>
        </p:txBody>
      </p:sp>
      <p:graphicFrame>
        <p:nvGraphicFramePr>
          <p:cNvPr id="71685" name="Object 5">
            <a:extLst>
              <a:ext uri="{FF2B5EF4-FFF2-40B4-BE49-F238E27FC236}">
                <a16:creationId xmlns:a16="http://schemas.microsoft.com/office/drawing/2014/main" id="{E83849AB-4E9B-4B74-A333-763E7073A3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90950" y="2492375"/>
          <a:ext cx="2935288" cy="2649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3" name="Equation" r:id="rId5" imgW="1041120" imgH="939600" progId="Equation.DSMT4">
                  <p:embed/>
                </p:oleObj>
              </mc:Choice>
              <mc:Fallback>
                <p:oleObj name="Equation" r:id="rId5" imgW="1041120" imgH="939600" progId="Equation.DSMT4">
                  <p:embed/>
                  <p:pic>
                    <p:nvPicPr>
                      <p:cNvPr id="71685" name="Object 5">
                        <a:extLst>
                          <a:ext uri="{FF2B5EF4-FFF2-40B4-BE49-F238E27FC236}">
                            <a16:creationId xmlns:a16="http://schemas.microsoft.com/office/drawing/2014/main" id="{E83849AB-4E9B-4B74-A333-763E7073A3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0950" y="2492375"/>
                        <a:ext cx="2935288" cy="2649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6" name="Text Box 6">
            <a:extLst>
              <a:ext uri="{FF2B5EF4-FFF2-40B4-BE49-F238E27FC236}">
                <a16:creationId xmlns:a16="http://schemas.microsoft.com/office/drawing/2014/main" id="{5FE48E79-8940-48A2-8968-703BF87CDB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413" y="836613"/>
            <a:ext cx="8261350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rgbClr val="0000FF"/>
                </a:solidFill>
                <a:latin typeface="宋体" panose="02010600030101010101" pitchFamily="2" charset="-122"/>
              </a:rPr>
              <a:t>●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上三角形矩阵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——</a:t>
            </a:r>
            <a:r>
              <a:rPr kumimoji="1" lang="zh-CN" altLang="en-US" sz="2800" b="1"/>
              <a:t>主对角线下方元素全为零、上方的</a:t>
            </a:r>
          </a:p>
          <a:p>
            <a:pPr eaLnBrk="1" hangingPunct="1"/>
            <a:r>
              <a:rPr kumimoji="1" lang="zh-CN" altLang="en-US" sz="2800" b="1"/>
              <a:t>                          </a:t>
            </a:r>
          </a:p>
          <a:p>
            <a:pPr eaLnBrk="1" hangingPunct="1"/>
            <a:r>
              <a:rPr kumimoji="1" lang="zh-CN" altLang="en-US" sz="2800" b="1"/>
              <a:t>                            元素不全为</a:t>
            </a:r>
            <a:r>
              <a:rPr kumimoji="1" lang="en-US" altLang="zh-CN" sz="2800" b="1"/>
              <a:t>0</a:t>
            </a:r>
            <a:r>
              <a:rPr kumimoji="1" lang="zh-CN" altLang="en-US" sz="2800" b="1"/>
              <a:t>的</a:t>
            </a:r>
            <a:r>
              <a:rPr kumimoji="1" lang="zh-CN" altLang="en-US" sz="2800" b="1">
                <a:solidFill>
                  <a:srgbClr val="0000FF"/>
                </a:solidFill>
              </a:rPr>
              <a:t>方阵</a:t>
            </a:r>
            <a:r>
              <a:rPr kumimoji="1" lang="zh-CN" altLang="en-US" sz="2800" b="1"/>
              <a:t>。如：</a:t>
            </a:r>
          </a:p>
        </p:txBody>
      </p:sp>
      <p:sp>
        <p:nvSpPr>
          <p:cNvPr id="71687" name="Text Box 7">
            <a:extLst>
              <a:ext uri="{FF2B5EF4-FFF2-40B4-BE49-F238E27FC236}">
                <a16:creationId xmlns:a16="http://schemas.microsoft.com/office/drawing/2014/main" id="{F03EE542-C8EE-49C4-AE2F-F3F8A209D1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5500" y="3500438"/>
            <a:ext cx="1187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latin typeface="Times New Roman" panose="02020603050405020304" pitchFamily="18" charset="0"/>
              </a:rPr>
              <a:t>等</a:t>
            </a:r>
            <a:r>
              <a:rPr kumimoji="1" lang="en-US" altLang="zh-CN" sz="2400" b="1">
                <a:latin typeface="Times New Roman" panose="02020603050405020304" pitchFamily="18" charset="0"/>
              </a:rPr>
              <a:t>……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6" grpId="0"/>
      <p:bldP spid="7168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ext Box 2">
            <a:extLst>
              <a:ext uri="{FF2B5EF4-FFF2-40B4-BE49-F238E27FC236}">
                <a16:creationId xmlns:a16="http://schemas.microsoft.com/office/drawing/2014/main" id="{B2F41345-4261-4D9B-A737-C8953146D5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413" y="908050"/>
            <a:ext cx="8296275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rgbClr val="0000FF"/>
                </a:solidFill>
                <a:latin typeface="宋体" panose="02010600030101010101" pitchFamily="2" charset="-122"/>
              </a:rPr>
              <a:t>●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下三角形矩阵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——</a:t>
            </a:r>
            <a:r>
              <a:rPr kumimoji="1" lang="zh-CN" altLang="en-US" sz="2800" b="1"/>
              <a:t>主对角线上方的元素全为零，下方</a:t>
            </a:r>
          </a:p>
          <a:p>
            <a:pPr eaLnBrk="1" hangingPunct="1"/>
            <a:r>
              <a:rPr kumimoji="1" lang="zh-CN" altLang="en-US" sz="2800" b="1"/>
              <a:t>                            </a:t>
            </a:r>
          </a:p>
          <a:p>
            <a:pPr eaLnBrk="1" hangingPunct="1"/>
            <a:r>
              <a:rPr kumimoji="1" lang="zh-CN" altLang="en-US" sz="2800" b="1"/>
              <a:t>                            的元素不全为</a:t>
            </a:r>
            <a:r>
              <a:rPr kumimoji="1" lang="en-US" altLang="zh-CN" sz="2800" b="1"/>
              <a:t>0</a:t>
            </a:r>
            <a:r>
              <a:rPr kumimoji="1" lang="zh-CN" altLang="en-US" sz="2800" b="1"/>
              <a:t>的</a:t>
            </a:r>
            <a:r>
              <a:rPr kumimoji="1" lang="zh-CN" altLang="en-US" sz="2800" b="1">
                <a:solidFill>
                  <a:srgbClr val="0000FF"/>
                </a:solidFill>
              </a:rPr>
              <a:t>方阵</a:t>
            </a:r>
            <a:r>
              <a:rPr kumimoji="1" lang="zh-CN" altLang="en-US" sz="2800" b="1"/>
              <a:t>。</a:t>
            </a:r>
          </a:p>
        </p:txBody>
      </p:sp>
      <p:graphicFrame>
        <p:nvGraphicFramePr>
          <p:cNvPr id="72707" name="Object 3">
            <a:extLst>
              <a:ext uri="{FF2B5EF4-FFF2-40B4-BE49-F238E27FC236}">
                <a16:creationId xmlns:a16="http://schemas.microsoft.com/office/drawing/2014/main" id="{578D8631-C91B-4443-B20D-3DE152B85B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06500" y="3084513"/>
          <a:ext cx="1714500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6" name="Equation" r:id="rId3" imgW="571320" imgH="711000" progId="Equation.DSMT4">
                  <p:embed/>
                </p:oleObj>
              </mc:Choice>
              <mc:Fallback>
                <p:oleObj name="Equation" r:id="rId3" imgW="571320" imgH="711000" progId="Equation.DSMT4">
                  <p:embed/>
                  <p:pic>
                    <p:nvPicPr>
                      <p:cNvPr id="72707" name="Object 3">
                        <a:extLst>
                          <a:ext uri="{FF2B5EF4-FFF2-40B4-BE49-F238E27FC236}">
                            <a16:creationId xmlns:a16="http://schemas.microsoft.com/office/drawing/2014/main" id="{578D8631-C91B-4443-B20D-3DE152B85B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6500" y="3084513"/>
                        <a:ext cx="1714500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08" name="Object 4">
            <a:extLst>
              <a:ext uri="{FF2B5EF4-FFF2-40B4-BE49-F238E27FC236}">
                <a16:creationId xmlns:a16="http://schemas.microsoft.com/office/drawing/2014/main" id="{CBA53D82-AB3A-4752-B9D0-F630A5D336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13163" y="2867025"/>
          <a:ext cx="3651250" cy="2649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7" name="Equation" r:id="rId5" imgW="1295280" imgH="939600" progId="Equation.DSMT4">
                  <p:embed/>
                </p:oleObj>
              </mc:Choice>
              <mc:Fallback>
                <p:oleObj name="Equation" r:id="rId5" imgW="1295280" imgH="939600" progId="Equation.DSMT4">
                  <p:embed/>
                  <p:pic>
                    <p:nvPicPr>
                      <p:cNvPr id="72708" name="Object 4">
                        <a:extLst>
                          <a:ext uri="{FF2B5EF4-FFF2-40B4-BE49-F238E27FC236}">
                            <a16:creationId xmlns:a16="http://schemas.microsoft.com/office/drawing/2014/main" id="{CBA53D82-AB3A-4752-B9D0-F630A5D336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3163" y="2867025"/>
                        <a:ext cx="3651250" cy="2649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>
            <a:extLst>
              <a:ext uri="{FF2B5EF4-FFF2-40B4-BE49-F238E27FC236}">
                <a16:creationId xmlns:a16="http://schemas.microsoft.com/office/drawing/2014/main" id="{58565460-09CF-488F-AC24-51662DB12C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0513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3B985AFC-D059-4B34-9E98-E7987EB15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7" name="Rectangle 4">
            <a:extLst>
              <a:ext uri="{FF2B5EF4-FFF2-40B4-BE49-F238E27FC236}">
                <a16:creationId xmlns:a16="http://schemas.microsoft.com/office/drawing/2014/main" id="{85122487-9A96-4109-B918-6A6366C557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7650" y="2971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73733" name="Object 5">
            <a:extLst>
              <a:ext uri="{FF2B5EF4-FFF2-40B4-BE49-F238E27FC236}">
                <a16:creationId xmlns:a16="http://schemas.microsoft.com/office/drawing/2014/main" id="{F42BCDDD-C377-44F7-9469-20BA3CA0E7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" y="685800"/>
          <a:ext cx="2209800" cy="196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5" r:id="rId5" imgW="1028700" imgH="914400" progId="Equation.3">
                  <p:embed/>
                </p:oleObj>
              </mc:Choice>
              <mc:Fallback>
                <p:oleObj r:id="rId5" imgW="1028700" imgH="914400" progId="Equation.3">
                  <p:embed/>
                  <p:pic>
                    <p:nvPicPr>
                      <p:cNvPr id="73733" name="Object 5">
                        <a:extLst>
                          <a:ext uri="{FF2B5EF4-FFF2-40B4-BE49-F238E27FC236}">
                            <a16:creationId xmlns:a16="http://schemas.microsoft.com/office/drawing/2014/main" id="{F42BCDDD-C377-44F7-9469-20BA3CA0E7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685800"/>
                        <a:ext cx="2209800" cy="1963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4" name="Text Box 6">
            <a:extLst>
              <a:ext uri="{FF2B5EF4-FFF2-40B4-BE49-F238E27FC236}">
                <a16:creationId xmlns:a16="http://schemas.microsoft.com/office/drawing/2014/main" id="{B29DE6BE-0B12-42C4-9699-EFF2BC0A27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1371600"/>
            <a:ext cx="1905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800">
                <a:solidFill>
                  <a:srgbClr val="FF3300"/>
                </a:solidFill>
              </a:rPr>
              <a:t>数量矩阵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737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737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4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ext Box 2">
            <a:extLst>
              <a:ext uri="{FF2B5EF4-FFF2-40B4-BE49-F238E27FC236}">
                <a16:creationId xmlns:a16="http://schemas.microsoft.com/office/drawing/2014/main" id="{BB8B4B35-8460-41AB-A783-CFA9974EAB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75" y="1408113"/>
            <a:ext cx="78565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rgbClr val="0000FF"/>
                </a:solidFill>
                <a:latin typeface="宋体" panose="02010600030101010101" pitchFamily="2" charset="-122"/>
              </a:rPr>
              <a:t>●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行矩阵（行向量）</a:t>
            </a:r>
            <a:r>
              <a:rPr kumimoji="1" lang="en-US" altLang="zh-CN" sz="2800" b="1">
                <a:latin typeface="Times New Roman" panose="02020603050405020304" pitchFamily="18" charset="0"/>
              </a:rPr>
              <a:t>——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只有一行的矩阵。          </a:t>
            </a:r>
          </a:p>
        </p:txBody>
      </p:sp>
      <p:graphicFrame>
        <p:nvGraphicFramePr>
          <p:cNvPr id="69635" name="Object 3">
            <a:extLst>
              <a:ext uri="{FF2B5EF4-FFF2-40B4-BE49-F238E27FC236}">
                <a16:creationId xmlns:a16="http://schemas.microsoft.com/office/drawing/2014/main" id="{63A2FC65-C4D2-47A2-9C2C-FFC076ED10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" y="2165350"/>
          <a:ext cx="1062038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24" name="Equation" r:id="rId3" imgW="368280" imgH="253800" progId="Equation.DSMT4">
                  <p:embed/>
                </p:oleObj>
              </mc:Choice>
              <mc:Fallback>
                <p:oleObj name="Equation" r:id="rId3" imgW="368280" imgH="253800" progId="Equation.DSMT4">
                  <p:embed/>
                  <p:pic>
                    <p:nvPicPr>
                      <p:cNvPr id="69635" name="Object 3">
                        <a:extLst>
                          <a:ext uri="{FF2B5EF4-FFF2-40B4-BE49-F238E27FC236}">
                            <a16:creationId xmlns:a16="http://schemas.microsoft.com/office/drawing/2014/main" id="{63A2FC65-C4D2-47A2-9C2C-FFC076ED10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165350"/>
                        <a:ext cx="1062038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6" name="Object 4">
            <a:extLst>
              <a:ext uri="{FF2B5EF4-FFF2-40B4-BE49-F238E27FC236}">
                <a16:creationId xmlns:a16="http://schemas.microsoft.com/office/drawing/2014/main" id="{931BEA86-A6B7-45AF-AD11-261666F031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98688" y="2165350"/>
          <a:ext cx="1792287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25" name="Equation" r:id="rId5" imgW="622080" imgH="253800" progId="Equation.DSMT4">
                  <p:embed/>
                </p:oleObj>
              </mc:Choice>
              <mc:Fallback>
                <p:oleObj name="Equation" r:id="rId5" imgW="622080" imgH="253800" progId="Equation.DSMT4">
                  <p:embed/>
                  <p:pic>
                    <p:nvPicPr>
                      <p:cNvPr id="69636" name="Object 4">
                        <a:extLst>
                          <a:ext uri="{FF2B5EF4-FFF2-40B4-BE49-F238E27FC236}">
                            <a16:creationId xmlns:a16="http://schemas.microsoft.com/office/drawing/2014/main" id="{931BEA86-A6B7-45AF-AD11-261666F0312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8688" y="2165350"/>
                        <a:ext cx="1792287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7" name="Object 5">
            <a:extLst>
              <a:ext uri="{FF2B5EF4-FFF2-40B4-BE49-F238E27FC236}">
                <a16:creationId xmlns:a16="http://schemas.microsoft.com/office/drawing/2014/main" id="{029392CD-C77B-4677-BDA5-815EBD0068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59275" y="2136775"/>
          <a:ext cx="23622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26" name="Equation" r:id="rId7" imgW="761760" imgH="253800" progId="Equation.DSMT4">
                  <p:embed/>
                </p:oleObj>
              </mc:Choice>
              <mc:Fallback>
                <p:oleObj name="Equation" r:id="rId7" imgW="761760" imgH="253800" progId="Equation.DSMT4">
                  <p:embed/>
                  <p:pic>
                    <p:nvPicPr>
                      <p:cNvPr id="69637" name="Object 5">
                        <a:extLst>
                          <a:ext uri="{FF2B5EF4-FFF2-40B4-BE49-F238E27FC236}">
                            <a16:creationId xmlns:a16="http://schemas.microsoft.com/office/drawing/2014/main" id="{029392CD-C77B-4677-BDA5-815EBD0068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9275" y="2136775"/>
                        <a:ext cx="23622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38" name="Text Box 6">
            <a:extLst>
              <a:ext uri="{FF2B5EF4-FFF2-40B4-BE49-F238E27FC236}">
                <a16:creationId xmlns:a16="http://schemas.microsoft.com/office/drawing/2014/main" id="{8D67794A-9DE1-472E-B1B9-8501DB3D46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7200" y="2301875"/>
            <a:ext cx="19383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latin typeface="Times New Roman" panose="02020603050405020304" pitchFamily="18" charset="0"/>
              </a:rPr>
              <a:t>等</a:t>
            </a:r>
            <a:r>
              <a:rPr kumimoji="1" lang="en-US" altLang="zh-CN" sz="2400" b="1">
                <a:latin typeface="Times New Roman" panose="02020603050405020304" pitchFamily="18" charset="0"/>
              </a:rPr>
              <a:t>……           </a:t>
            </a:r>
          </a:p>
        </p:txBody>
      </p:sp>
      <p:sp>
        <p:nvSpPr>
          <p:cNvPr id="69639" name="Text Box 7">
            <a:extLst>
              <a:ext uri="{FF2B5EF4-FFF2-40B4-BE49-F238E27FC236}">
                <a16:creationId xmlns:a16="http://schemas.microsoft.com/office/drawing/2014/main" id="{F27321C7-B307-47DE-879A-6F5ED7285A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3208338"/>
            <a:ext cx="77676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rgbClr val="0000FF"/>
                </a:solidFill>
                <a:latin typeface="宋体" panose="02010600030101010101" pitchFamily="2" charset="-122"/>
              </a:rPr>
              <a:t>●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列矩阵（列向量）</a:t>
            </a:r>
            <a:r>
              <a:rPr kumimoji="1" lang="en-US" altLang="zh-CN" sz="2800" b="1">
                <a:latin typeface="Times New Roman" panose="02020603050405020304" pitchFamily="18" charset="0"/>
              </a:rPr>
              <a:t>——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只有一列的矩阵。         </a:t>
            </a:r>
          </a:p>
        </p:txBody>
      </p:sp>
      <p:graphicFrame>
        <p:nvGraphicFramePr>
          <p:cNvPr id="69640" name="Object 8">
            <a:extLst>
              <a:ext uri="{FF2B5EF4-FFF2-40B4-BE49-F238E27FC236}">
                <a16:creationId xmlns:a16="http://schemas.microsoft.com/office/drawing/2014/main" id="{96DBEACB-6CD7-4513-BB04-B20F307D22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66938" y="4124325"/>
          <a:ext cx="657225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27" name="Equation" r:id="rId9" imgW="266400" imgH="711000" progId="Equation.DSMT4">
                  <p:embed/>
                </p:oleObj>
              </mc:Choice>
              <mc:Fallback>
                <p:oleObj name="Equation" r:id="rId9" imgW="266400" imgH="711000" progId="Equation.DSMT4">
                  <p:embed/>
                  <p:pic>
                    <p:nvPicPr>
                      <p:cNvPr id="69640" name="Object 8">
                        <a:extLst>
                          <a:ext uri="{FF2B5EF4-FFF2-40B4-BE49-F238E27FC236}">
                            <a16:creationId xmlns:a16="http://schemas.microsoft.com/office/drawing/2014/main" id="{96DBEACB-6CD7-4513-BB04-B20F307D22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6938" y="4124325"/>
                        <a:ext cx="657225" cy="175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1" name="Object 9">
            <a:extLst>
              <a:ext uri="{FF2B5EF4-FFF2-40B4-BE49-F238E27FC236}">
                <a16:creationId xmlns:a16="http://schemas.microsoft.com/office/drawing/2014/main" id="{458F3C97-D2E8-41BE-90E4-8555ED7A46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0700" y="4375150"/>
          <a:ext cx="8001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28" name="Equation" r:id="rId11" imgW="342720" imgH="457200" progId="Equation.DSMT4">
                  <p:embed/>
                </p:oleObj>
              </mc:Choice>
              <mc:Fallback>
                <p:oleObj name="Equation" r:id="rId11" imgW="342720" imgH="457200" progId="Equation.DSMT4">
                  <p:embed/>
                  <p:pic>
                    <p:nvPicPr>
                      <p:cNvPr id="69641" name="Object 9">
                        <a:extLst>
                          <a:ext uri="{FF2B5EF4-FFF2-40B4-BE49-F238E27FC236}">
                            <a16:creationId xmlns:a16="http://schemas.microsoft.com/office/drawing/2014/main" id="{458F3C97-D2E8-41BE-90E4-8555ED7A46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700" y="4375150"/>
                        <a:ext cx="8001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2" name="Object 10">
            <a:extLst>
              <a:ext uri="{FF2B5EF4-FFF2-40B4-BE49-F238E27FC236}">
                <a16:creationId xmlns:a16="http://schemas.microsoft.com/office/drawing/2014/main" id="{5ED481E9-FCBA-4269-AAAD-1ED3FF3154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19563" y="3714750"/>
          <a:ext cx="1009650" cy="266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29" name="Equation" r:id="rId13" imgW="355320" imgH="939600" progId="Equation.DSMT4">
                  <p:embed/>
                </p:oleObj>
              </mc:Choice>
              <mc:Fallback>
                <p:oleObj name="Equation" r:id="rId13" imgW="355320" imgH="939600" progId="Equation.DSMT4">
                  <p:embed/>
                  <p:pic>
                    <p:nvPicPr>
                      <p:cNvPr id="69642" name="Object 10">
                        <a:extLst>
                          <a:ext uri="{FF2B5EF4-FFF2-40B4-BE49-F238E27FC236}">
                            <a16:creationId xmlns:a16="http://schemas.microsoft.com/office/drawing/2014/main" id="{5ED481E9-FCBA-4269-AAAD-1ED3FF3154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9563" y="3714750"/>
                        <a:ext cx="1009650" cy="266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43" name="Text Box 11">
            <a:extLst>
              <a:ext uri="{FF2B5EF4-FFF2-40B4-BE49-F238E27FC236}">
                <a16:creationId xmlns:a16="http://schemas.microsoft.com/office/drawing/2014/main" id="{6E9C4851-A23E-4028-AD51-FF5673945E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6913" y="4602163"/>
            <a:ext cx="22304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latin typeface="Times New Roman" panose="02020603050405020304" pitchFamily="18" charset="0"/>
              </a:rPr>
              <a:t>等</a:t>
            </a:r>
            <a:r>
              <a:rPr kumimoji="1" lang="en-US" altLang="zh-CN" sz="2800" b="1">
                <a:latin typeface="Times New Roman" panose="02020603050405020304" pitchFamily="18" charset="0"/>
              </a:rPr>
              <a:t>……          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4" grpId="0" autoUpdateAnimBg="0"/>
      <p:bldP spid="69638" grpId="0" autoUpdateAnimBg="0"/>
      <p:bldP spid="69639" grpId="0" autoUpdateAnimBg="0"/>
      <p:bldP spid="69643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7EE127F-5383-4B51-9A93-88F0EC944394}"/>
              </a:ext>
            </a:extLst>
          </p:cNvPr>
          <p:cNvGrpSpPr>
            <a:grpSpLocks/>
          </p:cNvGrpSpPr>
          <p:nvPr/>
        </p:nvGrpSpPr>
        <p:grpSpPr bwMode="auto">
          <a:xfrm>
            <a:off x="900113" y="4556125"/>
            <a:ext cx="7364412" cy="1752600"/>
            <a:chOff x="612" y="784"/>
            <a:chExt cx="4639" cy="1104"/>
          </a:xfrm>
        </p:grpSpPr>
        <p:graphicFrame>
          <p:nvGraphicFramePr>
            <p:cNvPr id="10246" name="Object 3">
              <a:extLst>
                <a:ext uri="{FF2B5EF4-FFF2-40B4-BE49-F238E27FC236}">
                  <a16:creationId xmlns:a16="http://schemas.microsoft.com/office/drawing/2014/main" id="{2BFABA4B-70AD-41F4-98A8-6511316BB8F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96" y="935"/>
            <a:ext cx="834" cy="8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78" name="Equation" r:id="rId3" imgW="469800" imgH="457200" progId="Equation.DSMT4">
                    <p:embed/>
                  </p:oleObj>
                </mc:Choice>
                <mc:Fallback>
                  <p:oleObj name="Equation" r:id="rId3" imgW="469800" imgH="457200" progId="Equation.DSMT4">
                    <p:embed/>
                    <p:pic>
                      <p:nvPicPr>
                        <p:cNvPr id="10246" name="Object 3">
                          <a:extLst>
                            <a:ext uri="{FF2B5EF4-FFF2-40B4-BE49-F238E27FC236}">
                              <a16:creationId xmlns:a16="http://schemas.microsoft.com/office/drawing/2014/main" id="{2BFABA4B-70AD-41F4-98A8-6511316BB8F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6" y="935"/>
                          <a:ext cx="834" cy="8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47" name="Object 4">
              <a:extLst>
                <a:ext uri="{FF2B5EF4-FFF2-40B4-BE49-F238E27FC236}">
                  <a16:creationId xmlns:a16="http://schemas.microsoft.com/office/drawing/2014/main" id="{A799B29C-EBAF-4143-8E77-5FA53A273B6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44" y="935"/>
            <a:ext cx="640" cy="7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79" name="Equation" r:id="rId5" imgW="380880" imgH="457200" progId="Equation.DSMT4">
                    <p:embed/>
                  </p:oleObj>
                </mc:Choice>
                <mc:Fallback>
                  <p:oleObj name="Equation" r:id="rId5" imgW="380880" imgH="457200" progId="Equation.DSMT4">
                    <p:embed/>
                    <p:pic>
                      <p:nvPicPr>
                        <p:cNvPr id="10247" name="Object 4">
                          <a:extLst>
                            <a:ext uri="{FF2B5EF4-FFF2-40B4-BE49-F238E27FC236}">
                              <a16:creationId xmlns:a16="http://schemas.microsoft.com/office/drawing/2014/main" id="{A799B29C-EBAF-4143-8E77-5FA53A273B6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4" y="935"/>
                          <a:ext cx="640" cy="7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48" name="Object 5">
              <a:extLst>
                <a:ext uri="{FF2B5EF4-FFF2-40B4-BE49-F238E27FC236}">
                  <a16:creationId xmlns:a16="http://schemas.microsoft.com/office/drawing/2014/main" id="{C3D71E56-E1E0-4B08-95D4-9B4EC9FF035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12" y="1077"/>
            <a:ext cx="912" cy="4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80" name="Equation" r:id="rId7" imgW="469800" imgH="253800" progId="Equation.DSMT4">
                    <p:embed/>
                  </p:oleObj>
                </mc:Choice>
                <mc:Fallback>
                  <p:oleObj name="Equation" r:id="rId7" imgW="469800" imgH="253800" progId="Equation.DSMT4">
                    <p:embed/>
                    <p:pic>
                      <p:nvPicPr>
                        <p:cNvPr id="10248" name="Object 5">
                          <a:extLst>
                            <a:ext uri="{FF2B5EF4-FFF2-40B4-BE49-F238E27FC236}">
                              <a16:creationId xmlns:a16="http://schemas.microsoft.com/office/drawing/2014/main" id="{C3D71E56-E1E0-4B08-95D4-9B4EC9FF035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2" y="1077"/>
                          <a:ext cx="912" cy="4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49" name="Object 6">
              <a:extLst>
                <a:ext uri="{FF2B5EF4-FFF2-40B4-BE49-F238E27FC236}">
                  <a16:creationId xmlns:a16="http://schemas.microsoft.com/office/drawing/2014/main" id="{E847DF55-24D2-447C-BD68-FEDFFCE6852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22" y="784"/>
            <a:ext cx="414" cy="11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81" name="Equation" r:id="rId9" imgW="266400" imgH="711000" progId="Equation.DSMT4">
                    <p:embed/>
                  </p:oleObj>
                </mc:Choice>
                <mc:Fallback>
                  <p:oleObj name="Equation" r:id="rId9" imgW="266400" imgH="711000" progId="Equation.DSMT4">
                    <p:embed/>
                    <p:pic>
                      <p:nvPicPr>
                        <p:cNvPr id="10249" name="Object 6">
                          <a:extLst>
                            <a:ext uri="{FF2B5EF4-FFF2-40B4-BE49-F238E27FC236}">
                              <a16:creationId xmlns:a16="http://schemas.microsoft.com/office/drawing/2014/main" id="{E847DF55-24D2-447C-BD68-FEDFFCE6852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2" y="784"/>
                          <a:ext cx="414" cy="11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62" name="Text Box 7">
              <a:extLst>
                <a:ext uri="{FF2B5EF4-FFF2-40B4-BE49-F238E27FC236}">
                  <a16:creationId xmlns:a16="http://schemas.microsoft.com/office/drawing/2014/main" id="{D3E76646-F112-4B82-A14A-D4D442EBAE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8" y="1111"/>
              <a:ext cx="69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2400" b="1">
                  <a:latin typeface="Times New Roman" panose="02020603050405020304" pitchFamily="18" charset="0"/>
                </a:rPr>
                <a:t>等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……</a:t>
              </a:r>
            </a:p>
          </p:txBody>
        </p:sp>
      </p:grpSp>
      <p:grpSp>
        <p:nvGrpSpPr>
          <p:cNvPr id="3" name="Group 8">
            <a:extLst>
              <a:ext uri="{FF2B5EF4-FFF2-40B4-BE49-F238E27FC236}">
                <a16:creationId xmlns:a16="http://schemas.microsoft.com/office/drawing/2014/main" id="{20F79479-D8F4-42A2-AB17-6D04E5A4675D}"/>
              </a:ext>
            </a:extLst>
          </p:cNvPr>
          <p:cNvGrpSpPr>
            <a:grpSpLocks/>
          </p:cNvGrpSpPr>
          <p:nvPr/>
        </p:nvGrpSpPr>
        <p:grpSpPr bwMode="auto">
          <a:xfrm>
            <a:off x="179388" y="3979863"/>
            <a:ext cx="8570912" cy="673100"/>
            <a:chOff x="113" y="2462"/>
            <a:chExt cx="5399" cy="424"/>
          </a:xfrm>
        </p:grpSpPr>
        <p:sp>
          <p:nvSpPr>
            <p:cNvPr id="10261" name="Text Box 9">
              <a:extLst>
                <a:ext uri="{FF2B5EF4-FFF2-40B4-BE49-F238E27FC236}">
                  <a16:creationId xmlns:a16="http://schemas.microsoft.com/office/drawing/2014/main" id="{84DFC688-BBE7-4BC8-89F4-793B53CE87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" y="2479"/>
              <a:ext cx="539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b="1">
                  <a:solidFill>
                    <a:srgbClr val="0000FF"/>
                  </a:solidFill>
                  <a:latin typeface="宋体" panose="02010600030101010101" pitchFamily="2" charset="-122"/>
                </a:rPr>
                <a:t>●</a:t>
              </a:r>
              <a:r>
                <a:rPr kumimoji="1" lang="zh-CN" altLang="en-US" sz="28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零矩阵</a:t>
              </a:r>
              <a:r>
                <a:rPr kumimoji="1" lang="zh-CN" altLang="en-US" sz="2800" b="1">
                  <a:latin typeface="Times New Roman" panose="02020603050405020304" pitchFamily="18" charset="0"/>
                </a:rPr>
                <a:t> </a:t>
              </a:r>
              <a:r>
                <a:rPr kumimoji="1" lang="en-US" altLang="zh-CN" sz="2800" b="1">
                  <a:latin typeface="Times New Roman" panose="02020603050405020304" pitchFamily="18" charset="0"/>
                </a:rPr>
                <a:t>——</a:t>
              </a:r>
              <a:r>
                <a:rPr kumimoji="1" lang="zh-CN" altLang="en-US" sz="28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所有元素都为零的矩阵</a:t>
              </a:r>
              <a:r>
                <a:rPr kumimoji="1" lang="zh-CN" altLang="en-US" sz="2800" b="1">
                  <a:latin typeface="Times New Roman" panose="02020603050405020304" pitchFamily="18" charset="0"/>
                </a:rPr>
                <a:t>，简记作         。</a:t>
              </a:r>
            </a:p>
          </p:txBody>
        </p:sp>
        <p:graphicFrame>
          <p:nvGraphicFramePr>
            <p:cNvPr id="10245" name="Object 10">
              <a:extLst>
                <a:ext uri="{FF2B5EF4-FFF2-40B4-BE49-F238E27FC236}">
                  <a16:creationId xmlns:a16="http://schemas.microsoft.com/office/drawing/2014/main" id="{8DC382EE-62BC-4116-A7FC-B6662164364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29" y="2462"/>
            <a:ext cx="567" cy="4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82" name="Equation" r:id="rId11" imgW="304560" imgH="228600" progId="Equation.DSMT4">
                    <p:embed/>
                  </p:oleObj>
                </mc:Choice>
                <mc:Fallback>
                  <p:oleObj name="Equation" r:id="rId11" imgW="304560" imgH="228600" progId="Equation.DSMT4">
                    <p:embed/>
                    <p:pic>
                      <p:nvPicPr>
                        <p:cNvPr id="10245" name="Object 10">
                          <a:extLst>
                            <a:ext uri="{FF2B5EF4-FFF2-40B4-BE49-F238E27FC236}">
                              <a16:creationId xmlns:a16="http://schemas.microsoft.com/office/drawing/2014/main" id="{8DC382EE-62BC-4116-A7FC-B6662164364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29" y="2462"/>
                          <a:ext cx="567" cy="4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5067" name="Text Box 11">
            <a:extLst>
              <a:ext uri="{FF2B5EF4-FFF2-40B4-BE49-F238E27FC236}">
                <a16:creationId xmlns:a16="http://schemas.microsoft.com/office/drawing/2014/main" id="{8696A689-3EB8-41E7-9B71-898D4E3790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" y="620713"/>
            <a:ext cx="79216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 </a:t>
            </a:r>
            <a:r>
              <a:rPr kumimoji="1" lang="en-US" altLang="zh-CN" sz="2800" b="1">
                <a:solidFill>
                  <a:srgbClr val="0000FF"/>
                </a:solidFill>
                <a:latin typeface="宋体" panose="02010600030101010101" pitchFamily="2" charset="-122"/>
              </a:rPr>
              <a:t>●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方阵</a:t>
            </a:r>
            <a:r>
              <a:rPr kumimoji="1" lang="en-US" altLang="zh-CN" sz="2800" b="1">
                <a:latin typeface="Times New Roman" panose="02020603050405020304" pitchFamily="18" charset="0"/>
              </a:rPr>
              <a:t>——</a:t>
            </a:r>
            <a:r>
              <a:rPr kumimoji="1" lang="zh-CN" altLang="en-US" sz="2800" b="1">
                <a:latin typeface="Times New Roman" panose="02020603050405020304" pitchFamily="18" charset="0"/>
              </a:rPr>
              <a:t>行数和列数相等的矩阵。如：</a:t>
            </a:r>
          </a:p>
        </p:txBody>
      </p:sp>
      <p:sp>
        <p:nvSpPr>
          <p:cNvPr id="45068" name="Text Box 12">
            <a:extLst>
              <a:ext uri="{FF2B5EF4-FFF2-40B4-BE49-F238E27FC236}">
                <a16:creationId xmlns:a16="http://schemas.microsoft.com/office/drawing/2014/main" id="{9E7277B4-CF11-40F7-B685-2EC1ABA5D8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6975" y="2005013"/>
            <a:ext cx="1597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latin typeface="Times New Roman" panose="02020603050405020304" pitchFamily="18" charset="0"/>
              </a:rPr>
              <a:t>等</a:t>
            </a:r>
            <a:r>
              <a:rPr kumimoji="1" lang="en-US" altLang="zh-CN" sz="2400" b="1">
                <a:latin typeface="Times New Roman" panose="02020603050405020304" pitchFamily="18" charset="0"/>
              </a:rPr>
              <a:t>……</a:t>
            </a:r>
          </a:p>
        </p:txBody>
      </p:sp>
      <p:grpSp>
        <p:nvGrpSpPr>
          <p:cNvPr id="4" name="Group 13">
            <a:extLst>
              <a:ext uri="{FF2B5EF4-FFF2-40B4-BE49-F238E27FC236}">
                <a16:creationId xmlns:a16="http://schemas.microsoft.com/office/drawing/2014/main" id="{37A40302-8F77-4B5D-8C96-751243FA4C79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1676400"/>
            <a:ext cx="1612900" cy="1954213"/>
            <a:chOff x="385" y="2526"/>
            <a:chExt cx="1016" cy="1231"/>
          </a:xfrm>
        </p:grpSpPr>
        <p:graphicFrame>
          <p:nvGraphicFramePr>
            <p:cNvPr id="10244" name="Object 14">
              <a:extLst>
                <a:ext uri="{FF2B5EF4-FFF2-40B4-BE49-F238E27FC236}">
                  <a16:creationId xmlns:a16="http://schemas.microsoft.com/office/drawing/2014/main" id="{C826C320-7FCC-4A0B-9E48-C566250C1FB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67" y="2526"/>
            <a:ext cx="640" cy="7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83" name="Equation" r:id="rId13" imgW="380880" imgH="457200" progId="Equation.DSMT4">
                    <p:embed/>
                  </p:oleObj>
                </mc:Choice>
                <mc:Fallback>
                  <p:oleObj name="Equation" r:id="rId13" imgW="380880" imgH="457200" progId="Equation.DSMT4">
                    <p:embed/>
                    <p:pic>
                      <p:nvPicPr>
                        <p:cNvPr id="10244" name="Object 14">
                          <a:extLst>
                            <a:ext uri="{FF2B5EF4-FFF2-40B4-BE49-F238E27FC236}">
                              <a16:creationId xmlns:a16="http://schemas.microsoft.com/office/drawing/2014/main" id="{C826C320-7FCC-4A0B-9E48-C566250C1FB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7" y="2526"/>
                          <a:ext cx="640" cy="7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60" name="Text Box 15">
              <a:extLst>
                <a:ext uri="{FF2B5EF4-FFF2-40B4-BE49-F238E27FC236}">
                  <a16:creationId xmlns:a16="http://schemas.microsoft.com/office/drawing/2014/main" id="{C724886C-D4CD-48FF-AD3E-40F336E8A6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" y="3430"/>
              <a:ext cx="10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二阶方阵</a:t>
              </a:r>
            </a:p>
          </p:txBody>
        </p:sp>
      </p:grpSp>
      <p:grpSp>
        <p:nvGrpSpPr>
          <p:cNvPr id="5" name="Group 16">
            <a:extLst>
              <a:ext uri="{FF2B5EF4-FFF2-40B4-BE49-F238E27FC236}">
                <a16:creationId xmlns:a16="http://schemas.microsoft.com/office/drawing/2014/main" id="{C4AD7519-F66B-45A0-B832-488D093FDF93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1524000"/>
            <a:ext cx="1685925" cy="2174875"/>
            <a:chOff x="1338" y="2423"/>
            <a:chExt cx="1062" cy="1370"/>
          </a:xfrm>
        </p:grpSpPr>
        <p:graphicFrame>
          <p:nvGraphicFramePr>
            <p:cNvPr id="10243" name="Object 17">
              <a:extLst>
                <a:ext uri="{FF2B5EF4-FFF2-40B4-BE49-F238E27FC236}">
                  <a16:creationId xmlns:a16="http://schemas.microsoft.com/office/drawing/2014/main" id="{BDD83105-57C2-47D9-9349-2C9D42D83DB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38" y="2423"/>
            <a:ext cx="1056" cy="10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84" name="Equation" r:id="rId14" imgW="711000" imgH="711000" progId="Equation.DSMT4">
                    <p:embed/>
                  </p:oleObj>
                </mc:Choice>
                <mc:Fallback>
                  <p:oleObj name="Equation" r:id="rId14" imgW="711000" imgH="711000" progId="Equation.DSMT4">
                    <p:embed/>
                    <p:pic>
                      <p:nvPicPr>
                        <p:cNvPr id="10243" name="Object 17">
                          <a:extLst>
                            <a:ext uri="{FF2B5EF4-FFF2-40B4-BE49-F238E27FC236}">
                              <a16:creationId xmlns:a16="http://schemas.microsoft.com/office/drawing/2014/main" id="{BDD83105-57C2-47D9-9349-2C9D42D83DB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8" y="2423"/>
                          <a:ext cx="1056" cy="10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59" name="Text Box 18">
              <a:extLst>
                <a:ext uri="{FF2B5EF4-FFF2-40B4-BE49-F238E27FC236}">
                  <a16:creationId xmlns:a16="http://schemas.microsoft.com/office/drawing/2014/main" id="{5D0F5875-BC39-44AD-8BC8-1BEAA00368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4" y="3466"/>
              <a:ext cx="10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三阶方阵</a:t>
              </a:r>
            </a:p>
          </p:txBody>
        </p:sp>
      </p:grpSp>
      <p:grpSp>
        <p:nvGrpSpPr>
          <p:cNvPr id="6" name="Group 19">
            <a:extLst>
              <a:ext uri="{FF2B5EF4-FFF2-40B4-BE49-F238E27FC236}">
                <a16:creationId xmlns:a16="http://schemas.microsoft.com/office/drawing/2014/main" id="{B6F55F6F-E497-4054-9A39-41D4DFEA074C}"/>
              </a:ext>
            </a:extLst>
          </p:cNvPr>
          <p:cNvGrpSpPr>
            <a:grpSpLocks/>
          </p:cNvGrpSpPr>
          <p:nvPr/>
        </p:nvGrpSpPr>
        <p:grpSpPr bwMode="auto">
          <a:xfrm>
            <a:off x="4419600" y="1066800"/>
            <a:ext cx="4497388" cy="2649538"/>
            <a:chOff x="2713" y="682"/>
            <a:chExt cx="2833" cy="1669"/>
          </a:xfrm>
        </p:grpSpPr>
        <p:graphicFrame>
          <p:nvGraphicFramePr>
            <p:cNvPr id="10242" name="Object 20">
              <a:extLst>
                <a:ext uri="{FF2B5EF4-FFF2-40B4-BE49-F238E27FC236}">
                  <a16:creationId xmlns:a16="http://schemas.microsoft.com/office/drawing/2014/main" id="{A09D7A19-E1EE-482A-8512-4F1F5675F93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3" y="682"/>
            <a:ext cx="1827" cy="16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85" name="Equation" r:id="rId16" imgW="1028520" imgH="939600" progId="Equation.DSMT4">
                    <p:embed/>
                  </p:oleObj>
                </mc:Choice>
                <mc:Fallback>
                  <p:oleObj name="Equation" r:id="rId16" imgW="1028520" imgH="939600" progId="Equation.DSMT4">
                    <p:embed/>
                    <p:pic>
                      <p:nvPicPr>
                        <p:cNvPr id="10242" name="Object 20">
                          <a:extLst>
                            <a:ext uri="{FF2B5EF4-FFF2-40B4-BE49-F238E27FC236}">
                              <a16:creationId xmlns:a16="http://schemas.microsoft.com/office/drawing/2014/main" id="{A09D7A19-E1EE-482A-8512-4F1F5675F93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3" y="682"/>
                          <a:ext cx="1827" cy="16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58" name="Text Box 21">
              <a:extLst>
                <a:ext uri="{FF2B5EF4-FFF2-40B4-BE49-F238E27FC236}">
                  <a16:creationId xmlns:a16="http://schemas.microsoft.com/office/drawing/2014/main" id="{1D71EF45-C19E-4FA8-A775-2C4B0DF079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18" y="1943"/>
              <a:ext cx="9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/>
                <a:t>n</a:t>
              </a:r>
              <a:r>
                <a:rPr lang="zh-CN" altLang="en-US" sz="2800" b="1"/>
                <a:t>阶方阵</a:t>
              </a:r>
            </a:p>
          </p:txBody>
        </p:sp>
      </p:grpSp>
      <p:sp>
        <p:nvSpPr>
          <p:cNvPr id="45078" name="Text Box 22">
            <a:extLst>
              <a:ext uri="{FF2B5EF4-FFF2-40B4-BE49-F238E27FC236}">
                <a16:creationId xmlns:a16="http://schemas.microsoft.com/office/drawing/2014/main" id="{DDBD856F-C690-40AB-940C-EAD7092B48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5084763"/>
            <a:ext cx="539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7" grpId="0"/>
      <p:bldP spid="45068" grpId="0"/>
      <p:bldP spid="4507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ext Box 2">
            <a:extLst>
              <a:ext uri="{FF2B5EF4-FFF2-40B4-BE49-F238E27FC236}">
                <a16:creationId xmlns:a16="http://schemas.microsoft.com/office/drawing/2014/main" id="{899B91FB-D811-4E38-B6B0-86EB590BF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263" y="765175"/>
            <a:ext cx="7056437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●</a:t>
            </a:r>
            <a:r>
              <a:rPr lang="zh-CN" altLang="en-US" sz="2800" b="1" dirty="0">
                <a:solidFill>
                  <a:srgbClr val="0000FF"/>
                </a:solidFill>
              </a:rPr>
              <a:t>同型矩阵：</a:t>
            </a:r>
            <a:r>
              <a:rPr lang="zh-CN" altLang="en-US" sz="2800" b="1" dirty="0"/>
              <a:t>有相同的行数与相同的列数的</a:t>
            </a:r>
          </a:p>
          <a:p>
            <a:pPr eaLnBrk="1" hangingPunct="1"/>
            <a:endParaRPr lang="zh-CN" altLang="en-US" sz="2800" b="1" dirty="0"/>
          </a:p>
          <a:p>
            <a:pPr eaLnBrk="1" hangingPunct="1"/>
            <a:r>
              <a:rPr lang="zh-CN" altLang="en-US" sz="2800" b="1" dirty="0"/>
              <a:t>                      两个矩阵，称为</a:t>
            </a:r>
            <a:r>
              <a:rPr lang="zh-CN" altLang="en-US" sz="2800" b="1" dirty="0">
                <a:solidFill>
                  <a:srgbClr val="0000FF"/>
                </a:solidFill>
              </a:rPr>
              <a:t>同型矩阵</a:t>
            </a:r>
            <a:r>
              <a:rPr lang="zh-CN" altLang="en-US" sz="2800" b="1" dirty="0"/>
              <a:t>。</a:t>
            </a:r>
          </a:p>
        </p:txBody>
      </p:sp>
      <p:sp>
        <p:nvSpPr>
          <p:cNvPr id="74755" name="Text Box 3">
            <a:extLst>
              <a:ext uri="{FF2B5EF4-FFF2-40B4-BE49-F238E27FC236}">
                <a16:creationId xmlns:a16="http://schemas.microsoft.com/office/drawing/2014/main" id="{402D298C-620D-4BA8-88B7-09016EE5E9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700" y="2636838"/>
            <a:ext cx="8985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如：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42EDF803-6201-410E-9801-5A1B5E29296F}"/>
              </a:ext>
            </a:extLst>
          </p:cNvPr>
          <p:cNvGrpSpPr>
            <a:grpSpLocks/>
          </p:cNvGrpSpPr>
          <p:nvPr/>
        </p:nvGrpSpPr>
        <p:grpSpPr bwMode="auto">
          <a:xfrm>
            <a:off x="1187450" y="2133600"/>
            <a:ext cx="6986588" cy="3363913"/>
            <a:chOff x="929" y="1253"/>
            <a:chExt cx="4401" cy="2119"/>
          </a:xfrm>
        </p:grpSpPr>
        <p:graphicFrame>
          <p:nvGraphicFramePr>
            <p:cNvPr id="11268" name="Object 5">
              <a:extLst>
                <a:ext uri="{FF2B5EF4-FFF2-40B4-BE49-F238E27FC236}">
                  <a16:creationId xmlns:a16="http://schemas.microsoft.com/office/drawing/2014/main" id="{EA3655B5-2497-49C9-BB7B-0049013AAE3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30" y="1344"/>
            <a:ext cx="2540" cy="9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72" name="Equation" r:id="rId3" imgW="1269720" imgH="457200" progId="Equation.DSMT4">
                    <p:embed/>
                  </p:oleObj>
                </mc:Choice>
                <mc:Fallback>
                  <p:oleObj name="Equation" r:id="rId3" imgW="1269720" imgH="457200" progId="Equation.DSMT4">
                    <p:embed/>
                    <p:pic>
                      <p:nvPicPr>
                        <p:cNvPr id="11268" name="Object 5">
                          <a:extLst>
                            <a:ext uri="{FF2B5EF4-FFF2-40B4-BE49-F238E27FC236}">
                              <a16:creationId xmlns:a16="http://schemas.microsoft.com/office/drawing/2014/main" id="{EA3655B5-2497-49C9-BB7B-0049013AAE3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0" y="1344"/>
                          <a:ext cx="2540" cy="9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69" name="Object 6">
              <a:extLst>
                <a:ext uri="{FF2B5EF4-FFF2-40B4-BE49-F238E27FC236}">
                  <a16:creationId xmlns:a16="http://schemas.microsoft.com/office/drawing/2014/main" id="{ABE98B15-FBFF-4CCE-AAFE-7A1E8FDC583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29" y="2387"/>
            <a:ext cx="2223" cy="8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73" name="Equation" r:id="rId5" imgW="1180800" imgH="457200" progId="Equation.DSMT4">
                    <p:embed/>
                  </p:oleObj>
                </mc:Choice>
                <mc:Fallback>
                  <p:oleObj name="Equation" r:id="rId5" imgW="1180800" imgH="457200" progId="Equation.DSMT4">
                    <p:embed/>
                    <p:pic>
                      <p:nvPicPr>
                        <p:cNvPr id="11269" name="Object 6">
                          <a:extLst>
                            <a:ext uri="{FF2B5EF4-FFF2-40B4-BE49-F238E27FC236}">
                              <a16:creationId xmlns:a16="http://schemas.microsoft.com/office/drawing/2014/main" id="{ABE98B15-FBFF-4CCE-AAFE-7A1E8FDC583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9" y="2387"/>
                          <a:ext cx="2223" cy="8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70" name="Object 7">
              <a:extLst>
                <a:ext uri="{FF2B5EF4-FFF2-40B4-BE49-F238E27FC236}">
                  <a16:creationId xmlns:a16="http://schemas.microsoft.com/office/drawing/2014/main" id="{3304D0BC-0A82-4C43-98DB-6D74EDE749F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60" y="1253"/>
            <a:ext cx="1587" cy="11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74" name="Equation" r:id="rId7" imgW="965160" imgH="711000" progId="Equation.DSMT4">
                    <p:embed/>
                  </p:oleObj>
                </mc:Choice>
                <mc:Fallback>
                  <p:oleObj name="Equation" r:id="rId7" imgW="965160" imgH="711000" progId="Equation.DSMT4">
                    <p:embed/>
                    <p:pic>
                      <p:nvPicPr>
                        <p:cNvPr id="11270" name="Object 7">
                          <a:extLst>
                            <a:ext uri="{FF2B5EF4-FFF2-40B4-BE49-F238E27FC236}">
                              <a16:creationId xmlns:a16="http://schemas.microsoft.com/office/drawing/2014/main" id="{3304D0BC-0A82-4C43-98DB-6D74EDE749F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0" y="1253"/>
                          <a:ext cx="1587" cy="11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71" name="Object 8">
              <a:extLst>
                <a:ext uri="{FF2B5EF4-FFF2-40B4-BE49-F238E27FC236}">
                  <a16:creationId xmlns:a16="http://schemas.microsoft.com/office/drawing/2014/main" id="{9CAF6C3B-7D71-41A2-A2EA-4220073B780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15" y="2523"/>
            <a:ext cx="1815" cy="8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75" name="Equation" r:id="rId9" imgW="977760" imgH="457200" progId="Equation.DSMT4">
                    <p:embed/>
                  </p:oleObj>
                </mc:Choice>
                <mc:Fallback>
                  <p:oleObj name="Equation" r:id="rId9" imgW="977760" imgH="457200" progId="Equation.DSMT4">
                    <p:embed/>
                    <p:pic>
                      <p:nvPicPr>
                        <p:cNvPr id="11271" name="Object 8">
                          <a:extLst>
                            <a:ext uri="{FF2B5EF4-FFF2-40B4-BE49-F238E27FC236}">
                              <a16:creationId xmlns:a16="http://schemas.microsoft.com/office/drawing/2014/main" id="{9CAF6C3B-7D71-41A2-A2EA-4220073B780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15" y="2523"/>
                          <a:ext cx="1815" cy="8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9">
            <a:extLst>
              <a:ext uri="{FF2B5EF4-FFF2-40B4-BE49-F238E27FC236}">
                <a16:creationId xmlns:a16="http://schemas.microsoft.com/office/drawing/2014/main" id="{5DE819BF-0586-486E-B434-C329196D8BE9}"/>
              </a:ext>
            </a:extLst>
          </p:cNvPr>
          <p:cNvGrpSpPr>
            <a:grpSpLocks/>
          </p:cNvGrpSpPr>
          <p:nvPr/>
        </p:nvGrpSpPr>
        <p:grpSpPr bwMode="auto">
          <a:xfrm>
            <a:off x="393700" y="5586413"/>
            <a:ext cx="4757738" cy="579437"/>
            <a:chOff x="1338" y="3379"/>
            <a:chExt cx="2976" cy="365"/>
          </a:xfrm>
        </p:grpSpPr>
        <p:sp>
          <p:nvSpPr>
            <p:cNvPr id="11276" name="Text Box 10">
              <a:extLst>
                <a:ext uri="{FF2B5EF4-FFF2-40B4-BE49-F238E27FC236}">
                  <a16:creationId xmlns:a16="http://schemas.microsoft.com/office/drawing/2014/main" id="{21B1AC7D-256E-4459-8A29-780E61FDAC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8" y="3379"/>
              <a:ext cx="297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3200" b="1">
                  <a:solidFill>
                    <a:srgbClr val="0000FF"/>
                  </a:solidFill>
                </a:rPr>
                <a:t>只有矩阵    与矩阵    同型</a:t>
              </a:r>
            </a:p>
          </p:txBody>
        </p:sp>
        <p:graphicFrame>
          <p:nvGraphicFramePr>
            <p:cNvPr id="11266" name="Object 11">
              <a:extLst>
                <a:ext uri="{FF2B5EF4-FFF2-40B4-BE49-F238E27FC236}">
                  <a16:creationId xmlns:a16="http://schemas.microsoft.com/office/drawing/2014/main" id="{F04FD96F-EC56-424C-8359-31675EC96CE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06" y="3385"/>
            <a:ext cx="293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76" name="Equation" r:id="rId11" imgW="152280" imgH="164880" progId="Equation.DSMT4">
                    <p:embed/>
                  </p:oleObj>
                </mc:Choice>
                <mc:Fallback>
                  <p:oleObj name="Equation" r:id="rId11" imgW="152280" imgH="164880" progId="Equation.DSMT4">
                    <p:embed/>
                    <p:pic>
                      <p:nvPicPr>
                        <p:cNvPr id="11266" name="Object 11">
                          <a:extLst>
                            <a:ext uri="{FF2B5EF4-FFF2-40B4-BE49-F238E27FC236}">
                              <a16:creationId xmlns:a16="http://schemas.microsoft.com/office/drawing/2014/main" id="{F04FD96F-EC56-424C-8359-31675EC96CE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6" y="3385"/>
                          <a:ext cx="293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67" name="Object 12">
              <a:extLst>
                <a:ext uri="{FF2B5EF4-FFF2-40B4-BE49-F238E27FC236}">
                  <a16:creationId xmlns:a16="http://schemas.microsoft.com/office/drawing/2014/main" id="{EDD9E69D-E68A-4C8A-8B0D-227F1497AD0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47" y="3385"/>
            <a:ext cx="295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77" name="Equation" r:id="rId13" imgW="152280" imgH="164880" progId="Equation.DSMT4">
                    <p:embed/>
                  </p:oleObj>
                </mc:Choice>
                <mc:Fallback>
                  <p:oleObj name="Equation" r:id="rId13" imgW="152280" imgH="164880" progId="Equation.DSMT4">
                    <p:embed/>
                    <p:pic>
                      <p:nvPicPr>
                        <p:cNvPr id="11267" name="Object 12">
                          <a:extLst>
                            <a:ext uri="{FF2B5EF4-FFF2-40B4-BE49-F238E27FC236}">
                              <a16:creationId xmlns:a16="http://schemas.microsoft.com/office/drawing/2014/main" id="{EDD9E69D-E68A-4C8A-8B0D-227F1497AD0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47" y="3385"/>
                          <a:ext cx="295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4" grpId="0"/>
      <p:bldP spid="7475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5" name="Group 13">
            <a:extLst>
              <a:ext uri="{FF2B5EF4-FFF2-40B4-BE49-F238E27FC236}">
                <a16:creationId xmlns:a16="http://schemas.microsoft.com/office/drawing/2014/main" id="{928DAE10-C508-46DE-AF34-C767C8227C2C}"/>
              </a:ext>
            </a:extLst>
          </p:cNvPr>
          <p:cNvGrpSpPr>
            <a:grpSpLocks/>
          </p:cNvGrpSpPr>
          <p:nvPr/>
        </p:nvGrpSpPr>
        <p:grpSpPr bwMode="auto">
          <a:xfrm>
            <a:off x="395288" y="549275"/>
            <a:ext cx="8497887" cy="1617663"/>
            <a:chOff x="249" y="346"/>
            <a:chExt cx="5353" cy="1019"/>
          </a:xfrm>
        </p:grpSpPr>
        <p:sp>
          <p:nvSpPr>
            <p:cNvPr id="12297" name="Rectangle 4">
              <a:extLst>
                <a:ext uri="{FF2B5EF4-FFF2-40B4-BE49-F238E27FC236}">
                  <a16:creationId xmlns:a16="http://schemas.microsoft.com/office/drawing/2014/main" id="{2E358DD9-6AC1-4886-8D37-646A364D38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" y="436"/>
              <a:ext cx="5353" cy="6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t" hangingPunct="1"/>
              <a:r>
                <a:rPr lang="en-US" altLang="zh-CN" sz="2800" b="1" dirty="0">
                  <a:solidFill>
                    <a:srgbClr val="0000FF"/>
                  </a:solidFill>
                  <a:latin typeface="宋体" panose="02010600030101010101" pitchFamily="2" charset="-122"/>
                </a:rPr>
                <a:t>●</a:t>
              </a:r>
              <a:r>
                <a:rPr lang="zh-CN" altLang="en-US" sz="2800" b="1" dirty="0">
                  <a:solidFill>
                    <a:srgbClr val="0000FF"/>
                  </a:solidFill>
                </a:rPr>
                <a:t>相等矩阵：</a:t>
              </a:r>
              <a:r>
                <a:rPr lang="zh-CN" altLang="en-US" sz="2800" b="1" dirty="0"/>
                <a:t>若</a:t>
              </a:r>
              <a:r>
                <a:rPr lang="zh-CN" altLang="en-US" sz="2800" b="1" dirty="0">
                  <a:solidFill>
                    <a:srgbClr val="0000FF"/>
                  </a:solidFill>
                </a:rPr>
                <a:t>             </a:t>
              </a:r>
              <a:r>
                <a:rPr lang="zh-CN" altLang="en-US" sz="2800" b="1" dirty="0"/>
                <a:t>两矩阵</a:t>
              </a:r>
              <a:r>
                <a:rPr lang="zh-CN" altLang="en-US" sz="2800" b="1" dirty="0">
                  <a:solidFill>
                    <a:srgbClr val="0000FF"/>
                  </a:solidFill>
                </a:rPr>
                <a:t>有相同的行数与列数</a:t>
              </a:r>
              <a:r>
                <a:rPr lang="zh-CN" altLang="en-US" sz="2800" b="1" dirty="0"/>
                <a:t>且对应位置上 的</a:t>
              </a:r>
              <a:r>
                <a:rPr lang="zh-CN" altLang="en-US" sz="2800" b="1" dirty="0">
                  <a:solidFill>
                    <a:srgbClr val="0000FF"/>
                  </a:solidFill>
                </a:rPr>
                <a:t>元素相等</a:t>
              </a:r>
              <a:r>
                <a:rPr lang="zh-CN" altLang="en-US" sz="2800" b="1" dirty="0"/>
                <a:t>，则称             相等，</a:t>
              </a:r>
              <a:br>
                <a:rPr lang="zh-CN" altLang="en-US" sz="2800" b="1" dirty="0"/>
              </a:br>
              <a:r>
                <a:rPr lang="zh-CN" altLang="en-US" sz="2800" b="1" dirty="0"/>
                <a:t>记作：</a:t>
              </a:r>
            </a:p>
          </p:txBody>
        </p:sp>
        <p:graphicFrame>
          <p:nvGraphicFramePr>
            <p:cNvPr id="12292" name="Object 5">
              <a:extLst>
                <a:ext uri="{FF2B5EF4-FFF2-40B4-BE49-F238E27FC236}">
                  <a16:creationId xmlns:a16="http://schemas.microsoft.com/office/drawing/2014/main" id="{B725F2F8-9307-4EB4-92E1-CFFC61028F8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60" y="618"/>
            <a:ext cx="814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81" name="Equation" r:id="rId3" imgW="380880" imgH="177480" progId="Equation.DSMT4">
                    <p:embed/>
                  </p:oleObj>
                </mc:Choice>
                <mc:Fallback>
                  <p:oleObj name="Equation" r:id="rId3" imgW="380880" imgH="177480" progId="Equation.DSMT4">
                    <p:embed/>
                    <p:pic>
                      <p:nvPicPr>
                        <p:cNvPr id="12292" name="Object 5">
                          <a:extLst>
                            <a:ext uri="{FF2B5EF4-FFF2-40B4-BE49-F238E27FC236}">
                              <a16:creationId xmlns:a16="http://schemas.microsoft.com/office/drawing/2014/main" id="{B725F2F8-9307-4EB4-92E1-CFFC61028F8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0" y="618"/>
                          <a:ext cx="814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293" name="Object 6">
              <a:extLst>
                <a:ext uri="{FF2B5EF4-FFF2-40B4-BE49-F238E27FC236}">
                  <a16:creationId xmlns:a16="http://schemas.microsoft.com/office/drawing/2014/main" id="{B82C30C9-11B7-4CD5-BD51-60A70532477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27" y="346"/>
            <a:ext cx="814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82" name="Equation" r:id="rId5" imgW="380880" imgH="177480" progId="Equation.DSMT4">
                    <p:embed/>
                  </p:oleObj>
                </mc:Choice>
                <mc:Fallback>
                  <p:oleObj name="Equation" r:id="rId5" imgW="380880" imgH="177480" progId="Equation.DSMT4">
                    <p:embed/>
                    <p:pic>
                      <p:nvPicPr>
                        <p:cNvPr id="12293" name="Object 6">
                          <a:extLst>
                            <a:ext uri="{FF2B5EF4-FFF2-40B4-BE49-F238E27FC236}">
                              <a16:creationId xmlns:a16="http://schemas.microsoft.com/office/drawing/2014/main" id="{B82C30C9-11B7-4CD5-BD51-60A70532477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7" y="346"/>
                          <a:ext cx="814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294" name="Object 7">
              <a:extLst>
                <a:ext uri="{FF2B5EF4-FFF2-40B4-BE49-F238E27FC236}">
                  <a16:creationId xmlns:a16="http://schemas.microsoft.com/office/drawing/2014/main" id="{C1725A47-C29C-4D56-A0B3-BC9B4B23AF0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20" y="1071"/>
            <a:ext cx="767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83" name="Equation" r:id="rId6" imgW="406080" imgH="164880" progId="Equation.DSMT4">
                    <p:embed/>
                  </p:oleObj>
                </mc:Choice>
                <mc:Fallback>
                  <p:oleObj name="Equation" r:id="rId6" imgW="406080" imgH="164880" progId="Equation.DSMT4">
                    <p:embed/>
                    <p:pic>
                      <p:nvPicPr>
                        <p:cNvPr id="12294" name="Object 7">
                          <a:extLst>
                            <a:ext uri="{FF2B5EF4-FFF2-40B4-BE49-F238E27FC236}">
                              <a16:creationId xmlns:a16="http://schemas.microsoft.com/office/drawing/2014/main" id="{C1725A47-C29C-4D56-A0B3-BC9B4B23AF0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0" y="1071"/>
                          <a:ext cx="767" cy="2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7112" name="Object 8">
            <a:extLst>
              <a:ext uri="{FF2B5EF4-FFF2-40B4-BE49-F238E27FC236}">
                <a16:creationId xmlns:a16="http://schemas.microsoft.com/office/drawing/2014/main" id="{7EFFF18F-2F9C-4E19-8548-BD1C601785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3" y="3357563"/>
          <a:ext cx="3162300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84" name="Equation" r:id="rId8" imgW="1054080" imgH="711000" progId="Equation.DSMT4">
                  <p:embed/>
                </p:oleObj>
              </mc:Choice>
              <mc:Fallback>
                <p:oleObj name="Equation" r:id="rId8" imgW="1054080" imgH="711000" progId="Equation.DSMT4">
                  <p:embed/>
                  <p:pic>
                    <p:nvPicPr>
                      <p:cNvPr id="47112" name="Object 8">
                        <a:extLst>
                          <a:ext uri="{FF2B5EF4-FFF2-40B4-BE49-F238E27FC236}">
                            <a16:creationId xmlns:a16="http://schemas.microsoft.com/office/drawing/2014/main" id="{7EFFF18F-2F9C-4E19-8548-BD1C601785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3357563"/>
                        <a:ext cx="3162300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3" name="Object 9">
            <a:extLst>
              <a:ext uri="{FF2B5EF4-FFF2-40B4-BE49-F238E27FC236}">
                <a16:creationId xmlns:a16="http://schemas.microsoft.com/office/drawing/2014/main" id="{41D993EF-9801-455A-99F2-5B2FD43873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67175" y="3284538"/>
          <a:ext cx="3887788" cy="213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85" name="Equation" r:id="rId10" imgW="1295280" imgH="711000" progId="Equation.DSMT4">
                  <p:embed/>
                </p:oleObj>
              </mc:Choice>
              <mc:Fallback>
                <p:oleObj name="Equation" r:id="rId10" imgW="1295280" imgH="711000" progId="Equation.DSMT4">
                  <p:embed/>
                  <p:pic>
                    <p:nvPicPr>
                      <p:cNvPr id="47113" name="Object 9">
                        <a:extLst>
                          <a:ext uri="{FF2B5EF4-FFF2-40B4-BE49-F238E27FC236}">
                            <a16:creationId xmlns:a16="http://schemas.microsoft.com/office/drawing/2014/main" id="{41D993EF-9801-455A-99F2-5B2FD43873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3284538"/>
                        <a:ext cx="3887788" cy="2135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5" name="Text Box 11">
            <a:extLst>
              <a:ext uri="{FF2B5EF4-FFF2-40B4-BE49-F238E27FC236}">
                <a16:creationId xmlns:a16="http://schemas.microsoft.com/office/drawing/2014/main" id="{24C32AD5-110B-45D9-907B-3BE8BE49FB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2420938"/>
            <a:ext cx="13970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solidFill>
                  <a:srgbClr val="FF0000"/>
                </a:solidFill>
              </a:rPr>
              <a:t>例如：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1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90" name="Object 2">
            <a:extLst>
              <a:ext uri="{FF2B5EF4-FFF2-40B4-BE49-F238E27FC236}">
                <a16:creationId xmlns:a16="http://schemas.microsoft.com/office/drawing/2014/main" id="{21CF68CB-5FB5-4959-B314-4BFA755F8C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838200"/>
          <a:ext cx="3352800" cy="166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20" r:id="rId5" imgW="1231366" imgH="609336" progId="Equation.3">
                  <p:embed/>
                </p:oleObj>
              </mc:Choice>
              <mc:Fallback>
                <p:oleObj r:id="rId5" imgW="1231366" imgH="609336" progId="Equation.3">
                  <p:embed/>
                  <p:pic>
                    <p:nvPicPr>
                      <p:cNvPr id="12290" name="Object 2">
                        <a:extLst>
                          <a:ext uri="{FF2B5EF4-FFF2-40B4-BE49-F238E27FC236}">
                            <a16:creationId xmlns:a16="http://schemas.microsoft.com/office/drawing/2014/main" id="{21CF68CB-5FB5-4959-B314-4BFA755F8C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838200"/>
                        <a:ext cx="3352800" cy="166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1" name="Object 3">
            <a:extLst>
              <a:ext uri="{FF2B5EF4-FFF2-40B4-BE49-F238E27FC236}">
                <a16:creationId xmlns:a16="http://schemas.microsoft.com/office/drawing/2014/main" id="{9251BB5A-2F7D-473C-9224-1A5E54FAA1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24400" y="838200"/>
          <a:ext cx="3429000" cy="155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21" r:id="rId7" imgW="1117600" imgH="508000" progId="Equation.3">
                  <p:embed/>
                </p:oleObj>
              </mc:Choice>
              <mc:Fallback>
                <p:oleObj r:id="rId7" imgW="1117600" imgH="508000" progId="Equation.3">
                  <p:embed/>
                  <p:pic>
                    <p:nvPicPr>
                      <p:cNvPr id="12291" name="Object 3">
                        <a:extLst>
                          <a:ext uri="{FF2B5EF4-FFF2-40B4-BE49-F238E27FC236}">
                            <a16:creationId xmlns:a16="http://schemas.microsoft.com/office/drawing/2014/main" id="{9251BB5A-2F7D-473C-9224-1A5E54FAA1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838200"/>
                        <a:ext cx="3429000" cy="1552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0" name="Rectangle 4">
            <a:extLst>
              <a:ext uri="{FF2B5EF4-FFF2-40B4-BE49-F238E27FC236}">
                <a16:creationId xmlns:a16="http://schemas.microsoft.com/office/drawing/2014/main" id="{747603B5-74F5-4A5A-A534-19F1DD09CD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2438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2293" name="Object 5">
            <a:extLst>
              <a:ext uri="{FF2B5EF4-FFF2-40B4-BE49-F238E27FC236}">
                <a16:creationId xmlns:a16="http://schemas.microsoft.com/office/drawing/2014/main" id="{FFE640EE-181D-456F-8094-A4D4B34F18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95513" y="3644900"/>
          <a:ext cx="1752600" cy="1293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22" r:id="rId9" imgW="622300" imgH="457200" progId="Equation.3">
                  <p:embed/>
                </p:oleObj>
              </mc:Choice>
              <mc:Fallback>
                <p:oleObj r:id="rId9" imgW="622300" imgH="457200" progId="Equation.3">
                  <p:embed/>
                  <p:pic>
                    <p:nvPicPr>
                      <p:cNvPr id="12293" name="Object 5">
                        <a:extLst>
                          <a:ext uri="{FF2B5EF4-FFF2-40B4-BE49-F238E27FC236}">
                            <a16:creationId xmlns:a16="http://schemas.microsoft.com/office/drawing/2014/main" id="{FFE640EE-181D-456F-8094-A4D4B34F18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3644900"/>
                        <a:ext cx="1752600" cy="1293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1" name="Rectangle 6">
            <a:extLst>
              <a:ext uri="{FF2B5EF4-FFF2-40B4-BE49-F238E27FC236}">
                <a16:creationId xmlns:a16="http://schemas.microsoft.com/office/drawing/2014/main" id="{5D949F11-2644-4AC0-87CD-60863CC8C7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2438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2295" name="Object 7">
            <a:extLst>
              <a:ext uri="{FF2B5EF4-FFF2-40B4-BE49-F238E27FC236}">
                <a16:creationId xmlns:a16="http://schemas.microsoft.com/office/drawing/2014/main" id="{ADF2C77D-23B1-4FA2-A39B-53A0B1D443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59338" y="3789363"/>
          <a:ext cx="1752600" cy="1293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23" r:id="rId11" imgW="622300" imgH="457200" progId="Equation.3">
                  <p:embed/>
                </p:oleObj>
              </mc:Choice>
              <mc:Fallback>
                <p:oleObj r:id="rId11" imgW="622300" imgH="457200" progId="Equation.3">
                  <p:embed/>
                  <p:pic>
                    <p:nvPicPr>
                      <p:cNvPr id="12295" name="Object 7">
                        <a:extLst>
                          <a:ext uri="{FF2B5EF4-FFF2-40B4-BE49-F238E27FC236}">
                            <a16:creationId xmlns:a16="http://schemas.microsoft.com/office/drawing/2014/main" id="{ADF2C77D-23B1-4FA2-A39B-53A0B1D443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3789363"/>
                        <a:ext cx="1752600" cy="1293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2" name="Rectangle 8">
            <a:extLst>
              <a:ext uri="{FF2B5EF4-FFF2-40B4-BE49-F238E27FC236}">
                <a16:creationId xmlns:a16="http://schemas.microsoft.com/office/drawing/2014/main" id="{849E68DF-4DED-41DD-9822-8B6C091EC2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4338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323" name="Rectangle 10">
            <a:extLst>
              <a:ext uri="{FF2B5EF4-FFF2-40B4-BE49-F238E27FC236}">
                <a16:creationId xmlns:a16="http://schemas.microsoft.com/office/drawing/2014/main" id="{7526A3BD-02C2-45DD-A335-F635F12B6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5815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324" name="Rectangle 12">
            <a:extLst>
              <a:ext uri="{FF2B5EF4-FFF2-40B4-BE49-F238E27FC236}">
                <a16:creationId xmlns:a16="http://schemas.microsoft.com/office/drawing/2014/main" id="{9DC159AF-7285-4F91-BAEE-C7A9BC1B19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0088" y="3376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2301" name="Object 13">
            <a:extLst>
              <a:ext uri="{FF2B5EF4-FFF2-40B4-BE49-F238E27FC236}">
                <a16:creationId xmlns:a16="http://schemas.microsoft.com/office/drawing/2014/main" id="{F1DAA2F2-748A-4A4A-A5EE-548C7E1B20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86200" y="1447800"/>
          <a:ext cx="685800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24" r:id="rId13" imgW="126780" imgH="101424" progId="Equation.3">
                  <p:embed/>
                </p:oleObj>
              </mc:Choice>
              <mc:Fallback>
                <p:oleObj r:id="rId13" imgW="126780" imgH="101424" progId="Equation.3">
                  <p:embed/>
                  <p:pic>
                    <p:nvPicPr>
                      <p:cNvPr id="12301" name="Object 13">
                        <a:extLst>
                          <a:ext uri="{FF2B5EF4-FFF2-40B4-BE49-F238E27FC236}">
                            <a16:creationId xmlns:a16="http://schemas.microsoft.com/office/drawing/2014/main" id="{F1DAA2F2-748A-4A4A-A5EE-548C7E1B20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1447800"/>
                        <a:ext cx="685800" cy="579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5" name="Rectangle 14">
            <a:extLst>
              <a:ext uri="{FF2B5EF4-FFF2-40B4-BE49-F238E27FC236}">
                <a16:creationId xmlns:a16="http://schemas.microsoft.com/office/drawing/2014/main" id="{D7C29227-A615-4C32-A48B-72F8FAA64B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3357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326" name="Rectangle 16">
            <a:extLst>
              <a:ext uri="{FF2B5EF4-FFF2-40B4-BE49-F238E27FC236}">
                <a16:creationId xmlns:a16="http://schemas.microsoft.com/office/drawing/2014/main" id="{41657536-5521-4C37-A5FE-7B9B47135B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3357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2305" name="Object 17">
            <a:extLst>
              <a:ext uri="{FF2B5EF4-FFF2-40B4-BE49-F238E27FC236}">
                <a16:creationId xmlns:a16="http://schemas.microsoft.com/office/drawing/2014/main" id="{30A45303-225B-4E2E-83EB-D1A1B17DDD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95738" y="4076700"/>
          <a:ext cx="7620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25" r:id="rId15" imgW="139700" imgH="139700" progId="Equation.3">
                  <p:embed/>
                </p:oleObj>
              </mc:Choice>
              <mc:Fallback>
                <p:oleObj r:id="rId15" imgW="139700" imgH="139700" progId="Equation.3">
                  <p:embed/>
                  <p:pic>
                    <p:nvPicPr>
                      <p:cNvPr id="12305" name="Object 17">
                        <a:extLst>
                          <a:ext uri="{FF2B5EF4-FFF2-40B4-BE49-F238E27FC236}">
                            <a16:creationId xmlns:a16="http://schemas.microsoft.com/office/drawing/2014/main" id="{30A45303-225B-4E2E-83EB-D1A1B17DDD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4076700"/>
                        <a:ext cx="762000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3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3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3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90" name="Object 2">
            <a:extLst>
              <a:ext uri="{FF2B5EF4-FFF2-40B4-BE49-F238E27FC236}">
                <a16:creationId xmlns:a16="http://schemas.microsoft.com/office/drawing/2014/main" id="{21CF68CB-5FB5-4959-B314-4BFA755F8C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591768"/>
              </p:ext>
            </p:extLst>
          </p:nvPr>
        </p:nvGraphicFramePr>
        <p:xfrm>
          <a:off x="622446" y="3429084"/>
          <a:ext cx="3494088" cy="1247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82" name="Equation" r:id="rId5" imgW="1282680" imgH="457200" progId="Equation.DSMT4">
                  <p:embed/>
                </p:oleObj>
              </mc:Choice>
              <mc:Fallback>
                <p:oleObj name="Equation" r:id="rId5" imgW="1282680" imgH="457200" progId="Equation.DSMT4">
                  <p:embed/>
                  <p:pic>
                    <p:nvPicPr>
                      <p:cNvPr id="12290" name="Object 2">
                        <a:extLst>
                          <a:ext uri="{FF2B5EF4-FFF2-40B4-BE49-F238E27FC236}">
                            <a16:creationId xmlns:a16="http://schemas.microsoft.com/office/drawing/2014/main" id="{21CF68CB-5FB5-4959-B314-4BFA755F8C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446" y="3429084"/>
                        <a:ext cx="3494088" cy="1247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0" name="Rectangle 4">
            <a:extLst>
              <a:ext uri="{FF2B5EF4-FFF2-40B4-BE49-F238E27FC236}">
                <a16:creationId xmlns:a16="http://schemas.microsoft.com/office/drawing/2014/main" id="{747603B5-74F5-4A5A-A534-19F1DD09CD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2438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2293" name="Object 5">
            <a:extLst>
              <a:ext uri="{FF2B5EF4-FFF2-40B4-BE49-F238E27FC236}">
                <a16:creationId xmlns:a16="http://schemas.microsoft.com/office/drawing/2014/main" id="{FFE640EE-181D-456F-8094-A4D4B34F18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6526310"/>
              </p:ext>
            </p:extLst>
          </p:nvPr>
        </p:nvGraphicFramePr>
        <p:xfrm>
          <a:off x="1331640" y="328687"/>
          <a:ext cx="5575300" cy="1293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83" name="Equation" r:id="rId7" imgW="1981080" imgH="457200" progId="Equation.DSMT4">
                  <p:embed/>
                </p:oleObj>
              </mc:Choice>
              <mc:Fallback>
                <p:oleObj name="Equation" r:id="rId7" imgW="1981080" imgH="457200" progId="Equation.DSMT4">
                  <p:embed/>
                  <p:pic>
                    <p:nvPicPr>
                      <p:cNvPr id="12293" name="Object 5">
                        <a:extLst>
                          <a:ext uri="{FF2B5EF4-FFF2-40B4-BE49-F238E27FC236}">
                            <a16:creationId xmlns:a16="http://schemas.microsoft.com/office/drawing/2014/main" id="{FFE640EE-181D-456F-8094-A4D4B34F18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328687"/>
                        <a:ext cx="5575300" cy="1293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1" name="Rectangle 6">
            <a:extLst>
              <a:ext uri="{FF2B5EF4-FFF2-40B4-BE49-F238E27FC236}">
                <a16:creationId xmlns:a16="http://schemas.microsoft.com/office/drawing/2014/main" id="{5D949F11-2644-4AC0-87CD-60863CC8C7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2438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322" name="Rectangle 8">
            <a:extLst>
              <a:ext uri="{FF2B5EF4-FFF2-40B4-BE49-F238E27FC236}">
                <a16:creationId xmlns:a16="http://schemas.microsoft.com/office/drawing/2014/main" id="{849E68DF-4DED-41DD-9822-8B6C091EC2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4338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323" name="Rectangle 10">
            <a:extLst>
              <a:ext uri="{FF2B5EF4-FFF2-40B4-BE49-F238E27FC236}">
                <a16:creationId xmlns:a16="http://schemas.microsoft.com/office/drawing/2014/main" id="{7526A3BD-02C2-45DD-A335-F635F12B6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5815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324" name="Rectangle 12">
            <a:extLst>
              <a:ext uri="{FF2B5EF4-FFF2-40B4-BE49-F238E27FC236}">
                <a16:creationId xmlns:a16="http://schemas.microsoft.com/office/drawing/2014/main" id="{9DC159AF-7285-4F91-BAEE-C7A9BC1B19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0088" y="3376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2301" name="Object 13">
            <a:extLst>
              <a:ext uri="{FF2B5EF4-FFF2-40B4-BE49-F238E27FC236}">
                <a16:creationId xmlns:a16="http://schemas.microsoft.com/office/drawing/2014/main" id="{F1DAA2F2-748A-4A4A-A5EE-548C7E1B20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792221"/>
              </p:ext>
            </p:extLst>
          </p:nvPr>
        </p:nvGraphicFramePr>
        <p:xfrm>
          <a:off x="4601057" y="1789450"/>
          <a:ext cx="1158875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84" name="Equation" r:id="rId9" imgW="545760" imgH="203040" progId="Equation.DSMT4">
                  <p:embed/>
                </p:oleObj>
              </mc:Choice>
              <mc:Fallback>
                <p:oleObj name="Equation" r:id="rId9" imgW="545760" imgH="203040" progId="Equation.DSMT4">
                  <p:embed/>
                  <p:pic>
                    <p:nvPicPr>
                      <p:cNvPr id="12301" name="Object 13">
                        <a:extLst>
                          <a:ext uri="{FF2B5EF4-FFF2-40B4-BE49-F238E27FC236}">
                            <a16:creationId xmlns:a16="http://schemas.microsoft.com/office/drawing/2014/main" id="{F1DAA2F2-748A-4A4A-A5EE-548C7E1B20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1057" y="1789450"/>
                        <a:ext cx="1158875" cy="45561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5" name="Rectangle 14">
            <a:extLst>
              <a:ext uri="{FF2B5EF4-FFF2-40B4-BE49-F238E27FC236}">
                <a16:creationId xmlns:a16="http://schemas.microsoft.com/office/drawing/2014/main" id="{D7C29227-A615-4C32-A48B-72F8FAA64B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3357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326" name="Rectangle 16">
            <a:extLst>
              <a:ext uri="{FF2B5EF4-FFF2-40B4-BE49-F238E27FC236}">
                <a16:creationId xmlns:a16="http://schemas.microsoft.com/office/drawing/2014/main" id="{41657536-5521-4C37-A5FE-7B9B47135B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3357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" name="Text Box 2">
            <a:extLst>
              <a:ext uri="{FF2B5EF4-FFF2-40B4-BE49-F238E27FC236}">
                <a16:creationId xmlns:a16="http://schemas.microsoft.com/office/drawing/2014/main" id="{899B91FB-D811-4E38-B6B0-86EB590BF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1" y="374866"/>
            <a:ext cx="86409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记</a:t>
            </a:r>
            <a:endParaRPr lang="zh-CN" altLang="en-US" sz="2800" b="1" dirty="0"/>
          </a:p>
        </p:txBody>
      </p:sp>
      <p:sp>
        <p:nvSpPr>
          <p:cNvPr id="16" name="Text Box 2">
            <a:extLst>
              <a:ext uri="{FF2B5EF4-FFF2-40B4-BE49-F238E27FC236}">
                <a16:creationId xmlns:a16="http://schemas.microsoft.com/office/drawing/2014/main" id="{899B91FB-D811-4E38-B6B0-86EB590BF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418" y="1675596"/>
            <a:ext cx="42621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则上面的形式可以简写为</a:t>
            </a:r>
            <a:endParaRPr lang="zh-CN" altLang="en-US" sz="2800" b="1" dirty="0"/>
          </a:p>
        </p:txBody>
      </p:sp>
      <p:sp>
        <p:nvSpPr>
          <p:cNvPr id="17" name="Text Box 2">
            <a:extLst>
              <a:ext uri="{FF2B5EF4-FFF2-40B4-BE49-F238E27FC236}">
                <a16:creationId xmlns:a16="http://schemas.microsoft.com/office/drawing/2014/main" id="{899B91FB-D811-4E38-B6B0-86EB590BF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418" y="2656243"/>
            <a:ext cx="181330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其中矩阵</a:t>
            </a:r>
            <a:endParaRPr lang="zh-CN" altLang="en-US" sz="2800" b="1" dirty="0"/>
          </a:p>
        </p:txBody>
      </p:sp>
      <p:graphicFrame>
        <p:nvGraphicFramePr>
          <p:cNvPr id="24" name="Object 13">
            <a:extLst>
              <a:ext uri="{FF2B5EF4-FFF2-40B4-BE49-F238E27FC236}">
                <a16:creationId xmlns:a16="http://schemas.microsoft.com/office/drawing/2014/main" id="{F1DAA2F2-748A-4A4A-A5EE-548C7E1B20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6216357"/>
              </p:ext>
            </p:extLst>
          </p:nvPr>
        </p:nvGraphicFramePr>
        <p:xfrm>
          <a:off x="1889795" y="2760691"/>
          <a:ext cx="323850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85" name="Equation" r:id="rId11" imgW="152280" imgH="164880" progId="Equation.DSMT4">
                  <p:embed/>
                </p:oleObj>
              </mc:Choice>
              <mc:Fallback>
                <p:oleObj name="Equation" r:id="rId11" imgW="152280" imgH="164880" progId="Equation.DSMT4">
                  <p:embed/>
                  <p:pic>
                    <p:nvPicPr>
                      <p:cNvPr id="12301" name="Object 13">
                        <a:extLst>
                          <a:ext uri="{FF2B5EF4-FFF2-40B4-BE49-F238E27FC236}">
                            <a16:creationId xmlns:a16="http://schemas.microsoft.com/office/drawing/2014/main" id="{F1DAA2F2-748A-4A4A-A5EE-548C7E1B20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9795" y="2760691"/>
                        <a:ext cx="323850" cy="36988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2">
            <a:extLst>
              <a:ext uri="{FF2B5EF4-FFF2-40B4-BE49-F238E27FC236}">
                <a16:creationId xmlns:a16="http://schemas.microsoft.com/office/drawing/2014/main" id="{899B91FB-D811-4E38-B6B0-86EB590BF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0762" y="2656243"/>
            <a:ext cx="386541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称为方程组的系数矩阵，</a:t>
            </a:r>
            <a:endParaRPr lang="zh-CN" altLang="en-US" sz="2800" b="1" dirty="0"/>
          </a:p>
        </p:txBody>
      </p:sp>
      <p:sp>
        <p:nvSpPr>
          <p:cNvPr id="26" name="Text Box 2">
            <a:extLst>
              <a:ext uri="{FF2B5EF4-FFF2-40B4-BE49-F238E27FC236}">
                <a16:creationId xmlns:a16="http://schemas.microsoft.com/office/drawing/2014/main" id="{899B91FB-D811-4E38-B6B0-86EB590BF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3469" y="3821950"/>
            <a:ext cx="386541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称为方程组的增广矩阵。</a:t>
            </a:r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75915557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3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0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25" grpId="0"/>
      <p:bldP spid="2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90" name="Object 2">
            <a:extLst>
              <a:ext uri="{FF2B5EF4-FFF2-40B4-BE49-F238E27FC236}">
                <a16:creationId xmlns:a16="http://schemas.microsoft.com/office/drawing/2014/main" id="{21CF68CB-5FB5-4959-B314-4BFA755F8C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90763" y="3845774"/>
          <a:ext cx="1971675" cy="1247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08" name="Equation" r:id="rId5" imgW="723600" imgH="457200" progId="Equation.DSMT4">
                  <p:embed/>
                </p:oleObj>
              </mc:Choice>
              <mc:Fallback>
                <p:oleObj name="Equation" r:id="rId5" imgW="723600" imgH="457200" progId="Equation.DSMT4">
                  <p:embed/>
                  <p:pic>
                    <p:nvPicPr>
                      <p:cNvPr id="12290" name="Object 2">
                        <a:extLst>
                          <a:ext uri="{FF2B5EF4-FFF2-40B4-BE49-F238E27FC236}">
                            <a16:creationId xmlns:a16="http://schemas.microsoft.com/office/drawing/2014/main" id="{21CF68CB-5FB5-4959-B314-4BFA755F8C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0763" y="3845774"/>
                        <a:ext cx="1971675" cy="1247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0" name="Rectangle 4">
            <a:extLst>
              <a:ext uri="{FF2B5EF4-FFF2-40B4-BE49-F238E27FC236}">
                <a16:creationId xmlns:a16="http://schemas.microsoft.com/office/drawing/2014/main" id="{747603B5-74F5-4A5A-A534-19F1DD09CD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2438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2293" name="Object 5">
            <a:extLst>
              <a:ext uri="{FF2B5EF4-FFF2-40B4-BE49-F238E27FC236}">
                <a16:creationId xmlns:a16="http://schemas.microsoft.com/office/drawing/2014/main" id="{FFE640EE-181D-456F-8094-A4D4B34F18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0622" y="1175583"/>
          <a:ext cx="182245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09" name="Equation" r:id="rId7" imgW="647640" imgH="203040" progId="Equation.DSMT4">
                  <p:embed/>
                </p:oleObj>
              </mc:Choice>
              <mc:Fallback>
                <p:oleObj name="Equation" r:id="rId7" imgW="647640" imgH="203040" progId="Equation.DSMT4">
                  <p:embed/>
                  <p:pic>
                    <p:nvPicPr>
                      <p:cNvPr id="12293" name="Object 5">
                        <a:extLst>
                          <a:ext uri="{FF2B5EF4-FFF2-40B4-BE49-F238E27FC236}">
                            <a16:creationId xmlns:a16="http://schemas.microsoft.com/office/drawing/2014/main" id="{FFE640EE-181D-456F-8094-A4D4B34F18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0622" y="1175583"/>
                        <a:ext cx="1822450" cy="574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1" name="Rectangle 6">
            <a:extLst>
              <a:ext uri="{FF2B5EF4-FFF2-40B4-BE49-F238E27FC236}">
                <a16:creationId xmlns:a16="http://schemas.microsoft.com/office/drawing/2014/main" id="{5D949F11-2644-4AC0-87CD-60863CC8C7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2438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2295" name="Object 7">
            <a:extLst>
              <a:ext uri="{FF2B5EF4-FFF2-40B4-BE49-F238E27FC236}">
                <a16:creationId xmlns:a16="http://schemas.microsoft.com/office/drawing/2014/main" id="{ADF2C77D-23B1-4FA2-A39B-53A0B1D443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91680" y="5157843"/>
          <a:ext cx="3467100" cy="1293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10" name="Equation" r:id="rId9" imgW="1231560" imgH="457200" progId="Equation.DSMT4">
                  <p:embed/>
                </p:oleObj>
              </mc:Choice>
              <mc:Fallback>
                <p:oleObj name="Equation" r:id="rId9" imgW="1231560" imgH="457200" progId="Equation.DSMT4">
                  <p:embed/>
                  <p:pic>
                    <p:nvPicPr>
                      <p:cNvPr id="12295" name="Object 7">
                        <a:extLst>
                          <a:ext uri="{FF2B5EF4-FFF2-40B4-BE49-F238E27FC236}">
                            <a16:creationId xmlns:a16="http://schemas.microsoft.com/office/drawing/2014/main" id="{ADF2C77D-23B1-4FA2-A39B-53A0B1D443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5157843"/>
                        <a:ext cx="3467100" cy="1293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2" name="Rectangle 8">
            <a:extLst>
              <a:ext uri="{FF2B5EF4-FFF2-40B4-BE49-F238E27FC236}">
                <a16:creationId xmlns:a16="http://schemas.microsoft.com/office/drawing/2014/main" id="{849E68DF-4DED-41DD-9822-8B6C091EC2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4338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323" name="Rectangle 10">
            <a:extLst>
              <a:ext uri="{FF2B5EF4-FFF2-40B4-BE49-F238E27FC236}">
                <a16:creationId xmlns:a16="http://schemas.microsoft.com/office/drawing/2014/main" id="{7526A3BD-02C2-45DD-A335-F635F12B6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5815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324" name="Rectangle 12">
            <a:extLst>
              <a:ext uri="{FF2B5EF4-FFF2-40B4-BE49-F238E27FC236}">
                <a16:creationId xmlns:a16="http://schemas.microsoft.com/office/drawing/2014/main" id="{9DC159AF-7285-4F91-BAEE-C7A9BC1B19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0088" y="3376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2301" name="Object 13">
            <a:extLst>
              <a:ext uri="{FF2B5EF4-FFF2-40B4-BE49-F238E27FC236}">
                <a16:creationId xmlns:a16="http://schemas.microsoft.com/office/drawing/2014/main" id="{F1DAA2F2-748A-4A4A-A5EE-548C7E1B20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17517" y="1878765"/>
          <a:ext cx="2292092" cy="102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11" name="Equation" r:id="rId11" imgW="1079280" imgH="457200" progId="Equation.DSMT4">
                  <p:embed/>
                </p:oleObj>
              </mc:Choice>
              <mc:Fallback>
                <p:oleObj name="Equation" r:id="rId11" imgW="1079280" imgH="457200" progId="Equation.DSMT4">
                  <p:embed/>
                  <p:pic>
                    <p:nvPicPr>
                      <p:cNvPr id="12301" name="Object 13">
                        <a:extLst>
                          <a:ext uri="{FF2B5EF4-FFF2-40B4-BE49-F238E27FC236}">
                            <a16:creationId xmlns:a16="http://schemas.microsoft.com/office/drawing/2014/main" id="{F1DAA2F2-748A-4A4A-A5EE-548C7E1B20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7517" y="1878765"/>
                        <a:ext cx="2292092" cy="102495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5" name="Rectangle 14">
            <a:extLst>
              <a:ext uri="{FF2B5EF4-FFF2-40B4-BE49-F238E27FC236}">
                <a16:creationId xmlns:a16="http://schemas.microsoft.com/office/drawing/2014/main" id="{D7C29227-A615-4C32-A48B-72F8FAA64B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3357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326" name="Rectangle 16">
            <a:extLst>
              <a:ext uri="{FF2B5EF4-FFF2-40B4-BE49-F238E27FC236}">
                <a16:creationId xmlns:a16="http://schemas.microsoft.com/office/drawing/2014/main" id="{41657536-5521-4C37-A5FE-7B9B47135B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3357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" name="Text Box 2">
            <a:extLst>
              <a:ext uri="{FF2B5EF4-FFF2-40B4-BE49-F238E27FC236}">
                <a16:creationId xmlns:a16="http://schemas.microsoft.com/office/drawing/2014/main" id="{899B91FB-D811-4E38-B6B0-86EB590BF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374866"/>
            <a:ext cx="705643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●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例 </a:t>
            </a:r>
            <a:r>
              <a:rPr lang="zh-CN" altLang="en-US" sz="2800" b="1" dirty="0">
                <a:solidFill>
                  <a:srgbClr val="0000FF"/>
                </a:solidFill>
              </a:rPr>
              <a:t>线性方程组的矩阵形式：</a:t>
            </a:r>
            <a:endParaRPr lang="zh-CN" altLang="en-US" sz="2800" b="1" dirty="0"/>
          </a:p>
        </p:txBody>
      </p:sp>
      <p:sp>
        <p:nvSpPr>
          <p:cNvPr id="16" name="Text Box 2">
            <a:extLst>
              <a:ext uri="{FF2B5EF4-FFF2-40B4-BE49-F238E27FC236}">
                <a16:creationId xmlns:a16="http://schemas.microsoft.com/office/drawing/2014/main" id="{899B91FB-D811-4E38-B6B0-86EB590BF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19" y="1175583"/>
            <a:ext cx="374421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利用向量内积</a:t>
            </a:r>
            <a:r>
              <a:rPr lang="zh-CN" altLang="en-US" sz="2800" b="1" dirty="0">
                <a:solidFill>
                  <a:srgbClr val="0000FF"/>
                </a:solidFill>
              </a:rPr>
              <a:t>，方程</a:t>
            </a:r>
            <a:endParaRPr lang="zh-CN" altLang="en-US" sz="2800" b="1" dirty="0"/>
          </a:p>
        </p:txBody>
      </p:sp>
      <p:sp>
        <p:nvSpPr>
          <p:cNvPr id="17" name="Text Box 2">
            <a:extLst>
              <a:ext uri="{FF2B5EF4-FFF2-40B4-BE49-F238E27FC236}">
                <a16:creationId xmlns:a16="http://schemas.microsoft.com/office/drawing/2014/main" id="{899B91FB-D811-4E38-B6B0-86EB590BF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707" y="1909474"/>
            <a:ext cx="333318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可以表示为</a:t>
            </a:r>
            <a:endParaRPr lang="zh-CN" altLang="en-US" sz="2800" b="1" dirty="0"/>
          </a:p>
        </p:txBody>
      </p:sp>
      <p:sp>
        <p:nvSpPr>
          <p:cNvPr id="18" name="Text Box 2">
            <a:extLst>
              <a:ext uri="{FF2B5EF4-FFF2-40B4-BE49-F238E27FC236}">
                <a16:creationId xmlns:a16="http://schemas.microsoft.com/office/drawing/2014/main" id="{899B91FB-D811-4E38-B6B0-86EB590BF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079" y="3062930"/>
            <a:ext cx="161961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</a:rPr>
              <a:t>方程</a:t>
            </a:r>
            <a:endParaRPr lang="zh-CN" altLang="en-US" sz="2800" b="1" dirty="0"/>
          </a:p>
        </p:txBody>
      </p:sp>
      <p:graphicFrame>
        <p:nvGraphicFramePr>
          <p:cNvPr id="19" name="Object 5">
            <a:extLst>
              <a:ext uri="{FF2B5EF4-FFF2-40B4-BE49-F238E27FC236}">
                <a16:creationId xmlns:a16="http://schemas.microsoft.com/office/drawing/2014/main" id="{FFE640EE-181D-456F-8094-A4D4B34F18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1880" y="3104599"/>
          <a:ext cx="1751012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12" name="Equation" r:id="rId13" imgW="622080" imgH="203040" progId="Equation.DSMT4">
                  <p:embed/>
                </p:oleObj>
              </mc:Choice>
              <mc:Fallback>
                <p:oleObj name="Equation" r:id="rId13" imgW="622080" imgH="203040" progId="Equation.DSMT4">
                  <p:embed/>
                  <p:pic>
                    <p:nvPicPr>
                      <p:cNvPr id="19" name="Object 5">
                        <a:extLst>
                          <a:ext uri="{FF2B5EF4-FFF2-40B4-BE49-F238E27FC236}">
                            <a16:creationId xmlns:a16="http://schemas.microsoft.com/office/drawing/2014/main" id="{FFE640EE-181D-456F-8094-A4D4B34F18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1880" y="3104599"/>
                        <a:ext cx="1751012" cy="574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2">
            <a:extLst>
              <a:ext uri="{FF2B5EF4-FFF2-40B4-BE49-F238E27FC236}">
                <a16:creationId xmlns:a16="http://schemas.microsoft.com/office/drawing/2014/main" id="{899B91FB-D811-4E38-B6B0-86EB590BF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3018" y="3083677"/>
            <a:ext cx="333318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可以表示为</a:t>
            </a:r>
            <a:endParaRPr lang="zh-CN" altLang="en-US" sz="2800" b="1" dirty="0"/>
          </a:p>
        </p:txBody>
      </p:sp>
      <p:graphicFrame>
        <p:nvGraphicFramePr>
          <p:cNvPr id="21" name="Object 13">
            <a:extLst>
              <a:ext uri="{FF2B5EF4-FFF2-40B4-BE49-F238E27FC236}">
                <a16:creationId xmlns:a16="http://schemas.microsoft.com/office/drawing/2014/main" id="{F1DAA2F2-748A-4A4A-A5EE-548C7E1B20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43517" y="2844800"/>
          <a:ext cx="2454275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13" name="Equation" r:id="rId15" imgW="1155600" imgH="457200" progId="Equation.DSMT4">
                  <p:embed/>
                </p:oleObj>
              </mc:Choice>
              <mc:Fallback>
                <p:oleObj name="Equation" r:id="rId15" imgW="1155600" imgH="457200" progId="Equation.DSMT4">
                  <p:embed/>
                  <p:pic>
                    <p:nvPicPr>
                      <p:cNvPr id="21" name="Object 13">
                        <a:extLst>
                          <a:ext uri="{FF2B5EF4-FFF2-40B4-BE49-F238E27FC236}">
                            <a16:creationId xmlns:a16="http://schemas.microsoft.com/office/drawing/2014/main" id="{F1DAA2F2-748A-4A4A-A5EE-548C7E1B20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3517" y="2844800"/>
                        <a:ext cx="2454275" cy="102552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2">
            <a:extLst>
              <a:ext uri="{FF2B5EF4-FFF2-40B4-BE49-F238E27FC236}">
                <a16:creationId xmlns:a16="http://schemas.microsoft.com/office/drawing/2014/main" id="{899B91FB-D811-4E38-B6B0-86EB590BF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760" y="3881042"/>
            <a:ext cx="263905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于是方程组</a:t>
            </a:r>
            <a:endParaRPr lang="zh-CN" altLang="en-US" sz="2800" b="1" dirty="0"/>
          </a:p>
        </p:txBody>
      </p:sp>
      <p:sp>
        <p:nvSpPr>
          <p:cNvPr id="23" name="Text Box 2">
            <a:extLst>
              <a:ext uri="{FF2B5EF4-FFF2-40B4-BE49-F238E27FC236}">
                <a16:creationId xmlns:a16="http://schemas.microsoft.com/office/drawing/2014/main" id="{899B91FB-D811-4E38-B6B0-86EB590BF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4610" y="4224067"/>
            <a:ext cx="333318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可以表示为</a:t>
            </a:r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28788569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3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3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2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  <p:bldP spid="20" grpId="0"/>
      <p:bldP spid="22" grpId="0"/>
      <p:bldP spid="2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 marL="469900" indent="-469900" eaLnBrk="1" hangingPunct="1">
              <a:buNone/>
            </a:pPr>
            <a:r>
              <a:rPr lang="en-US" altLang="zh-CN" dirty="0"/>
              <a:t> </a:t>
            </a:r>
          </a:p>
        </p:txBody>
      </p:sp>
      <p:sp>
        <p:nvSpPr>
          <p:cNvPr id="14340" name="Text Box 4"/>
          <p:cNvSpPr txBox="1"/>
          <p:nvPr/>
        </p:nvSpPr>
        <p:spPr>
          <a:xfrm>
            <a:off x="330835" y="1355725"/>
            <a:ext cx="29718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24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矩阵的加减法</a:t>
            </a:r>
          </a:p>
        </p:txBody>
      </p:sp>
      <p:sp>
        <p:nvSpPr>
          <p:cNvPr id="14341" name="Text Box 5"/>
          <p:cNvSpPr txBox="1"/>
          <p:nvPr/>
        </p:nvSpPr>
        <p:spPr>
          <a:xfrm>
            <a:off x="609600" y="2026920"/>
            <a:ext cx="185420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b="1" dirty="0">
                <a:solidFill>
                  <a:srgbClr val="0033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</a:t>
            </a:r>
            <a:r>
              <a:rPr lang="en-US" altLang="zh-CN" sz="2400" b="1" dirty="0">
                <a:solidFill>
                  <a:srgbClr val="0033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2.1.5</a:t>
            </a:r>
          </a:p>
        </p:txBody>
      </p:sp>
      <p:graphicFrame>
        <p:nvGraphicFramePr>
          <p:cNvPr id="14342" name="Object 6"/>
          <p:cNvGraphicFramePr>
            <a:graphicFrameLocks noChangeAspect="1"/>
          </p:cNvGraphicFramePr>
          <p:nvPr/>
        </p:nvGraphicFramePr>
        <p:xfrm>
          <a:off x="2315845" y="2082165"/>
          <a:ext cx="533400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32" r:id="rId5" imgW="2400300" imgH="241300" progId="Equation.3">
                  <p:embed/>
                </p:oleObj>
              </mc:Choice>
              <mc:Fallback>
                <p:oleObj r:id="rId5" imgW="2400300" imgH="241300" progId="Equation.3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15845" y="2082165"/>
                        <a:ext cx="5334000" cy="466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3" name="Text Box 7"/>
          <p:cNvSpPr txBox="1"/>
          <p:nvPr/>
        </p:nvSpPr>
        <p:spPr>
          <a:xfrm>
            <a:off x="1249045" y="2712720"/>
            <a:ext cx="6477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那么矩阵</a:t>
            </a:r>
            <a:r>
              <a:rPr lang="en-US" altLang="zh-CN" sz="2400" b="1" dirty="0">
                <a:solidFill>
                  <a:srgbClr val="FF33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与矩阵</a:t>
            </a:r>
            <a:r>
              <a:rPr lang="en-US" altLang="zh-CN" sz="2400" b="1" dirty="0">
                <a:solidFill>
                  <a:srgbClr val="FF33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的和记作</a:t>
            </a:r>
            <a:r>
              <a:rPr lang="en-US" altLang="zh-CN" sz="2400" b="1" dirty="0">
                <a:solidFill>
                  <a:srgbClr val="FF33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A+B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规定为</a:t>
            </a:r>
          </a:p>
        </p:txBody>
      </p:sp>
      <p:graphicFrame>
        <p:nvGraphicFramePr>
          <p:cNvPr id="14344" name="Object 8"/>
          <p:cNvGraphicFramePr>
            <a:graphicFrameLocks noChangeAspect="1"/>
          </p:cNvGraphicFramePr>
          <p:nvPr/>
        </p:nvGraphicFramePr>
        <p:xfrm>
          <a:off x="944245" y="3331845"/>
          <a:ext cx="6705600" cy="189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33" r:id="rId7" imgW="3911600" imgH="1257300" progId="Equation.3">
                  <p:embed/>
                </p:oleObj>
              </mc:Choice>
              <mc:Fallback>
                <p:oleObj r:id="rId7" imgW="3911600" imgH="1257300" progId="Equation.3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44245" y="3331845"/>
                        <a:ext cx="6705600" cy="1892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5" name="Text Box 9"/>
          <p:cNvSpPr txBox="1"/>
          <p:nvPr/>
        </p:nvSpPr>
        <p:spPr>
          <a:xfrm>
            <a:off x="2004060" y="5580698"/>
            <a:ext cx="3048000" cy="460375"/>
          </a:xfrm>
          <a:prstGeom prst="rect">
            <a:avLst/>
          </a:prstGeom>
          <a:solidFill>
            <a:srgbClr val="99CCFF"/>
          </a:solidFill>
          <a:ln w="9525" cap="flat" cmpd="sng">
            <a:solidFill>
              <a:srgbClr val="00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b="1" dirty="0">
                <a:solidFill>
                  <a:srgbClr val="FF3300"/>
                </a:solidFill>
                <a:latin typeface="微软雅黑" panose="020B0503020204020204" charset="-122"/>
                <a:ea typeface="微软雅黑" panose="020B0503020204020204" charset="-122"/>
              </a:rPr>
              <a:t>对应元素相加</a:t>
            </a:r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609600" y="212725"/>
            <a:ext cx="5412105" cy="83502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3600">
                <a:latin typeface="微软雅黑" panose="020B0503020204020204" charset="-122"/>
                <a:ea typeface="微软雅黑" panose="020B0503020204020204" charset="-122"/>
              </a:rPr>
              <a:t>二、</a:t>
            </a:r>
            <a:r>
              <a:rPr lang="zh-CN" altLang="en-US" sz="3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矩阵的线性运算</a:t>
            </a:r>
            <a:endParaRPr lang="zh-CN" altLang="en-US" sz="3600" b="1" dirty="0">
              <a:solidFill>
                <a:schemeClr val="tx1"/>
              </a:solidFill>
              <a:latin typeface="隶书" pitchFamily="49" charset="-122"/>
              <a:ea typeface="隶书" pitchFamily="49" charset="-122"/>
              <a:sym typeface="+mn-ea"/>
            </a:endParaRPr>
          </a:p>
        </p:txBody>
      </p:sp>
      <p:sp>
        <p:nvSpPr>
          <p:cNvPr id="10" name="直角三角形 9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直角三角形 10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3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3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3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3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0" grpId="0" build="p"/>
      <p:bldP spid="14341" grpId="0" build="p"/>
      <p:bldP spid="14343" grpId="0" build="p"/>
      <p:bldP spid="14345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Text Box 3">
            <a:extLst>
              <a:ext uri="{FF2B5EF4-FFF2-40B4-BE49-F238E27FC236}">
                <a16:creationId xmlns:a16="http://schemas.microsoft.com/office/drawing/2014/main" id="{3EE97AEE-CAD7-43C1-A6BD-F5E95A976F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938" y="5178425"/>
            <a:ext cx="47148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>
                <a:latin typeface="Times New Roman" panose="02020603050405020304" pitchFamily="18" charset="0"/>
              </a:rPr>
              <a:t>1</a:t>
            </a:r>
            <a:r>
              <a:rPr kumimoji="1" lang="zh-CN" altLang="en-US" sz="2800" b="1">
                <a:latin typeface="Times New Roman" panose="02020603050405020304" pitchFamily="18" charset="0"/>
              </a:rPr>
              <a:t>）交换律    </a:t>
            </a:r>
            <a:r>
              <a:rPr kumimoji="1" lang="en-US" altLang="zh-CN" sz="2800" b="1">
                <a:latin typeface="Times New Roman" panose="02020603050405020304" pitchFamily="18" charset="0"/>
              </a:rPr>
              <a:t>A+B = B+A     </a:t>
            </a:r>
          </a:p>
        </p:txBody>
      </p:sp>
      <p:sp>
        <p:nvSpPr>
          <p:cNvPr id="52228" name="Text Box 4">
            <a:extLst>
              <a:ext uri="{FF2B5EF4-FFF2-40B4-BE49-F238E27FC236}">
                <a16:creationId xmlns:a16="http://schemas.microsoft.com/office/drawing/2014/main" id="{5C5A722D-2241-4A47-BB03-DAE259686E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938" y="5945188"/>
            <a:ext cx="6791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>
                <a:latin typeface="Times New Roman" panose="02020603050405020304" pitchFamily="18" charset="0"/>
              </a:rPr>
              <a:t>2</a:t>
            </a:r>
            <a:r>
              <a:rPr kumimoji="1" lang="zh-CN" altLang="en-US" sz="2800" b="1">
                <a:latin typeface="Times New Roman" panose="02020603050405020304" pitchFamily="18" charset="0"/>
              </a:rPr>
              <a:t>）结合律  （</a:t>
            </a:r>
            <a:r>
              <a:rPr kumimoji="1" lang="en-US" altLang="zh-CN" sz="2800" b="1">
                <a:latin typeface="Times New Roman" panose="02020603050405020304" pitchFamily="18" charset="0"/>
              </a:rPr>
              <a:t>A+B</a:t>
            </a:r>
            <a:r>
              <a:rPr kumimoji="1" lang="zh-CN" altLang="en-US" sz="2800" b="1">
                <a:latin typeface="Times New Roman" panose="02020603050405020304" pitchFamily="18" charset="0"/>
              </a:rPr>
              <a:t>）</a:t>
            </a:r>
            <a:r>
              <a:rPr kumimoji="1" lang="en-US" altLang="zh-CN" sz="2800" b="1">
                <a:latin typeface="Times New Roman" panose="02020603050405020304" pitchFamily="18" charset="0"/>
              </a:rPr>
              <a:t>+C = A+</a:t>
            </a:r>
            <a:r>
              <a:rPr kumimoji="1" lang="zh-CN" altLang="en-US" sz="2800" b="1"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>
                <a:latin typeface="Times New Roman" panose="02020603050405020304" pitchFamily="18" charset="0"/>
              </a:rPr>
              <a:t>B+C</a:t>
            </a:r>
            <a:r>
              <a:rPr kumimoji="1" lang="zh-CN" altLang="en-US" sz="2800" b="1">
                <a:latin typeface="Times New Roman" panose="02020603050405020304" pitchFamily="18" charset="0"/>
              </a:rPr>
              <a:t>）    </a:t>
            </a:r>
          </a:p>
        </p:txBody>
      </p:sp>
      <p:sp>
        <p:nvSpPr>
          <p:cNvPr id="52229" name="Text Box 5">
            <a:extLst>
              <a:ext uri="{FF2B5EF4-FFF2-40B4-BE49-F238E27FC236}">
                <a16:creationId xmlns:a16="http://schemas.microsoft.com/office/drawing/2014/main" id="{A982CC9C-3933-48B2-8ABC-B2CC063D46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375" y="908050"/>
            <a:ext cx="2348720" cy="52322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●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矩阵的加法</a:t>
            </a:r>
          </a:p>
        </p:txBody>
      </p:sp>
      <p:sp>
        <p:nvSpPr>
          <p:cNvPr id="52230" name="Text Box 6">
            <a:extLst>
              <a:ext uri="{FF2B5EF4-FFF2-40B4-BE49-F238E27FC236}">
                <a16:creationId xmlns:a16="http://schemas.microsoft.com/office/drawing/2014/main" id="{6C5347BB-0EDB-46F6-976F-43448E3FC8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463" y="4300538"/>
            <a:ext cx="4095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矩阵加法的运算规律：    </a:t>
            </a:r>
          </a:p>
        </p:txBody>
      </p:sp>
      <p:graphicFrame>
        <p:nvGraphicFramePr>
          <p:cNvPr id="52231" name="Object 7">
            <a:extLst>
              <a:ext uri="{FF2B5EF4-FFF2-40B4-BE49-F238E27FC236}">
                <a16:creationId xmlns:a16="http://schemas.microsoft.com/office/drawing/2014/main" id="{3F5E12B5-772D-411B-BB32-F8D9872648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25538" y="1422400"/>
          <a:ext cx="3600450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8" name="Equation" r:id="rId3" imgW="1231560" imgH="291960" progId="Equation.DSMT4">
                  <p:embed/>
                </p:oleObj>
              </mc:Choice>
              <mc:Fallback>
                <p:oleObj name="Equation" r:id="rId3" imgW="123156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5538" y="1422400"/>
                        <a:ext cx="3600450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2" name="Text Box 8">
            <a:extLst>
              <a:ext uri="{FF2B5EF4-FFF2-40B4-BE49-F238E27FC236}">
                <a16:creationId xmlns:a16="http://schemas.microsoft.com/office/drawing/2014/main" id="{8A762F9F-8EBF-46C2-957E-E7E7EDDA2F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400" y="2297113"/>
            <a:ext cx="55562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</a:rPr>
              <a:t>注意：只有同型矩阵才能相加。    </a:t>
            </a:r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F86A55DF-0EE9-461F-B1E8-DB12DD644720}"/>
              </a:ext>
            </a:extLst>
          </p:cNvPr>
          <p:cNvGrpSpPr>
            <a:grpSpLocks/>
          </p:cNvGrpSpPr>
          <p:nvPr/>
        </p:nvGrpSpPr>
        <p:grpSpPr bwMode="auto">
          <a:xfrm>
            <a:off x="406400" y="2979738"/>
            <a:ext cx="5899150" cy="1169987"/>
            <a:chOff x="256" y="2069"/>
            <a:chExt cx="3716" cy="737"/>
          </a:xfrm>
        </p:grpSpPr>
        <p:graphicFrame>
          <p:nvGraphicFramePr>
            <p:cNvPr id="14340" name="Object 10">
              <a:extLst>
                <a:ext uri="{FF2B5EF4-FFF2-40B4-BE49-F238E27FC236}">
                  <a16:creationId xmlns:a16="http://schemas.microsoft.com/office/drawing/2014/main" id="{E905E611-95C3-47DB-BB96-ED4401CB232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55" y="2069"/>
            <a:ext cx="3217" cy="7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479" name="Equation" r:id="rId5" imgW="1993680" imgH="457200" progId="Equation.DSMT4">
                    <p:embed/>
                  </p:oleObj>
                </mc:Choice>
                <mc:Fallback>
                  <p:oleObj name="Equation" r:id="rId5" imgW="1993680" imgH="457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5" y="2069"/>
                          <a:ext cx="3217" cy="7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52" name="Text Box 11">
              <a:extLst>
                <a:ext uri="{FF2B5EF4-FFF2-40B4-BE49-F238E27FC236}">
                  <a16:creationId xmlns:a16="http://schemas.microsoft.com/office/drawing/2014/main" id="{28C9D79D-E3A2-4F44-9D7F-D0E42D8FA8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6" y="2172"/>
              <a:ext cx="37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3200" b="1"/>
                <a:t>例</a:t>
              </a:r>
            </a:p>
          </p:txBody>
        </p:sp>
      </p:grpSp>
      <p:grpSp>
        <p:nvGrpSpPr>
          <p:cNvPr id="3" name="Group 12">
            <a:extLst>
              <a:ext uri="{FF2B5EF4-FFF2-40B4-BE49-F238E27FC236}">
                <a16:creationId xmlns:a16="http://schemas.microsoft.com/office/drawing/2014/main" id="{72E15F58-C251-44A9-B67B-B353B9A8950D}"/>
              </a:ext>
            </a:extLst>
          </p:cNvPr>
          <p:cNvGrpSpPr>
            <a:grpSpLocks/>
          </p:cNvGrpSpPr>
          <p:nvPr/>
        </p:nvGrpSpPr>
        <p:grpSpPr bwMode="auto">
          <a:xfrm>
            <a:off x="4716463" y="1628775"/>
            <a:ext cx="4427537" cy="3960813"/>
            <a:chOff x="2971" y="1253"/>
            <a:chExt cx="2789" cy="2495"/>
          </a:xfrm>
        </p:grpSpPr>
        <p:sp>
          <p:nvSpPr>
            <p:cNvPr id="14349" name="Oval 13">
              <a:extLst>
                <a:ext uri="{FF2B5EF4-FFF2-40B4-BE49-F238E27FC236}">
                  <a16:creationId xmlns:a16="http://schemas.microsoft.com/office/drawing/2014/main" id="{8CC40791-644C-49B8-8600-675D1D0D9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1" y="2931"/>
              <a:ext cx="2789" cy="81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14350" name="Group 14">
              <a:extLst>
                <a:ext uri="{FF2B5EF4-FFF2-40B4-BE49-F238E27FC236}">
                  <a16:creationId xmlns:a16="http://schemas.microsoft.com/office/drawing/2014/main" id="{DF8DABF1-A896-408B-BE19-98BE8CC0B9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8" y="1253"/>
              <a:ext cx="2245" cy="2308"/>
              <a:chOff x="3288" y="1253"/>
              <a:chExt cx="2245" cy="2308"/>
            </a:xfrm>
          </p:grpSpPr>
          <p:graphicFrame>
            <p:nvGraphicFramePr>
              <p:cNvPr id="14339" name="Object 15">
                <a:extLst>
                  <a:ext uri="{FF2B5EF4-FFF2-40B4-BE49-F238E27FC236}">
                    <a16:creationId xmlns:a16="http://schemas.microsoft.com/office/drawing/2014/main" id="{DD732678-C5B5-44A8-A0B9-E1F47EDF266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288" y="3112"/>
              <a:ext cx="2245" cy="44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1480" name="Equation" r:id="rId7" imgW="1143000" imgH="228600" progId="Equation.DSMT4">
                      <p:embed/>
                    </p:oleObj>
                  </mc:Choice>
                  <mc:Fallback>
                    <p:oleObj name="Equation" r:id="rId7" imgW="1143000" imgH="2286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88" y="3112"/>
                            <a:ext cx="2245" cy="449"/>
                          </a:xfrm>
                          <a:prstGeom prst="rect">
                            <a:avLst/>
                          </a:prstGeom>
                          <a:solidFill>
                            <a:srgbClr val="FFFF00"/>
                          </a:solidFill>
                          <a:ln>
                            <a:noFill/>
                          </a:ln>
                          <a:effectLst/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4351" name="AutoShape 16">
                <a:extLst>
                  <a:ext uri="{FF2B5EF4-FFF2-40B4-BE49-F238E27FC236}">
                    <a16:creationId xmlns:a16="http://schemas.microsoft.com/office/drawing/2014/main" id="{C6567A83-9BDC-41E2-8F75-F6C725B2A8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49" y="1253"/>
                <a:ext cx="635" cy="1315"/>
              </a:xfrm>
              <a:prstGeom prst="wedgeEllipseCallout">
                <a:avLst>
                  <a:gd name="adj1" fmla="val -92204"/>
                  <a:gd name="adj2" fmla="val 77528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800" b="1"/>
                  <a:t>显然成立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2876697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7" grpId="0" build="p" autoUpdateAnimBg="0"/>
      <p:bldP spid="52228" grpId="0" build="p" autoUpdateAnimBg="0"/>
      <p:bldP spid="52229" grpId="0" build="p" autoUpdateAnimBg="0"/>
      <p:bldP spid="52230" grpId="0" build="p" autoUpdateAnimBg="0"/>
      <p:bldP spid="5223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>
            <a:extLst>
              <a:ext uri="{FF2B5EF4-FFF2-40B4-BE49-F238E27FC236}">
                <a16:creationId xmlns:a16="http://schemas.microsoft.com/office/drawing/2014/main" id="{DA1D5AFD-8C25-4A9D-A171-3F22051B8B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73038"/>
            <a:ext cx="35083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●</a:t>
            </a:r>
            <a:r>
              <a:rPr lang="zh-CN" altLang="en-US" sz="3600" b="1">
                <a:solidFill>
                  <a:srgbClr val="0000FF"/>
                </a:solidFill>
                <a:latin typeface="Times New Roman" panose="02020603050405020304" pitchFamily="18" charset="0"/>
              </a:rPr>
              <a:t>矩阵的减法     </a:t>
            </a: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498FE18B-68E4-4CFC-BEAE-FB6FA5E3E889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836613"/>
            <a:ext cx="7632700" cy="4125912"/>
            <a:chOff x="354" y="527"/>
            <a:chExt cx="4808" cy="2599"/>
          </a:xfrm>
        </p:grpSpPr>
        <p:sp>
          <p:nvSpPr>
            <p:cNvPr id="15377" name="Text Box 4">
              <a:extLst>
                <a:ext uri="{FF2B5EF4-FFF2-40B4-BE49-F238E27FC236}">
                  <a16:creationId xmlns:a16="http://schemas.microsoft.com/office/drawing/2014/main" id="{FDA77BFD-5756-494E-9B86-EA97EF69CA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" y="1038"/>
              <a:ext cx="3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2800" b="1">
                  <a:latin typeface="Times New Roman" panose="02020603050405020304" pitchFamily="18" charset="0"/>
                </a:rPr>
                <a:t>设</a:t>
              </a:r>
            </a:p>
          </p:txBody>
        </p:sp>
        <p:grpSp>
          <p:nvGrpSpPr>
            <p:cNvPr id="15378" name="Group 5">
              <a:extLst>
                <a:ext uri="{FF2B5EF4-FFF2-40B4-BE49-F238E27FC236}">
                  <a16:creationId xmlns:a16="http://schemas.microsoft.com/office/drawing/2014/main" id="{0294B33B-4BA4-40F8-B8C0-3323873A1F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4" y="527"/>
              <a:ext cx="4808" cy="2599"/>
              <a:chOff x="354" y="527"/>
              <a:chExt cx="4808" cy="2599"/>
            </a:xfrm>
          </p:grpSpPr>
          <p:graphicFrame>
            <p:nvGraphicFramePr>
              <p:cNvPr id="15365" name="Object 6">
                <a:extLst>
                  <a:ext uri="{FF2B5EF4-FFF2-40B4-BE49-F238E27FC236}">
                    <a16:creationId xmlns:a16="http://schemas.microsoft.com/office/drawing/2014/main" id="{92727C2D-0D7C-4BA2-A5D1-62615628C53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71" y="527"/>
              <a:ext cx="2400" cy="135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764" name="Equation" r:id="rId3" imgW="1257120" imgH="711000" progId="Equation.DSMT4">
                      <p:embed/>
                    </p:oleObj>
                  </mc:Choice>
                  <mc:Fallback>
                    <p:oleObj name="Equation" r:id="rId3" imgW="1257120" imgH="711000" progId="Equation.DSMT4">
                      <p:embed/>
                      <p:pic>
                        <p:nvPicPr>
                          <p:cNvPr id="15365" name="Object 6">
                            <a:extLst>
                              <a:ext uri="{FF2B5EF4-FFF2-40B4-BE49-F238E27FC236}">
                                <a16:creationId xmlns:a16="http://schemas.microsoft.com/office/drawing/2014/main" id="{92727C2D-0D7C-4BA2-A5D1-62615628C536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71" y="527"/>
                            <a:ext cx="2400" cy="135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5379" name="Group 7">
                <a:extLst>
                  <a:ext uri="{FF2B5EF4-FFF2-40B4-BE49-F238E27FC236}">
                    <a16:creationId xmlns:a16="http://schemas.microsoft.com/office/drawing/2014/main" id="{0011E562-6B83-44D3-B944-52B88BB81ED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4" y="1030"/>
                <a:ext cx="4808" cy="2096"/>
                <a:chOff x="354" y="1030"/>
                <a:chExt cx="4808" cy="2096"/>
              </a:xfrm>
            </p:grpSpPr>
            <p:sp>
              <p:nvSpPr>
                <p:cNvPr id="15380" name="Text Box 8">
                  <a:extLst>
                    <a:ext uri="{FF2B5EF4-FFF2-40B4-BE49-F238E27FC236}">
                      <a16:creationId xmlns:a16="http://schemas.microsoft.com/office/drawing/2014/main" id="{37856F57-497D-41D2-84D2-3EB13A62025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54" y="1030"/>
                  <a:ext cx="1422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800" b="1"/>
                    <a:t>，则称矩阵   </a:t>
                  </a:r>
                </a:p>
              </p:txBody>
            </p:sp>
            <p:grpSp>
              <p:nvGrpSpPr>
                <p:cNvPr id="15381" name="Group 9">
                  <a:extLst>
                    <a:ext uri="{FF2B5EF4-FFF2-40B4-BE49-F238E27FC236}">
                      <a16:creationId xmlns:a16="http://schemas.microsoft.com/office/drawing/2014/main" id="{9B38690F-3125-4631-910D-06B6E2F7D4F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54" y="1842"/>
                  <a:ext cx="4808" cy="1284"/>
                  <a:chOff x="476" y="1919"/>
                  <a:chExt cx="4808" cy="1284"/>
                </a:xfrm>
              </p:grpSpPr>
              <p:graphicFrame>
                <p:nvGraphicFramePr>
                  <p:cNvPr id="15366" name="Object 10">
                    <a:extLst>
                      <a:ext uri="{FF2B5EF4-FFF2-40B4-BE49-F238E27FC236}">
                        <a16:creationId xmlns:a16="http://schemas.microsoft.com/office/drawing/2014/main" id="{7D2B988D-9791-498F-A654-7748B7B5B2DB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476" y="1919"/>
                  <a:ext cx="2133" cy="1284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28765" name="Equation" r:id="rId5" imgW="1180800" imgH="711000" progId="Equation.DSMT4">
                          <p:embed/>
                        </p:oleObj>
                      </mc:Choice>
                      <mc:Fallback>
                        <p:oleObj name="Equation" r:id="rId5" imgW="1180800" imgH="711000" progId="Equation.DSMT4">
                          <p:embed/>
                          <p:pic>
                            <p:nvPicPr>
                              <p:cNvPr id="15366" name="Object 10">
                                <a:extLst>
                                  <a:ext uri="{FF2B5EF4-FFF2-40B4-BE49-F238E27FC236}">
                                    <a16:creationId xmlns:a16="http://schemas.microsoft.com/office/drawing/2014/main" id="{7D2B988D-9791-498F-A654-7748B7B5B2DB}"/>
                                  </a:ext>
                                </a:extLst>
                              </p:cNvPr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6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76" y="1919"/>
                                <a:ext cx="2133" cy="1284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15367" name="Object 11">
                    <a:extLst>
                      <a:ext uri="{FF2B5EF4-FFF2-40B4-BE49-F238E27FC236}">
                        <a16:creationId xmlns:a16="http://schemas.microsoft.com/office/drawing/2014/main" id="{52DBA239-FA9E-4144-9E9E-8A96C9299FE4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4625" y="2409"/>
                  <a:ext cx="432" cy="295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28766" name="Equation" r:id="rId7" imgW="241200" imgH="164880" progId="Equation.DSMT4">
                          <p:embed/>
                        </p:oleObj>
                      </mc:Choice>
                      <mc:Fallback>
                        <p:oleObj name="Equation" r:id="rId7" imgW="241200" imgH="164880" progId="Equation.DSMT4">
                          <p:embed/>
                          <p:pic>
                            <p:nvPicPr>
                              <p:cNvPr id="15367" name="Object 11">
                                <a:extLst>
                                  <a:ext uri="{FF2B5EF4-FFF2-40B4-BE49-F238E27FC236}">
                                    <a16:creationId xmlns:a16="http://schemas.microsoft.com/office/drawing/2014/main" id="{52DBA239-FA9E-4144-9E9E-8A96C9299FE4}"/>
                                  </a:ext>
                                </a:extLst>
                              </p:cNvPr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8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625" y="2409"/>
                                <a:ext cx="432" cy="295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15382" name="Text Box 12">
                    <a:extLst>
                      <a:ext uri="{FF2B5EF4-FFF2-40B4-BE49-F238E27FC236}">
                        <a16:creationId xmlns:a16="http://schemas.microsoft.com/office/drawing/2014/main" id="{D592CC60-51F1-4817-B61E-68731C11EFD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517" y="2400"/>
                    <a:ext cx="2126" cy="32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kumimoji="1" lang="zh-CN" altLang="en-US" sz="2800" b="1">
                        <a:latin typeface="Times New Roman" panose="02020603050405020304" pitchFamily="18" charset="0"/>
                      </a:rPr>
                      <a:t>为</a:t>
                    </a:r>
                    <a:r>
                      <a:rPr kumimoji="1" lang="en-US" altLang="zh-CN" sz="2800" b="1">
                        <a:latin typeface="Times New Roman" panose="02020603050405020304" pitchFamily="18" charset="0"/>
                      </a:rPr>
                      <a:t>A </a:t>
                    </a:r>
                    <a:r>
                      <a:rPr kumimoji="1" lang="zh-CN" altLang="en-US" sz="2800" b="1">
                        <a:latin typeface="Times New Roman" panose="02020603050405020304" pitchFamily="18" charset="0"/>
                      </a:rPr>
                      <a:t>的</a:t>
                    </a:r>
                    <a:r>
                      <a:rPr kumimoji="1" lang="zh-CN" altLang="en-US" sz="2800" b="1">
                        <a:solidFill>
                          <a:srgbClr val="0000FF"/>
                        </a:solidFill>
                        <a:latin typeface="Times New Roman" panose="02020603050405020304" pitchFamily="18" charset="0"/>
                      </a:rPr>
                      <a:t>负矩阵</a:t>
                    </a:r>
                    <a:r>
                      <a:rPr kumimoji="1" lang="zh-CN" altLang="en-US" sz="2800" b="1">
                        <a:latin typeface="Times New Roman" panose="02020603050405020304" pitchFamily="18" charset="0"/>
                      </a:rPr>
                      <a:t>，记作</a:t>
                    </a:r>
                  </a:p>
                </p:txBody>
              </p:sp>
              <p:sp>
                <p:nvSpPr>
                  <p:cNvPr id="15383" name="Text Box 13">
                    <a:extLst>
                      <a:ext uri="{FF2B5EF4-FFF2-40B4-BE49-F238E27FC236}">
                        <a16:creationId xmlns:a16="http://schemas.microsoft.com/office/drawing/2014/main" id="{407C50A2-E3FE-4EE6-8B33-2BC61AADAD26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944" y="2387"/>
                    <a:ext cx="340" cy="32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en-US" sz="2800" b="1"/>
                      <a:t>。</a:t>
                    </a:r>
                  </a:p>
                </p:txBody>
              </p:sp>
            </p:grpSp>
          </p:grpSp>
        </p:grpSp>
      </p:grpSp>
      <p:grpSp>
        <p:nvGrpSpPr>
          <p:cNvPr id="6" name="Group 14">
            <a:extLst>
              <a:ext uri="{FF2B5EF4-FFF2-40B4-BE49-F238E27FC236}">
                <a16:creationId xmlns:a16="http://schemas.microsoft.com/office/drawing/2014/main" id="{AB14470F-3B3D-43E7-AA40-CB3CD5CE192E}"/>
              </a:ext>
            </a:extLst>
          </p:cNvPr>
          <p:cNvGrpSpPr>
            <a:grpSpLocks/>
          </p:cNvGrpSpPr>
          <p:nvPr/>
        </p:nvGrpSpPr>
        <p:grpSpPr bwMode="auto">
          <a:xfrm>
            <a:off x="395288" y="5187950"/>
            <a:ext cx="8120062" cy="1336675"/>
            <a:chOff x="418" y="3223"/>
            <a:chExt cx="5115" cy="842"/>
          </a:xfrm>
        </p:grpSpPr>
        <p:sp>
          <p:nvSpPr>
            <p:cNvPr id="15374" name="Text Box 15">
              <a:extLst>
                <a:ext uri="{FF2B5EF4-FFF2-40B4-BE49-F238E27FC236}">
                  <a16:creationId xmlns:a16="http://schemas.microsoft.com/office/drawing/2014/main" id="{D937A18E-11C0-4174-B179-0977D58B36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8" y="3228"/>
              <a:ext cx="290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若</a:t>
              </a:r>
              <a:r>
                <a:rPr lang="en-US" altLang="zh-CN" sz="2800" b="1"/>
                <a:t>A</a:t>
              </a:r>
              <a:r>
                <a:rPr lang="zh-CN" altLang="en-US" sz="2800" b="1"/>
                <a:t>、</a:t>
              </a:r>
              <a:r>
                <a:rPr lang="en-US" altLang="zh-CN" sz="2800" b="1"/>
                <a:t>B</a:t>
              </a:r>
              <a:r>
                <a:rPr lang="zh-CN" altLang="en-US" sz="2800" b="1"/>
                <a:t>为</a:t>
              </a:r>
              <a:r>
                <a:rPr lang="zh-CN" altLang="en-US" sz="2800" b="1">
                  <a:solidFill>
                    <a:srgbClr val="0000FF"/>
                  </a:solidFill>
                </a:rPr>
                <a:t>同型</a:t>
              </a:r>
              <a:r>
                <a:rPr lang="zh-CN" altLang="en-US" sz="2800" b="1"/>
                <a:t>矩阵，则规定</a:t>
              </a:r>
            </a:p>
          </p:txBody>
        </p:sp>
        <p:graphicFrame>
          <p:nvGraphicFramePr>
            <p:cNvPr id="15363" name="Object 16">
              <a:extLst>
                <a:ext uri="{FF2B5EF4-FFF2-40B4-BE49-F238E27FC236}">
                  <a16:creationId xmlns:a16="http://schemas.microsoft.com/office/drawing/2014/main" id="{00C13F94-DA0B-4879-896E-75D11AF3B90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44" y="3223"/>
            <a:ext cx="1995" cy="3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67" name="Equation" r:id="rId9" imgW="1066680" imgH="203040" progId="Equation.DSMT4">
                    <p:embed/>
                  </p:oleObj>
                </mc:Choice>
                <mc:Fallback>
                  <p:oleObj name="Equation" r:id="rId9" imgW="1066680" imgH="203040" progId="Equation.DSMT4">
                    <p:embed/>
                    <p:pic>
                      <p:nvPicPr>
                        <p:cNvPr id="15363" name="Object 16">
                          <a:extLst>
                            <a:ext uri="{FF2B5EF4-FFF2-40B4-BE49-F238E27FC236}">
                              <a16:creationId xmlns:a16="http://schemas.microsoft.com/office/drawing/2014/main" id="{00C13F94-DA0B-4879-896E-75D11AF3B90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44" y="3223"/>
                          <a:ext cx="1995" cy="3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75" name="Text Box 17">
              <a:extLst>
                <a:ext uri="{FF2B5EF4-FFF2-40B4-BE49-F238E27FC236}">
                  <a16:creationId xmlns:a16="http://schemas.microsoft.com/office/drawing/2014/main" id="{33D27874-25F3-4F9C-8A84-0A9E421049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" y="3602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即</a:t>
              </a:r>
            </a:p>
          </p:txBody>
        </p:sp>
        <p:graphicFrame>
          <p:nvGraphicFramePr>
            <p:cNvPr id="15364" name="Object 18">
              <a:extLst>
                <a:ext uri="{FF2B5EF4-FFF2-40B4-BE49-F238E27FC236}">
                  <a16:creationId xmlns:a16="http://schemas.microsoft.com/office/drawing/2014/main" id="{BCE847EC-88EE-4459-8C40-69A8F1A976C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48" y="3559"/>
            <a:ext cx="2132" cy="5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68" name="Equation" r:id="rId11" imgW="1231560" imgH="291960" progId="Equation.DSMT4">
                    <p:embed/>
                  </p:oleObj>
                </mc:Choice>
                <mc:Fallback>
                  <p:oleObj name="Equation" r:id="rId11" imgW="1231560" imgH="291960" progId="Equation.DSMT4">
                    <p:embed/>
                    <p:pic>
                      <p:nvPicPr>
                        <p:cNvPr id="15364" name="Object 18">
                          <a:extLst>
                            <a:ext uri="{FF2B5EF4-FFF2-40B4-BE49-F238E27FC236}">
                              <a16:creationId xmlns:a16="http://schemas.microsoft.com/office/drawing/2014/main" id="{BCE847EC-88EE-4459-8C40-69A8F1A976C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8" y="3559"/>
                          <a:ext cx="2132" cy="5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76" name="Text Box 19">
              <a:extLst>
                <a:ext uri="{FF2B5EF4-FFF2-40B4-BE49-F238E27FC236}">
                  <a16:creationId xmlns:a16="http://schemas.microsoft.com/office/drawing/2014/main" id="{6281248B-48F3-46E7-A049-56972B71C4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93" y="3239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，</a:t>
              </a:r>
            </a:p>
          </p:txBody>
        </p:sp>
      </p:grpSp>
      <p:grpSp>
        <p:nvGrpSpPr>
          <p:cNvPr id="7" name="Group 20">
            <a:extLst>
              <a:ext uri="{FF2B5EF4-FFF2-40B4-BE49-F238E27FC236}">
                <a16:creationId xmlns:a16="http://schemas.microsoft.com/office/drawing/2014/main" id="{E6F603EF-A2A1-4F9F-A9C9-7E1CE84EB78A}"/>
              </a:ext>
            </a:extLst>
          </p:cNvPr>
          <p:cNvGrpSpPr>
            <a:grpSpLocks/>
          </p:cNvGrpSpPr>
          <p:nvPr/>
        </p:nvGrpSpPr>
        <p:grpSpPr bwMode="auto">
          <a:xfrm>
            <a:off x="5508625" y="117475"/>
            <a:ext cx="3492500" cy="1223963"/>
            <a:chOff x="3470" y="210"/>
            <a:chExt cx="2200" cy="771"/>
          </a:xfrm>
        </p:grpSpPr>
        <p:sp>
          <p:nvSpPr>
            <p:cNvPr id="15373" name="AutoShape 21">
              <a:extLst>
                <a:ext uri="{FF2B5EF4-FFF2-40B4-BE49-F238E27FC236}">
                  <a16:creationId xmlns:a16="http://schemas.microsoft.com/office/drawing/2014/main" id="{7611AD0E-658E-459F-B0BA-2BD2DC73B8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0" y="210"/>
              <a:ext cx="2200" cy="771"/>
            </a:xfrm>
            <a:prstGeom prst="flowChartAlternateProcess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15362" name="Object 22">
              <a:extLst>
                <a:ext uri="{FF2B5EF4-FFF2-40B4-BE49-F238E27FC236}">
                  <a16:creationId xmlns:a16="http://schemas.microsoft.com/office/drawing/2014/main" id="{2241CF6F-C094-4E8E-9965-B1E66AFB2E5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60" y="365"/>
            <a:ext cx="1927" cy="3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69" name="Equation" r:id="rId13" imgW="1130040" imgH="228600" progId="Equation.DSMT4">
                    <p:embed/>
                  </p:oleObj>
                </mc:Choice>
                <mc:Fallback>
                  <p:oleObj name="Equation" r:id="rId13" imgW="1130040" imgH="228600" progId="Equation.DSMT4">
                    <p:embed/>
                    <p:pic>
                      <p:nvPicPr>
                        <p:cNvPr id="15362" name="Object 22">
                          <a:extLst>
                            <a:ext uri="{FF2B5EF4-FFF2-40B4-BE49-F238E27FC236}">
                              <a16:creationId xmlns:a16="http://schemas.microsoft.com/office/drawing/2014/main" id="{2241CF6F-C094-4E8E-9965-B1E66AFB2E5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0" y="365"/>
                          <a:ext cx="1927" cy="389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3271" name="Text Box 23">
            <a:extLst>
              <a:ext uri="{FF2B5EF4-FFF2-40B4-BE49-F238E27FC236}">
                <a16:creationId xmlns:a16="http://schemas.microsoft.com/office/drawing/2014/main" id="{5C22E2E7-BCD5-4EB7-8D3C-2191CE1D8E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5791200"/>
            <a:ext cx="3740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/>
              <a:t>对应位置上的元素相减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3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3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0" grpId="0"/>
      <p:bldP spid="5327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/>
          <p:nvPr/>
        </p:nvSpPr>
        <p:spPr>
          <a:xfrm>
            <a:off x="723265" y="1035685"/>
            <a:ext cx="32766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</a:t>
            </a:r>
            <a:r>
              <a:rPr lang="zh-CN" altLang="en-US" sz="24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矩阵的数乘运算</a:t>
            </a:r>
          </a:p>
        </p:txBody>
      </p:sp>
      <p:sp>
        <p:nvSpPr>
          <p:cNvPr id="16387" name="Rectangle 3"/>
          <p:cNvSpPr/>
          <p:nvPr/>
        </p:nvSpPr>
        <p:spPr>
          <a:xfrm>
            <a:off x="772160" y="1683385"/>
            <a:ext cx="153035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0033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</a:t>
            </a:r>
            <a:r>
              <a:rPr lang="en-US" altLang="zh-CN" sz="2400" b="1" dirty="0">
                <a:solidFill>
                  <a:srgbClr val="0033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2.1.6</a:t>
            </a:r>
          </a:p>
        </p:txBody>
      </p:sp>
      <p:sp>
        <p:nvSpPr>
          <p:cNvPr id="13316" name="Rectangle 4"/>
          <p:cNvSpPr/>
          <p:nvPr/>
        </p:nvSpPr>
        <p:spPr>
          <a:xfrm>
            <a:off x="3500438" y="33289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3317" name="Rectangle 5"/>
          <p:cNvSpPr/>
          <p:nvPr/>
        </p:nvSpPr>
        <p:spPr>
          <a:xfrm>
            <a:off x="3224213" y="33289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6390" name="Object 6"/>
          <p:cNvGraphicFramePr>
            <a:graphicFrameLocks noChangeAspect="1"/>
          </p:cNvGraphicFramePr>
          <p:nvPr/>
        </p:nvGraphicFramePr>
        <p:xfrm>
          <a:off x="2302510" y="1708785"/>
          <a:ext cx="586740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18" r:id="rId6" imgW="2692400" imgH="203200" progId="Equation.3">
                  <p:embed/>
                </p:oleObj>
              </mc:Choice>
              <mc:Fallback>
                <p:oleObj r:id="rId6" imgW="2692400" imgH="2032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302510" y="1708785"/>
                        <a:ext cx="5867400" cy="434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9" name="Rectangle 7"/>
          <p:cNvSpPr/>
          <p:nvPr/>
        </p:nvSpPr>
        <p:spPr>
          <a:xfrm>
            <a:off x="3409950" y="29575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6392" name="Object 8"/>
          <p:cNvGraphicFramePr>
            <a:graphicFrameLocks noChangeAspect="1"/>
          </p:cNvGraphicFramePr>
          <p:nvPr/>
        </p:nvGraphicFramePr>
        <p:xfrm>
          <a:off x="1752600" y="2407285"/>
          <a:ext cx="4876800" cy="197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19" r:id="rId8" imgW="3098800" imgH="1257300" progId="Equation.3">
                  <p:embed/>
                </p:oleObj>
              </mc:Choice>
              <mc:Fallback>
                <p:oleObj r:id="rId8" imgW="3098800" imgH="12573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00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752600" y="2407285"/>
                        <a:ext cx="4876800" cy="1978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1" name="Rectangle 9"/>
          <p:cNvSpPr/>
          <p:nvPr/>
        </p:nvSpPr>
        <p:spPr>
          <a:xfrm>
            <a:off x="4081463" y="33289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6394" name="Object 10"/>
          <p:cNvGraphicFramePr>
            <a:graphicFrameLocks noChangeAspect="1"/>
          </p:cNvGraphicFramePr>
          <p:nvPr/>
        </p:nvGraphicFramePr>
        <p:xfrm>
          <a:off x="1371600" y="4617085"/>
          <a:ext cx="2438400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20" r:id="rId10" imgW="977265" imgH="203200" progId="Equation.3">
                  <p:embed/>
                </p:oleObj>
              </mc:Choice>
              <mc:Fallback>
                <p:oleObj r:id="rId10" imgW="977265" imgH="2032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371600" y="4617085"/>
                        <a:ext cx="2438400" cy="4968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3" name="Text Box 11"/>
          <p:cNvSpPr txBox="1"/>
          <p:nvPr/>
        </p:nvSpPr>
        <p:spPr>
          <a:xfrm>
            <a:off x="1524000" y="5607685"/>
            <a:ext cx="838200" cy="4270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endParaRPr lang="zh-CN" altLang="zh-CN" sz="2200" dirty="0">
              <a:latin typeface="Arial" panose="020B0604020202020204" pitchFamily="34" charset="0"/>
            </a:endParaRPr>
          </a:p>
        </p:txBody>
      </p:sp>
      <p:sp>
        <p:nvSpPr>
          <p:cNvPr id="16396" name="Text Box 12"/>
          <p:cNvSpPr txBox="1"/>
          <p:nvPr/>
        </p:nvSpPr>
        <p:spPr>
          <a:xfrm>
            <a:off x="609600" y="4617085"/>
            <a:ext cx="914400" cy="4270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>
                <a:latin typeface="Arial" panose="020B0604020202020204" pitchFamily="34" charset="0"/>
              </a:rPr>
              <a:t>（</a:t>
            </a:r>
            <a:r>
              <a:rPr lang="en-US" altLang="zh-CN" sz="2200" dirty="0">
                <a:latin typeface="Arial" panose="020B0604020202020204" pitchFamily="34" charset="0"/>
              </a:rPr>
              <a:t>1</a:t>
            </a:r>
            <a:r>
              <a:rPr lang="zh-CN" altLang="en-US" sz="2200" dirty="0">
                <a:latin typeface="Arial" panose="020B0604020202020204" pitchFamily="34" charset="0"/>
              </a:rPr>
              <a:t>）</a:t>
            </a:r>
          </a:p>
        </p:txBody>
      </p:sp>
      <p:sp>
        <p:nvSpPr>
          <p:cNvPr id="16397" name="Rectangle 13"/>
          <p:cNvSpPr/>
          <p:nvPr/>
        </p:nvSpPr>
        <p:spPr>
          <a:xfrm>
            <a:off x="609600" y="5302885"/>
            <a:ext cx="898525" cy="4270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200" dirty="0">
                <a:latin typeface="Arial" panose="020B0604020202020204" pitchFamily="34" charset="0"/>
              </a:rPr>
              <a:t>（</a:t>
            </a:r>
            <a:r>
              <a:rPr lang="en-US" altLang="zh-CN" sz="2200" dirty="0">
                <a:latin typeface="Arial" panose="020B0604020202020204" pitchFamily="34" charset="0"/>
              </a:rPr>
              <a:t>2</a:t>
            </a:r>
            <a:r>
              <a:rPr lang="zh-CN" altLang="en-US" sz="2200" dirty="0">
                <a:latin typeface="Arial" panose="020B0604020202020204" pitchFamily="34" charset="0"/>
              </a:rPr>
              <a:t>）</a:t>
            </a:r>
          </a:p>
        </p:txBody>
      </p:sp>
      <p:sp>
        <p:nvSpPr>
          <p:cNvPr id="16398" name="Rectangle 14"/>
          <p:cNvSpPr/>
          <p:nvPr/>
        </p:nvSpPr>
        <p:spPr>
          <a:xfrm>
            <a:off x="609600" y="5988685"/>
            <a:ext cx="898525" cy="4270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200" dirty="0">
                <a:latin typeface="Arial" panose="020B0604020202020204" pitchFamily="34" charset="0"/>
              </a:rPr>
              <a:t>（</a:t>
            </a:r>
            <a:r>
              <a:rPr lang="en-US" altLang="zh-CN" sz="2200" dirty="0">
                <a:latin typeface="Arial" panose="020B0604020202020204" pitchFamily="34" charset="0"/>
              </a:rPr>
              <a:t>3</a:t>
            </a:r>
            <a:r>
              <a:rPr lang="zh-CN" altLang="en-US" sz="2200" dirty="0">
                <a:latin typeface="Arial" panose="020B0604020202020204" pitchFamily="34" charset="0"/>
              </a:rPr>
              <a:t>）</a:t>
            </a:r>
          </a:p>
        </p:txBody>
      </p:sp>
      <p:sp>
        <p:nvSpPr>
          <p:cNvPr id="13327" name="Rectangle 15"/>
          <p:cNvSpPr/>
          <p:nvPr/>
        </p:nvSpPr>
        <p:spPr>
          <a:xfrm>
            <a:off x="3943350" y="33289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6400" name="Object 16"/>
          <p:cNvGraphicFramePr>
            <a:graphicFrameLocks noChangeAspect="1"/>
          </p:cNvGraphicFramePr>
          <p:nvPr/>
        </p:nvGraphicFramePr>
        <p:xfrm>
          <a:off x="1371600" y="5379085"/>
          <a:ext cx="2743200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21" r:id="rId12" imgW="1256665" imgH="203200" progId="Equation.3">
                  <p:embed/>
                </p:oleObj>
              </mc:Choice>
              <mc:Fallback>
                <p:oleObj r:id="rId12" imgW="1256665" imgH="2032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371600" y="5379085"/>
                        <a:ext cx="2743200" cy="4365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9" name="Rectangle 17"/>
          <p:cNvSpPr/>
          <p:nvPr/>
        </p:nvSpPr>
        <p:spPr>
          <a:xfrm>
            <a:off x="3943350" y="33289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3330" name="Rectangle 18"/>
          <p:cNvSpPr/>
          <p:nvPr/>
        </p:nvSpPr>
        <p:spPr>
          <a:xfrm>
            <a:off x="3943350" y="33289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6403" name="Object 19"/>
          <p:cNvGraphicFramePr>
            <a:graphicFrameLocks noChangeAspect="1"/>
          </p:cNvGraphicFramePr>
          <p:nvPr/>
        </p:nvGraphicFramePr>
        <p:xfrm>
          <a:off x="1371600" y="5988685"/>
          <a:ext cx="289560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22" r:id="rId14" imgW="1256665" imgH="203200" progId="Equation.3">
                  <p:embed/>
                </p:oleObj>
              </mc:Choice>
              <mc:Fallback>
                <p:oleObj r:id="rId14" imgW="1256665" imgH="20320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371600" y="5988685"/>
                        <a:ext cx="2895600" cy="460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4" name="Rectangle 20"/>
          <p:cNvSpPr/>
          <p:nvPr/>
        </p:nvSpPr>
        <p:spPr>
          <a:xfrm>
            <a:off x="4572000" y="4617085"/>
            <a:ext cx="898525" cy="4270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200" dirty="0">
                <a:latin typeface="Arial" panose="020B0604020202020204" pitchFamily="34" charset="0"/>
              </a:rPr>
              <a:t>（</a:t>
            </a:r>
            <a:r>
              <a:rPr lang="en-US" altLang="zh-CN" sz="2200" dirty="0">
                <a:latin typeface="Arial" panose="020B0604020202020204" pitchFamily="34" charset="0"/>
              </a:rPr>
              <a:t>4</a:t>
            </a:r>
            <a:r>
              <a:rPr lang="zh-CN" altLang="en-US" sz="2200" dirty="0">
                <a:latin typeface="Arial" panose="020B0604020202020204" pitchFamily="34" charset="0"/>
              </a:rPr>
              <a:t>）</a:t>
            </a:r>
          </a:p>
        </p:txBody>
      </p:sp>
      <p:sp>
        <p:nvSpPr>
          <p:cNvPr id="16405" name="Rectangle 21"/>
          <p:cNvSpPr/>
          <p:nvPr/>
        </p:nvSpPr>
        <p:spPr>
          <a:xfrm>
            <a:off x="4572000" y="5379085"/>
            <a:ext cx="898525" cy="4270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200" dirty="0">
                <a:latin typeface="Arial" panose="020B0604020202020204" pitchFamily="34" charset="0"/>
              </a:rPr>
              <a:t>（</a:t>
            </a:r>
            <a:r>
              <a:rPr lang="en-US" altLang="zh-CN" sz="2200" dirty="0">
                <a:latin typeface="Arial" panose="020B0604020202020204" pitchFamily="34" charset="0"/>
              </a:rPr>
              <a:t>5</a:t>
            </a:r>
            <a:r>
              <a:rPr lang="zh-CN" altLang="en-US" sz="2200" dirty="0">
                <a:latin typeface="Arial" panose="020B0604020202020204" pitchFamily="34" charset="0"/>
              </a:rPr>
              <a:t>）</a:t>
            </a:r>
          </a:p>
        </p:txBody>
      </p:sp>
      <p:sp>
        <p:nvSpPr>
          <p:cNvPr id="16406" name="Rectangle 22"/>
          <p:cNvSpPr/>
          <p:nvPr/>
        </p:nvSpPr>
        <p:spPr>
          <a:xfrm>
            <a:off x="4572000" y="5988685"/>
            <a:ext cx="898525" cy="4270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200" dirty="0">
                <a:latin typeface="Arial" panose="020B0604020202020204" pitchFamily="34" charset="0"/>
              </a:rPr>
              <a:t>（</a:t>
            </a:r>
            <a:r>
              <a:rPr lang="en-US" altLang="zh-CN" sz="2200" dirty="0">
                <a:latin typeface="Arial" panose="020B0604020202020204" pitchFamily="34" charset="0"/>
              </a:rPr>
              <a:t>6</a:t>
            </a:r>
            <a:r>
              <a:rPr lang="zh-CN" altLang="en-US" sz="2200" dirty="0">
                <a:latin typeface="Arial" panose="020B0604020202020204" pitchFamily="34" charset="0"/>
              </a:rPr>
              <a:t>）</a:t>
            </a:r>
          </a:p>
        </p:txBody>
      </p:sp>
      <p:sp>
        <p:nvSpPr>
          <p:cNvPr id="13335" name="Rectangle 23"/>
          <p:cNvSpPr/>
          <p:nvPr/>
        </p:nvSpPr>
        <p:spPr>
          <a:xfrm>
            <a:off x="4300538" y="33480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6408" name="Object 24"/>
          <p:cNvGraphicFramePr>
            <a:graphicFrameLocks noChangeAspect="1"/>
          </p:cNvGraphicFramePr>
          <p:nvPr/>
        </p:nvGraphicFramePr>
        <p:xfrm>
          <a:off x="5334000" y="4617085"/>
          <a:ext cx="1371600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23" r:id="rId16" imgW="545465" imgH="165100" progId="Equation.3">
                  <p:embed/>
                </p:oleObj>
              </mc:Choice>
              <mc:Fallback>
                <p:oleObj r:id="rId16" imgW="545465" imgH="16510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334000" y="4617085"/>
                        <a:ext cx="1371600" cy="409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7" name="Rectangle 25"/>
          <p:cNvSpPr/>
          <p:nvPr/>
        </p:nvSpPr>
        <p:spPr>
          <a:xfrm>
            <a:off x="4152900" y="33289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6410" name="Object 26"/>
          <p:cNvGraphicFramePr>
            <a:graphicFrameLocks noChangeAspect="1"/>
          </p:cNvGraphicFramePr>
          <p:nvPr/>
        </p:nvGraphicFramePr>
        <p:xfrm>
          <a:off x="5257800" y="5379085"/>
          <a:ext cx="2057400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24" r:id="rId18" imgW="837565" imgH="203200" progId="Equation.3">
                  <p:embed/>
                </p:oleObj>
              </mc:Choice>
              <mc:Fallback>
                <p:oleObj r:id="rId18" imgW="837565" imgH="203200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257800" y="5379085"/>
                        <a:ext cx="2057400" cy="4905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9" name="Rectangle 27"/>
          <p:cNvSpPr/>
          <p:nvPr/>
        </p:nvSpPr>
        <p:spPr>
          <a:xfrm>
            <a:off x="4281488" y="33385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6412" name="Object 28"/>
          <p:cNvGraphicFramePr>
            <a:graphicFrameLocks noChangeAspect="1"/>
          </p:cNvGraphicFramePr>
          <p:nvPr/>
        </p:nvGraphicFramePr>
        <p:xfrm>
          <a:off x="5410200" y="5912485"/>
          <a:ext cx="1524000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25" r:id="rId20" imgW="583565" imgH="177800" progId="Equation.3">
                  <p:embed/>
                </p:oleObj>
              </mc:Choice>
              <mc:Fallback>
                <p:oleObj r:id="rId20" imgW="583565" imgH="177800" progId="Equation.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5410200" y="5912485"/>
                        <a:ext cx="1524000" cy="474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/>
          <p:cNvSpPr>
            <a:spLocks noGrp="1"/>
          </p:cNvSpPr>
          <p:nvPr/>
        </p:nvSpPr>
        <p:spPr>
          <a:xfrm>
            <a:off x="723265" y="132715"/>
            <a:ext cx="5412105" cy="83502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3600">
                <a:latin typeface="微软雅黑" panose="020B0503020204020204" charset="-122"/>
                <a:ea typeface="微软雅黑" panose="020B0503020204020204" charset="-122"/>
              </a:rPr>
              <a:t>二、</a:t>
            </a:r>
            <a:r>
              <a:rPr lang="zh-CN" altLang="en-US" sz="3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矩阵的线性运算</a:t>
            </a:r>
            <a:endParaRPr lang="zh-CN" altLang="en-US" sz="3600" b="1" dirty="0">
              <a:solidFill>
                <a:schemeClr val="tx1"/>
              </a:solidFill>
              <a:latin typeface="隶书" pitchFamily="49" charset="-122"/>
              <a:ea typeface="隶书" pitchFamily="49" charset="-122"/>
              <a:sym typeface="+mn-ea"/>
            </a:endParaRPr>
          </a:p>
        </p:txBody>
      </p:sp>
      <p:sp>
        <p:nvSpPr>
          <p:cNvPr id="30" name="直角三角形 29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" name="直角三角形 30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3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3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4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4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64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64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64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6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6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6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6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 build="p"/>
      <p:bldP spid="16387" grpId="0" build="p"/>
      <p:bldP spid="16396" grpId="0" build="p"/>
      <p:bldP spid="16397" grpId="0" build="p"/>
      <p:bldP spid="16398" grpId="0" build="p"/>
      <p:bldP spid="16404" grpId="0" build="p"/>
      <p:bldP spid="16405" grpId="0" build="p"/>
      <p:bldP spid="16406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>
            <a:extLst>
              <a:ext uri="{FF2B5EF4-FFF2-40B4-BE49-F238E27FC236}">
                <a16:creationId xmlns:a16="http://schemas.microsoft.com/office/drawing/2014/main" id="{4F74FFB0-CB9B-463D-8D12-5B2EA941AB3C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1916113"/>
            <a:ext cx="8035925" cy="2525712"/>
            <a:chOff x="500" y="1933"/>
            <a:chExt cx="5062" cy="1591"/>
          </a:xfrm>
        </p:grpSpPr>
        <p:graphicFrame>
          <p:nvGraphicFramePr>
            <p:cNvPr id="17412" name="Object 7">
              <a:extLst>
                <a:ext uri="{FF2B5EF4-FFF2-40B4-BE49-F238E27FC236}">
                  <a16:creationId xmlns:a16="http://schemas.microsoft.com/office/drawing/2014/main" id="{1A58C2C6-07F1-4FF8-9BE4-1CF1FA146B4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35" y="1933"/>
            <a:ext cx="1814" cy="1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97" name="Equation" r:id="rId3" imgW="1028520" imgH="711000" progId="Equation.DSMT4">
                    <p:embed/>
                  </p:oleObj>
                </mc:Choice>
                <mc:Fallback>
                  <p:oleObj name="Equation" r:id="rId3" imgW="1028520" imgH="711000" progId="Equation.DSMT4">
                    <p:embed/>
                    <p:pic>
                      <p:nvPicPr>
                        <p:cNvPr id="17412" name="Object 7">
                          <a:extLst>
                            <a:ext uri="{FF2B5EF4-FFF2-40B4-BE49-F238E27FC236}">
                              <a16:creationId xmlns:a16="http://schemas.microsoft.com/office/drawing/2014/main" id="{1A58C2C6-07F1-4FF8-9BE4-1CF1FA146B4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5" y="1933"/>
                          <a:ext cx="1814" cy="12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7420" name="Group 8">
              <a:extLst>
                <a:ext uri="{FF2B5EF4-FFF2-40B4-BE49-F238E27FC236}">
                  <a16:creationId xmlns:a16="http://schemas.microsoft.com/office/drawing/2014/main" id="{249E7F70-DC57-4B16-82AC-E8E01E3EDA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0" y="1979"/>
              <a:ext cx="5062" cy="1545"/>
              <a:chOff x="500" y="2021"/>
              <a:chExt cx="5062" cy="1545"/>
            </a:xfrm>
          </p:grpSpPr>
          <p:sp>
            <p:nvSpPr>
              <p:cNvPr id="17421" name="Text Box 9">
                <a:extLst>
                  <a:ext uri="{FF2B5EF4-FFF2-40B4-BE49-F238E27FC236}">
                    <a16:creationId xmlns:a16="http://schemas.microsoft.com/office/drawing/2014/main" id="{98D5EBCB-C18A-4884-8FA4-2062E87075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0" y="2409"/>
                <a:ext cx="5062" cy="1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800" b="1"/>
                  <a:t>设                             ，                             ，求满足</a:t>
                </a:r>
              </a:p>
              <a:p>
                <a:pPr eaLnBrk="1" hangingPunct="1"/>
                <a:endParaRPr lang="zh-CN" altLang="en-US" sz="2800" b="1"/>
              </a:p>
              <a:p>
                <a:pPr eaLnBrk="1" hangingPunct="1"/>
                <a:endParaRPr lang="zh-CN" altLang="en-US" sz="2800" b="1"/>
              </a:p>
              <a:p>
                <a:pPr eaLnBrk="1" hangingPunct="1"/>
                <a:r>
                  <a:rPr lang="zh-CN" altLang="en-US" sz="2800" b="1"/>
                  <a:t>方程                            的   。</a:t>
                </a:r>
              </a:p>
            </p:txBody>
          </p:sp>
          <p:graphicFrame>
            <p:nvGraphicFramePr>
              <p:cNvPr id="17413" name="Object 10">
                <a:extLst>
                  <a:ext uri="{FF2B5EF4-FFF2-40B4-BE49-F238E27FC236}">
                    <a16:creationId xmlns:a16="http://schemas.microsoft.com/office/drawing/2014/main" id="{A95BDDEC-B2F3-46FE-823C-7D776B459D5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30" y="2021"/>
              <a:ext cx="1724" cy="117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798" name="Equation" r:id="rId5" imgW="1041120" imgH="711000" progId="Equation.DSMT4">
                      <p:embed/>
                    </p:oleObj>
                  </mc:Choice>
                  <mc:Fallback>
                    <p:oleObj name="Equation" r:id="rId5" imgW="1041120" imgH="711000" progId="Equation.DSMT4">
                      <p:embed/>
                      <p:pic>
                        <p:nvPicPr>
                          <p:cNvPr id="17413" name="Object 10">
                            <a:extLst>
                              <a:ext uri="{FF2B5EF4-FFF2-40B4-BE49-F238E27FC236}">
                                <a16:creationId xmlns:a16="http://schemas.microsoft.com/office/drawing/2014/main" id="{A95BDDEC-B2F3-46FE-823C-7D776B459D58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30" y="2021"/>
                            <a:ext cx="1724" cy="117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414" name="Object 11">
                <a:extLst>
                  <a:ext uri="{FF2B5EF4-FFF2-40B4-BE49-F238E27FC236}">
                    <a16:creationId xmlns:a16="http://schemas.microsoft.com/office/drawing/2014/main" id="{A136F93C-7B40-40A5-A631-547B094DC82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044" y="3200"/>
              <a:ext cx="1679" cy="36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799" name="Equation" r:id="rId7" imgW="812520" imgH="177480" progId="Equation.DSMT4">
                      <p:embed/>
                    </p:oleObj>
                  </mc:Choice>
                  <mc:Fallback>
                    <p:oleObj name="Equation" r:id="rId7" imgW="812520" imgH="177480" progId="Equation.DSMT4">
                      <p:embed/>
                      <p:pic>
                        <p:nvPicPr>
                          <p:cNvPr id="17414" name="Object 11">
                            <a:extLst>
                              <a:ext uri="{FF2B5EF4-FFF2-40B4-BE49-F238E27FC236}">
                                <a16:creationId xmlns:a16="http://schemas.microsoft.com/office/drawing/2014/main" id="{A136F93C-7B40-40A5-A631-547B094DC827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44" y="3200"/>
                            <a:ext cx="1679" cy="36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415" name="Object 12">
                <a:extLst>
                  <a:ext uri="{FF2B5EF4-FFF2-40B4-BE49-F238E27FC236}">
                    <a16:creationId xmlns:a16="http://schemas.microsoft.com/office/drawing/2014/main" id="{9EE0FF74-4BC0-4BD0-A0F4-C17ED01140D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904" y="3245"/>
              <a:ext cx="317" cy="29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00" name="Equation" r:id="rId9" imgW="177480" imgH="164880" progId="Equation.DSMT4">
                      <p:embed/>
                    </p:oleObj>
                  </mc:Choice>
                  <mc:Fallback>
                    <p:oleObj name="Equation" r:id="rId9" imgW="177480" imgH="164880" progId="Equation.DSMT4">
                      <p:embed/>
                      <p:pic>
                        <p:nvPicPr>
                          <p:cNvPr id="17415" name="Object 12">
                            <a:extLst>
                              <a:ext uri="{FF2B5EF4-FFF2-40B4-BE49-F238E27FC236}">
                                <a16:creationId xmlns:a16="http://schemas.microsoft.com/office/drawing/2014/main" id="{9EE0FF74-4BC0-4BD0-A0F4-C17ED01140D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04" y="3245"/>
                            <a:ext cx="317" cy="29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56333" name="WordArt 13">
            <a:extLst>
              <a:ext uri="{FF2B5EF4-FFF2-40B4-BE49-F238E27FC236}">
                <a16:creationId xmlns:a16="http://schemas.microsoft.com/office/drawing/2014/main" id="{0C616183-5671-4294-8C29-4D5C20B636D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11188" y="333375"/>
            <a:ext cx="1638300" cy="92075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55556"/>
              </a:avLst>
            </a:prstTxWarp>
          </a:bodyPr>
          <a:lstStyle/>
          <a:p>
            <a:pPr algn="ctr"/>
            <a:r>
              <a:rPr lang="zh-CN" altLang="en-US" sz="32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hlink"/>
                </a:solidFill>
                <a:latin typeface="宋体" panose="02010600030101010101" pitchFamily="2" charset="-122"/>
              </a:rPr>
              <a:t>课堂练习</a:t>
            </a:r>
          </a:p>
        </p:txBody>
      </p:sp>
      <p:grpSp>
        <p:nvGrpSpPr>
          <p:cNvPr id="4" name="Group 14">
            <a:extLst>
              <a:ext uri="{FF2B5EF4-FFF2-40B4-BE49-F238E27FC236}">
                <a16:creationId xmlns:a16="http://schemas.microsoft.com/office/drawing/2014/main" id="{F66A8A1D-E156-43B5-8E6D-35DBEF829F4A}"/>
              </a:ext>
            </a:extLst>
          </p:cNvPr>
          <p:cNvGrpSpPr>
            <a:grpSpLocks/>
          </p:cNvGrpSpPr>
          <p:nvPr/>
        </p:nvGrpSpPr>
        <p:grpSpPr bwMode="auto">
          <a:xfrm>
            <a:off x="6227763" y="188913"/>
            <a:ext cx="2665412" cy="1584325"/>
            <a:chOff x="3470" y="754"/>
            <a:chExt cx="2177" cy="1315"/>
          </a:xfrm>
        </p:grpSpPr>
        <p:sp>
          <p:nvSpPr>
            <p:cNvPr id="17419" name="AutoShape 15">
              <a:extLst>
                <a:ext uri="{FF2B5EF4-FFF2-40B4-BE49-F238E27FC236}">
                  <a16:creationId xmlns:a16="http://schemas.microsoft.com/office/drawing/2014/main" id="{063B9F03-DFE3-4230-904A-530BBE0CCA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0" y="754"/>
              <a:ext cx="2177" cy="1315"/>
            </a:xfrm>
            <a:prstGeom prst="wedgeRoundRectCallout">
              <a:avLst>
                <a:gd name="adj1" fmla="val 23083"/>
                <a:gd name="adj2" fmla="val 105435"/>
                <a:gd name="adj3" fmla="val 16667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2800" b="1"/>
            </a:p>
          </p:txBody>
        </p:sp>
        <p:graphicFrame>
          <p:nvGraphicFramePr>
            <p:cNvPr id="17411" name="Object 16">
              <a:extLst>
                <a:ext uri="{FF2B5EF4-FFF2-40B4-BE49-F238E27FC236}">
                  <a16:creationId xmlns:a16="http://schemas.microsoft.com/office/drawing/2014/main" id="{F3B05540-C564-43CE-8AE3-CAA1DA80FA3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60" y="890"/>
            <a:ext cx="1860" cy="10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01" name="Equation" r:id="rId11" imgW="1320480" imgH="711000" progId="Equation.DSMT4">
                    <p:embed/>
                  </p:oleObj>
                </mc:Choice>
                <mc:Fallback>
                  <p:oleObj name="Equation" r:id="rId11" imgW="1320480" imgH="711000" progId="Equation.DSMT4">
                    <p:embed/>
                    <p:pic>
                      <p:nvPicPr>
                        <p:cNvPr id="17411" name="Object 16">
                          <a:extLst>
                            <a:ext uri="{FF2B5EF4-FFF2-40B4-BE49-F238E27FC236}">
                              <a16:creationId xmlns:a16="http://schemas.microsoft.com/office/drawing/2014/main" id="{F3B05540-C564-43CE-8AE3-CAA1DA80FA3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0" y="890"/>
                          <a:ext cx="1860" cy="1089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 w="9525">
                          <a:solidFill>
                            <a:srgbClr val="FFFF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/>
          <p:nvPr/>
        </p:nvSpPr>
        <p:spPr>
          <a:xfrm>
            <a:off x="432435" y="1266825"/>
            <a:ext cx="4087495" cy="1014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400" dirty="0">
                <a:solidFill>
                  <a:srgbClr val="0033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设两个商店销售三种电视机</a:t>
            </a:r>
          </a:p>
          <a:p>
            <a:pPr algn="l">
              <a:spcBef>
                <a:spcPct val="50000"/>
              </a:spcBef>
            </a:pPr>
            <a:r>
              <a:rPr lang="zh-CN" altLang="en-US" sz="2400" dirty="0">
                <a:solidFill>
                  <a:srgbClr val="0033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的数量由矩阵</a:t>
            </a:r>
            <a:r>
              <a:rPr lang="en-US" altLang="zh-CN" sz="2400" dirty="0">
                <a:solidFill>
                  <a:srgbClr val="0033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zh-CN" altLang="en-US" sz="2400" dirty="0">
                <a:solidFill>
                  <a:srgbClr val="0033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表示：</a:t>
            </a:r>
          </a:p>
        </p:txBody>
      </p:sp>
      <p:sp>
        <p:nvSpPr>
          <p:cNvPr id="14339" name="Rectangle 3"/>
          <p:cNvSpPr/>
          <p:nvPr/>
        </p:nvSpPr>
        <p:spPr>
          <a:xfrm>
            <a:off x="4033838" y="32004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7412" name="Object 4"/>
          <p:cNvGraphicFramePr>
            <a:graphicFrameLocks noChangeAspect="1"/>
          </p:cNvGraphicFramePr>
          <p:nvPr/>
        </p:nvGraphicFramePr>
        <p:xfrm>
          <a:off x="3420745" y="1483995"/>
          <a:ext cx="2895600" cy="122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74" r:id="rId6" imgW="1079500" imgH="457200" progId="Equation.3">
                  <p:embed/>
                </p:oleObj>
              </mc:Choice>
              <mc:Fallback>
                <p:oleObj r:id="rId6" imgW="1079500" imgH="457200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420745" y="1483995"/>
                        <a:ext cx="2895600" cy="1228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3" name="Text Box 5"/>
          <p:cNvSpPr txBox="1"/>
          <p:nvPr/>
        </p:nvSpPr>
        <p:spPr>
          <a:xfrm>
            <a:off x="4182745" y="2703195"/>
            <a:ext cx="528638" cy="838200"/>
          </a:xfrm>
          <a:prstGeom prst="rect">
            <a:avLst/>
          </a:prstGeom>
          <a:solidFill>
            <a:srgbClr val="CCFFFF"/>
          </a:solidFill>
          <a:ln w="9525" cap="flat" cmpd="sng">
            <a:solidFill>
              <a:srgbClr val="8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200" dirty="0">
                <a:solidFill>
                  <a:schemeClr val="folHlink"/>
                </a:solidFill>
                <a:latin typeface="Arial" panose="020B0604020202020204" pitchFamily="34" charset="0"/>
              </a:rPr>
              <a:t>长虹</a:t>
            </a:r>
          </a:p>
        </p:txBody>
      </p:sp>
      <p:sp>
        <p:nvSpPr>
          <p:cNvPr id="14342" name="Text Box 6"/>
          <p:cNvSpPr txBox="1"/>
          <p:nvPr/>
        </p:nvSpPr>
        <p:spPr>
          <a:xfrm>
            <a:off x="4944745" y="2703195"/>
            <a:ext cx="519113" cy="762000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lstStyle/>
          <a:p>
            <a:pPr algn="ctr">
              <a:spcBef>
                <a:spcPct val="50000"/>
              </a:spcBef>
            </a:pPr>
            <a:endParaRPr lang="zh-CN" altLang="zh-CN" sz="2200" dirty="0">
              <a:latin typeface="Arial" panose="020B0604020202020204" pitchFamily="34" charset="0"/>
            </a:endParaRPr>
          </a:p>
        </p:txBody>
      </p:sp>
      <p:sp>
        <p:nvSpPr>
          <p:cNvPr id="17415" name="Text Box 7"/>
          <p:cNvSpPr txBox="1"/>
          <p:nvPr/>
        </p:nvSpPr>
        <p:spPr>
          <a:xfrm>
            <a:off x="4949508" y="2703195"/>
            <a:ext cx="528637" cy="838200"/>
          </a:xfrm>
          <a:prstGeom prst="rect">
            <a:avLst/>
          </a:prstGeom>
          <a:solidFill>
            <a:srgbClr val="CCFFFF"/>
          </a:solidFill>
          <a:ln w="9525" cap="flat" cmpd="sng">
            <a:solidFill>
              <a:srgbClr val="8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200" dirty="0">
                <a:solidFill>
                  <a:schemeClr val="folHlink"/>
                </a:solidFill>
                <a:latin typeface="Arial" panose="020B0604020202020204" pitchFamily="34" charset="0"/>
              </a:rPr>
              <a:t>康佳</a:t>
            </a:r>
          </a:p>
        </p:txBody>
      </p:sp>
      <p:sp>
        <p:nvSpPr>
          <p:cNvPr id="14344" name="Text Box 8"/>
          <p:cNvSpPr txBox="1"/>
          <p:nvPr/>
        </p:nvSpPr>
        <p:spPr>
          <a:xfrm>
            <a:off x="5554345" y="2703195"/>
            <a:ext cx="519113" cy="914400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lstStyle/>
          <a:p>
            <a:pPr algn="ctr">
              <a:spcBef>
                <a:spcPct val="50000"/>
              </a:spcBef>
            </a:pPr>
            <a:endParaRPr lang="zh-CN" altLang="zh-CN" sz="2200" dirty="0">
              <a:latin typeface="Arial" panose="020B0604020202020204" pitchFamily="34" charset="0"/>
            </a:endParaRPr>
          </a:p>
        </p:txBody>
      </p:sp>
      <p:sp>
        <p:nvSpPr>
          <p:cNvPr id="17417" name="Text Box 9"/>
          <p:cNvSpPr txBox="1"/>
          <p:nvPr/>
        </p:nvSpPr>
        <p:spPr>
          <a:xfrm>
            <a:off x="5711508" y="2703195"/>
            <a:ext cx="528637" cy="838200"/>
          </a:xfrm>
          <a:prstGeom prst="rect">
            <a:avLst/>
          </a:prstGeom>
          <a:solidFill>
            <a:srgbClr val="CCFFFF"/>
          </a:solidFill>
          <a:ln w="9525" cap="flat" cmpd="sng">
            <a:solidFill>
              <a:srgbClr val="8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200" dirty="0">
                <a:solidFill>
                  <a:schemeClr val="folHlink"/>
                </a:solidFill>
                <a:latin typeface="Arial" panose="020B0604020202020204" pitchFamily="34" charset="0"/>
              </a:rPr>
              <a:t>创维</a:t>
            </a:r>
          </a:p>
        </p:txBody>
      </p:sp>
      <p:sp>
        <p:nvSpPr>
          <p:cNvPr id="17418" name="Text Box 10"/>
          <p:cNvSpPr txBox="1"/>
          <p:nvPr/>
        </p:nvSpPr>
        <p:spPr>
          <a:xfrm>
            <a:off x="6316345" y="1483995"/>
            <a:ext cx="762000" cy="436563"/>
          </a:xfrm>
          <a:prstGeom prst="rect">
            <a:avLst/>
          </a:prstGeom>
          <a:solidFill>
            <a:srgbClr val="CCFFFF"/>
          </a:solidFill>
          <a:ln w="9525" cap="flat" cmpd="sng">
            <a:solidFill>
              <a:srgbClr val="8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>
                <a:solidFill>
                  <a:schemeClr val="folHlink"/>
                </a:solidFill>
                <a:latin typeface="Arial" panose="020B0604020202020204" pitchFamily="34" charset="0"/>
              </a:rPr>
              <a:t>百佳</a:t>
            </a:r>
          </a:p>
        </p:txBody>
      </p:sp>
      <p:sp>
        <p:nvSpPr>
          <p:cNvPr id="14347" name="Text Box 11"/>
          <p:cNvSpPr txBox="1"/>
          <p:nvPr/>
        </p:nvSpPr>
        <p:spPr>
          <a:xfrm>
            <a:off x="6316345" y="2169795"/>
            <a:ext cx="609600" cy="4270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endParaRPr lang="zh-CN" altLang="zh-CN" sz="2200" dirty="0">
              <a:latin typeface="Arial" panose="020B0604020202020204" pitchFamily="34" charset="0"/>
            </a:endParaRPr>
          </a:p>
        </p:txBody>
      </p:sp>
      <p:sp>
        <p:nvSpPr>
          <p:cNvPr id="17420" name="Text Box 12"/>
          <p:cNvSpPr txBox="1"/>
          <p:nvPr/>
        </p:nvSpPr>
        <p:spPr>
          <a:xfrm>
            <a:off x="6316345" y="2169795"/>
            <a:ext cx="762000" cy="436563"/>
          </a:xfrm>
          <a:prstGeom prst="rect">
            <a:avLst/>
          </a:prstGeom>
          <a:solidFill>
            <a:srgbClr val="CCFFFF"/>
          </a:solidFill>
          <a:ln w="9525" cap="flat" cmpd="sng">
            <a:solidFill>
              <a:srgbClr val="8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>
                <a:solidFill>
                  <a:schemeClr val="folHlink"/>
                </a:solidFill>
                <a:latin typeface="Arial" panose="020B0604020202020204" pitchFamily="34" charset="0"/>
              </a:rPr>
              <a:t>华润</a:t>
            </a:r>
          </a:p>
        </p:txBody>
      </p:sp>
      <p:sp>
        <p:nvSpPr>
          <p:cNvPr id="17421" name="Text Box 13"/>
          <p:cNvSpPr txBox="1"/>
          <p:nvPr/>
        </p:nvSpPr>
        <p:spPr>
          <a:xfrm>
            <a:off x="685800" y="3258820"/>
            <a:ext cx="3200400" cy="11988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dirty="0">
                <a:solidFill>
                  <a:srgbClr val="0033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三种电视机的零售单价由矩阵</a:t>
            </a:r>
            <a:r>
              <a:rPr lang="en-US" altLang="zh-CN" sz="2400" dirty="0">
                <a:solidFill>
                  <a:srgbClr val="0033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lang="zh-CN" altLang="en-US" sz="2400" dirty="0">
                <a:solidFill>
                  <a:srgbClr val="0033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表示</a:t>
            </a:r>
          </a:p>
        </p:txBody>
      </p:sp>
      <p:sp>
        <p:nvSpPr>
          <p:cNvPr id="14350" name="Rectangle 14"/>
          <p:cNvSpPr/>
          <p:nvPr/>
        </p:nvSpPr>
        <p:spPr>
          <a:xfrm>
            <a:off x="4248150" y="30718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7423" name="Object 15"/>
          <p:cNvGraphicFramePr>
            <a:graphicFrameLocks noChangeAspect="1"/>
          </p:cNvGraphicFramePr>
          <p:nvPr/>
        </p:nvGraphicFramePr>
        <p:xfrm>
          <a:off x="748665" y="4531995"/>
          <a:ext cx="1727200" cy="190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75" r:id="rId8" imgW="647700" imgH="711200" progId="Equation.3">
                  <p:embed/>
                </p:oleObj>
              </mc:Choice>
              <mc:Fallback>
                <p:oleObj r:id="rId8" imgW="647700" imgH="711200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48665" y="4531995"/>
                        <a:ext cx="1727200" cy="1905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4" name="Text Box 16"/>
          <p:cNvSpPr txBox="1"/>
          <p:nvPr/>
        </p:nvSpPr>
        <p:spPr>
          <a:xfrm>
            <a:off x="2501265" y="4531995"/>
            <a:ext cx="914400" cy="436563"/>
          </a:xfrm>
          <a:prstGeom prst="rect">
            <a:avLst/>
          </a:prstGeom>
          <a:solidFill>
            <a:srgbClr val="CCFFFF"/>
          </a:solidFill>
          <a:ln w="9525" cap="flat" cmpd="sng">
            <a:solidFill>
              <a:srgbClr val="99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200" dirty="0">
                <a:latin typeface="Arial" panose="020B0604020202020204" pitchFamily="34" charset="0"/>
              </a:rPr>
              <a:t>长虹</a:t>
            </a:r>
          </a:p>
        </p:txBody>
      </p:sp>
      <p:sp>
        <p:nvSpPr>
          <p:cNvPr id="17425" name="Text Box 17"/>
          <p:cNvSpPr txBox="1"/>
          <p:nvPr/>
        </p:nvSpPr>
        <p:spPr>
          <a:xfrm>
            <a:off x="2501265" y="5141595"/>
            <a:ext cx="914400" cy="436563"/>
          </a:xfrm>
          <a:prstGeom prst="rect">
            <a:avLst/>
          </a:prstGeom>
          <a:solidFill>
            <a:srgbClr val="CCFFFF"/>
          </a:solidFill>
          <a:ln w="9525" cap="flat" cmpd="sng">
            <a:solidFill>
              <a:srgbClr val="99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200" dirty="0">
                <a:latin typeface="Arial" panose="020B0604020202020204" pitchFamily="34" charset="0"/>
              </a:rPr>
              <a:t>康佳</a:t>
            </a:r>
          </a:p>
        </p:txBody>
      </p:sp>
      <p:sp>
        <p:nvSpPr>
          <p:cNvPr id="17426" name="Text Box 18"/>
          <p:cNvSpPr txBox="1"/>
          <p:nvPr/>
        </p:nvSpPr>
        <p:spPr>
          <a:xfrm>
            <a:off x="2501265" y="5751195"/>
            <a:ext cx="914400" cy="436563"/>
          </a:xfrm>
          <a:prstGeom prst="rect">
            <a:avLst/>
          </a:prstGeom>
          <a:solidFill>
            <a:srgbClr val="CCFFFF"/>
          </a:solidFill>
          <a:ln w="9525" cap="flat" cmpd="sng">
            <a:solidFill>
              <a:srgbClr val="99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200" dirty="0">
                <a:latin typeface="Arial" panose="020B0604020202020204" pitchFamily="34" charset="0"/>
              </a:rPr>
              <a:t>创维</a:t>
            </a:r>
          </a:p>
        </p:txBody>
      </p:sp>
      <p:sp>
        <p:nvSpPr>
          <p:cNvPr id="14355" name="Rectangle 19"/>
          <p:cNvSpPr/>
          <p:nvPr/>
        </p:nvSpPr>
        <p:spPr>
          <a:xfrm>
            <a:off x="3824288" y="33385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7428" name="Object 20"/>
          <p:cNvGraphicFramePr>
            <a:graphicFrameLocks noChangeAspect="1"/>
          </p:cNvGraphicFramePr>
          <p:nvPr/>
        </p:nvGraphicFramePr>
        <p:xfrm>
          <a:off x="4787900" y="4795520"/>
          <a:ext cx="3276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76" r:id="rId10" imgW="1497965" imgH="177800" progId="Equation.3">
                  <p:embed/>
                </p:oleObj>
              </mc:Choice>
              <mc:Fallback>
                <p:oleObj r:id="rId10" imgW="1497965" imgH="177800" progId="Equation.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787900" y="4795520"/>
                        <a:ext cx="32766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7" name="Rectangle 21"/>
          <p:cNvSpPr/>
          <p:nvPr/>
        </p:nvSpPr>
        <p:spPr>
          <a:xfrm>
            <a:off x="3848100" y="33385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7430" name="Object 22"/>
          <p:cNvGraphicFramePr>
            <a:graphicFrameLocks noChangeAspect="1"/>
          </p:cNvGraphicFramePr>
          <p:nvPr/>
        </p:nvGraphicFramePr>
        <p:xfrm>
          <a:off x="4787900" y="5300345"/>
          <a:ext cx="3276600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77" r:id="rId12" imgW="1447165" imgH="177800" progId="Equation.3">
                  <p:embed/>
                </p:oleObj>
              </mc:Choice>
              <mc:Fallback>
                <p:oleObj r:id="rId12" imgW="1447165" imgH="177800" progId="Equation.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787900" y="5300345"/>
                        <a:ext cx="3276600" cy="409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9" name="Rectangle 23"/>
          <p:cNvSpPr/>
          <p:nvPr/>
        </p:nvSpPr>
        <p:spPr>
          <a:xfrm>
            <a:off x="4519613" y="33289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7432" name="Object 24"/>
          <p:cNvGraphicFramePr>
            <a:graphicFrameLocks noChangeAspect="1"/>
          </p:cNvGraphicFramePr>
          <p:nvPr/>
        </p:nvGraphicFramePr>
        <p:xfrm>
          <a:off x="4427538" y="4795520"/>
          <a:ext cx="43815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78" r:id="rId14" imgW="101600" imgH="203200" progId="Equation.3">
                  <p:embed/>
                </p:oleObj>
              </mc:Choice>
              <mc:Fallback>
                <p:oleObj r:id="rId14" imgW="101600" imgH="203200" progId="Equation.3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427538" y="4795520"/>
                        <a:ext cx="43815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1" name="Rectangle 25"/>
          <p:cNvSpPr/>
          <p:nvPr/>
        </p:nvSpPr>
        <p:spPr>
          <a:xfrm>
            <a:off x="4519613" y="33289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7434" name="Object 26"/>
          <p:cNvGraphicFramePr>
            <a:graphicFrameLocks noChangeAspect="1"/>
          </p:cNvGraphicFramePr>
          <p:nvPr/>
        </p:nvGraphicFramePr>
        <p:xfrm>
          <a:off x="8077200" y="4782820"/>
          <a:ext cx="43815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79" r:id="rId16" imgW="101600" imgH="203200" progId="Equation.3">
                  <p:embed/>
                </p:oleObj>
              </mc:Choice>
              <mc:Fallback>
                <p:oleObj r:id="rId16" imgW="101600" imgH="203200" progId="Equation.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8077200" y="4782820"/>
                        <a:ext cx="43815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3" name="Rectangle 27"/>
          <p:cNvSpPr/>
          <p:nvPr/>
        </p:nvSpPr>
        <p:spPr>
          <a:xfrm>
            <a:off x="4495800" y="33385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7436" name="Object 28"/>
          <p:cNvGraphicFramePr>
            <a:graphicFrameLocks noChangeAspect="1"/>
          </p:cNvGraphicFramePr>
          <p:nvPr/>
        </p:nvGraphicFramePr>
        <p:xfrm>
          <a:off x="4267200" y="3639820"/>
          <a:ext cx="461963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80" r:id="rId18" imgW="152400" imgH="177800" progId="Equation.3">
                  <p:embed/>
                </p:oleObj>
              </mc:Choice>
              <mc:Fallback>
                <p:oleObj r:id="rId18" imgW="152400" imgH="177800" progId="Equation.3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267200" y="3639820"/>
                        <a:ext cx="461963" cy="5476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37" name="Object 29"/>
          <p:cNvGraphicFramePr>
            <a:graphicFrameLocks noChangeAspect="1"/>
          </p:cNvGraphicFramePr>
          <p:nvPr/>
        </p:nvGraphicFramePr>
        <p:xfrm>
          <a:off x="4648200" y="3639820"/>
          <a:ext cx="114300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81" r:id="rId20" imgW="368300" imgH="165100" progId="Equation.3">
                  <p:embed/>
                </p:oleObj>
              </mc:Choice>
              <mc:Fallback>
                <p:oleObj r:id="rId20" imgW="368300" imgH="165100" progId="Equation.3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648200" y="3639820"/>
                        <a:ext cx="1143000" cy="498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38" name="Object 30"/>
          <p:cNvGraphicFramePr>
            <a:graphicFrameLocks noChangeAspect="1"/>
          </p:cNvGraphicFramePr>
          <p:nvPr/>
        </p:nvGraphicFramePr>
        <p:xfrm>
          <a:off x="5795963" y="3139758"/>
          <a:ext cx="2895600" cy="163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82" r:id="rId22" imgW="1269365" imgH="711200" progId="Equation.3">
                  <p:embed/>
                </p:oleObj>
              </mc:Choice>
              <mc:Fallback>
                <p:oleObj r:id="rId22" imgW="1269365" imgH="711200" progId="Equation.3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5795963" y="3139758"/>
                        <a:ext cx="2895600" cy="16335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7" name="Rectangle 31"/>
          <p:cNvSpPr/>
          <p:nvPr/>
        </p:nvSpPr>
        <p:spPr>
          <a:xfrm>
            <a:off x="4510088" y="33766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7440" name="Object 32"/>
          <p:cNvGraphicFramePr>
            <a:graphicFrameLocks noChangeAspect="1"/>
          </p:cNvGraphicFramePr>
          <p:nvPr/>
        </p:nvGraphicFramePr>
        <p:xfrm>
          <a:off x="3851275" y="5011420"/>
          <a:ext cx="45720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83" r:id="rId24" imgW="127000" imgH="101600" progId="Equation.3">
                  <p:embed/>
                </p:oleObj>
              </mc:Choice>
              <mc:Fallback>
                <p:oleObj r:id="rId24" imgW="127000" imgH="101600" progId="Equation.3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3851275" y="5011420"/>
                        <a:ext cx="457200" cy="387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9" name="Rectangle 33"/>
          <p:cNvSpPr/>
          <p:nvPr/>
        </p:nvSpPr>
        <p:spPr>
          <a:xfrm>
            <a:off x="4343400" y="32004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7442" name="Object 34"/>
          <p:cNvGraphicFramePr>
            <a:graphicFrameLocks noChangeAspect="1"/>
          </p:cNvGraphicFramePr>
          <p:nvPr/>
        </p:nvGraphicFramePr>
        <p:xfrm>
          <a:off x="4067175" y="5803583"/>
          <a:ext cx="11430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84" r:id="rId26" imgW="457200" imgH="457200" progId="Equation.3">
                  <p:embed/>
                </p:oleObj>
              </mc:Choice>
              <mc:Fallback>
                <p:oleObj r:id="rId26" imgW="457200" imgH="457200" progId="Equation.3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4067175" y="5803583"/>
                        <a:ext cx="1143000" cy="1143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13" name="Object 29"/>
          <p:cNvGraphicFramePr>
            <a:graphicFrameLocks noChangeAspect="1"/>
          </p:cNvGraphicFramePr>
          <p:nvPr/>
        </p:nvGraphicFramePr>
        <p:xfrm>
          <a:off x="501650" y="781368"/>
          <a:ext cx="4913106" cy="39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85" r:id="rId28" imgW="2451100" imgH="203200" progId="Equation.DSMT4">
                  <p:embed/>
                </p:oleObj>
              </mc:Choice>
              <mc:Fallback>
                <p:oleObj r:id="rId28" imgW="2451100" imgH="203200" progId="Equation.DSMT4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501650" y="781368"/>
                        <a:ext cx="4913106" cy="396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/>
          <p:cNvSpPr>
            <a:spLocks noGrp="1"/>
          </p:cNvSpPr>
          <p:nvPr/>
        </p:nvSpPr>
        <p:spPr>
          <a:xfrm>
            <a:off x="554990" y="63500"/>
            <a:ext cx="5159375" cy="71755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3600">
                <a:latin typeface="微软雅黑" panose="020B0503020204020204" charset="-122"/>
                <a:ea typeface="微软雅黑" panose="020B0503020204020204" charset="-122"/>
              </a:rPr>
              <a:t>三、</a:t>
            </a:r>
            <a:r>
              <a:rPr lang="zh-CN" altLang="en-US" sz="3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矩阵的乘法</a:t>
            </a:r>
            <a:endParaRPr lang="zh-CN" altLang="en-US" sz="3600" b="1" dirty="0">
              <a:solidFill>
                <a:schemeClr val="tx1"/>
              </a:solidFill>
              <a:latin typeface="隶书" pitchFamily="49" charset="-122"/>
              <a:ea typeface="隶书" pitchFamily="49" charset="-122"/>
              <a:sym typeface="+mn-ea"/>
            </a:endParaRPr>
          </a:p>
        </p:txBody>
      </p:sp>
      <p:sp>
        <p:nvSpPr>
          <p:cNvPr id="37" name="直角三角形 36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" name="直角三角形 37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7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7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74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4" dur="500"/>
                                        <p:tgtEl>
                                          <p:spTgt spid="174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7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17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17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7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7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7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7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7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7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7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7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" grpId="0"/>
      <p:bldP spid="17413" grpId="0" bldLvl="0" animBg="1"/>
      <p:bldP spid="17415" grpId="0" bldLvl="0" animBg="1"/>
      <p:bldP spid="17417" grpId="0" bldLvl="0" animBg="1"/>
      <p:bldP spid="17418" grpId="0" bldLvl="0" animBg="1"/>
      <p:bldP spid="17420" grpId="0" bldLvl="0" animBg="1"/>
      <p:bldP spid="17421" grpId="0" build="p"/>
      <p:bldP spid="17424" grpId="0" bldLvl="0" animBg="1"/>
      <p:bldP spid="17425" grpId="0" bldLvl="0" animBg="1"/>
      <p:bldP spid="17426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>
            <a:extLst>
              <a:ext uri="{FF2B5EF4-FFF2-40B4-BE49-F238E27FC236}">
                <a16:creationId xmlns:a16="http://schemas.microsoft.com/office/drawing/2014/main" id="{C287A3C1-E011-4B00-9FF0-348838E536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04800"/>
            <a:ext cx="7639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400">
                <a:solidFill>
                  <a:srgbClr val="0033CC"/>
                </a:solidFill>
              </a:rPr>
              <a:t>设两个商店某天销售三种电视机的数量由矩阵</a:t>
            </a:r>
            <a:r>
              <a:rPr lang="en-US" altLang="zh-CN" sz="2400">
                <a:solidFill>
                  <a:srgbClr val="0033CC"/>
                </a:solidFill>
              </a:rPr>
              <a:t>A</a:t>
            </a:r>
            <a:r>
              <a:rPr lang="zh-CN" altLang="en-US" sz="2400">
                <a:solidFill>
                  <a:srgbClr val="0033CC"/>
                </a:solidFill>
              </a:rPr>
              <a:t>表示</a:t>
            </a:r>
          </a:p>
        </p:txBody>
      </p:sp>
      <p:sp>
        <p:nvSpPr>
          <p:cNvPr id="18446" name="Rectangle 3">
            <a:extLst>
              <a:ext uri="{FF2B5EF4-FFF2-40B4-BE49-F238E27FC236}">
                <a16:creationId xmlns:a16="http://schemas.microsoft.com/office/drawing/2014/main" id="{3318F569-2730-4B1B-AA4D-39CA2F245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3838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7412" name="Object 4">
            <a:extLst>
              <a:ext uri="{FF2B5EF4-FFF2-40B4-BE49-F238E27FC236}">
                <a16:creationId xmlns:a16="http://schemas.microsoft.com/office/drawing/2014/main" id="{040E2CBC-A5E2-4F21-89C1-E3E1F3F84E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7400" y="838200"/>
          <a:ext cx="2895600" cy="122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83" r:id="rId5" imgW="1079500" imgH="457200" progId="Equation.3">
                  <p:embed/>
                </p:oleObj>
              </mc:Choice>
              <mc:Fallback>
                <p:oleObj r:id="rId5" imgW="1079500" imgH="457200" progId="Equation.3">
                  <p:embed/>
                  <p:pic>
                    <p:nvPicPr>
                      <p:cNvPr id="17412" name="Object 4">
                        <a:extLst>
                          <a:ext uri="{FF2B5EF4-FFF2-40B4-BE49-F238E27FC236}">
                            <a16:creationId xmlns:a16="http://schemas.microsoft.com/office/drawing/2014/main" id="{040E2CBC-A5E2-4F21-89C1-E3E1F3F84E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838200"/>
                        <a:ext cx="2895600" cy="1228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3" name="Text Box 5">
            <a:extLst>
              <a:ext uri="{FF2B5EF4-FFF2-40B4-BE49-F238E27FC236}">
                <a16:creationId xmlns:a16="http://schemas.microsoft.com/office/drawing/2014/main" id="{4A65FDFC-7B1C-4AA3-880A-9809B5E60B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2057400"/>
            <a:ext cx="528638" cy="838200"/>
          </a:xfrm>
          <a:prstGeom prst="rect">
            <a:avLst/>
          </a:prstGeom>
          <a:solidFill>
            <a:srgbClr val="CCFFFF"/>
          </a:solidFill>
          <a:ln w="9525">
            <a:solidFill>
              <a:srgbClr val="800000"/>
            </a:solidFill>
            <a:miter lim="800000"/>
            <a:headEnd/>
            <a:tailEnd/>
          </a:ln>
        </p:spPr>
        <p:txBody>
          <a:bodyPr vert="eaVert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200">
                <a:solidFill>
                  <a:schemeClr val="folHlink"/>
                </a:solidFill>
              </a:rPr>
              <a:t>长虹</a:t>
            </a:r>
          </a:p>
        </p:txBody>
      </p:sp>
      <p:sp>
        <p:nvSpPr>
          <p:cNvPr id="18448" name="Text Box 6">
            <a:extLst>
              <a:ext uri="{FF2B5EF4-FFF2-40B4-BE49-F238E27FC236}">
                <a16:creationId xmlns:a16="http://schemas.microsoft.com/office/drawing/2014/main" id="{BEC63139-3204-433C-AF9E-58A4859C40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2057400"/>
            <a:ext cx="519113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endParaRPr lang="zh-CN" altLang="zh-CN" sz="2200"/>
          </a:p>
        </p:txBody>
      </p:sp>
      <p:sp>
        <p:nvSpPr>
          <p:cNvPr id="17415" name="Text Box 7">
            <a:extLst>
              <a:ext uri="{FF2B5EF4-FFF2-40B4-BE49-F238E27FC236}">
                <a16:creationId xmlns:a16="http://schemas.microsoft.com/office/drawing/2014/main" id="{286363C9-C478-4B3B-9BFC-E772EC665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6163" y="2057400"/>
            <a:ext cx="528637" cy="838200"/>
          </a:xfrm>
          <a:prstGeom prst="rect">
            <a:avLst/>
          </a:prstGeom>
          <a:solidFill>
            <a:srgbClr val="CCFFFF"/>
          </a:solidFill>
          <a:ln w="9525">
            <a:solidFill>
              <a:srgbClr val="800000"/>
            </a:solidFill>
            <a:miter lim="800000"/>
            <a:headEnd/>
            <a:tailEnd/>
          </a:ln>
        </p:spPr>
        <p:txBody>
          <a:bodyPr vert="eaVert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200">
                <a:solidFill>
                  <a:schemeClr val="folHlink"/>
                </a:solidFill>
              </a:rPr>
              <a:t>康佳</a:t>
            </a:r>
          </a:p>
        </p:txBody>
      </p:sp>
      <p:sp>
        <p:nvSpPr>
          <p:cNvPr id="18450" name="Text Box 8">
            <a:extLst>
              <a:ext uri="{FF2B5EF4-FFF2-40B4-BE49-F238E27FC236}">
                <a16:creationId xmlns:a16="http://schemas.microsoft.com/office/drawing/2014/main" id="{EEF98DE7-3219-4EB2-8EED-891DC2C366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2057400"/>
            <a:ext cx="519113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endParaRPr lang="zh-CN" altLang="zh-CN" sz="2200"/>
          </a:p>
        </p:txBody>
      </p:sp>
      <p:sp>
        <p:nvSpPr>
          <p:cNvPr id="17417" name="Text Box 9">
            <a:extLst>
              <a:ext uri="{FF2B5EF4-FFF2-40B4-BE49-F238E27FC236}">
                <a16:creationId xmlns:a16="http://schemas.microsoft.com/office/drawing/2014/main" id="{B7D24323-871E-49E8-AFC6-B8181E2D1E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8163" y="2057400"/>
            <a:ext cx="528637" cy="838200"/>
          </a:xfrm>
          <a:prstGeom prst="rect">
            <a:avLst/>
          </a:prstGeom>
          <a:solidFill>
            <a:srgbClr val="CCFFFF"/>
          </a:solidFill>
          <a:ln w="9525">
            <a:solidFill>
              <a:srgbClr val="800000"/>
            </a:solidFill>
            <a:miter lim="800000"/>
            <a:headEnd/>
            <a:tailEnd/>
          </a:ln>
        </p:spPr>
        <p:txBody>
          <a:bodyPr vert="eaVert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200">
                <a:solidFill>
                  <a:schemeClr val="folHlink"/>
                </a:solidFill>
              </a:rPr>
              <a:t>创维</a:t>
            </a:r>
          </a:p>
        </p:txBody>
      </p:sp>
      <p:sp>
        <p:nvSpPr>
          <p:cNvPr id="17418" name="Text Box 10">
            <a:extLst>
              <a:ext uri="{FF2B5EF4-FFF2-40B4-BE49-F238E27FC236}">
                <a16:creationId xmlns:a16="http://schemas.microsoft.com/office/drawing/2014/main" id="{8DEF067D-2DBF-442E-9089-2938825D1D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838200"/>
            <a:ext cx="762000" cy="436563"/>
          </a:xfrm>
          <a:prstGeom prst="rect">
            <a:avLst/>
          </a:prstGeom>
          <a:solidFill>
            <a:srgbClr val="CCFFFF"/>
          </a:solidFill>
          <a:ln w="9525">
            <a:solidFill>
              <a:srgbClr val="8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200">
                <a:solidFill>
                  <a:schemeClr val="folHlink"/>
                </a:solidFill>
              </a:rPr>
              <a:t>百佳</a:t>
            </a:r>
          </a:p>
        </p:txBody>
      </p:sp>
      <p:sp>
        <p:nvSpPr>
          <p:cNvPr id="18453" name="Text Box 11">
            <a:extLst>
              <a:ext uri="{FF2B5EF4-FFF2-40B4-BE49-F238E27FC236}">
                <a16:creationId xmlns:a16="http://schemas.microsoft.com/office/drawing/2014/main" id="{B4A60674-113D-45E9-B665-E0881F89F0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1524000"/>
            <a:ext cx="6096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endParaRPr lang="zh-CN" altLang="zh-CN" sz="2200"/>
          </a:p>
        </p:txBody>
      </p:sp>
      <p:sp>
        <p:nvSpPr>
          <p:cNvPr id="17420" name="Text Box 12">
            <a:extLst>
              <a:ext uri="{FF2B5EF4-FFF2-40B4-BE49-F238E27FC236}">
                <a16:creationId xmlns:a16="http://schemas.microsoft.com/office/drawing/2014/main" id="{1C901636-93B1-4192-BB59-E12464992A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1524000"/>
            <a:ext cx="762000" cy="436563"/>
          </a:xfrm>
          <a:prstGeom prst="rect">
            <a:avLst/>
          </a:prstGeom>
          <a:solidFill>
            <a:srgbClr val="CCFFFF"/>
          </a:solidFill>
          <a:ln w="9525">
            <a:solidFill>
              <a:srgbClr val="8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200">
                <a:solidFill>
                  <a:schemeClr val="folHlink"/>
                </a:solidFill>
              </a:rPr>
              <a:t>华润</a:t>
            </a:r>
          </a:p>
        </p:txBody>
      </p:sp>
      <p:sp>
        <p:nvSpPr>
          <p:cNvPr id="17421" name="Text Box 13">
            <a:extLst>
              <a:ext uri="{FF2B5EF4-FFF2-40B4-BE49-F238E27FC236}">
                <a16:creationId xmlns:a16="http://schemas.microsoft.com/office/drawing/2014/main" id="{9C7864D0-7E94-44E9-ACDB-544341AEEB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971800"/>
            <a:ext cx="338137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rgbClr val="0033CC"/>
                </a:solidFill>
              </a:rPr>
              <a:t>三种电视机的零售单价</a:t>
            </a:r>
            <a:r>
              <a:rPr lang="en-US" altLang="zh-CN" sz="2400">
                <a:solidFill>
                  <a:srgbClr val="0033CC"/>
                </a:solidFill>
              </a:rPr>
              <a:t>(</a:t>
            </a:r>
            <a:r>
              <a:rPr lang="zh-CN" altLang="en-US" sz="2400">
                <a:solidFill>
                  <a:srgbClr val="0033CC"/>
                </a:solidFill>
              </a:rPr>
              <a:t>单位千元</a:t>
            </a:r>
            <a:r>
              <a:rPr lang="en-US" altLang="zh-CN" sz="2400">
                <a:solidFill>
                  <a:srgbClr val="0033CC"/>
                </a:solidFill>
              </a:rPr>
              <a:t>)</a:t>
            </a:r>
            <a:r>
              <a:rPr lang="zh-CN" altLang="en-US" sz="2400">
                <a:solidFill>
                  <a:srgbClr val="0033CC"/>
                </a:solidFill>
              </a:rPr>
              <a:t>由矩阵</a:t>
            </a:r>
            <a:r>
              <a:rPr lang="en-US" altLang="zh-CN" sz="2400">
                <a:solidFill>
                  <a:srgbClr val="0033CC"/>
                </a:solidFill>
              </a:rPr>
              <a:t>B</a:t>
            </a:r>
            <a:r>
              <a:rPr lang="zh-CN" altLang="en-US" sz="2400">
                <a:solidFill>
                  <a:srgbClr val="0033CC"/>
                </a:solidFill>
              </a:rPr>
              <a:t>表示</a:t>
            </a:r>
          </a:p>
        </p:txBody>
      </p:sp>
      <p:sp>
        <p:nvSpPr>
          <p:cNvPr id="18456" name="Rectangle 14">
            <a:extLst>
              <a:ext uri="{FF2B5EF4-FFF2-40B4-BE49-F238E27FC236}">
                <a16:creationId xmlns:a16="http://schemas.microsoft.com/office/drawing/2014/main" id="{A6605D60-ED06-47DE-A852-E6090A610C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8150" y="30718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7423" name="Object 15">
            <a:extLst>
              <a:ext uri="{FF2B5EF4-FFF2-40B4-BE49-F238E27FC236}">
                <a16:creationId xmlns:a16="http://schemas.microsoft.com/office/drawing/2014/main" id="{A2E177E2-C82B-4F02-AF9A-C9C7DD3FEE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3886200"/>
          <a:ext cx="1727200" cy="190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84" r:id="rId7" imgW="647700" imgH="711200" progId="Equation.3">
                  <p:embed/>
                </p:oleObj>
              </mc:Choice>
              <mc:Fallback>
                <p:oleObj r:id="rId7" imgW="647700" imgH="711200" progId="Equation.3">
                  <p:embed/>
                  <p:pic>
                    <p:nvPicPr>
                      <p:cNvPr id="17423" name="Object 15">
                        <a:extLst>
                          <a:ext uri="{FF2B5EF4-FFF2-40B4-BE49-F238E27FC236}">
                            <a16:creationId xmlns:a16="http://schemas.microsoft.com/office/drawing/2014/main" id="{A2E177E2-C82B-4F02-AF9A-C9C7DD3FEE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886200"/>
                        <a:ext cx="1727200" cy="1905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4" name="Text Box 16">
            <a:extLst>
              <a:ext uri="{FF2B5EF4-FFF2-40B4-BE49-F238E27FC236}">
                <a16:creationId xmlns:a16="http://schemas.microsoft.com/office/drawing/2014/main" id="{2CEC66D5-FF76-41E2-8F6E-71D1039BE4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3886200"/>
            <a:ext cx="914400" cy="436563"/>
          </a:xfrm>
          <a:prstGeom prst="rect">
            <a:avLst/>
          </a:prstGeom>
          <a:solidFill>
            <a:srgbClr val="CCFFFF"/>
          </a:solidFill>
          <a:ln w="9525">
            <a:solidFill>
              <a:srgbClr val="9933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200"/>
              <a:t>长虹</a:t>
            </a:r>
          </a:p>
        </p:txBody>
      </p:sp>
      <p:sp>
        <p:nvSpPr>
          <p:cNvPr id="17425" name="Text Box 17">
            <a:extLst>
              <a:ext uri="{FF2B5EF4-FFF2-40B4-BE49-F238E27FC236}">
                <a16:creationId xmlns:a16="http://schemas.microsoft.com/office/drawing/2014/main" id="{CAE9106D-4088-4E4F-B64D-18AFC26D9D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495800"/>
            <a:ext cx="914400" cy="436563"/>
          </a:xfrm>
          <a:prstGeom prst="rect">
            <a:avLst/>
          </a:prstGeom>
          <a:solidFill>
            <a:srgbClr val="CCFFFF"/>
          </a:solidFill>
          <a:ln w="9525">
            <a:solidFill>
              <a:srgbClr val="9933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200"/>
              <a:t>康佳</a:t>
            </a:r>
          </a:p>
        </p:txBody>
      </p:sp>
      <p:sp>
        <p:nvSpPr>
          <p:cNvPr id="17426" name="Text Box 18">
            <a:extLst>
              <a:ext uri="{FF2B5EF4-FFF2-40B4-BE49-F238E27FC236}">
                <a16:creationId xmlns:a16="http://schemas.microsoft.com/office/drawing/2014/main" id="{F119E6E9-330E-4376-A3BB-C7849C91DC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5105400"/>
            <a:ext cx="914400" cy="436563"/>
          </a:xfrm>
          <a:prstGeom prst="rect">
            <a:avLst/>
          </a:prstGeom>
          <a:solidFill>
            <a:srgbClr val="CCFFFF"/>
          </a:solidFill>
          <a:ln w="9525">
            <a:solidFill>
              <a:srgbClr val="9933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200"/>
              <a:t>创维</a:t>
            </a:r>
          </a:p>
        </p:txBody>
      </p:sp>
      <p:sp>
        <p:nvSpPr>
          <p:cNvPr id="18460" name="Rectangle 19">
            <a:extLst>
              <a:ext uri="{FF2B5EF4-FFF2-40B4-BE49-F238E27FC236}">
                <a16:creationId xmlns:a16="http://schemas.microsoft.com/office/drawing/2014/main" id="{9BCD1755-FD86-43B1-9E02-726856DA54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4288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7428" name="Object 20">
            <a:extLst>
              <a:ext uri="{FF2B5EF4-FFF2-40B4-BE49-F238E27FC236}">
                <a16:creationId xmlns:a16="http://schemas.microsoft.com/office/drawing/2014/main" id="{137F7000-48EC-4BF1-BB79-7903DFCEF5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87900" y="4508500"/>
          <a:ext cx="3276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85" r:id="rId9" imgW="1497950" imgH="177723" progId="Equation.3">
                  <p:embed/>
                </p:oleObj>
              </mc:Choice>
              <mc:Fallback>
                <p:oleObj r:id="rId9" imgW="1497950" imgH="177723" progId="Equation.3">
                  <p:embed/>
                  <p:pic>
                    <p:nvPicPr>
                      <p:cNvPr id="17428" name="Object 20">
                        <a:extLst>
                          <a:ext uri="{FF2B5EF4-FFF2-40B4-BE49-F238E27FC236}">
                            <a16:creationId xmlns:a16="http://schemas.microsoft.com/office/drawing/2014/main" id="{137F7000-48EC-4BF1-BB79-7903DFCEF5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4508500"/>
                        <a:ext cx="32766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61" name="Rectangle 21">
            <a:extLst>
              <a:ext uri="{FF2B5EF4-FFF2-40B4-BE49-F238E27FC236}">
                <a16:creationId xmlns:a16="http://schemas.microsoft.com/office/drawing/2014/main" id="{2051292D-3D7C-44AD-9CCC-95D8DF8B2B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810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7430" name="Object 22">
            <a:extLst>
              <a:ext uri="{FF2B5EF4-FFF2-40B4-BE49-F238E27FC236}">
                <a16:creationId xmlns:a16="http://schemas.microsoft.com/office/drawing/2014/main" id="{ED9E8F59-8102-4427-9FF6-AA1D6A080C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87900" y="5013325"/>
          <a:ext cx="3276600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86" r:id="rId11" imgW="1447172" imgH="177723" progId="Equation.3">
                  <p:embed/>
                </p:oleObj>
              </mc:Choice>
              <mc:Fallback>
                <p:oleObj r:id="rId11" imgW="1447172" imgH="177723" progId="Equation.3">
                  <p:embed/>
                  <p:pic>
                    <p:nvPicPr>
                      <p:cNvPr id="17430" name="Object 22">
                        <a:extLst>
                          <a:ext uri="{FF2B5EF4-FFF2-40B4-BE49-F238E27FC236}">
                            <a16:creationId xmlns:a16="http://schemas.microsoft.com/office/drawing/2014/main" id="{ED9E8F59-8102-4427-9FF6-AA1D6A080C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5013325"/>
                        <a:ext cx="3276600" cy="409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62" name="Rectangle 23">
            <a:extLst>
              <a:ext uri="{FF2B5EF4-FFF2-40B4-BE49-F238E27FC236}">
                <a16:creationId xmlns:a16="http://schemas.microsoft.com/office/drawing/2014/main" id="{ED167DD4-9364-4B01-8A1D-C1253E23E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9613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7432" name="Object 24">
            <a:extLst>
              <a:ext uri="{FF2B5EF4-FFF2-40B4-BE49-F238E27FC236}">
                <a16:creationId xmlns:a16="http://schemas.microsoft.com/office/drawing/2014/main" id="{B79F11F0-CE43-45F2-8920-8E93C7AE18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27538" y="4508500"/>
          <a:ext cx="43815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87" name="Microsoft 公式 3.0" r:id="rId13" imgW="101512" imgH="203024" progId="Equation.3">
                  <p:embed/>
                </p:oleObj>
              </mc:Choice>
              <mc:Fallback>
                <p:oleObj name="Microsoft 公式 3.0" r:id="rId13" imgW="101512" imgH="203024" progId="Equation.3">
                  <p:embed/>
                  <p:pic>
                    <p:nvPicPr>
                      <p:cNvPr id="17432" name="Object 24">
                        <a:extLst>
                          <a:ext uri="{FF2B5EF4-FFF2-40B4-BE49-F238E27FC236}">
                            <a16:creationId xmlns:a16="http://schemas.microsoft.com/office/drawing/2014/main" id="{B79F11F0-CE43-45F2-8920-8E93C7AE18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4508500"/>
                        <a:ext cx="43815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63" name="Rectangle 25">
            <a:extLst>
              <a:ext uri="{FF2B5EF4-FFF2-40B4-BE49-F238E27FC236}">
                <a16:creationId xmlns:a16="http://schemas.microsoft.com/office/drawing/2014/main" id="{F3F1DB5D-4BE3-44FA-9FC9-3E499A5BB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9613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7434" name="Object 26">
            <a:extLst>
              <a:ext uri="{FF2B5EF4-FFF2-40B4-BE49-F238E27FC236}">
                <a16:creationId xmlns:a16="http://schemas.microsoft.com/office/drawing/2014/main" id="{DCDD3AA0-6CC6-4877-8171-B10D76370B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77200" y="4495800"/>
          <a:ext cx="43815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88" r:id="rId15" imgW="101512" imgH="203024" progId="Equation.3">
                  <p:embed/>
                </p:oleObj>
              </mc:Choice>
              <mc:Fallback>
                <p:oleObj r:id="rId15" imgW="101512" imgH="203024" progId="Equation.3">
                  <p:embed/>
                  <p:pic>
                    <p:nvPicPr>
                      <p:cNvPr id="17434" name="Object 26">
                        <a:extLst>
                          <a:ext uri="{FF2B5EF4-FFF2-40B4-BE49-F238E27FC236}">
                            <a16:creationId xmlns:a16="http://schemas.microsoft.com/office/drawing/2014/main" id="{DCDD3AA0-6CC6-4877-8171-B10D76370B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7200" y="4495800"/>
                        <a:ext cx="43815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64" name="Rectangle 27">
            <a:extLst>
              <a:ext uri="{FF2B5EF4-FFF2-40B4-BE49-F238E27FC236}">
                <a16:creationId xmlns:a16="http://schemas.microsoft.com/office/drawing/2014/main" id="{42E3F724-6FD4-48BD-88BC-BC965BD276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7436" name="Object 28">
            <a:extLst>
              <a:ext uri="{FF2B5EF4-FFF2-40B4-BE49-F238E27FC236}">
                <a16:creationId xmlns:a16="http://schemas.microsoft.com/office/drawing/2014/main" id="{72EEE37E-EC4A-4F9E-9C72-99C6ABA5A5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67200" y="3352800"/>
          <a:ext cx="461963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89" r:id="rId17" imgW="152202" imgH="177569" progId="Equation.3">
                  <p:embed/>
                </p:oleObj>
              </mc:Choice>
              <mc:Fallback>
                <p:oleObj r:id="rId17" imgW="152202" imgH="177569" progId="Equation.3">
                  <p:embed/>
                  <p:pic>
                    <p:nvPicPr>
                      <p:cNvPr id="17436" name="Object 28">
                        <a:extLst>
                          <a:ext uri="{FF2B5EF4-FFF2-40B4-BE49-F238E27FC236}">
                            <a16:creationId xmlns:a16="http://schemas.microsoft.com/office/drawing/2014/main" id="{72EEE37E-EC4A-4F9E-9C72-99C6ABA5A5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3352800"/>
                        <a:ext cx="461963" cy="547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37" name="Object 29">
            <a:extLst>
              <a:ext uri="{FF2B5EF4-FFF2-40B4-BE49-F238E27FC236}">
                <a16:creationId xmlns:a16="http://schemas.microsoft.com/office/drawing/2014/main" id="{22868BDC-E630-46AE-9557-8A5ECD3EE4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8200" y="3352800"/>
          <a:ext cx="114300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90" r:id="rId19" imgW="368140" imgH="165028" progId="Equation.3">
                  <p:embed/>
                </p:oleObj>
              </mc:Choice>
              <mc:Fallback>
                <p:oleObj r:id="rId19" imgW="368140" imgH="165028" progId="Equation.3">
                  <p:embed/>
                  <p:pic>
                    <p:nvPicPr>
                      <p:cNvPr id="17437" name="Object 29">
                        <a:extLst>
                          <a:ext uri="{FF2B5EF4-FFF2-40B4-BE49-F238E27FC236}">
                            <a16:creationId xmlns:a16="http://schemas.microsoft.com/office/drawing/2014/main" id="{22868BDC-E630-46AE-9557-8A5ECD3EE4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3352800"/>
                        <a:ext cx="1143000" cy="498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38" name="Object 30">
            <a:extLst>
              <a:ext uri="{FF2B5EF4-FFF2-40B4-BE49-F238E27FC236}">
                <a16:creationId xmlns:a16="http://schemas.microsoft.com/office/drawing/2014/main" id="{DA93DD2D-FD22-44C3-ACEE-8A1A46C674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5963" y="2852738"/>
          <a:ext cx="2895600" cy="163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91" r:id="rId21" imgW="1269449" imgH="710891" progId="Equation.3">
                  <p:embed/>
                </p:oleObj>
              </mc:Choice>
              <mc:Fallback>
                <p:oleObj r:id="rId21" imgW="1269449" imgH="710891" progId="Equation.3">
                  <p:embed/>
                  <p:pic>
                    <p:nvPicPr>
                      <p:cNvPr id="17438" name="Object 30">
                        <a:extLst>
                          <a:ext uri="{FF2B5EF4-FFF2-40B4-BE49-F238E27FC236}">
                            <a16:creationId xmlns:a16="http://schemas.microsoft.com/office/drawing/2014/main" id="{DA93DD2D-FD22-44C3-ACEE-8A1A46C674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5963" y="2852738"/>
                        <a:ext cx="2895600" cy="16335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65" name="Rectangle 31">
            <a:extLst>
              <a:ext uri="{FF2B5EF4-FFF2-40B4-BE49-F238E27FC236}">
                <a16:creationId xmlns:a16="http://schemas.microsoft.com/office/drawing/2014/main" id="{CD3F95A8-08D4-4C64-BD33-67DA8153EC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0088" y="3376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7440" name="Object 32">
            <a:extLst>
              <a:ext uri="{FF2B5EF4-FFF2-40B4-BE49-F238E27FC236}">
                <a16:creationId xmlns:a16="http://schemas.microsoft.com/office/drawing/2014/main" id="{D25C1535-6FA6-4E71-B722-7FBF57AFC1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51275" y="4724400"/>
          <a:ext cx="45720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92" r:id="rId23" imgW="126780" imgH="101424" progId="Equation.3">
                  <p:embed/>
                </p:oleObj>
              </mc:Choice>
              <mc:Fallback>
                <p:oleObj r:id="rId23" imgW="126780" imgH="101424" progId="Equation.3">
                  <p:embed/>
                  <p:pic>
                    <p:nvPicPr>
                      <p:cNvPr id="17440" name="Object 32">
                        <a:extLst>
                          <a:ext uri="{FF2B5EF4-FFF2-40B4-BE49-F238E27FC236}">
                            <a16:creationId xmlns:a16="http://schemas.microsoft.com/office/drawing/2014/main" id="{D25C1535-6FA6-4E71-B722-7FBF57AFC1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4724400"/>
                        <a:ext cx="457200" cy="387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66" name="Rectangle 33">
            <a:extLst>
              <a:ext uri="{FF2B5EF4-FFF2-40B4-BE49-F238E27FC236}">
                <a16:creationId xmlns:a16="http://schemas.microsoft.com/office/drawing/2014/main" id="{358A2617-824B-419B-9F0D-C3682F79A7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7442" name="Object 34">
            <a:extLst>
              <a:ext uri="{FF2B5EF4-FFF2-40B4-BE49-F238E27FC236}">
                <a16:creationId xmlns:a16="http://schemas.microsoft.com/office/drawing/2014/main" id="{7EBF5938-282F-4E92-8098-BDB2F6EC63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67175" y="5516563"/>
          <a:ext cx="11430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93" r:id="rId25" imgW="457200" imgH="457200" progId="Equation.3">
                  <p:embed/>
                </p:oleObj>
              </mc:Choice>
              <mc:Fallback>
                <p:oleObj r:id="rId25" imgW="457200" imgH="457200" progId="Equation.3">
                  <p:embed/>
                  <p:pic>
                    <p:nvPicPr>
                      <p:cNvPr id="17442" name="Object 34">
                        <a:extLst>
                          <a:ext uri="{FF2B5EF4-FFF2-40B4-BE49-F238E27FC236}">
                            <a16:creationId xmlns:a16="http://schemas.microsoft.com/office/drawing/2014/main" id="{7EBF5938-282F-4E92-8098-BDB2F6EC63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5516563"/>
                        <a:ext cx="1143000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44" name="Text Box 36">
            <a:extLst>
              <a:ext uri="{FF2B5EF4-FFF2-40B4-BE49-F238E27FC236}">
                <a16:creationId xmlns:a16="http://schemas.microsoft.com/office/drawing/2014/main" id="{F8F3FA96-6A37-4232-82B0-44C1816053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1125538"/>
            <a:ext cx="292735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FF0066"/>
                </a:solidFill>
              </a:rPr>
              <a:t>百佳该天出售这三种</a:t>
            </a:r>
          </a:p>
          <a:p>
            <a:pPr eaLnBrk="1" hangingPunct="1"/>
            <a:r>
              <a:rPr lang="zh-CN" altLang="en-US" sz="2400">
                <a:solidFill>
                  <a:srgbClr val="FF0066"/>
                </a:solidFill>
              </a:rPr>
              <a:t>电视机的总收入为多</a:t>
            </a:r>
          </a:p>
          <a:p>
            <a:pPr eaLnBrk="1" hangingPunct="1"/>
            <a:r>
              <a:rPr lang="zh-CN" altLang="en-US" sz="2400">
                <a:solidFill>
                  <a:srgbClr val="FF0066"/>
                </a:solidFill>
              </a:rPr>
              <a:t>少？华润呢？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74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7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7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4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174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7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7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7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4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4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7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7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7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7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7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7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17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7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" grpId="0" build="p" autoUpdateAnimBg="0"/>
      <p:bldP spid="17413" grpId="0" animBg="1" autoUpdateAnimBg="0"/>
      <p:bldP spid="17415" grpId="0" animBg="1" autoUpdateAnimBg="0"/>
      <p:bldP spid="17417" grpId="0" animBg="1" autoUpdateAnimBg="0"/>
      <p:bldP spid="17418" grpId="0" animBg="1" autoUpdateAnimBg="0"/>
      <p:bldP spid="17420" grpId="0" animBg="1" autoUpdateAnimBg="0"/>
      <p:bldP spid="17421" grpId="0" build="p" autoUpdateAnimBg="0"/>
      <p:bldP spid="17424" grpId="0" animBg="1" autoUpdateAnimBg="0"/>
      <p:bldP spid="17425" grpId="0" animBg="1" autoUpdateAnimBg="0"/>
      <p:bldP spid="17426" grpId="0" animBg="1" autoUpdateAnimBg="0"/>
      <p:bldP spid="1744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>
            <a:extLst>
              <a:ext uri="{FF2B5EF4-FFF2-40B4-BE49-F238E27FC236}">
                <a16:creationId xmlns:a16="http://schemas.microsoft.com/office/drawing/2014/main" id="{C5EF7AB4-ACD4-489A-804B-788853865C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04800"/>
            <a:ext cx="3962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rgbClr val="0033CC"/>
                </a:solidFill>
              </a:rPr>
              <a:t>矩阵</a:t>
            </a:r>
            <a:r>
              <a:rPr lang="en-US" altLang="zh-CN" sz="2400">
                <a:solidFill>
                  <a:srgbClr val="0033CC"/>
                </a:solidFill>
              </a:rPr>
              <a:t>A</a:t>
            </a:r>
            <a:r>
              <a:rPr lang="zh-CN" altLang="en-US" sz="2400">
                <a:solidFill>
                  <a:srgbClr val="0033CC"/>
                </a:solidFill>
              </a:rPr>
              <a:t>表示两车间每小时生产三种产品的数量</a:t>
            </a:r>
          </a:p>
        </p:txBody>
      </p:sp>
      <p:sp>
        <p:nvSpPr>
          <p:cNvPr id="19471" name="Rectangle 3">
            <a:extLst>
              <a:ext uri="{FF2B5EF4-FFF2-40B4-BE49-F238E27FC236}">
                <a16:creationId xmlns:a16="http://schemas.microsoft.com/office/drawing/2014/main" id="{A56DC356-0DA9-4E06-B65D-E0B2404510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3838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8436" name="Object 4">
            <a:extLst>
              <a:ext uri="{FF2B5EF4-FFF2-40B4-BE49-F238E27FC236}">
                <a16:creationId xmlns:a16="http://schemas.microsoft.com/office/drawing/2014/main" id="{3988E55C-389C-47D3-A799-EE3175DDB6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" y="1295400"/>
          <a:ext cx="2590800" cy="1100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22" r:id="rId4" imgW="1079500" imgH="457200" progId="Equation.3">
                  <p:embed/>
                </p:oleObj>
              </mc:Choice>
              <mc:Fallback>
                <p:oleObj r:id="rId4" imgW="1079500" imgH="457200" progId="Equation.3">
                  <p:embed/>
                  <p:pic>
                    <p:nvPicPr>
                      <p:cNvPr id="18436" name="Object 4">
                        <a:extLst>
                          <a:ext uri="{FF2B5EF4-FFF2-40B4-BE49-F238E27FC236}">
                            <a16:creationId xmlns:a16="http://schemas.microsoft.com/office/drawing/2014/main" id="{3988E55C-389C-47D3-A799-EE3175DDB6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295400"/>
                        <a:ext cx="2590800" cy="1100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7" name="Text Box 5">
            <a:extLst>
              <a:ext uri="{FF2B5EF4-FFF2-40B4-BE49-F238E27FC236}">
                <a16:creationId xmlns:a16="http://schemas.microsoft.com/office/drawing/2014/main" id="{DF6910F1-46AC-451C-8271-A1026BD866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304800"/>
            <a:ext cx="44196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rgbClr val="0033CC"/>
                </a:solidFill>
              </a:rPr>
              <a:t>矩阵</a:t>
            </a:r>
            <a:r>
              <a:rPr lang="en-US" altLang="zh-CN" sz="2400">
                <a:solidFill>
                  <a:srgbClr val="0033CC"/>
                </a:solidFill>
              </a:rPr>
              <a:t>B</a:t>
            </a:r>
            <a:r>
              <a:rPr lang="zh-CN" altLang="en-US" sz="2400">
                <a:solidFill>
                  <a:srgbClr val="0033CC"/>
                </a:solidFill>
              </a:rPr>
              <a:t>表示三种产品的单位产品消耗两种原料的数量</a:t>
            </a:r>
          </a:p>
        </p:txBody>
      </p:sp>
      <p:graphicFrame>
        <p:nvGraphicFramePr>
          <p:cNvPr id="18438" name="Object 6">
            <a:extLst>
              <a:ext uri="{FF2B5EF4-FFF2-40B4-BE49-F238E27FC236}">
                <a16:creationId xmlns:a16="http://schemas.microsoft.com/office/drawing/2014/main" id="{124A1B64-E584-4D29-8691-B67D6CFA5C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1143000"/>
          <a:ext cx="2209800" cy="165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23" r:id="rId6" imgW="952087" imgH="710891" progId="Equation.3">
                  <p:embed/>
                </p:oleObj>
              </mc:Choice>
              <mc:Fallback>
                <p:oleObj r:id="rId6" imgW="952087" imgH="710891" progId="Equation.3">
                  <p:embed/>
                  <p:pic>
                    <p:nvPicPr>
                      <p:cNvPr id="18438" name="Object 6">
                        <a:extLst>
                          <a:ext uri="{FF2B5EF4-FFF2-40B4-BE49-F238E27FC236}">
                            <a16:creationId xmlns:a16="http://schemas.microsoft.com/office/drawing/2014/main" id="{124A1B64-E584-4D29-8691-B67D6CFA5C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1143000"/>
                        <a:ext cx="2209800" cy="1657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9" name="Text Box 7">
            <a:extLst>
              <a:ext uri="{FF2B5EF4-FFF2-40B4-BE49-F238E27FC236}">
                <a16:creationId xmlns:a16="http://schemas.microsoft.com/office/drawing/2014/main" id="{6B1CD35B-FE73-4496-93E1-4AD47A0DF6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1295400"/>
            <a:ext cx="1066800" cy="436563"/>
          </a:xfrm>
          <a:prstGeom prst="rect">
            <a:avLst/>
          </a:prstGeom>
          <a:solidFill>
            <a:srgbClr val="CCFFFF"/>
          </a:solidFill>
          <a:ln w="9525">
            <a:solidFill>
              <a:srgbClr val="9933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200">
                <a:solidFill>
                  <a:schemeClr val="hlink"/>
                </a:solidFill>
              </a:rPr>
              <a:t>车间一</a:t>
            </a:r>
          </a:p>
        </p:txBody>
      </p:sp>
      <p:sp>
        <p:nvSpPr>
          <p:cNvPr id="18440" name="Text Box 8">
            <a:extLst>
              <a:ext uri="{FF2B5EF4-FFF2-40B4-BE49-F238E27FC236}">
                <a16:creationId xmlns:a16="http://schemas.microsoft.com/office/drawing/2014/main" id="{5FFB04AF-F86F-4365-9FC0-238A408FF0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1828800"/>
            <a:ext cx="1066800" cy="436563"/>
          </a:xfrm>
          <a:prstGeom prst="rect">
            <a:avLst/>
          </a:prstGeom>
          <a:solidFill>
            <a:srgbClr val="CCFFFF"/>
          </a:solidFill>
          <a:ln w="9525">
            <a:solidFill>
              <a:srgbClr val="9933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200">
                <a:solidFill>
                  <a:schemeClr val="hlink"/>
                </a:solidFill>
              </a:rPr>
              <a:t>车间二</a:t>
            </a:r>
          </a:p>
        </p:txBody>
      </p:sp>
      <p:sp>
        <p:nvSpPr>
          <p:cNvPr id="18441" name="Text Box 9">
            <a:extLst>
              <a:ext uri="{FF2B5EF4-FFF2-40B4-BE49-F238E27FC236}">
                <a16:creationId xmlns:a16="http://schemas.microsoft.com/office/drawing/2014/main" id="{3985E9AB-350F-4E3F-8226-346871F162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5363" y="2438400"/>
            <a:ext cx="528637" cy="685800"/>
          </a:xfrm>
          <a:prstGeom prst="rect">
            <a:avLst/>
          </a:prstGeom>
          <a:solidFill>
            <a:srgbClr val="CCFFFF"/>
          </a:solidFill>
          <a:ln w="9525">
            <a:solidFill>
              <a:srgbClr val="800000"/>
            </a:solidFill>
            <a:miter lim="800000"/>
            <a:headEnd/>
            <a:tailEnd/>
          </a:ln>
        </p:spPr>
        <p:txBody>
          <a:bodyPr vert="eaVert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200">
                <a:solidFill>
                  <a:schemeClr val="hlink"/>
                </a:solidFill>
              </a:rPr>
              <a:t>面包</a:t>
            </a:r>
          </a:p>
        </p:txBody>
      </p:sp>
      <p:sp>
        <p:nvSpPr>
          <p:cNvPr id="18442" name="Text Box 10">
            <a:extLst>
              <a:ext uri="{FF2B5EF4-FFF2-40B4-BE49-F238E27FC236}">
                <a16:creationId xmlns:a16="http://schemas.microsoft.com/office/drawing/2014/main" id="{CFD54DDC-B067-44D0-8416-13FE0CF75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7363" y="2438400"/>
            <a:ext cx="528637" cy="685800"/>
          </a:xfrm>
          <a:prstGeom prst="rect">
            <a:avLst/>
          </a:prstGeom>
          <a:solidFill>
            <a:srgbClr val="CCFFFF"/>
          </a:solidFill>
          <a:ln w="9525">
            <a:solidFill>
              <a:srgbClr val="993300"/>
            </a:solidFill>
            <a:miter lim="800000"/>
            <a:headEnd/>
            <a:tailEnd/>
          </a:ln>
        </p:spPr>
        <p:txBody>
          <a:bodyPr vert="eaVert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200">
                <a:solidFill>
                  <a:schemeClr val="hlink"/>
                </a:solidFill>
              </a:rPr>
              <a:t>蛋糕</a:t>
            </a:r>
          </a:p>
        </p:txBody>
      </p:sp>
      <p:sp>
        <p:nvSpPr>
          <p:cNvPr id="18443" name="Text Box 11">
            <a:extLst>
              <a:ext uri="{FF2B5EF4-FFF2-40B4-BE49-F238E27FC236}">
                <a16:creationId xmlns:a16="http://schemas.microsoft.com/office/drawing/2014/main" id="{5632A3F0-EF87-4462-A84F-A1017CEA9A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3163" y="2438400"/>
            <a:ext cx="528637" cy="685800"/>
          </a:xfrm>
          <a:prstGeom prst="rect">
            <a:avLst/>
          </a:prstGeom>
          <a:solidFill>
            <a:srgbClr val="CCFFFF"/>
          </a:solidFill>
          <a:ln w="9525">
            <a:solidFill>
              <a:srgbClr val="993300"/>
            </a:solidFill>
            <a:miter lim="800000"/>
            <a:headEnd/>
            <a:tailEnd/>
          </a:ln>
        </p:spPr>
        <p:txBody>
          <a:bodyPr vert="eaVert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200">
                <a:solidFill>
                  <a:schemeClr val="hlink"/>
                </a:solidFill>
              </a:rPr>
              <a:t>饼干</a:t>
            </a:r>
          </a:p>
        </p:txBody>
      </p:sp>
      <p:sp>
        <p:nvSpPr>
          <p:cNvPr id="18444" name="Text Box 12">
            <a:extLst>
              <a:ext uri="{FF2B5EF4-FFF2-40B4-BE49-F238E27FC236}">
                <a16:creationId xmlns:a16="http://schemas.microsoft.com/office/drawing/2014/main" id="{1CD5560B-C39A-449F-89A5-61E7858A17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1219200"/>
            <a:ext cx="838200" cy="436563"/>
          </a:xfrm>
          <a:prstGeom prst="rect">
            <a:avLst/>
          </a:prstGeom>
          <a:solidFill>
            <a:srgbClr val="CCFFFF"/>
          </a:solidFill>
          <a:ln w="9525">
            <a:solidFill>
              <a:srgbClr val="9933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200">
                <a:solidFill>
                  <a:schemeClr val="hlink"/>
                </a:solidFill>
              </a:rPr>
              <a:t>面包</a:t>
            </a:r>
          </a:p>
        </p:txBody>
      </p:sp>
      <p:sp>
        <p:nvSpPr>
          <p:cNvPr id="18445" name="Text Box 13">
            <a:extLst>
              <a:ext uri="{FF2B5EF4-FFF2-40B4-BE49-F238E27FC236}">
                <a16:creationId xmlns:a16="http://schemas.microsoft.com/office/drawing/2014/main" id="{D5F615CF-BA55-45E8-831E-0767E7B4D1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1752600"/>
            <a:ext cx="838200" cy="436563"/>
          </a:xfrm>
          <a:prstGeom prst="rect">
            <a:avLst/>
          </a:prstGeom>
          <a:solidFill>
            <a:srgbClr val="CCFFFF"/>
          </a:solidFill>
          <a:ln w="9525">
            <a:solidFill>
              <a:srgbClr val="9933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200">
                <a:solidFill>
                  <a:schemeClr val="hlink"/>
                </a:solidFill>
              </a:rPr>
              <a:t>蛋糕</a:t>
            </a:r>
          </a:p>
        </p:txBody>
      </p:sp>
      <p:sp>
        <p:nvSpPr>
          <p:cNvPr id="18446" name="Text Box 14">
            <a:extLst>
              <a:ext uri="{FF2B5EF4-FFF2-40B4-BE49-F238E27FC236}">
                <a16:creationId xmlns:a16="http://schemas.microsoft.com/office/drawing/2014/main" id="{0A9384A2-4191-4F7D-A33B-737E0B7A55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2286000"/>
            <a:ext cx="838200" cy="436563"/>
          </a:xfrm>
          <a:prstGeom prst="rect">
            <a:avLst/>
          </a:prstGeom>
          <a:solidFill>
            <a:srgbClr val="CCFFFF"/>
          </a:solidFill>
          <a:ln w="9525">
            <a:solidFill>
              <a:srgbClr val="9933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200">
                <a:solidFill>
                  <a:schemeClr val="hlink"/>
                </a:solidFill>
              </a:rPr>
              <a:t>饼干</a:t>
            </a:r>
          </a:p>
        </p:txBody>
      </p:sp>
      <p:sp>
        <p:nvSpPr>
          <p:cNvPr id="18447" name="Text Box 15">
            <a:extLst>
              <a:ext uri="{FF2B5EF4-FFF2-40B4-BE49-F238E27FC236}">
                <a16:creationId xmlns:a16="http://schemas.microsoft.com/office/drawing/2014/main" id="{DAA58765-C561-4503-8CA4-2B6686B93C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0425" y="2852738"/>
            <a:ext cx="457200" cy="436562"/>
          </a:xfrm>
          <a:prstGeom prst="rect">
            <a:avLst/>
          </a:prstGeom>
          <a:solidFill>
            <a:srgbClr val="CCFFFF"/>
          </a:solidFill>
          <a:ln w="9525">
            <a:solidFill>
              <a:srgbClr val="9933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200">
                <a:solidFill>
                  <a:schemeClr val="hlink"/>
                </a:solidFill>
              </a:rPr>
              <a:t>糖</a:t>
            </a:r>
          </a:p>
        </p:txBody>
      </p:sp>
      <p:sp>
        <p:nvSpPr>
          <p:cNvPr id="18448" name="Text Box 16">
            <a:extLst>
              <a:ext uri="{FF2B5EF4-FFF2-40B4-BE49-F238E27FC236}">
                <a16:creationId xmlns:a16="http://schemas.microsoft.com/office/drawing/2014/main" id="{1DDDCFAE-EA27-4A7C-A606-27EB6A4FF3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125" y="2708275"/>
            <a:ext cx="533400" cy="771525"/>
          </a:xfrm>
          <a:prstGeom prst="rect">
            <a:avLst/>
          </a:prstGeom>
          <a:solidFill>
            <a:srgbClr val="CCFFFF"/>
          </a:solidFill>
          <a:ln w="9525">
            <a:solidFill>
              <a:srgbClr val="9933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200">
                <a:solidFill>
                  <a:schemeClr val="hlink"/>
                </a:solidFill>
              </a:rPr>
              <a:t>面粉</a:t>
            </a:r>
          </a:p>
        </p:txBody>
      </p:sp>
      <p:sp>
        <p:nvSpPr>
          <p:cNvPr id="19483" name="Rectangle 17">
            <a:extLst>
              <a:ext uri="{FF2B5EF4-FFF2-40B4-BE49-F238E27FC236}">
                <a16:creationId xmlns:a16="http://schemas.microsoft.com/office/drawing/2014/main" id="{96750995-5B84-42B9-A323-21CE6462C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8450" name="Object 18">
            <a:extLst>
              <a:ext uri="{FF2B5EF4-FFF2-40B4-BE49-F238E27FC236}">
                <a16:creationId xmlns:a16="http://schemas.microsoft.com/office/drawing/2014/main" id="{EB0A333C-29D7-4798-AEB1-F0051A451D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88" y="4581525"/>
          <a:ext cx="449262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24" r:id="rId8" imgW="152202" imgH="177569" progId="Equation.3">
                  <p:embed/>
                </p:oleObj>
              </mc:Choice>
              <mc:Fallback>
                <p:oleObj r:id="rId8" imgW="152202" imgH="177569" progId="Equation.3">
                  <p:embed/>
                  <p:pic>
                    <p:nvPicPr>
                      <p:cNvPr id="18450" name="Object 18">
                        <a:extLst>
                          <a:ext uri="{FF2B5EF4-FFF2-40B4-BE49-F238E27FC236}">
                            <a16:creationId xmlns:a16="http://schemas.microsoft.com/office/drawing/2014/main" id="{EB0A333C-29D7-4798-AEB1-F0051A451D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4581525"/>
                        <a:ext cx="449262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84" name="Rectangle 19">
            <a:extLst>
              <a:ext uri="{FF2B5EF4-FFF2-40B4-BE49-F238E27FC236}">
                <a16:creationId xmlns:a16="http://schemas.microsoft.com/office/drawing/2014/main" id="{1DF84C86-D5E7-4DFB-B27B-EE1BA9E785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6263" y="33480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8452" name="Object 20">
            <a:extLst>
              <a:ext uri="{FF2B5EF4-FFF2-40B4-BE49-F238E27FC236}">
                <a16:creationId xmlns:a16="http://schemas.microsoft.com/office/drawing/2014/main" id="{D2D5E07B-BCAA-412E-B3FD-8666D10CED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4581525"/>
          <a:ext cx="1143000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25" r:id="rId10" imgW="368140" imgH="165028" progId="Equation.3">
                  <p:embed/>
                </p:oleObj>
              </mc:Choice>
              <mc:Fallback>
                <p:oleObj r:id="rId10" imgW="368140" imgH="165028" progId="Equation.3">
                  <p:embed/>
                  <p:pic>
                    <p:nvPicPr>
                      <p:cNvPr id="18452" name="Object 20">
                        <a:extLst>
                          <a:ext uri="{FF2B5EF4-FFF2-40B4-BE49-F238E27FC236}">
                            <a16:creationId xmlns:a16="http://schemas.microsoft.com/office/drawing/2014/main" id="{D2D5E07B-BCAA-412E-B3FD-8666D10CED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4581525"/>
                        <a:ext cx="1143000" cy="496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53" name="Object 21">
            <a:extLst>
              <a:ext uri="{FF2B5EF4-FFF2-40B4-BE49-F238E27FC236}">
                <a16:creationId xmlns:a16="http://schemas.microsoft.com/office/drawing/2014/main" id="{4B6C2DCB-57C7-49F5-AAB7-765551882C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1050" y="4149725"/>
          <a:ext cx="3317875" cy="1490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26" r:id="rId12" imgW="1587500" imgH="711200" progId="Equation.3">
                  <p:embed/>
                </p:oleObj>
              </mc:Choice>
              <mc:Fallback>
                <p:oleObj r:id="rId12" imgW="1587500" imgH="711200" progId="Equation.3">
                  <p:embed/>
                  <p:pic>
                    <p:nvPicPr>
                      <p:cNvPr id="18453" name="Object 21">
                        <a:extLst>
                          <a:ext uri="{FF2B5EF4-FFF2-40B4-BE49-F238E27FC236}">
                            <a16:creationId xmlns:a16="http://schemas.microsoft.com/office/drawing/2014/main" id="{4B6C2DCB-57C7-49F5-AAB7-765551882C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4149725"/>
                        <a:ext cx="3317875" cy="1490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85" name="Rectangle 22">
            <a:extLst>
              <a:ext uri="{FF2B5EF4-FFF2-40B4-BE49-F238E27FC236}">
                <a16:creationId xmlns:a16="http://schemas.microsoft.com/office/drawing/2014/main" id="{DFD4F173-61F7-4B8A-ABC7-CA43CFE299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0088" y="3376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8455" name="Object 23">
            <a:extLst>
              <a:ext uri="{FF2B5EF4-FFF2-40B4-BE49-F238E27FC236}">
                <a16:creationId xmlns:a16="http://schemas.microsoft.com/office/drawing/2014/main" id="{3AEC1FE9-5F57-42C9-BB11-6749168B4F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6913" y="5765800"/>
          <a:ext cx="45720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27" r:id="rId14" imgW="126780" imgH="101424" progId="Equation.3">
                  <p:embed/>
                </p:oleObj>
              </mc:Choice>
              <mc:Fallback>
                <p:oleObj r:id="rId14" imgW="126780" imgH="101424" progId="Equation.3">
                  <p:embed/>
                  <p:pic>
                    <p:nvPicPr>
                      <p:cNvPr id="18455" name="Object 23">
                        <a:extLst>
                          <a:ext uri="{FF2B5EF4-FFF2-40B4-BE49-F238E27FC236}">
                            <a16:creationId xmlns:a16="http://schemas.microsoft.com/office/drawing/2014/main" id="{3AEC1FE9-5F57-42C9-BB11-6749168B4F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913" y="5765800"/>
                        <a:ext cx="457200" cy="387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86" name="Rectangle 24">
            <a:extLst>
              <a:ext uri="{FF2B5EF4-FFF2-40B4-BE49-F238E27FC236}">
                <a16:creationId xmlns:a16="http://schemas.microsoft.com/office/drawing/2014/main" id="{30F60528-DB15-4D41-9C65-18F756ADD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9613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8457" name="Object 25">
            <a:extLst>
              <a:ext uri="{FF2B5EF4-FFF2-40B4-BE49-F238E27FC236}">
                <a16:creationId xmlns:a16="http://schemas.microsoft.com/office/drawing/2014/main" id="{D2281E5F-6B18-4188-B87C-FEED354876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30313" y="5461000"/>
          <a:ext cx="517525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28" r:id="rId16" imgW="101512" imgH="203024" progId="Equation.3">
                  <p:embed/>
                </p:oleObj>
              </mc:Choice>
              <mc:Fallback>
                <p:oleObj r:id="rId16" imgW="101512" imgH="203024" progId="Equation.3">
                  <p:embed/>
                  <p:pic>
                    <p:nvPicPr>
                      <p:cNvPr id="18457" name="Object 25">
                        <a:extLst>
                          <a:ext uri="{FF2B5EF4-FFF2-40B4-BE49-F238E27FC236}">
                            <a16:creationId xmlns:a16="http://schemas.microsoft.com/office/drawing/2014/main" id="{D2281E5F-6B18-4188-B87C-FEED354876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0313" y="5461000"/>
                        <a:ext cx="517525" cy="990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87" name="Rectangle 26">
            <a:extLst>
              <a:ext uri="{FF2B5EF4-FFF2-40B4-BE49-F238E27FC236}">
                <a16:creationId xmlns:a16="http://schemas.microsoft.com/office/drawing/2014/main" id="{E62C693F-ABE0-41D4-A163-52163420B7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438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8459" name="Object 27">
            <a:extLst>
              <a:ext uri="{FF2B5EF4-FFF2-40B4-BE49-F238E27FC236}">
                <a16:creationId xmlns:a16="http://schemas.microsoft.com/office/drawing/2014/main" id="{9022CBCA-8151-467E-9E12-43322FFEFD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90688" y="5589588"/>
          <a:ext cx="3124200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29" r:id="rId18" imgW="1383699" imgH="177723" progId="Equation.3">
                  <p:embed/>
                </p:oleObj>
              </mc:Choice>
              <mc:Fallback>
                <p:oleObj r:id="rId18" imgW="1383699" imgH="177723" progId="Equation.3">
                  <p:embed/>
                  <p:pic>
                    <p:nvPicPr>
                      <p:cNvPr id="18459" name="Object 27">
                        <a:extLst>
                          <a:ext uri="{FF2B5EF4-FFF2-40B4-BE49-F238E27FC236}">
                            <a16:creationId xmlns:a16="http://schemas.microsoft.com/office/drawing/2014/main" id="{9022CBCA-8151-467E-9E12-43322FFEFD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0688" y="5589588"/>
                        <a:ext cx="3124200" cy="409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88" name="Rectangle 28">
            <a:extLst>
              <a:ext uri="{FF2B5EF4-FFF2-40B4-BE49-F238E27FC236}">
                <a16:creationId xmlns:a16="http://schemas.microsoft.com/office/drawing/2014/main" id="{630695BD-D9B5-4B59-8781-4809F28D1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715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8461" name="Object 29">
            <a:extLst>
              <a:ext uri="{FF2B5EF4-FFF2-40B4-BE49-F238E27FC236}">
                <a16:creationId xmlns:a16="http://schemas.microsoft.com/office/drawing/2014/main" id="{A2FD7923-B2A0-4C53-AAF3-61C56A3990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48263" y="5589588"/>
          <a:ext cx="304800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30" r:id="rId20" imgW="1409088" imgH="177723" progId="Equation.3">
                  <p:embed/>
                </p:oleObj>
              </mc:Choice>
              <mc:Fallback>
                <p:oleObj r:id="rId20" imgW="1409088" imgH="177723" progId="Equation.3">
                  <p:embed/>
                  <p:pic>
                    <p:nvPicPr>
                      <p:cNvPr id="18461" name="Object 29">
                        <a:extLst>
                          <a:ext uri="{FF2B5EF4-FFF2-40B4-BE49-F238E27FC236}">
                            <a16:creationId xmlns:a16="http://schemas.microsoft.com/office/drawing/2014/main" id="{A2FD7923-B2A0-4C53-AAF3-61C56A3990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5589588"/>
                        <a:ext cx="3048000" cy="39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89" name="Rectangle 30">
            <a:extLst>
              <a:ext uri="{FF2B5EF4-FFF2-40B4-BE49-F238E27FC236}">
                <a16:creationId xmlns:a16="http://schemas.microsoft.com/office/drawing/2014/main" id="{51157714-A5D9-4E08-AC29-76721AE623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9538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8463" name="Object 31">
            <a:extLst>
              <a:ext uri="{FF2B5EF4-FFF2-40B4-BE49-F238E27FC236}">
                <a16:creationId xmlns:a16="http://schemas.microsoft.com/office/drawing/2014/main" id="{A9913591-C28C-4659-8F6B-268F53A90F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90688" y="6092825"/>
          <a:ext cx="3124200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31" r:id="rId22" imgW="1307532" imgH="177723" progId="Equation.3">
                  <p:embed/>
                </p:oleObj>
              </mc:Choice>
              <mc:Fallback>
                <p:oleObj r:id="rId22" imgW="1307532" imgH="177723" progId="Equation.3">
                  <p:embed/>
                  <p:pic>
                    <p:nvPicPr>
                      <p:cNvPr id="18463" name="Object 31">
                        <a:extLst>
                          <a:ext uri="{FF2B5EF4-FFF2-40B4-BE49-F238E27FC236}">
                            <a16:creationId xmlns:a16="http://schemas.microsoft.com/office/drawing/2014/main" id="{A9913591-C28C-4659-8F6B-268F53A90F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0688" y="6092825"/>
                        <a:ext cx="3124200" cy="433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90" name="Rectangle 32">
            <a:extLst>
              <a:ext uri="{FF2B5EF4-FFF2-40B4-BE49-F238E27FC236}">
                <a16:creationId xmlns:a16="http://schemas.microsoft.com/office/drawing/2014/main" id="{C1687357-790D-44C0-886E-CA1B465CDF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5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8465" name="Object 33">
            <a:extLst>
              <a:ext uri="{FF2B5EF4-FFF2-40B4-BE49-F238E27FC236}">
                <a16:creationId xmlns:a16="http://schemas.microsoft.com/office/drawing/2014/main" id="{478F7B30-8C57-4D70-83B9-17C03A85AC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16513" y="6091238"/>
          <a:ext cx="312420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32" r:id="rId24" imgW="1332921" imgH="177723" progId="Equation.3">
                  <p:embed/>
                </p:oleObj>
              </mc:Choice>
              <mc:Fallback>
                <p:oleObj r:id="rId24" imgW="1332921" imgH="177723" progId="Equation.3">
                  <p:embed/>
                  <p:pic>
                    <p:nvPicPr>
                      <p:cNvPr id="18465" name="Object 33">
                        <a:extLst>
                          <a:ext uri="{FF2B5EF4-FFF2-40B4-BE49-F238E27FC236}">
                            <a16:creationId xmlns:a16="http://schemas.microsoft.com/office/drawing/2014/main" id="{478F7B30-8C57-4D70-83B9-17C03A85AC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6513" y="6091238"/>
                        <a:ext cx="3124200" cy="425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91" name="Rectangle 34">
            <a:extLst>
              <a:ext uri="{FF2B5EF4-FFF2-40B4-BE49-F238E27FC236}">
                <a16:creationId xmlns:a16="http://schemas.microsoft.com/office/drawing/2014/main" id="{FFBA41FC-77B4-4023-A0A0-1A72475304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9613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8467" name="Object 35">
            <a:extLst>
              <a:ext uri="{FF2B5EF4-FFF2-40B4-BE49-F238E27FC236}">
                <a16:creationId xmlns:a16="http://schemas.microsoft.com/office/drawing/2014/main" id="{7EEF9D0E-2A17-4DA1-93D5-1FCF407CC1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40713" y="5537200"/>
          <a:ext cx="477837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33" r:id="rId26" imgW="101512" imgH="203024" progId="Equation.3">
                  <p:embed/>
                </p:oleObj>
              </mc:Choice>
              <mc:Fallback>
                <p:oleObj r:id="rId26" imgW="101512" imgH="203024" progId="Equation.3">
                  <p:embed/>
                  <p:pic>
                    <p:nvPicPr>
                      <p:cNvPr id="18467" name="Object 35">
                        <a:extLst>
                          <a:ext uri="{FF2B5EF4-FFF2-40B4-BE49-F238E27FC236}">
                            <a16:creationId xmlns:a16="http://schemas.microsoft.com/office/drawing/2014/main" id="{7EEF9D0E-2A17-4DA1-93D5-1FCF407CC1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40713" y="5537200"/>
                        <a:ext cx="477837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71" name="Text Box 39">
            <a:extLst>
              <a:ext uri="{FF2B5EF4-FFF2-40B4-BE49-F238E27FC236}">
                <a16:creationId xmlns:a16="http://schemas.microsoft.com/office/drawing/2014/main" id="{34E90DE8-905C-4D94-B13C-5D70832E9B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050" y="3213100"/>
            <a:ext cx="324167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FF0066"/>
                </a:solidFill>
              </a:rPr>
              <a:t>车间一消耗两种原料的数量？车间二呢？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8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8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8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8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4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8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8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8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8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8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84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84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84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84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18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18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1" dur="500"/>
                                        <p:tgtEl>
                                          <p:spTgt spid="18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6" dur="500"/>
                                        <p:tgtEl>
                                          <p:spTgt spid="18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1" dur="500"/>
                                        <p:tgtEl>
                                          <p:spTgt spid="18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6" dur="500"/>
                                        <p:tgtEl>
                                          <p:spTgt spid="18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 build="p" autoUpdateAnimBg="0"/>
      <p:bldP spid="18437" grpId="0" build="p" autoUpdateAnimBg="0"/>
      <p:bldP spid="18439" grpId="0" animBg="1" autoUpdateAnimBg="0"/>
      <p:bldP spid="18440" grpId="0" animBg="1" autoUpdateAnimBg="0"/>
      <p:bldP spid="18441" grpId="0" animBg="1" autoUpdateAnimBg="0"/>
      <p:bldP spid="18442" grpId="0" animBg="1" autoUpdateAnimBg="0"/>
      <p:bldP spid="18443" grpId="0" animBg="1" autoUpdateAnimBg="0"/>
      <p:bldP spid="18444" grpId="0" animBg="1" autoUpdateAnimBg="0"/>
      <p:bldP spid="18445" grpId="0" animBg="1" autoUpdateAnimBg="0"/>
      <p:bldP spid="18446" grpId="0" animBg="1" autoUpdateAnimBg="0"/>
      <p:bldP spid="18447" grpId="0" animBg="1" autoUpdateAnimBg="0"/>
      <p:bldP spid="18448" grpId="0" animBg="1" autoUpdateAnimBg="0"/>
      <p:bldP spid="1847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ext Box 2">
            <a:extLst>
              <a:ext uri="{FF2B5EF4-FFF2-40B4-BE49-F238E27FC236}">
                <a16:creationId xmlns:a16="http://schemas.microsoft.com/office/drawing/2014/main" id="{05A55980-ED38-4AE8-96F7-CA267F1291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04800"/>
            <a:ext cx="3962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rgbClr val="0033CC"/>
                </a:solidFill>
              </a:rPr>
              <a:t>矩阵</a:t>
            </a:r>
            <a:r>
              <a:rPr lang="en-US" altLang="zh-CN" sz="2400">
                <a:solidFill>
                  <a:srgbClr val="0033CC"/>
                </a:solidFill>
              </a:rPr>
              <a:t>A</a:t>
            </a:r>
            <a:r>
              <a:rPr lang="zh-CN" altLang="en-US" sz="2400">
                <a:solidFill>
                  <a:srgbClr val="0033CC"/>
                </a:solidFill>
              </a:rPr>
              <a:t>表示两车间每小时生产三种产品的数量</a:t>
            </a:r>
          </a:p>
        </p:txBody>
      </p:sp>
      <p:sp>
        <p:nvSpPr>
          <p:cNvPr id="20494" name="Rectangle 3">
            <a:extLst>
              <a:ext uri="{FF2B5EF4-FFF2-40B4-BE49-F238E27FC236}">
                <a16:creationId xmlns:a16="http://schemas.microsoft.com/office/drawing/2014/main" id="{0D24F4A7-3737-4FA3-9B86-9EAE1098CA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3838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5781" name="Text Box 5">
            <a:extLst>
              <a:ext uri="{FF2B5EF4-FFF2-40B4-BE49-F238E27FC236}">
                <a16:creationId xmlns:a16="http://schemas.microsoft.com/office/drawing/2014/main" id="{21542787-F3DB-48C3-AC65-2A9DA25340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304800"/>
            <a:ext cx="44196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rgbClr val="0033CC"/>
                </a:solidFill>
              </a:rPr>
              <a:t>矩阵</a:t>
            </a:r>
            <a:r>
              <a:rPr lang="en-US" altLang="zh-CN" sz="2400">
                <a:solidFill>
                  <a:srgbClr val="0033CC"/>
                </a:solidFill>
              </a:rPr>
              <a:t>B</a:t>
            </a:r>
            <a:r>
              <a:rPr lang="zh-CN" altLang="en-US" sz="2400">
                <a:solidFill>
                  <a:srgbClr val="0033CC"/>
                </a:solidFill>
              </a:rPr>
              <a:t>表示三种产品的单位产品消耗两种原料的数量</a:t>
            </a:r>
          </a:p>
        </p:txBody>
      </p:sp>
      <p:sp>
        <p:nvSpPr>
          <p:cNvPr id="75791" name="Text Box 15">
            <a:extLst>
              <a:ext uri="{FF2B5EF4-FFF2-40B4-BE49-F238E27FC236}">
                <a16:creationId xmlns:a16="http://schemas.microsoft.com/office/drawing/2014/main" id="{430DE3EE-51DC-4AAB-8431-949DDB788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5302250"/>
            <a:ext cx="457200" cy="436563"/>
          </a:xfrm>
          <a:prstGeom prst="rect">
            <a:avLst/>
          </a:prstGeom>
          <a:solidFill>
            <a:srgbClr val="CCFFFF"/>
          </a:solidFill>
          <a:ln w="9525">
            <a:solidFill>
              <a:srgbClr val="9933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200">
                <a:solidFill>
                  <a:schemeClr val="hlink"/>
                </a:solidFill>
              </a:rPr>
              <a:t>糖</a:t>
            </a:r>
          </a:p>
        </p:txBody>
      </p:sp>
      <p:sp>
        <p:nvSpPr>
          <p:cNvPr id="75792" name="Text Box 16">
            <a:extLst>
              <a:ext uri="{FF2B5EF4-FFF2-40B4-BE49-F238E27FC236}">
                <a16:creationId xmlns:a16="http://schemas.microsoft.com/office/drawing/2014/main" id="{740ABDD9-9DB2-4AAB-8E79-CA0DC4BC9F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050" y="5230813"/>
            <a:ext cx="533400" cy="771525"/>
          </a:xfrm>
          <a:prstGeom prst="rect">
            <a:avLst/>
          </a:prstGeom>
          <a:solidFill>
            <a:srgbClr val="CCFFFF"/>
          </a:solidFill>
          <a:ln w="9525">
            <a:solidFill>
              <a:srgbClr val="9933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200">
                <a:solidFill>
                  <a:schemeClr val="hlink"/>
                </a:solidFill>
              </a:rPr>
              <a:t>面粉</a:t>
            </a:r>
          </a:p>
        </p:txBody>
      </p:sp>
      <p:sp>
        <p:nvSpPr>
          <p:cNvPr id="20498" name="Rectangle 17">
            <a:extLst>
              <a:ext uri="{FF2B5EF4-FFF2-40B4-BE49-F238E27FC236}">
                <a16:creationId xmlns:a16="http://schemas.microsoft.com/office/drawing/2014/main" id="{53A6EE17-13AA-4E77-9B68-31A5D13495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75794" name="Object 18">
            <a:extLst>
              <a:ext uri="{FF2B5EF4-FFF2-40B4-BE49-F238E27FC236}">
                <a16:creationId xmlns:a16="http://schemas.microsoft.com/office/drawing/2014/main" id="{1EC0E83F-535B-45FB-BACE-A05E12602A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750" y="2205038"/>
          <a:ext cx="44926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31" r:id="rId4" imgW="152202" imgH="177569" progId="Equation.3">
                  <p:embed/>
                </p:oleObj>
              </mc:Choice>
              <mc:Fallback>
                <p:oleObj r:id="rId4" imgW="152202" imgH="177569" progId="Equation.3">
                  <p:embed/>
                  <p:pic>
                    <p:nvPicPr>
                      <p:cNvPr id="75794" name="Object 18">
                        <a:extLst>
                          <a:ext uri="{FF2B5EF4-FFF2-40B4-BE49-F238E27FC236}">
                            <a16:creationId xmlns:a16="http://schemas.microsoft.com/office/drawing/2014/main" id="{1EC0E83F-535B-45FB-BACE-A05E12602A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2205038"/>
                        <a:ext cx="449263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9" name="Rectangle 19">
            <a:extLst>
              <a:ext uri="{FF2B5EF4-FFF2-40B4-BE49-F238E27FC236}">
                <a16:creationId xmlns:a16="http://schemas.microsoft.com/office/drawing/2014/main" id="{81584419-096C-4586-AFBA-84EF3E3FB3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6263" y="33480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75796" name="Object 20">
            <a:extLst>
              <a:ext uri="{FF2B5EF4-FFF2-40B4-BE49-F238E27FC236}">
                <a16:creationId xmlns:a16="http://schemas.microsoft.com/office/drawing/2014/main" id="{241DE7D8-BDEC-4AEE-8769-03DA181043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2205038"/>
          <a:ext cx="1143000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32" r:id="rId6" imgW="368140" imgH="165028" progId="Equation.3">
                  <p:embed/>
                </p:oleObj>
              </mc:Choice>
              <mc:Fallback>
                <p:oleObj r:id="rId6" imgW="368140" imgH="165028" progId="Equation.3">
                  <p:embed/>
                  <p:pic>
                    <p:nvPicPr>
                      <p:cNvPr id="75796" name="Object 20">
                        <a:extLst>
                          <a:ext uri="{FF2B5EF4-FFF2-40B4-BE49-F238E27FC236}">
                            <a16:creationId xmlns:a16="http://schemas.microsoft.com/office/drawing/2014/main" id="{241DE7D8-BDEC-4AEE-8769-03DA181043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205038"/>
                        <a:ext cx="1143000" cy="496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97" name="Object 21">
            <a:extLst>
              <a:ext uri="{FF2B5EF4-FFF2-40B4-BE49-F238E27FC236}">
                <a16:creationId xmlns:a16="http://schemas.microsoft.com/office/drawing/2014/main" id="{68A3B531-B323-4DD6-BB8C-B2544F5EF9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95513" y="1773238"/>
          <a:ext cx="3317875" cy="1490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33" r:id="rId8" imgW="1587500" imgH="711200" progId="Equation.3">
                  <p:embed/>
                </p:oleObj>
              </mc:Choice>
              <mc:Fallback>
                <p:oleObj r:id="rId8" imgW="1587500" imgH="711200" progId="Equation.3">
                  <p:embed/>
                  <p:pic>
                    <p:nvPicPr>
                      <p:cNvPr id="75797" name="Object 21">
                        <a:extLst>
                          <a:ext uri="{FF2B5EF4-FFF2-40B4-BE49-F238E27FC236}">
                            <a16:creationId xmlns:a16="http://schemas.microsoft.com/office/drawing/2014/main" id="{68A3B531-B323-4DD6-BB8C-B2544F5EF9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1773238"/>
                        <a:ext cx="3317875" cy="1490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99" name="Object 23">
            <a:extLst>
              <a:ext uri="{FF2B5EF4-FFF2-40B4-BE49-F238E27FC236}">
                <a16:creationId xmlns:a16="http://schemas.microsoft.com/office/drawing/2014/main" id="{0274911C-D474-4E3D-AE9D-2EE3DCE98F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1375" y="3389313"/>
          <a:ext cx="45720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34" r:id="rId10" imgW="126780" imgH="101424" progId="Equation.3">
                  <p:embed/>
                </p:oleObj>
              </mc:Choice>
              <mc:Fallback>
                <p:oleObj r:id="rId10" imgW="126780" imgH="101424" progId="Equation.3">
                  <p:embed/>
                  <p:pic>
                    <p:nvPicPr>
                      <p:cNvPr id="75799" name="Object 23">
                        <a:extLst>
                          <a:ext uri="{FF2B5EF4-FFF2-40B4-BE49-F238E27FC236}">
                            <a16:creationId xmlns:a16="http://schemas.microsoft.com/office/drawing/2014/main" id="{0274911C-D474-4E3D-AE9D-2EE3DCE98F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1375" y="3389313"/>
                        <a:ext cx="457200" cy="387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00" name="Rectangle 24">
            <a:extLst>
              <a:ext uri="{FF2B5EF4-FFF2-40B4-BE49-F238E27FC236}">
                <a16:creationId xmlns:a16="http://schemas.microsoft.com/office/drawing/2014/main" id="{EDEC11E1-6868-4B05-8B8C-F0A618C9D4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9613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75801" name="Object 25">
            <a:extLst>
              <a:ext uri="{FF2B5EF4-FFF2-40B4-BE49-F238E27FC236}">
                <a16:creationId xmlns:a16="http://schemas.microsoft.com/office/drawing/2014/main" id="{013070EF-080E-4EC6-9491-E6E8D95554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4775" y="3084513"/>
          <a:ext cx="517525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35" r:id="rId12" imgW="101512" imgH="203024" progId="Equation.3">
                  <p:embed/>
                </p:oleObj>
              </mc:Choice>
              <mc:Fallback>
                <p:oleObj r:id="rId12" imgW="101512" imgH="203024" progId="Equation.3">
                  <p:embed/>
                  <p:pic>
                    <p:nvPicPr>
                      <p:cNvPr id="75801" name="Object 25">
                        <a:extLst>
                          <a:ext uri="{FF2B5EF4-FFF2-40B4-BE49-F238E27FC236}">
                            <a16:creationId xmlns:a16="http://schemas.microsoft.com/office/drawing/2014/main" id="{013070EF-080E-4EC6-9491-E6E8D95554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4775" y="3084513"/>
                        <a:ext cx="517525" cy="990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01" name="Rectangle 26">
            <a:extLst>
              <a:ext uri="{FF2B5EF4-FFF2-40B4-BE49-F238E27FC236}">
                <a16:creationId xmlns:a16="http://schemas.microsoft.com/office/drawing/2014/main" id="{95AD2F28-414F-4555-9297-9EC7554286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438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75803" name="Object 27">
            <a:extLst>
              <a:ext uri="{FF2B5EF4-FFF2-40B4-BE49-F238E27FC236}">
                <a16:creationId xmlns:a16="http://schemas.microsoft.com/office/drawing/2014/main" id="{87A43DFA-D957-4181-896A-F7C15697AE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5150" y="3213100"/>
          <a:ext cx="3124200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36" r:id="rId14" imgW="1383699" imgH="177723" progId="Equation.3">
                  <p:embed/>
                </p:oleObj>
              </mc:Choice>
              <mc:Fallback>
                <p:oleObj r:id="rId14" imgW="1383699" imgH="177723" progId="Equation.3">
                  <p:embed/>
                  <p:pic>
                    <p:nvPicPr>
                      <p:cNvPr id="75803" name="Object 27">
                        <a:extLst>
                          <a:ext uri="{FF2B5EF4-FFF2-40B4-BE49-F238E27FC236}">
                            <a16:creationId xmlns:a16="http://schemas.microsoft.com/office/drawing/2014/main" id="{87A43DFA-D957-4181-896A-F7C15697AE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3213100"/>
                        <a:ext cx="3124200" cy="409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02" name="Rectangle 28">
            <a:extLst>
              <a:ext uri="{FF2B5EF4-FFF2-40B4-BE49-F238E27FC236}">
                <a16:creationId xmlns:a16="http://schemas.microsoft.com/office/drawing/2014/main" id="{FC200EC3-1B30-4EAB-9904-A21D03F763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715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75805" name="Object 29">
            <a:extLst>
              <a:ext uri="{FF2B5EF4-FFF2-40B4-BE49-F238E27FC236}">
                <a16:creationId xmlns:a16="http://schemas.microsoft.com/office/drawing/2014/main" id="{F59FC387-CC8B-4509-89FA-1ADB662C4C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60975" y="3160713"/>
          <a:ext cx="304800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37" r:id="rId16" imgW="1409088" imgH="177723" progId="Equation.3">
                  <p:embed/>
                </p:oleObj>
              </mc:Choice>
              <mc:Fallback>
                <p:oleObj r:id="rId16" imgW="1409088" imgH="177723" progId="Equation.3">
                  <p:embed/>
                  <p:pic>
                    <p:nvPicPr>
                      <p:cNvPr id="75805" name="Object 29">
                        <a:extLst>
                          <a:ext uri="{FF2B5EF4-FFF2-40B4-BE49-F238E27FC236}">
                            <a16:creationId xmlns:a16="http://schemas.microsoft.com/office/drawing/2014/main" id="{F59FC387-CC8B-4509-89FA-1ADB662C4C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0975" y="3160713"/>
                        <a:ext cx="3048000" cy="39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03" name="Rectangle 30">
            <a:extLst>
              <a:ext uri="{FF2B5EF4-FFF2-40B4-BE49-F238E27FC236}">
                <a16:creationId xmlns:a16="http://schemas.microsoft.com/office/drawing/2014/main" id="{A3034C96-C36E-489D-BCA3-C9D51787CE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9538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75807" name="Object 31">
            <a:extLst>
              <a:ext uri="{FF2B5EF4-FFF2-40B4-BE49-F238E27FC236}">
                <a16:creationId xmlns:a16="http://schemas.microsoft.com/office/drawing/2014/main" id="{16389FAE-005E-460C-9162-DEC4F3A999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5150" y="3716338"/>
          <a:ext cx="3124200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38" r:id="rId18" imgW="1307532" imgH="177723" progId="Equation.3">
                  <p:embed/>
                </p:oleObj>
              </mc:Choice>
              <mc:Fallback>
                <p:oleObj r:id="rId18" imgW="1307532" imgH="177723" progId="Equation.3">
                  <p:embed/>
                  <p:pic>
                    <p:nvPicPr>
                      <p:cNvPr id="75807" name="Object 31">
                        <a:extLst>
                          <a:ext uri="{FF2B5EF4-FFF2-40B4-BE49-F238E27FC236}">
                            <a16:creationId xmlns:a16="http://schemas.microsoft.com/office/drawing/2014/main" id="{16389FAE-005E-460C-9162-DEC4F3A999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3716338"/>
                        <a:ext cx="3124200" cy="433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04" name="Rectangle 32">
            <a:extLst>
              <a:ext uri="{FF2B5EF4-FFF2-40B4-BE49-F238E27FC236}">
                <a16:creationId xmlns:a16="http://schemas.microsoft.com/office/drawing/2014/main" id="{DD4AB81A-16ED-4A8D-9A7A-1EB9EC12D6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5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75809" name="Object 33">
            <a:extLst>
              <a:ext uri="{FF2B5EF4-FFF2-40B4-BE49-F238E27FC236}">
                <a16:creationId xmlns:a16="http://schemas.microsoft.com/office/drawing/2014/main" id="{41FC1D91-435A-47C9-83A5-13ED43BB6C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60975" y="3714750"/>
          <a:ext cx="312420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39" r:id="rId20" imgW="1332921" imgH="177723" progId="Equation.3">
                  <p:embed/>
                </p:oleObj>
              </mc:Choice>
              <mc:Fallback>
                <p:oleObj r:id="rId20" imgW="1332921" imgH="177723" progId="Equation.3">
                  <p:embed/>
                  <p:pic>
                    <p:nvPicPr>
                      <p:cNvPr id="75809" name="Object 33">
                        <a:extLst>
                          <a:ext uri="{FF2B5EF4-FFF2-40B4-BE49-F238E27FC236}">
                            <a16:creationId xmlns:a16="http://schemas.microsoft.com/office/drawing/2014/main" id="{41FC1D91-435A-47C9-83A5-13ED43BB6C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0975" y="3714750"/>
                        <a:ext cx="3124200" cy="425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05" name="Rectangle 34">
            <a:extLst>
              <a:ext uri="{FF2B5EF4-FFF2-40B4-BE49-F238E27FC236}">
                <a16:creationId xmlns:a16="http://schemas.microsoft.com/office/drawing/2014/main" id="{80BD281E-46F8-4D27-AE89-CC5CA0FF12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9613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75811" name="Object 35">
            <a:extLst>
              <a:ext uri="{FF2B5EF4-FFF2-40B4-BE49-F238E27FC236}">
                <a16:creationId xmlns:a16="http://schemas.microsoft.com/office/drawing/2014/main" id="{1DD8866F-F2A9-453A-84EA-DFC31BAAD8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5175" y="3160713"/>
          <a:ext cx="477838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40" r:id="rId22" imgW="101512" imgH="203024" progId="Equation.3">
                  <p:embed/>
                </p:oleObj>
              </mc:Choice>
              <mc:Fallback>
                <p:oleObj r:id="rId22" imgW="101512" imgH="203024" progId="Equation.3">
                  <p:embed/>
                  <p:pic>
                    <p:nvPicPr>
                      <p:cNvPr id="75811" name="Object 35">
                        <a:extLst>
                          <a:ext uri="{FF2B5EF4-FFF2-40B4-BE49-F238E27FC236}">
                            <a16:creationId xmlns:a16="http://schemas.microsoft.com/office/drawing/2014/main" id="{1DD8866F-F2A9-453A-84EA-DFC31BAAD8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5175" y="3160713"/>
                        <a:ext cx="477838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12" name="Object 36">
            <a:extLst>
              <a:ext uri="{FF2B5EF4-FFF2-40B4-BE49-F238E27FC236}">
                <a16:creationId xmlns:a16="http://schemas.microsoft.com/office/drawing/2014/main" id="{8E63C70E-5543-4B62-A798-D8429076E6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6750" y="4221163"/>
          <a:ext cx="2224088" cy="1100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41" name="Equation" r:id="rId24" imgW="927000" imgH="457200" progId="Equation.DSMT4">
                  <p:embed/>
                </p:oleObj>
              </mc:Choice>
              <mc:Fallback>
                <p:oleObj name="Equation" r:id="rId24" imgW="927000" imgH="457200" progId="Equation.DSMT4">
                  <p:embed/>
                  <p:pic>
                    <p:nvPicPr>
                      <p:cNvPr id="75812" name="Object 36">
                        <a:extLst>
                          <a:ext uri="{FF2B5EF4-FFF2-40B4-BE49-F238E27FC236}">
                            <a16:creationId xmlns:a16="http://schemas.microsoft.com/office/drawing/2014/main" id="{8E63C70E-5543-4B62-A798-D8429076E6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0" y="4221163"/>
                        <a:ext cx="2224088" cy="1100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813" name="Text Box 37">
            <a:extLst>
              <a:ext uri="{FF2B5EF4-FFF2-40B4-BE49-F238E27FC236}">
                <a16:creationId xmlns:a16="http://schemas.microsoft.com/office/drawing/2014/main" id="{30C95EC4-47BA-4B93-BB8D-E5E9956C40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675" y="4292600"/>
            <a:ext cx="1066800" cy="436563"/>
          </a:xfrm>
          <a:prstGeom prst="rect">
            <a:avLst/>
          </a:prstGeom>
          <a:solidFill>
            <a:srgbClr val="CCFFFF"/>
          </a:solidFill>
          <a:ln w="9525">
            <a:solidFill>
              <a:srgbClr val="9933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200">
                <a:solidFill>
                  <a:schemeClr val="hlink"/>
                </a:solidFill>
              </a:rPr>
              <a:t>车间一</a:t>
            </a:r>
          </a:p>
        </p:txBody>
      </p:sp>
      <p:sp>
        <p:nvSpPr>
          <p:cNvPr id="75814" name="Text Box 38">
            <a:extLst>
              <a:ext uri="{FF2B5EF4-FFF2-40B4-BE49-F238E27FC236}">
                <a16:creationId xmlns:a16="http://schemas.microsoft.com/office/drawing/2014/main" id="{145C88B4-63C0-40C7-8342-BCAAEDF87A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675" y="4826000"/>
            <a:ext cx="1066800" cy="436563"/>
          </a:xfrm>
          <a:prstGeom prst="rect">
            <a:avLst/>
          </a:prstGeom>
          <a:solidFill>
            <a:srgbClr val="CCFFFF"/>
          </a:solidFill>
          <a:ln w="9525">
            <a:solidFill>
              <a:srgbClr val="9933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200">
                <a:solidFill>
                  <a:schemeClr val="hlink"/>
                </a:solidFill>
              </a:rPr>
              <a:t>车间二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7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57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57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57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75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75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75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75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500"/>
                                        <p:tgtEl>
                                          <p:spTgt spid="75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0" dur="500"/>
                                        <p:tgtEl>
                                          <p:spTgt spid="75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5" dur="500"/>
                                        <p:tgtEl>
                                          <p:spTgt spid="758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75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75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75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75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8" grpId="0" build="p" autoUpdateAnimBg="0"/>
      <p:bldP spid="75781" grpId="0" build="p" autoUpdateAnimBg="0"/>
      <p:bldP spid="75791" grpId="0" animBg="1" autoUpdateAnimBg="0"/>
      <p:bldP spid="75792" grpId="0" animBg="1" autoUpdateAnimBg="0"/>
      <p:bldP spid="75813" grpId="0" animBg="1" autoUpdateAnimBg="0"/>
      <p:bldP spid="75814" grpId="0" animBg="1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/>
          <p:nvPr/>
        </p:nvSpPr>
        <p:spPr>
          <a:xfrm>
            <a:off x="609600" y="1036955"/>
            <a:ext cx="794131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400" b="1" dirty="0">
                <a:solidFill>
                  <a:srgbClr val="0033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</a:t>
            </a:r>
            <a:r>
              <a:rPr lang="en-US" altLang="zh-CN" sz="2400" b="1" dirty="0">
                <a:solidFill>
                  <a:srgbClr val="0033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2.17  </a:t>
            </a:r>
            <a:r>
              <a:rPr lang="zh-CN" altLang="zh-CN" sz="2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矩阵的乘法（观看</a:t>
            </a:r>
            <a:r>
              <a:rPr lang="en-US" altLang="zh-CN" sz="2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P34</a:t>
            </a:r>
            <a:r>
              <a:rPr lang="zh-CN" altLang="en-US" sz="2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动画：矩阵的乘法）</a:t>
            </a:r>
          </a:p>
        </p:txBody>
      </p:sp>
      <p:graphicFrame>
        <p:nvGraphicFramePr>
          <p:cNvPr id="19459" name="Object 3"/>
          <p:cNvGraphicFramePr>
            <a:graphicFrameLocks noChangeAspect="1"/>
          </p:cNvGraphicFramePr>
          <p:nvPr/>
        </p:nvGraphicFramePr>
        <p:xfrm>
          <a:off x="609600" y="1640840"/>
          <a:ext cx="83058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50" r:id="rId4" imgW="4229100" imgH="508000" progId="Equation.3">
                  <p:embed/>
                </p:oleObj>
              </mc:Choice>
              <mc:Fallback>
                <p:oleObj r:id="rId4" imgW="4229100" imgH="508000" progId="Equation.3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09600" y="1640840"/>
                        <a:ext cx="8305800" cy="990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0" name="Object 4"/>
          <p:cNvGraphicFramePr>
            <a:graphicFrameLocks noChangeAspect="1"/>
          </p:cNvGraphicFramePr>
          <p:nvPr/>
        </p:nvGraphicFramePr>
        <p:xfrm>
          <a:off x="1447800" y="2936240"/>
          <a:ext cx="4724400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51" r:id="rId6" imgW="2552700" imgH="317500" progId="Equation.3">
                  <p:embed/>
                </p:oleObj>
              </mc:Choice>
              <mc:Fallback>
                <p:oleObj r:id="rId6" imgW="2552700" imgH="317500" progId="Equation.3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FF33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47800" y="2936240"/>
                        <a:ext cx="4724400" cy="588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5" name="Rectangle 5"/>
          <p:cNvSpPr/>
          <p:nvPr/>
        </p:nvSpPr>
        <p:spPr>
          <a:xfrm>
            <a:off x="4233863" y="3214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9462" name="Object 6"/>
          <p:cNvGraphicFramePr>
            <a:graphicFrameLocks noChangeAspect="1"/>
          </p:cNvGraphicFramePr>
          <p:nvPr/>
        </p:nvGraphicFramePr>
        <p:xfrm>
          <a:off x="1905000" y="3698240"/>
          <a:ext cx="1600200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52" r:id="rId8" imgW="901700" imgH="571500" progId="Equation.3">
                  <p:embed/>
                </p:oleObj>
              </mc:Choice>
              <mc:Fallback>
                <p:oleObj r:id="rId8" imgW="901700" imgH="571500" progId="Equation.3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FF33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905000" y="3698240"/>
                        <a:ext cx="1600200" cy="1012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3" name="Object 7"/>
          <p:cNvGraphicFramePr>
            <a:graphicFrameLocks noChangeAspect="1"/>
          </p:cNvGraphicFramePr>
          <p:nvPr/>
        </p:nvGraphicFramePr>
        <p:xfrm>
          <a:off x="3733800" y="4003040"/>
          <a:ext cx="3733800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53" r:id="rId10" imgW="2298700" imgH="266700" progId="Equation.3">
                  <p:embed/>
                </p:oleObj>
              </mc:Choice>
              <mc:Fallback>
                <p:oleObj r:id="rId10" imgW="2298700" imgH="266700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11">
                        <a:clrChange>
                          <a:clrFrom>
                            <a:srgbClr val="000000"/>
                          </a:clrFrom>
                          <a:clrTo>
                            <a:srgbClr val="0066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733800" y="4003040"/>
                        <a:ext cx="3733800" cy="4333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8" name="Rectangle 10"/>
          <p:cNvSpPr/>
          <p:nvPr/>
        </p:nvSpPr>
        <p:spPr>
          <a:xfrm>
            <a:off x="3976688" y="3309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9468" name="Text Box 12"/>
          <p:cNvSpPr txBox="1"/>
          <p:nvPr/>
        </p:nvSpPr>
        <p:spPr>
          <a:xfrm>
            <a:off x="611188" y="4866005"/>
            <a:ext cx="8353425" cy="17532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  <a:spcAft>
                <a:spcPct val="10000"/>
              </a:spcAft>
            </a:pPr>
            <a:r>
              <a:rPr lang="zh-CN" altLang="en-US" sz="2400" b="1" dirty="0">
                <a:solidFill>
                  <a:srgbClr val="0033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矩阵乘法的法则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：乘积矩阵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AB=C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的第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行第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列元素等于前矩阵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的第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行的各元素与后矩阵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的第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列中顺次对应的各个元素的乘积之和。</a:t>
            </a: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609600" y="255905"/>
            <a:ext cx="5159375" cy="71755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3600">
                <a:latin typeface="微软雅黑" panose="020B0503020204020204" charset="-122"/>
                <a:ea typeface="微软雅黑" panose="020B0503020204020204" charset="-122"/>
              </a:rPr>
              <a:t>三、</a:t>
            </a:r>
            <a:r>
              <a:rPr lang="zh-CN" altLang="en-US" sz="3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矩阵的乘法</a:t>
            </a:r>
            <a:endParaRPr lang="zh-CN" altLang="en-US" sz="3600" b="1" dirty="0">
              <a:solidFill>
                <a:schemeClr val="tx1"/>
              </a:solidFill>
              <a:latin typeface="隶书" pitchFamily="49" charset="-122"/>
              <a:ea typeface="隶书" pitchFamily="49" charset="-122"/>
              <a:sym typeface="+mn-ea"/>
            </a:endParaRPr>
          </a:p>
        </p:txBody>
      </p:sp>
      <p:sp>
        <p:nvSpPr>
          <p:cNvPr id="11" name="直角三角形 10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直角三角形 11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8" grpId="0" build="p"/>
      <p:bldP spid="19468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06" name="Object 2">
            <a:extLst>
              <a:ext uri="{FF2B5EF4-FFF2-40B4-BE49-F238E27FC236}">
                <a16:creationId xmlns:a16="http://schemas.microsoft.com/office/drawing/2014/main" id="{542C6B4E-7FBE-4164-B17B-EFFCF7A043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64" name="Equation" r:id="rId3" imgW="914400" imgH="198720" progId="Equation.DSMT4">
                  <p:embed/>
                </p:oleObj>
              </mc:Choice>
              <mc:Fallback>
                <p:oleObj name="Equation" r:id="rId3" imgW="914400" imgH="198720" progId="Equation.DSMT4">
                  <p:embed/>
                  <p:pic>
                    <p:nvPicPr>
                      <p:cNvPr id="21506" name="Object 2">
                        <a:extLst>
                          <a:ext uri="{FF2B5EF4-FFF2-40B4-BE49-F238E27FC236}">
                            <a16:creationId xmlns:a16="http://schemas.microsoft.com/office/drawing/2014/main" id="{542C6B4E-7FBE-4164-B17B-EFFCF7A043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" cy="198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1" name="Text Box 3">
            <a:extLst>
              <a:ext uri="{FF2B5EF4-FFF2-40B4-BE49-F238E27FC236}">
                <a16:creationId xmlns:a16="http://schemas.microsoft.com/office/drawing/2014/main" id="{160282B1-2812-4298-BCE0-FEBAF67035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063" y="254000"/>
            <a:ext cx="2927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●</a:t>
            </a:r>
            <a:r>
              <a:rPr lang="zh-CN" altLang="en-US" sz="3600" b="1">
                <a:solidFill>
                  <a:srgbClr val="0000FF"/>
                </a:solidFill>
                <a:latin typeface="Times New Roman" panose="02020603050405020304" pitchFamily="18" charset="0"/>
              </a:rPr>
              <a:t>矩阵的乘法</a:t>
            </a:r>
          </a:p>
        </p:txBody>
      </p:sp>
      <p:sp>
        <p:nvSpPr>
          <p:cNvPr id="58372" name="Text Box 4">
            <a:extLst>
              <a:ext uri="{FF2B5EF4-FFF2-40B4-BE49-F238E27FC236}">
                <a16:creationId xmlns:a16="http://schemas.microsoft.com/office/drawing/2014/main" id="{62069748-A698-4FA6-B89D-43FFDEC795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825" y="1484313"/>
            <a:ext cx="5413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latin typeface="Times New Roman" panose="02020603050405020304" pitchFamily="18" charset="0"/>
              </a:rPr>
              <a:t>设</a:t>
            </a:r>
          </a:p>
        </p:txBody>
      </p:sp>
      <p:graphicFrame>
        <p:nvGraphicFramePr>
          <p:cNvPr id="58373" name="Object 5">
            <a:extLst>
              <a:ext uri="{FF2B5EF4-FFF2-40B4-BE49-F238E27FC236}">
                <a16:creationId xmlns:a16="http://schemas.microsoft.com/office/drawing/2014/main" id="{79CFA574-815C-4393-9F4B-CBD693CBD8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696913"/>
          <a:ext cx="4233863" cy="215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65" name="Equation" r:id="rId5" imgW="1396800" imgH="711000" progId="Equation.DSMT4">
                  <p:embed/>
                </p:oleObj>
              </mc:Choice>
              <mc:Fallback>
                <p:oleObj name="Equation" r:id="rId5" imgW="1396800" imgH="711000" progId="Equation.DSMT4">
                  <p:embed/>
                  <p:pic>
                    <p:nvPicPr>
                      <p:cNvPr id="58373" name="Object 5">
                        <a:extLst>
                          <a:ext uri="{FF2B5EF4-FFF2-40B4-BE49-F238E27FC236}">
                            <a16:creationId xmlns:a16="http://schemas.microsoft.com/office/drawing/2014/main" id="{79CFA574-815C-4393-9F4B-CBD693CBD8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696913"/>
                        <a:ext cx="4233863" cy="215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4" name="Text Box 6">
            <a:extLst>
              <a:ext uri="{FF2B5EF4-FFF2-40B4-BE49-F238E27FC236}">
                <a16:creationId xmlns:a16="http://schemas.microsoft.com/office/drawing/2014/main" id="{AEACD34A-38D6-46F0-8E7C-52D97C0E1B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350" y="3725863"/>
            <a:ext cx="5413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latin typeface="Times New Roman" panose="02020603050405020304" pitchFamily="18" charset="0"/>
              </a:rPr>
              <a:t>则</a:t>
            </a:r>
          </a:p>
        </p:txBody>
      </p:sp>
      <p:graphicFrame>
        <p:nvGraphicFramePr>
          <p:cNvPr id="21508" name="Object 7">
            <a:extLst>
              <a:ext uri="{FF2B5EF4-FFF2-40B4-BE49-F238E27FC236}">
                <a16:creationId xmlns:a16="http://schemas.microsoft.com/office/drawing/2014/main" id="{2EC815CE-548C-4935-BC58-96F7B9388B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66" name="Equation" r:id="rId7" imgW="914400" imgH="198720" progId="Equation.DSMT4">
                  <p:embed/>
                </p:oleObj>
              </mc:Choice>
              <mc:Fallback>
                <p:oleObj name="Equation" r:id="rId7" imgW="914400" imgH="198720" progId="Equation.DSMT4">
                  <p:embed/>
                  <p:pic>
                    <p:nvPicPr>
                      <p:cNvPr id="21508" name="Object 7">
                        <a:extLst>
                          <a:ext uri="{FF2B5EF4-FFF2-40B4-BE49-F238E27FC236}">
                            <a16:creationId xmlns:a16="http://schemas.microsoft.com/office/drawing/2014/main" id="{2EC815CE-548C-4935-BC58-96F7B9388B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" cy="198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6" name="Object 8">
            <a:extLst>
              <a:ext uri="{FF2B5EF4-FFF2-40B4-BE49-F238E27FC236}">
                <a16:creationId xmlns:a16="http://schemas.microsoft.com/office/drawing/2014/main" id="{873240DC-8F9A-4CBD-8259-9490A7A32B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32363" y="692150"/>
          <a:ext cx="4110037" cy="223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67" name="Equation" r:id="rId8" imgW="1307880" imgH="711000" progId="Equation.DSMT4">
                  <p:embed/>
                </p:oleObj>
              </mc:Choice>
              <mc:Fallback>
                <p:oleObj name="Equation" r:id="rId8" imgW="1307880" imgH="711000" progId="Equation.DSMT4">
                  <p:embed/>
                  <p:pic>
                    <p:nvPicPr>
                      <p:cNvPr id="58376" name="Object 8">
                        <a:extLst>
                          <a:ext uri="{FF2B5EF4-FFF2-40B4-BE49-F238E27FC236}">
                            <a16:creationId xmlns:a16="http://schemas.microsoft.com/office/drawing/2014/main" id="{873240DC-8F9A-4CBD-8259-9490A7A32B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692150"/>
                        <a:ext cx="4110037" cy="2233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7" name="Object 9">
            <a:extLst>
              <a:ext uri="{FF2B5EF4-FFF2-40B4-BE49-F238E27FC236}">
                <a16:creationId xmlns:a16="http://schemas.microsoft.com/office/drawing/2014/main" id="{066C202B-45E0-4097-A715-65EAD14A93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2895600"/>
          <a:ext cx="5410200" cy="2179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68" name="Equation" r:id="rId10" imgW="1765080" imgH="711000" progId="Equation.DSMT4">
                  <p:embed/>
                </p:oleObj>
              </mc:Choice>
              <mc:Fallback>
                <p:oleObj name="Equation" r:id="rId10" imgW="1765080" imgH="711000" progId="Equation.DSMT4">
                  <p:embed/>
                  <p:pic>
                    <p:nvPicPr>
                      <p:cNvPr id="58377" name="Object 9">
                        <a:extLst>
                          <a:ext uri="{FF2B5EF4-FFF2-40B4-BE49-F238E27FC236}">
                            <a16:creationId xmlns:a16="http://schemas.microsoft.com/office/drawing/2014/main" id="{066C202B-45E0-4097-A715-65EAD14A93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895600"/>
                        <a:ext cx="5410200" cy="2179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8" name="Text Box 10">
            <a:extLst>
              <a:ext uri="{FF2B5EF4-FFF2-40B4-BE49-F238E27FC236}">
                <a16:creationId xmlns:a16="http://schemas.microsoft.com/office/drawing/2014/main" id="{1AC423D6-760D-4A75-A13F-2FCC5DC5EE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50" y="5329238"/>
            <a:ext cx="1047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latin typeface="Times New Roman" panose="02020603050405020304" pitchFamily="18" charset="0"/>
              </a:rPr>
              <a:t>其中</a:t>
            </a:r>
          </a:p>
        </p:txBody>
      </p:sp>
      <p:graphicFrame>
        <p:nvGraphicFramePr>
          <p:cNvPr id="58379" name="Object 11">
            <a:extLst>
              <a:ext uri="{FF2B5EF4-FFF2-40B4-BE49-F238E27FC236}">
                <a16:creationId xmlns:a16="http://schemas.microsoft.com/office/drawing/2014/main" id="{17D3D51D-0C0F-4A41-95B9-A0E37E6219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14450" y="5229225"/>
          <a:ext cx="5562600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69" name="Equation" r:id="rId12" imgW="1726920" imgH="241200" progId="Equation.DSMT4">
                  <p:embed/>
                </p:oleObj>
              </mc:Choice>
              <mc:Fallback>
                <p:oleObj name="Equation" r:id="rId12" imgW="1726920" imgH="241200" progId="Equation.DSMT4">
                  <p:embed/>
                  <p:pic>
                    <p:nvPicPr>
                      <p:cNvPr id="58379" name="Object 11">
                        <a:extLst>
                          <a:ext uri="{FF2B5EF4-FFF2-40B4-BE49-F238E27FC236}">
                            <a16:creationId xmlns:a16="http://schemas.microsoft.com/office/drawing/2014/main" id="{17D3D51D-0C0F-4A41-95B9-A0E37E6219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4450" y="5229225"/>
                        <a:ext cx="5562600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80" name="Object 12">
            <a:extLst>
              <a:ext uri="{FF2B5EF4-FFF2-40B4-BE49-F238E27FC236}">
                <a16:creationId xmlns:a16="http://schemas.microsoft.com/office/drawing/2014/main" id="{9EDAB17B-CFF5-4F4A-8F1A-69A1E43095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14450" y="6096000"/>
          <a:ext cx="45720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70" name="Equation" r:id="rId14" imgW="1625400" imgH="203040" progId="Equation.DSMT4">
                  <p:embed/>
                </p:oleObj>
              </mc:Choice>
              <mc:Fallback>
                <p:oleObj name="Equation" r:id="rId14" imgW="1625400" imgH="203040" progId="Equation.DSMT4">
                  <p:embed/>
                  <p:pic>
                    <p:nvPicPr>
                      <p:cNvPr id="58380" name="Object 12">
                        <a:extLst>
                          <a:ext uri="{FF2B5EF4-FFF2-40B4-BE49-F238E27FC236}">
                            <a16:creationId xmlns:a16="http://schemas.microsoft.com/office/drawing/2014/main" id="{9EDAB17B-CFF5-4F4A-8F1A-69A1E43095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4450" y="6096000"/>
                        <a:ext cx="45720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3">
            <a:extLst>
              <a:ext uri="{FF2B5EF4-FFF2-40B4-BE49-F238E27FC236}">
                <a16:creationId xmlns:a16="http://schemas.microsoft.com/office/drawing/2014/main" id="{78122C43-4D12-476F-A6F9-DD9F26A35FC8}"/>
              </a:ext>
            </a:extLst>
          </p:cNvPr>
          <p:cNvGrpSpPr>
            <a:grpSpLocks/>
          </p:cNvGrpSpPr>
          <p:nvPr/>
        </p:nvGrpSpPr>
        <p:grpSpPr bwMode="auto">
          <a:xfrm>
            <a:off x="1979613" y="1397000"/>
            <a:ext cx="2520950" cy="519113"/>
            <a:chOff x="1247" y="806"/>
            <a:chExt cx="1588" cy="327"/>
          </a:xfrm>
        </p:grpSpPr>
        <p:sp>
          <p:nvSpPr>
            <p:cNvPr id="21526" name="Line 14">
              <a:extLst>
                <a:ext uri="{FF2B5EF4-FFF2-40B4-BE49-F238E27FC236}">
                  <a16:creationId xmlns:a16="http://schemas.microsoft.com/office/drawing/2014/main" id="{95A63CAC-B39A-4444-84D7-FA1D66B05A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1087"/>
              <a:ext cx="1588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27" name="Text Box 15">
              <a:extLst>
                <a:ext uri="{FF2B5EF4-FFF2-40B4-BE49-F238E27FC236}">
                  <a16:creationId xmlns:a16="http://schemas.microsoft.com/office/drawing/2014/main" id="{ACC9859C-CE93-4B23-9CE6-28B3463DDE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5" y="806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>
                  <a:solidFill>
                    <a:srgbClr val="FF0000"/>
                  </a:solidFill>
                </a:rPr>
                <a:t>行</a:t>
              </a:r>
            </a:p>
          </p:txBody>
        </p:sp>
        <p:graphicFrame>
          <p:nvGraphicFramePr>
            <p:cNvPr id="21515" name="Object 16">
              <a:extLst>
                <a:ext uri="{FF2B5EF4-FFF2-40B4-BE49-F238E27FC236}">
                  <a16:creationId xmlns:a16="http://schemas.microsoft.com/office/drawing/2014/main" id="{C51EB747-C292-415B-A73E-0A43FBA09BF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91" y="815"/>
            <a:ext cx="171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071" name="Equation" r:id="rId16" imgW="88560" imgH="164880" progId="Equation.DSMT4">
                    <p:embed/>
                  </p:oleObj>
                </mc:Choice>
                <mc:Fallback>
                  <p:oleObj name="Equation" r:id="rId16" imgW="88560" imgH="164880" progId="Equation.DSMT4">
                    <p:embed/>
                    <p:pic>
                      <p:nvPicPr>
                        <p:cNvPr id="21515" name="Object 16">
                          <a:extLst>
                            <a:ext uri="{FF2B5EF4-FFF2-40B4-BE49-F238E27FC236}">
                              <a16:creationId xmlns:a16="http://schemas.microsoft.com/office/drawing/2014/main" id="{C51EB747-C292-415B-A73E-0A43FBA09BF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91" y="815"/>
                          <a:ext cx="171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7">
            <a:extLst>
              <a:ext uri="{FF2B5EF4-FFF2-40B4-BE49-F238E27FC236}">
                <a16:creationId xmlns:a16="http://schemas.microsoft.com/office/drawing/2014/main" id="{FD37DA6D-64A0-4C91-B6AB-00339FB0DB0C}"/>
              </a:ext>
            </a:extLst>
          </p:cNvPr>
          <p:cNvGrpSpPr>
            <a:grpSpLocks/>
          </p:cNvGrpSpPr>
          <p:nvPr/>
        </p:nvGrpSpPr>
        <p:grpSpPr bwMode="auto">
          <a:xfrm>
            <a:off x="7110413" y="836613"/>
            <a:ext cx="611187" cy="1873250"/>
            <a:chOff x="4422" y="482"/>
            <a:chExt cx="385" cy="1180"/>
          </a:xfrm>
        </p:grpSpPr>
        <p:sp>
          <p:nvSpPr>
            <p:cNvPr id="21524" name="Line 18">
              <a:extLst>
                <a:ext uri="{FF2B5EF4-FFF2-40B4-BE49-F238E27FC236}">
                  <a16:creationId xmlns:a16="http://schemas.microsoft.com/office/drawing/2014/main" id="{6AAA5294-EFB9-461B-AB48-2B03A16633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8" y="482"/>
              <a:ext cx="0" cy="118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25" name="Text Box 19">
              <a:extLst>
                <a:ext uri="{FF2B5EF4-FFF2-40B4-BE49-F238E27FC236}">
                  <a16:creationId xmlns:a16="http://schemas.microsoft.com/office/drawing/2014/main" id="{DF3ADE33-A96C-4F51-9053-AE3B6F9FB1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2" y="1016"/>
              <a:ext cx="385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>
                  <a:solidFill>
                    <a:srgbClr val="FF0000"/>
                  </a:solidFill>
                </a:rPr>
                <a:t>列</a:t>
              </a:r>
            </a:p>
          </p:txBody>
        </p:sp>
        <p:graphicFrame>
          <p:nvGraphicFramePr>
            <p:cNvPr id="21514" name="Object 20">
              <a:extLst>
                <a:ext uri="{FF2B5EF4-FFF2-40B4-BE49-F238E27FC236}">
                  <a16:creationId xmlns:a16="http://schemas.microsoft.com/office/drawing/2014/main" id="{F5BC5D1F-CB3E-459C-8270-E541CEBFB03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73" y="754"/>
            <a:ext cx="242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072" name="Equation" r:id="rId18" imgW="126720" imgH="190440" progId="Equation.DSMT4">
                    <p:embed/>
                  </p:oleObj>
                </mc:Choice>
                <mc:Fallback>
                  <p:oleObj name="Equation" r:id="rId18" imgW="126720" imgH="190440" progId="Equation.DSMT4">
                    <p:embed/>
                    <p:pic>
                      <p:nvPicPr>
                        <p:cNvPr id="21514" name="Object 20">
                          <a:extLst>
                            <a:ext uri="{FF2B5EF4-FFF2-40B4-BE49-F238E27FC236}">
                              <a16:creationId xmlns:a16="http://schemas.microsoft.com/office/drawing/2014/main" id="{F5BC5D1F-CB3E-459C-8270-E541CEBFB03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73" y="754"/>
                          <a:ext cx="242" cy="3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21">
            <a:extLst>
              <a:ext uri="{FF2B5EF4-FFF2-40B4-BE49-F238E27FC236}">
                <a16:creationId xmlns:a16="http://schemas.microsoft.com/office/drawing/2014/main" id="{A709869E-3896-4E78-BB97-F2C13D4AE260}"/>
              </a:ext>
            </a:extLst>
          </p:cNvPr>
          <p:cNvGrpSpPr>
            <a:grpSpLocks/>
          </p:cNvGrpSpPr>
          <p:nvPr/>
        </p:nvGrpSpPr>
        <p:grpSpPr bwMode="auto">
          <a:xfrm>
            <a:off x="5688013" y="3427413"/>
            <a:ext cx="3492500" cy="946150"/>
            <a:chOff x="3560" y="2069"/>
            <a:chExt cx="2200" cy="596"/>
          </a:xfrm>
        </p:grpSpPr>
        <p:sp>
          <p:nvSpPr>
            <p:cNvPr id="21523" name="Text Box 22">
              <a:extLst>
                <a:ext uri="{FF2B5EF4-FFF2-40B4-BE49-F238E27FC236}">
                  <a16:creationId xmlns:a16="http://schemas.microsoft.com/office/drawing/2014/main" id="{F02CAC55-C1DD-4810-A2A3-89420EECE2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0" y="2069"/>
              <a:ext cx="2200" cy="5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 </a:t>
              </a:r>
              <a:r>
                <a:rPr kumimoji="1" lang="zh-CN" altLang="en-US" sz="28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左矩阵         右矩阵</a:t>
              </a:r>
            </a:p>
            <a:p>
              <a:pPr eaLnBrk="1" hangingPunct="1"/>
              <a:r>
                <a:rPr kumimoji="1"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A</a:t>
              </a:r>
              <a:r>
                <a:rPr kumimoji="1" lang="zh-CN" altLang="en-US" sz="28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的列数       </a:t>
              </a:r>
              <a:r>
                <a:rPr kumimoji="1"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B</a:t>
              </a:r>
              <a:r>
                <a:rPr kumimoji="1" lang="zh-CN" altLang="en-US" sz="28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的行数</a:t>
              </a:r>
            </a:p>
          </p:txBody>
        </p:sp>
        <p:graphicFrame>
          <p:nvGraphicFramePr>
            <p:cNvPr id="21513" name="Object 23">
              <a:extLst>
                <a:ext uri="{FF2B5EF4-FFF2-40B4-BE49-F238E27FC236}">
                  <a16:creationId xmlns:a16="http://schemas.microsoft.com/office/drawing/2014/main" id="{16A61577-9029-4263-AC85-4E5C4F25A12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77" y="2160"/>
            <a:ext cx="725" cy="4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073" name="Equation" r:id="rId20" imgW="126720" imgH="114120" progId="Equation.DSMT4">
                    <p:embed/>
                  </p:oleObj>
                </mc:Choice>
                <mc:Fallback>
                  <p:oleObj name="Equation" r:id="rId20" imgW="126720" imgH="114120" progId="Equation.DSMT4">
                    <p:embed/>
                    <p:pic>
                      <p:nvPicPr>
                        <p:cNvPr id="21513" name="Object 23">
                          <a:extLst>
                            <a:ext uri="{FF2B5EF4-FFF2-40B4-BE49-F238E27FC236}">
                              <a16:creationId xmlns:a16="http://schemas.microsoft.com/office/drawing/2014/main" id="{16A61577-9029-4263-AC85-4E5C4F25A12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7" y="2160"/>
                          <a:ext cx="725" cy="4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1" grpId="0" build="p" autoUpdateAnimBg="0"/>
      <p:bldP spid="58372" grpId="0" build="p" autoUpdateAnimBg="0"/>
      <p:bldP spid="58374" grpId="0" build="p" autoUpdateAnimBg="0"/>
      <p:bldP spid="58378" grpId="0" build="p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609600" y="1179195"/>
            <a:ext cx="31242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defRPr/>
            </a:pPr>
            <a:r>
              <a:rPr kumimoji="0" lang="zh-CN" altLang="en-US" sz="2400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cs"/>
              </a:rPr>
              <a:t>矩阵乘法的规则：</a:t>
            </a:r>
          </a:p>
        </p:txBody>
      </p:sp>
      <p:sp>
        <p:nvSpPr>
          <p:cNvPr id="20483" name="Text Box 3"/>
          <p:cNvSpPr txBox="1"/>
          <p:nvPr/>
        </p:nvSpPr>
        <p:spPr>
          <a:xfrm>
            <a:off x="722630" y="1795145"/>
            <a:ext cx="8242300" cy="1753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(1) </a:t>
            </a:r>
            <a:r>
              <a:rPr lang="zh-CN" altLang="en-US" sz="2400" dirty="0">
                <a:solidFill>
                  <a:srgbClr val="0033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两矩阵相乘时，前矩阵（居左）每一行（如第</a:t>
            </a:r>
            <a:r>
              <a:rPr lang="en-US" altLang="zh-CN" sz="2400" dirty="0">
                <a:solidFill>
                  <a:srgbClr val="0033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lang="zh-CN" altLang="en-US" sz="2400" dirty="0">
                <a:solidFill>
                  <a:srgbClr val="0033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行）的各元素与后矩阵（居右）每一列（如第</a:t>
            </a:r>
            <a:r>
              <a:rPr lang="en-US" altLang="zh-CN" sz="2400" dirty="0">
                <a:solidFill>
                  <a:srgbClr val="0033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</a:t>
            </a:r>
            <a:r>
              <a:rPr lang="zh-CN" altLang="en-US" sz="2400" dirty="0">
                <a:solidFill>
                  <a:srgbClr val="0033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列）中顺次对应的各元素相乘再相加，从而得到乘积矩阵（第</a:t>
            </a:r>
            <a:r>
              <a:rPr lang="en-US" altLang="zh-CN" sz="2400" dirty="0">
                <a:solidFill>
                  <a:srgbClr val="0033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lang="zh-CN" altLang="en-US" sz="2400" dirty="0">
                <a:solidFill>
                  <a:srgbClr val="0033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行第</a:t>
            </a:r>
            <a:r>
              <a:rPr lang="en-US" altLang="zh-CN" sz="2400" dirty="0">
                <a:solidFill>
                  <a:srgbClr val="0033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</a:t>
            </a:r>
            <a:r>
              <a:rPr lang="zh-CN" altLang="en-US" sz="2400" dirty="0">
                <a:solidFill>
                  <a:srgbClr val="0033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列）的元素。</a:t>
            </a:r>
          </a:p>
        </p:txBody>
      </p:sp>
      <p:sp>
        <p:nvSpPr>
          <p:cNvPr id="20484" name="Text Box 4"/>
          <p:cNvSpPr txBox="1"/>
          <p:nvPr/>
        </p:nvSpPr>
        <p:spPr>
          <a:xfrm>
            <a:off x="786765" y="3700780"/>
            <a:ext cx="7848600" cy="11988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(2) </a:t>
            </a:r>
            <a:r>
              <a:rPr lang="zh-CN" altLang="en-US" sz="2400" dirty="0">
                <a:solidFill>
                  <a:srgbClr val="0033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为保证规则（</a:t>
            </a:r>
            <a:r>
              <a:rPr lang="en-US" altLang="zh-CN" sz="2400" dirty="0">
                <a:solidFill>
                  <a:srgbClr val="0033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 dirty="0">
                <a:solidFill>
                  <a:srgbClr val="0033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），前矩阵的列数应与后矩阵的的行数相等，否则两矩阵不能相乘。</a:t>
            </a:r>
          </a:p>
        </p:txBody>
      </p:sp>
      <p:sp>
        <p:nvSpPr>
          <p:cNvPr id="20485" name="Text Box 5"/>
          <p:cNvSpPr txBox="1"/>
          <p:nvPr/>
        </p:nvSpPr>
        <p:spPr>
          <a:xfrm>
            <a:off x="722630" y="5012055"/>
            <a:ext cx="7848600" cy="11988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(3) </a:t>
            </a:r>
            <a:r>
              <a:rPr lang="zh-CN" altLang="en-US" sz="2400" dirty="0">
                <a:solidFill>
                  <a:srgbClr val="0033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乘积矩阵的行数与前矩阵相同，乘积矩阵的列数与后矩阵相同。</a:t>
            </a:r>
          </a:p>
        </p:txBody>
      </p:sp>
      <p:graphicFrame>
        <p:nvGraphicFramePr>
          <p:cNvPr id="20486" name="Object 6"/>
          <p:cNvGraphicFramePr>
            <a:graphicFrameLocks noChangeAspect="1"/>
          </p:cNvGraphicFramePr>
          <p:nvPr/>
        </p:nvGraphicFramePr>
        <p:xfrm>
          <a:off x="2746375" y="5952173"/>
          <a:ext cx="2233613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53" r:id="rId5" imgW="1320800" imgH="317500" progId="Equation.DSMT4">
                  <p:embed/>
                </p:oleObj>
              </mc:Choice>
              <mc:Fallback>
                <p:oleObj r:id="rId5" imgW="1320800" imgH="317500" progId="Equation.DSMT4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33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746375" y="5952173"/>
                        <a:ext cx="2233613" cy="5381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标题 1"/>
          <p:cNvSpPr>
            <a:spLocks noGrp="1"/>
          </p:cNvSpPr>
          <p:nvPr/>
        </p:nvSpPr>
        <p:spPr>
          <a:xfrm>
            <a:off x="609600" y="218440"/>
            <a:ext cx="5159375" cy="71755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3600">
                <a:latin typeface="微软雅黑" panose="020B0503020204020204" charset="-122"/>
                <a:ea typeface="微软雅黑" panose="020B0503020204020204" charset="-122"/>
              </a:rPr>
              <a:t>三、</a:t>
            </a:r>
            <a:r>
              <a:rPr lang="zh-CN" altLang="en-US" sz="3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矩阵的乘法</a:t>
            </a:r>
            <a:endParaRPr lang="zh-CN" altLang="en-US" sz="3600" b="1" dirty="0">
              <a:solidFill>
                <a:schemeClr val="tx1"/>
              </a:solidFill>
              <a:latin typeface="隶书" pitchFamily="49" charset="-122"/>
              <a:ea typeface="隶书" pitchFamily="49" charset="-122"/>
              <a:sym typeface="+mn-ea"/>
            </a:endParaRPr>
          </a:p>
        </p:txBody>
      </p:sp>
      <p:sp>
        <p:nvSpPr>
          <p:cNvPr id="8" name="直角三角形 7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直角三角形 8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4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4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4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 build="p"/>
      <p:bldP spid="20483" grpId="0" build="p"/>
      <p:bldP spid="20484" grpId="0" build="p"/>
      <p:bldP spid="20485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>
            <a:extLst>
              <a:ext uri="{FF2B5EF4-FFF2-40B4-BE49-F238E27FC236}">
                <a16:creationId xmlns:a16="http://schemas.microsoft.com/office/drawing/2014/main" id="{A90C09C8-C19C-4187-8F23-BEDD493A98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600200"/>
            <a:ext cx="1371600" cy="762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2532" name="Text Box 3">
            <a:extLst>
              <a:ext uri="{FF2B5EF4-FFF2-40B4-BE49-F238E27FC236}">
                <a16:creationId xmlns:a16="http://schemas.microsoft.com/office/drawing/2014/main" id="{32F2B7E1-1561-4241-ADE6-4EDFF8A914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1752600"/>
            <a:ext cx="3810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200">
                <a:solidFill>
                  <a:srgbClr val="0033CC"/>
                </a:solidFill>
              </a:rPr>
              <a:t>A</a:t>
            </a:r>
          </a:p>
        </p:txBody>
      </p:sp>
      <p:sp>
        <p:nvSpPr>
          <p:cNvPr id="22533" name="Text Box 4">
            <a:extLst>
              <a:ext uri="{FF2B5EF4-FFF2-40B4-BE49-F238E27FC236}">
                <a16:creationId xmlns:a16="http://schemas.microsoft.com/office/drawing/2014/main" id="{E471C1B8-EE01-492B-B923-F042F9A22B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828800"/>
            <a:ext cx="304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endParaRPr lang="zh-CN" altLang="zh-CN" sz="2200"/>
          </a:p>
        </p:txBody>
      </p:sp>
      <p:sp>
        <p:nvSpPr>
          <p:cNvPr id="22534" name="Text Box 5">
            <a:extLst>
              <a:ext uri="{FF2B5EF4-FFF2-40B4-BE49-F238E27FC236}">
                <a16:creationId xmlns:a16="http://schemas.microsoft.com/office/drawing/2014/main" id="{18941F41-4C42-4B2B-B433-C833FA6873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752600"/>
            <a:ext cx="4572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200">
                <a:solidFill>
                  <a:srgbClr val="FF3300"/>
                </a:solidFill>
              </a:rPr>
              <a:t>m</a:t>
            </a:r>
          </a:p>
        </p:txBody>
      </p:sp>
      <p:sp>
        <p:nvSpPr>
          <p:cNvPr id="22535" name="Line 6">
            <a:extLst>
              <a:ext uri="{FF2B5EF4-FFF2-40B4-BE49-F238E27FC236}">
                <a16:creationId xmlns:a16="http://schemas.microsoft.com/office/drawing/2014/main" id="{5D1A55B5-ABE1-4718-AE92-A0D02825DAA1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1828800"/>
            <a:ext cx="228600" cy="228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6" name="Line 7">
            <a:extLst>
              <a:ext uri="{FF2B5EF4-FFF2-40B4-BE49-F238E27FC236}">
                <a16:creationId xmlns:a16="http://schemas.microsoft.com/office/drawing/2014/main" id="{3A9C2B07-FE45-4405-BBF4-505DF82527E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14600" y="1828800"/>
            <a:ext cx="228600" cy="228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7" name="Rectangle 8">
            <a:extLst>
              <a:ext uri="{FF2B5EF4-FFF2-40B4-BE49-F238E27FC236}">
                <a16:creationId xmlns:a16="http://schemas.microsoft.com/office/drawing/2014/main" id="{CE588B4A-40CB-4BEB-8692-32C92B97F3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1524000"/>
            <a:ext cx="1828800" cy="1295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2538" name="Text Box 9">
            <a:extLst>
              <a:ext uri="{FF2B5EF4-FFF2-40B4-BE49-F238E27FC236}">
                <a16:creationId xmlns:a16="http://schemas.microsoft.com/office/drawing/2014/main" id="{8AD1019B-CDEB-469E-8ADF-993BEEDBD3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190500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800"/>
              <a:t>=</a:t>
            </a:r>
          </a:p>
        </p:txBody>
      </p:sp>
      <p:sp>
        <p:nvSpPr>
          <p:cNvPr id="22539" name="Rectangle 10">
            <a:extLst>
              <a:ext uri="{FF2B5EF4-FFF2-40B4-BE49-F238E27FC236}">
                <a16:creationId xmlns:a16="http://schemas.microsoft.com/office/drawing/2014/main" id="{0F91940A-EE62-42CA-9889-30BCD9045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1752600"/>
            <a:ext cx="1828800" cy="838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2540" name="Text Box 11">
            <a:extLst>
              <a:ext uri="{FF2B5EF4-FFF2-40B4-BE49-F238E27FC236}">
                <a16:creationId xmlns:a16="http://schemas.microsoft.com/office/drawing/2014/main" id="{2245EEDA-DFE0-4E49-B55B-F6708C5D96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143000"/>
            <a:ext cx="5334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200">
                <a:solidFill>
                  <a:srgbClr val="FF3300"/>
                </a:solidFill>
              </a:rPr>
              <a:t>n</a:t>
            </a:r>
          </a:p>
        </p:txBody>
      </p:sp>
      <p:sp>
        <p:nvSpPr>
          <p:cNvPr id="22541" name="Text Box 12">
            <a:extLst>
              <a:ext uri="{FF2B5EF4-FFF2-40B4-BE49-F238E27FC236}">
                <a16:creationId xmlns:a16="http://schemas.microsoft.com/office/drawing/2014/main" id="{1BFDF852-9F1D-4719-9518-35DEA34263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1981200"/>
            <a:ext cx="304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200">
                <a:solidFill>
                  <a:srgbClr val="FF3300"/>
                </a:solidFill>
              </a:rPr>
              <a:t>n</a:t>
            </a:r>
          </a:p>
        </p:txBody>
      </p:sp>
      <p:sp>
        <p:nvSpPr>
          <p:cNvPr id="22542" name="Text Box 13">
            <a:extLst>
              <a:ext uri="{FF2B5EF4-FFF2-40B4-BE49-F238E27FC236}">
                <a16:creationId xmlns:a16="http://schemas.microsoft.com/office/drawing/2014/main" id="{DC396FF2-A9B3-4111-A9CA-E0D135927A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1066800"/>
            <a:ext cx="3810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200">
                <a:solidFill>
                  <a:srgbClr val="FF3300"/>
                </a:solidFill>
              </a:rPr>
              <a:t>p</a:t>
            </a:r>
          </a:p>
        </p:txBody>
      </p:sp>
      <p:sp>
        <p:nvSpPr>
          <p:cNvPr id="22543" name="Text Box 14">
            <a:extLst>
              <a:ext uri="{FF2B5EF4-FFF2-40B4-BE49-F238E27FC236}">
                <a16:creationId xmlns:a16="http://schemas.microsoft.com/office/drawing/2014/main" id="{9A2DB0C1-536B-462E-9E85-144E9D143E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1981200"/>
            <a:ext cx="4572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200">
                <a:solidFill>
                  <a:srgbClr val="FF3300"/>
                </a:solidFill>
              </a:rPr>
              <a:t>m</a:t>
            </a:r>
          </a:p>
        </p:txBody>
      </p:sp>
      <p:sp>
        <p:nvSpPr>
          <p:cNvPr id="22544" name="Text Box 15">
            <a:extLst>
              <a:ext uri="{FF2B5EF4-FFF2-40B4-BE49-F238E27FC236}">
                <a16:creationId xmlns:a16="http://schemas.microsoft.com/office/drawing/2014/main" id="{F20E759C-1CC7-4722-AA96-85EC9BC2E1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1295400"/>
            <a:ext cx="3810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200">
                <a:solidFill>
                  <a:srgbClr val="FF3300"/>
                </a:solidFill>
              </a:rPr>
              <a:t>p</a:t>
            </a:r>
          </a:p>
        </p:txBody>
      </p:sp>
      <p:sp>
        <p:nvSpPr>
          <p:cNvPr id="22545" name="Text Box 16">
            <a:extLst>
              <a:ext uri="{FF2B5EF4-FFF2-40B4-BE49-F238E27FC236}">
                <a16:creationId xmlns:a16="http://schemas.microsoft.com/office/drawing/2014/main" id="{01DB5820-08E0-47E2-B685-A6F1C0FF07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2057400"/>
            <a:ext cx="3810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200">
                <a:solidFill>
                  <a:srgbClr val="0033CC"/>
                </a:solidFill>
              </a:rPr>
              <a:t>B</a:t>
            </a:r>
          </a:p>
        </p:txBody>
      </p:sp>
      <p:sp>
        <p:nvSpPr>
          <p:cNvPr id="22546" name="Text Box 17">
            <a:extLst>
              <a:ext uri="{FF2B5EF4-FFF2-40B4-BE49-F238E27FC236}">
                <a16:creationId xmlns:a16="http://schemas.microsoft.com/office/drawing/2014/main" id="{0A69EB22-0A87-4D8E-BD3C-04531B4290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2057400"/>
            <a:ext cx="3810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200">
                <a:solidFill>
                  <a:srgbClr val="0033CC"/>
                </a:solidFill>
              </a:rPr>
              <a:t>C</a:t>
            </a:r>
          </a:p>
        </p:txBody>
      </p:sp>
      <p:sp>
        <p:nvSpPr>
          <p:cNvPr id="21522" name="Text Box 18">
            <a:extLst>
              <a:ext uri="{FF2B5EF4-FFF2-40B4-BE49-F238E27FC236}">
                <a16:creationId xmlns:a16="http://schemas.microsoft.com/office/drawing/2014/main" id="{EB5F3CA4-363A-450A-AFD4-9BC4C68490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810000"/>
            <a:ext cx="77724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200">
                <a:solidFill>
                  <a:srgbClr val="0033CC"/>
                </a:solidFill>
              </a:rPr>
              <a:t>矩阵乘法的法则</a:t>
            </a:r>
            <a:r>
              <a:rPr lang="zh-CN" altLang="en-US" sz="2200"/>
              <a:t>：</a:t>
            </a:r>
            <a:r>
              <a:rPr lang="zh-CN" altLang="en-US" sz="2200" b="1"/>
              <a:t>乘积矩阵</a:t>
            </a:r>
            <a:r>
              <a:rPr lang="en-US" altLang="zh-CN" sz="2200" b="1"/>
              <a:t>AB=C</a:t>
            </a:r>
            <a:r>
              <a:rPr lang="zh-CN" altLang="en-US" sz="2200" b="1"/>
              <a:t>的第</a:t>
            </a:r>
            <a:r>
              <a:rPr lang="en-US" altLang="zh-CN" sz="2200" b="1"/>
              <a:t>i</a:t>
            </a:r>
            <a:r>
              <a:rPr lang="zh-CN" altLang="en-US" sz="2200" b="1"/>
              <a:t>行第</a:t>
            </a:r>
            <a:r>
              <a:rPr lang="en-US" altLang="zh-CN" sz="2200" b="1"/>
              <a:t>j</a:t>
            </a:r>
            <a:r>
              <a:rPr lang="zh-CN" altLang="en-US" sz="2200" b="1"/>
              <a:t>列元素</a:t>
            </a:r>
          </a:p>
        </p:txBody>
      </p:sp>
      <p:sp>
        <p:nvSpPr>
          <p:cNvPr id="22548" name="Rectangle 19">
            <a:extLst>
              <a:ext uri="{FF2B5EF4-FFF2-40B4-BE49-F238E27FC236}">
                <a16:creationId xmlns:a16="http://schemas.microsoft.com/office/drawing/2014/main" id="{57BC4A54-E133-446F-9B90-9F3F796735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1513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1524" name="Object 20">
            <a:extLst>
              <a:ext uri="{FF2B5EF4-FFF2-40B4-BE49-F238E27FC236}">
                <a16:creationId xmlns:a16="http://schemas.microsoft.com/office/drawing/2014/main" id="{5C321296-9952-428F-98BF-D4EEE834AA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62800" y="3733800"/>
          <a:ext cx="46196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7" r:id="rId5" imgW="177646" imgH="241091" progId="Equation.3">
                  <p:embed/>
                </p:oleObj>
              </mc:Choice>
              <mc:Fallback>
                <p:oleObj r:id="rId5" imgW="177646" imgH="241091" progId="Equation.3">
                  <p:embed/>
                  <p:pic>
                    <p:nvPicPr>
                      <p:cNvPr id="21524" name="Object 20">
                        <a:extLst>
                          <a:ext uri="{FF2B5EF4-FFF2-40B4-BE49-F238E27FC236}">
                            <a16:creationId xmlns:a16="http://schemas.microsoft.com/office/drawing/2014/main" id="{5C321296-9952-428F-98BF-D4EEE834AA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0" y="3733800"/>
                        <a:ext cx="461963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25" name="Text Box 21">
            <a:extLst>
              <a:ext uri="{FF2B5EF4-FFF2-40B4-BE49-F238E27FC236}">
                <a16:creationId xmlns:a16="http://schemas.microsoft.com/office/drawing/2014/main" id="{B39C520E-F845-42CB-B6E3-0890319706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267200"/>
            <a:ext cx="67818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200" b="1"/>
              <a:t>等于前矩阵</a:t>
            </a:r>
            <a:r>
              <a:rPr lang="en-US" altLang="zh-CN" sz="2200" b="1"/>
              <a:t>A</a:t>
            </a:r>
            <a:r>
              <a:rPr lang="zh-CN" altLang="en-US" sz="2200" b="1"/>
              <a:t>的第</a:t>
            </a:r>
            <a:r>
              <a:rPr lang="en-US" altLang="zh-CN" sz="2200" b="1"/>
              <a:t>i</a:t>
            </a:r>
            <a:r>
              <a:rPr lang="zh-CN" altLang="en-US" sz="2200" b="1"/>
              <a:t>行的各元素与后矩阵</a:t>
            </a:r>
            <a:r>
              <a:rPr lang="en-US" altLang="zh-CN" sz="2200" b="1"/>
              <a:t>B</a:t>
            </a:r>
            <a:r>
              <a:rPr lang="zh-CN" altLang="en-US" sz="2200" b="1"/>
              <a:t>的第</a:t>
            </a:r>
            <a:r>
              <a:rPr lang="en-US" altLang="zh-CN" sz="2200" b="1"/>
              <a:t>j</a:t>
            </a:r>
            <a:r>
              <a:rPr lang="zh-CN" altLang="en-US" sz="2200" b="1"/>
              <a:t>列中顺次对应的各个元素的乘积之和。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215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5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5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75"/>
                                        <p:tgtEl>
                                          <p:spTgt spid="215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22" grpId="0" build="p" autoUpdateAnimBg="0"/>
      <p:bldP spid="21525" grpId="0" build="p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/>
          <p:cNvSpPr txBox="1">
            <a:spLocks noChangeArrowheads="1"/>
          </p:cNvSpPr>
          <p:nvPr/>
        </p:nvSpPr>
        <p:spPr bwMode="auto">
          <a:xfrm>
            <a:off x="457200" y="685800"/>
            <a:ext cx="160782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R="0" algn="ctr" defTabSz="914400">
              <a:spcBef>
                <a:spcPct val="50000"/>
              </a:spcBef>
              <a:buClrTx/>
              <a:buSzTx/>
              <a:buFontTx/>
              <a:defRPr/>
            </a:pPr>
            <a:r>
              <a:rPr kumimoji="0" lang="zh-CN" altLang="en-US" sz="24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</a:t>
            </a:r>
            <a:r>
              <a:rPr kumimoji="0" lang="en-US" altLang="zh-CN" sz="24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2.1.1</a:t>
            </a:r>
          </a:p>
        </p:txBody>
      </p:sp>
      <p:sp>
        <p:nvSpPr>
          <p:cNvPr id="22531" name="Text Box 3"/>
          <p:cNvSpPr txBox="1"/>
          <p:nvPr/>
        </p:nvSpPr>
        <p:spPr>
          <a:xfrm>
            <a:off x="1371600" y="1219200"/>
            <a:ext cx="6096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设</a:t>
            </a:r>
          </a:p>
        </p:txBody>
      </p:sp>
      <p:sp>
        <p:nvSpPr>
          <p:cNvPr id="17412" name="Rectangle 4"/>
          <p:cNvSpPr/>
          <p:nvPr/>
        </p:nvSpPr>
        <p:spPr>
          <a:xfrm>
            <a:off x="4152900" y="30718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22533" name="Object 5"/>
          <p:cNvGraphicFramePr>
            <a:graphicFrameLocks noChangeAspect="1"/>
          </p:cNvGraphicFramePr>
          <p:nvPr/>
        </p:nvGraphicFramePr>
        <p:xfrm>
          <a:off x="2244725" y="685800"/>
          <a:ext cx="1717675" cy="166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11" r:id="rId5" imgW="736600" imgH="711200" progId="Equation.3">
                  <p:embed/>
                </p:oleObj>
              </mc:Choice>
              <mc:Fallback>
                <p:oleObj r:id="rId5" imgW="736600" imgH="711200" progId="Equation.3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44725" y="685800"/>
                        <a:ext cx="1717675" cy="1666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4" name="Object 6"/>
          <p:cNvGraphicFramePr>
            <a:graphicFrameLocks noChangeAspect="1"/>
          </p:cNvGraphicFramePr>
          <p:nvPr/>
        </p:nvGraphicFramePr>
        <p:xfrm>
          <a:off x="4343400" y="838200"/>
          <a:ext cx="1900238" cy="115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12" r:id="rId7" imgW="749300" imgH="457200" progId="Equation.3">
                  <p:embed/>
                </p:oleObj>
              </mc:Choice>
              <mc:Fallback>
                <p:oleObj r:id="rId7" imgW="749300" imgH="457200" progId="Equation.3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43400" y="838200"/>
                        <a:ext cx="1900238" cy="11541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5" name="Text Box 7"/>
          <p:cNvSpPr txBox="1"/>
          <p:nvPr/>
        </p:nvSpPr>
        <p:spPr>
          <a:xfrm>
            <a:off x="6705600" y="1219200"/>
            <a:ext cx="9906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求 </a:t>
            </a:r>
            <a:r>
              <a:rPr lang="en-US" altLang="zh-CN" sz="2400" dirty="0">
                <a:latin typeface="Arial" panose="020B0604020202020204" pitchFamily="34" charset="0"/>
              </a:rPr>
              <a:t>AB</a:t>
            </a:r>
          </a:p>
        </p:txBody>
      </p:sp>
      <p:sp>
        <p:nvSpPr>
          <p:cNvPr id="17416" name="Rectangle 8"/>
          <p:cNvSpPr/>
          <p:nvPr/>
        </p:nvSpPr>
        <p:spPr>
          <a:xfrm>
            <a:off x="4495800" y="33385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22537" name="Object 9"/>
          <p:cNvGraphicFramePr>
            <a:graphicFrameLocks noChangeAspect="1"/>
          </p:cNvGraphicFramePr>
          <p:nvPr/>
        </p:nvGraphicFramePr>
        <p:xfrm>
          <a:off x="1143000" y="3115310"/>
          <a:ext cx="396875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13" r:id="rId9" imgW="152400" imgH="177800" progId="Equation.3">
                  <p:embed/>
                </p:oleObj>
              </mc:Choice>
              <mc:Fallback>
                <p:oleObj r:id="rId9" imgW="152400" imgH="177800" progId="Equation.3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43000" y="3115310"/>
                        <a:ext cx="396875" cy="471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8" name="Rectangle 10"/>
          <p:cNvSpPr/>
          <p:nvPr/>
        </p:nvSpPr>
        <p:spPr>
          <a:xfrm>
            <a:off x="4386263" y="33480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22539" name="Object 11"/>
          <p:cNvGraphicFramePr>
            <a:graphicFrameLocks noChangeAspect="1"/>
          </p:cNvGraphicFramePr>
          <p:nvPr/>
        </p:nvGraphicFramePr>
        <p:xfrm>
          <a:off x="1524000" y="3039110"/>
          <a:ext cx="114300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14" r:id="rId11" imgW="368300" imgH="165100" progId="Equation.3">
                  <p:embed/>
                </p:oleObj>
              </mc:Choice>
              <mc:Fallback>
                <p:oleObj r:id="rId11" imgW="368300" imgH="165100" progId="Equation.3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24000" y="3039110"/>
                        <a:ext cx="1143000" cy="498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0" name="Rectangle 12"/>
          <p:cNvSpPr/>
          <p:nvPr/>
        </p:nvSpPr>
        <p:spPr>
          <a:xfrm>
            <a:off x="4005263" y="30718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22541" name="Object 13"/>
          <p:cNvGraphicFramePr>
            <a:graphicFrameLocks noChangeAspect="1"/>
          </p:cNvGraphicFramePr>
          <p:nvPr/>
        </p:nvGraphicFramePr>
        <p:xfrm>
          <a:off x="2743200" y="2505710"/>
          <a:ext cx="2457450" cy="168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15" r:id="rId13" imgW="1040765" imgH="711200" progId="Equation.3">
                  <p:embed/>
                </p:oleObj>
              </mc:Choice>
              <mc:Fallback>
                <p:oleObj r:id="rId13" imgW="1040765" imgH="711200" progId="Equation.3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743200" y="2505710"/>
                        <a:ext cx="2457450" cy="1681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2" name="Rectangle 14"/>
          <p:cNvSpPr/>
          <p:nvPr/>
        </p:nvSpPr>
        <p:spPr>
          <a:xfrm>
            <a:off x="4510088" y="33766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22543" name="Object 15"/>
          <p:cNvGraphicFramePr>
            <a:graphicFrameLocks noChangeAspect="1"/>
          </p:cNvGraphicFramePr>
          <p:nvPr/>
        </p:nvGraphicFramePr>
        <p:xfrm>
          <a:off x="1143000" y="4648200"/>
          <a:ext cx="45720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16" r:id="rId15" imgW="127000" imgH="101600" progId="Equation.3">
                  <p:embed/>
                </p:oleObj>
              </mc:Choice>
              <mc:Fallback>
                <p:oleObj r:id="rId15" imgW="127000" imgH="101600" progId="Equation.3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143000" y="4648200"/>
                        <a:ext cx="457200" cy="387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4" name="Rectangle 16"/>
          <p:cNvSpPr/>
          <p:nvPr/>
        </p:nvSpPr>
        <p:spPr>
          <a:xfrm>
            <a:off x="4519613" y="33289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2254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4410745"/>
              </p:ext>
            </p:extLst>
          </p:nvPr>
        </p:nvGraphicFramePr>
        <p:xfrm>
          <a:off x="1658937" y="4213448"/>
          <a:ext cx="758825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17" r:id="rId17" imgW="101600" imgH="203200" progId="Equation.3">
                  <p:embed/>
                </p:oleObj>
              </mc:Choice>
              <mc:Fallback>
                <p:oleObj r:id="rId17" imgW="101600" imgH="203200" progId="Equation.3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658937" y="4213448"/>
                        <a:ext cx="758825" cy="1447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6" name="Rectangle 18"/>
          <p:cNvSpPr/>
          <p:nvPr/>
        </p:nvSpPr>
        <p:spPr>
          <a:xfrm>
            <a:off x="4519613" y="33289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2254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3937577"/>
              </p:ext>
            </p:extLst>
          </p:nvPr>
        </p:nvGraphicFramePr>
        <p:xfrm>
          <a:off x="5766345" y="4267200"/>
          <a:ext cx="677863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18" r:id="rId19" imgW="101600" imgH="203200" progId="Equation.3">
                  <p:embed/>
                </p:oleObj>
              </mc:Choice>
              <mc:Fallback>
                <p:oleObj r:id="rId19" imgW="101600" imgH="203200" progId="Equation.3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766345" y="4267200"/>
                        <a:ext cx="677863" cy="1295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8" name="Rectangle 20"/>
          <p:cNvSpPr/>
          <p:nvPr/>
        </p:nvSpPr>
        <p:spPr>
          <a:xfrm>
            <a:off x="4214813" y="33385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22549" name="Object 21"/>
          <p:cNvGraphicFramePr>
            <a:graphicFrameLocks noChangeAspect="1"/>
          </p:cNvGraphicFramePr>
          <p:nvPr/>
        </p:nvGraphicFramePr>
        <p:xfrm>
          <a:off x="2209800" y="4267200"/>
          <a:ext cx="1676400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19" r:id="rId21" imgW="711200" imgH="177800" progId="Equation.3">
                  <p:embed/>
                </p:oleObj>
              </mc:Choice>
              <mc:Fallback>
                <p:oleObj r:id="rId21" imgW="711200" imgH="177800" progId="Equation.3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209800" y="4267200"/>
                        <a:ext cx="1676400" cy="423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30" name="Rectangle 22"/>
          <p:cNvSpPr/>
          <p:nvPr/>
        </p:nvSpPr>
        <p:spPr>
          <a:xfrm>
            <a:off x="4224338" y="33480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22551" name="Object 23"/>
          <p:cNvGraphicFramePr>
            <a:graphicFrameLocks noChangeAspect="1"/>
          </p:cNvGraphicFramePr>
          <p:nvPr/>
        </p:nvGraphicFramePr>
        <p:xfrm>
          <a:off x="4211638" y="4292600"/>
          <a:ext cx="1752600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20" r:id="rId23" imgW="698500" imgH="165100" progId="Equation.3">
                  <p:embed/>
                </p:oleObj>
              </mc:Choice>
              <mc:Fallback>
                <p:oleObj r:id="rId23" imgW="698500" imgH="165100" progId="Equation.3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211638" y="4292600"/>
                        <a:ext cx="1752600" cy="407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32" name="Rectangle 24"/>
          <p:cNvSpPr/>
          <p:nvPr/>
        </p:nvSpPr>
        <p:spPr>
          <a:xfrm>
            <a:off x="4205288" y="33385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22553" name="Object 25"/>
          <p:cNvGraphicFramePr>
            <a:graphicFrameLocks noChangeAspect="1"/>
          </p:cNvGraphicFramePr>
          <p:nvPr/>
        </p:nvGraphicFramePr>
        <p:xfrm>
          <a:off x="2133600" y="4724400"/>
          <a:ext cx="182880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21" r:id="rId25" imgW="735965" imgH="177800" progId="Equation.3">
                  <p:embed/>
                </p:oleObj>
              </mc:Choice>
              <mc:Fallback>
                <p:oleObj r:id="rId25" imgW="735965" imgH="177800" progId="Equation.3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133600" y="4724400"/>
                        <a:ext cx="1828800" cy="450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34" name="Rectangle 26"/>
          <p:cNvSpPr/>
          <p:nvPr/>
        </p:nvSpPr>
        <p:spPr>
          <a:xfrm>
            <a:off x="4210050" y="33385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22555" name="Object 27"/>
          <p:cNvGraphicFramePr>
            <a:graphicFrameLocks noChangeAspect="1"/>
          </p:cNvGraphicFramePr>
          <p:nvPr/>
        </p:nvGraphicFramePr>
        <p:xfrm>
          <a:off x="4191000" y="4724400"/>
          <a:ext cx="1676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22" r:id="rId27" imgW="723265" imgH="177800" progId="Equation.3">
                  <p:embed/>
                </p:oleObj>
              </mc:Choice>
              <mc:Fallback>
                <p:oleObj r:id="rId27" imgW="723265" imgH="177800" progId="Equation.3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191000" y="4724400"/>
                        <a:ext cx="16764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36" name="Rectangle 28"/>
          <p:cNvSpPr/>
          <p:nvPr/>
        </p:nvSpPr>
        <p:spPr>
          <a:xfrm>
            <a:off x="4210050" y="33385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22557" name="Object 29"/>
          <p:cNvGraphicFramePr>
            <a:graphicFrameLocks noChangeAspect="1"/>
          </p:cNvGraphicFramePr>
          <p:nvPr/>
        </p:nvGraphicFramePr>
        <p:xfrm>
          <a:off x="2209800" y="5181600"/>
          <a:ext cx="1676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23" r:id="rId29" imgW="723265" imgH="177800" progId="Equation.3">
                  <p:embed/>
                </p:oleObj>
              </mc:Choice>
              <mc:Fallback>
                <p:oleObj r:id="rId29" imgW="723265" imgH="177800" progId="Equation.3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2209800" y="5181600"/>
                        <a:ext cx="16764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38" name="Rectangle 30"/>
          <p:cNvSpPr/>
          <p:nvPr/>
        </p:nvSpPr>
        <p:spPr>
          <a:xfrm>
            <a:off x="4214813" y="33385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22559" name="Object 31"/>
          <p:cNvGraphicFramePr>
            <a:graphicFrameLocks noChangeAspect="1"/>
          </p:cNvGraphicFramePr>
          <p:nvPr/>
        </p:nvGraphicFramePr>
        <p:xfrm>
          <a:off x="4191000" y="5181600"/>
          <a:ext cx="1676400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24" r:id="rId31" imgW="711200" imgH="177800" progId="Equation.3">
                  <p:embed/>
                </p:oleObj>
              </mc:Choice>
              <mc:Fallback>
                <p:oleObj r:id="rId31" imgW="711200" imgH="177800" progId="Equation.3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4191000" y="5181600"/>
                        <a:ext cx="1676400" cy="423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40" name="Rectangle 32"/>
          <p:cNvSpPr/>
          <p:nvPr/>
        </p:nvSpPr>
        <p:spPr>
          <a:xfrm>
            <a:off x="4205288" y="30718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22561" name="Object 33"/>
          <p:cNvGraphicFramePr>
            <a:graphicFrameLocks noChangeAspect="1"/>
          </p:cNvGraphicFramePr>
          <p:nvPr/>
        </p:nvGraphicFramePr>
        <p:xfrm>
          <a:off x="6324600" y="4038600"/>
          <a:ext cx="1752600" cy="170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25" r:id="rId33" imgW="736600" imgH="711200" progId="Equation.3">
                  <p:embed/>
                </p:oleObj>
              </mc:Choice>
              <mc:Fallback>
                <p:oleObj r:id="rId33" imgW="736600" imgH="711200" progId="Equation.3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6324600" y="4038600"/>
                        <a:ext cx="1752600" cy="17065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62" name="Text Box 34"/>
          <p:cNvSpPr txBox="1"/>
          <p:nvPr/>
        </p:nvSpPr>
        <p:spPr>
          <a:xfrm>
            <a:off x="171267" y="5711825"/>
            <a:ext cx="8839200" cy="460375"/>
          </a:xfrm>
          <a:prstGeom prst="rect">
            <a:avLst/>
          </a:prstGeom>
          <a:solidFill>
            <a:srgbClr val="CCFFFF"/>
          </a:solidFill>
          <a:ln w="9525" cap="flat" cmpd="sng">
            <a:solidFill>
              <a:srgbClr val="80008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矩阵与矩阵相乘不满足交换律，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AB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有意义，但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不一定有意义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46430" y="2150745"/>
            <a:ext cx="14776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 </a:t>
            </a:r>
          </a:p>
        </p:txBody>
      </p:sp>
      <p:sp>
        <p:nvSpPr>
          <p:cNvPr id="36" name="直角三角形 35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" name="直角三角形 36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75"/>
                                        <p:tgtEl>
                                          <p:spTgt spid="225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5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25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2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0" dur="500"/>
                                        <p:tgtEl>
                                          <p:spTgt spid="225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2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2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2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2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2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2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22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22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 build="p"/>
      <p:bldP spid="22531" grpId="0" build="p"/>
      <p:bldP spid="22535" grpId="0" build="p"/>
      <p:bldP spid="22562" grpId="0" bldLvl="0" animBg="1"/>
      <p:bldP spid="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546735" y="685800"/>
            <a:ext cx="142367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R="0" algn="ctr" defTabSz="914400">
              <a:spcBef>
                <a:spcPct val="50000"/>
              </a:spcBef>
              <a:buClrTx/>
              <a:buSzTx/>
              <a:buFontTx/>
              <a:defRPr/>
            </a:pPr>
            <a:r>
              <a:rPr kumimoji="0" lang="zh-CN" altLang="en-US" sz="24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</a:t>
            </a:r>
            <a:r>
              <a:rPr kumimoji="0" lang="en-US" altLang="zh-CN" sz="24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2.1.2</a:t>
            </a:r>
          </a:p>
        </p:txBody>
      </p:sp>
      <p:sp>
        <p:nvSpPr>
          <p:cNvPr id="23555" name="Text Box 3"/>
          <p:cNvSpPr txBox="1"/>
          <p:nvPr/>
        </p:nvSpPr>
        <p:spPr>
          <a:xfrm>
            <a:off x="1600200" y="1447800"/>
            <a:ext cx="5334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设</a:t>
            </a:r>
          </a:p>
        </p:txBody>
      </p:sp>
      <p:sp>
        <p:nvSpPr>
          <p:cNvPr id="18436" name="Rectangle 4"/>
          <p:cNvSpPr/>
          <p:nvPr/>
        </p:nvSpPr>
        <p:spPr>
          <a:xfrm>
            <a:off x="4305300" y="30718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23557" name="Object 5"/>
          <p:cNvGraphicFramePr>
            <a:graphicFrameLocks noChangeAspect="1"/>
          </p:cNvGraphicFramePr>
          <p:nvPr/>
        </p:nvGraphicFramePr>
        <p:xfrm>
          <a:off x="2438400" y="838200"/>
          <a:ext cx="1309688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30" r:id="rId5" imgW="533400" imgH="711200" progId="Equation.3">
                  <p:embed/>
                </p:oleObj>
              </mc:Choice>
              <mc:Fallback>
                <p:oleObj r:id="rId5" imgW="533400" imgH="711200" progId="Equation.3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38400" y="838200"/>
                        <a:ext cx="1309688" cy="175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8" name="Rectangle 6"/>
          <p:cNvSpPr/>
          <p:nvPr/>
        </p:nvSpPr>
        <p:spPr>
          <a:xfrm>
            <a:off x="4119563" y="33194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23559" name="Object 7"/>
          <p:cNvGraphicFramePr>
            <a:graphicFrameLocks noChangeAspect="1"/>
          </p:cNvGraphicFramePr>
          <p:nvPr/>
        </p:nvGraphicFramePr>
        <p:xfrm>
          <a:off x="4038600" y="1447800"/>
          <a:ext cx="2433638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31" r:id="rId7" imgW="901065" imgH="215900" progId="Equation.3">
                  <p:embed/>
                </p:oleObj>
              </mc:Choice>
              <mc:Fallback>
                <p:oleObj r:id="rId7" imgW="901065" imgH="215900" progId="Equation.3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038600" y="1447800"/>
                        <a:ext cx="2433638" cy="588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0" name="Text Box 8"/>
          <p:cNvSpPr txBox="1"/>
          <p:nvPr/>
        </p:nvSpPr>
        <p:spPr>
          <a:xfrm>
            <a:off x="609600" y="3276600"/>
            <a:ext cx="762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>
                <a:latin typeface="Arial" panose="020B0604020202020204" pitchFamily="34" charset="0"/>
              </a:rPr>
              <a:t>AB</a:t>
            </a:r>
          </a:p>
        </p:txBody>
      </p:sp>
      <p:sp>
        <p:nvSpPr>
          <p:cNvPr id="18441" name="Rectangle 9"/>
          <p:cNvSpPr/>
          <p:nvPr/>
        </p:nvSpPr>
        <p:spPr>
          <a:xfrm>
            <a:off x="4076700" y="30718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23562" name="Object 10"/>
          <p:cNvGraphicFramePr>
            <a:graphicFrameLocks noChangeAspect="1"/>
          </p:cNvGraphicFramePr>
          <p:nvPr/>
        </p:nvGraphicFramePr>
        <p:xfrm>
          <a:off x="1295400" y="2667000"/>
          <a:ext cx="2209800" cy="159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32" r:id="rId9" imgW="989965" imgH="711200" progId="Equation.3">
                  <p:embed/>
                </p:oleObj>
              </mc:Choice>
              <mc:Fallback>
                <p:oleObj r:id="rId9" imgW="989965" imgH="711200" progId="Equation.3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95400" y="2667000"/>
                        <a:ext cx="2209800" cy="15922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3" name="Rectangle 11"/>
          <p:cNvSpPr/>
          <p:nvPr/>
        </p:nvSpPr>
        <p:spPr>
          <a:xfrm>
            <a:off x="3852863" y="30718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23564" name="Object 12"/>
          <p:cNvGraphicFramePr>
            <a:graphicFrameLocks noChangeAspect="1"/>
          </p:cNvGraphicFramePr>
          <p:nvPr/>
        </p:nvGraphicFramePr>
        <p:xfrm>
          <a:off x="3505200" y="2743200"/>
          <a:ext cx="3124200" cy="1550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33" r:id="rId11" imgW="1435100" imgH="711200" progId="Equation.3">
                  <p:embed/>
                </p:oleObj>
              </mc:Choice>
              <mc:Fallback>
                <p:oleObj r:id="rId11" imgW="1435100" imgH="711200" progId="Equation.3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505200" y="2743200"/>
                        <a:ext cx="3124200" cy="1550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5" name="Text Box 13"/>
          <p:cNvSpPr txBox="1"/>
          <p:nvPr/>
        </p:nvSpPr>
        <p:spPr>
          <a:xfrm>
            <a:off x="6781800" y="1524000"/>
            <a:ext cx="16764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AB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</a:t>
            </a:r>
          </a:p>
        </p:txBody>
      </p:sp>
      <p:sp>
        <p:nvSpPr>
          <p:cNvPr id="18446" name="Rectangle 14"/>
          <p:cNvSpPr/>
          <p:nvPr/>
        </p:nvSpPr>
        <p:spPr>
          <a:xfrm>
            <a:off x="4071938" y="30718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23567" name="Object 15"/>
          <p:cNvGraphicFramePr>
            <a:graphicFrameLocks noChangeAspect="1"/>
          </p:cNvGraphicFramePr>
          <p:nvPr/>
        </p:nvGraphicFramePr>
        <p:xfrm>
          <a:off x="6629400" y="2667000"/>
          <a:ext cx="2286000" cy="163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34" r:id="rId13" imgW="1002665" imgH="711200" progId="Equation.3">
                  <p:embed/>
                </p:oleObj>
              </mc:Choice>
              <mc:Fallback>
                <p:oleObj r:id="rId13" imgW="1002665" imgH="711200" progId="Equation.3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629400" y="2667000"/>
                        <a:ext cx="2286000" cy="16335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8" name="Text Box 16"/>
          <p:cNvSpPr txBox="1"/>
          <p:nvPr/>
        </p:nvSpPr>
        <p:spPr>
          <a:xfrm>
            <a:off x="609600" y="4953000"/>
            <a:ext cx="685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>
                <a:latin typeface="Arial" panose="020B0604020202020204" pitchFamily="34" charset="0"/>
              </a:rPr>
              <a:t>BA</a:t>
            </a:r>
          </a:p>
        </p:txBody>
      </p:sp>
      <p:sp>
        <p:nvSpPr>
          <p:cNvPr id="18449" name="Rectangle 17"/>
          <p:cNvSpPr/>
          <p:nvPr/>
        </p:nvSpPr>
        <p:spPr>
          <a:xfrm>
            <a:off x="4076700" y="30718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23570" name="Object 18"/>
          <p:cNvGraphicFramePr>
            <a:graphicFrameLocks noChangeAspect="1"/>
          </p:cNvGraphicFramePr>
          <p:nvPr/>
        </p:nvGraphicFramePr>
        <p:xfrm>
          <a:off x="1219200" y="4343400"/>
          <a:ext cx="2209800" cy="159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35" r:id="rId15" imgW="989965" imgH="711200" progId="Equation.3">
                  <p:embed/>
                </p:oleObj>
              </mc:Choice>
              <mc:Fallback>
                <p:oleObj r:id="rId15" imgW="989965" imgH="711200" progId="Equation.3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219200" y="4343400"/>
                        <a:ext cx="2209800" cy="15922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51" name="Rectangle 19"/>
          <p:cNvSpPr/>
          <p:nvPr/>
        </p:nvSpPr>
        <p:spPr>
          <a:xfrm>
            <a:off x="3900488" y="33194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23572" name="Object 20"/>
          <p:cNvGraphicFramePr>
            <a:graphicFrameLocks noChangeAspect="1"/>
          </p:cNvGraphicFramePr>
          <p:nvPr/>
        </p:nvGraphicFramePr>
        <p:xfrm>
          <a:off x="3429000" y="4953000"/>
          <a:ext cx="2971800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36" r:id="rId17" imgW="1345565" imgH="215900" progId="Equation.3">
                  <p:embed/>
                </p:oleObj>
              </mc:Choice>
              <mc:Fallback>
                <p:oleObj r:id="rId17" imgW="1345565" imgH="215900" progId="Equation.3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429000" y="4953000"/>
                        <a:ext cx="2971800" cy="4841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53" name="Rectangle 21"/>
          <p:cNvSpPr/>
          <p:nvPr/>
        </p:nvSpPr>
        <p:spPr>
          <a:xfrm>
            <a:off x="4414838" y="33385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23574" name="Object 22"/>
          <p:cNvGraphicFramePr>
            <a:graphicFrameLocks noChangeAspect="1"/>
          </p:cNvGraphicFramePr>
          <p:nvPr/>
        </p:nvGraphicFramePr>
        <p:xfrm>
          <a:off x="6324600" y="4953000"/>
          <a:ext cx="76200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37" r:id="rId19" imgW="316865" imgH="177800" progId="Equation.3">
                  <p:embed/>
                </p:oleObj>
              </mc:Choice>
              <mc:Fallback>
                <p:oleObj r:id="rId19" imgW="316865" imgH="177800" progId="Equation.3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324600" y="4953000"/>
                        <a:ext cx="762000" cy="438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75" name="Text Box 23"/>
          <p:cNvSpPr txBox="1"/>
          <p:nvPr/>
        </p:nvSpPr>
        <p:spPr>
          <a:xfrm>
            <a:off x="2133600" y="5943600"/>
            <a:ext cx="4724400" cy="460375"/>
          </a:xfrm>
          <a:prstGeom prst="rect">
            <a:avLst/>
          </a:prstGeom>
          <a:solidFill>
            <a:srgbClr val="CCFFFF"/>
          </a:solidFill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AB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都意义，但不同型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60095" y="2386965"/>
            <a:ext cx="10026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解</a:t>
            </a:r>
          </a:p>
        </p:txBody>
      </p:sp>
      <p:sp>
        <p:nvSpPr>
          <p:cNvPr id="25" name="直角三角形 24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直角三角形 25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75"/>
                                        <p:tgtEl>
                                          <p:spTgt spid="235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300" fill="hold"/>
                                        <p:tgtEl>
                                          <p:spTgt spid="235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300" fill="hold"/>
                                        <p:tgtEl>
                                          <p:spTgt spid="235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4" dur="500"/>
                                        <p:tgtEl>
                                          <p:spTgt spid="235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9" dur="500"/>
                                        <p:tgtEl>
                                          <p:spTgt spid="235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4" dur="500"/>
                                        <p:tgtEl>
                                          <p:spTgt spid="235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300" fill="hold"/>
                                        <p:tgtEl>
                                          <p:spTgt spid="235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300" fill="hold"/>
                                        <p:tgtEl>
                                          <p:spTgt spid="235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5" dur="500"/>
                                        <p:tgtEl>
                                          <p:spTgt spid="2357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3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23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4" grpId="0" build="p"/>
      <p:bldP spid="23555" grpId="0" build="p"/>
      <p:bldP spid="23560" grpId="0" build="p"/>
      <p:bldP spid="23565" grpId="0" build="p"/>
      <p:bldP spid="23568" grpId="0" build="p"/>
      <p:bldP spid="23575" grpId="0" bldLvl="0" animBg="1"/>
      <p:bldP spid="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533400" y="304800"/>
            <a:ext cx="137668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R="0" algn="ctr" defTabSz="914400">
              <a:spcBef>
                <a:spcPct val="50000"/>
              </a:spcBef>
              <a:buClrTx/>
              <a:buSzTx/>
              <a:buFontTx/>
              <a:defRPr/>
            </a:pPr>
            <a:r>
              <a:rPr kumimoji="0" lang="zh-CN" altLang="en-US" sz="24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</a:t>
            </a:r>
            <a:r>
              <a:rPr kumimoji="0" lang="en-US" altLang="zh-CN" sz="24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2.1.3</a:t>
            </a:r>
          </a:p>
        </p:txBody>
      </p:sp>
      <p:sp>
        <p:nvSpPr>
          <p:cNvPr id="19459" name="Rectangle 3"/>
          <p:cNvSpPr/>
          <p:nvPr/>
        </p:nvSpPr>
        <p:spPr>
          <a:xfrm>
            <a:off x="4081463" y="32004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24580" name="Object 4"/>
          <p:cNvGraphicFramePr>
            <a:graphicFrameLocks noChangeAspect="1"/>
          </p:cNvGraphicFramePr>
          <p:nvPr/>
        </p:nvGraphicFramePr>
        <p:xfrm>
          <a:off x="1828800" y="685800"/>
          <a:ext cx="2209800" cy="1030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24" r:id="rId6" imgW="977900" imgH="457200" progId="Equation.3">
                  <p:embed/>
                </p:oleObj>
              </mc:Choice>
              <mc:Fallback>
                <p:oleObj r:id="rId6" imgW="977900" imgH="457200" progId="Equation.3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828800" y="685800"/>
                        <a:ext cx="2209800" cy="10302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1" name="Rectangle 5"/>
          <p:cNvSpPr/>
          <p:nvPr/>
        </p:nvSpPr>
        <p:spPr>
          <a:xfrm>
            <a:off x="4090988" y="32004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24582" name="Object 6"/>
          <p:cNvGraphicFramePr>
            <a:graphicFrameLocks noChangeAspect="1"/>
          </p:cNvGraphicFramePr>
          <p:nvPr/>
        </p:nvGraphicFramePr>
        <p:xfrm>
          <a:off x="4495800" y="685800"/>
          <a:ext cx="2133600" cy="101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25" r:id="rId8" imgW="965200" imgH="457200" progId="Equation.3">
                  <p:embed/>
                </p:oleObj>
              </mc:Choice>
              <mc:Fallback>
                <p:oleObj r:id="rId8" imgW="965200" imgH="457200" progId="Equation.3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495800" y="685800"/>
                        <a:ext cx="2133600" cy="1014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3" name="Text Box 7"/>
          <p:cNvSpPr txBox="1"/>
          <p:nvPr/>
        </p:nvSpPr>
        <p:spPr>
          <a:xfrm>
            <a:off x="6934200" y="914400"/>
            <a:ext cx="16764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AB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</a:t>
            </a:r>
          </a:p>
        </p:txBody>
      </p:sp>
      <p:sp>
        <p:nvSpPr>
          <p:cNvPr id="24584" name="Text Box 8"/>
          <p:cNvSpPr txBox="1"/>
          <p:nvPr/>
        </p:nvSpPr>
        <p:spPr>
          <a:xfrm>
            <a:off x="1360805" y="2286000"/>
            <a:ext cx="914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>
                <a:latin typeface="Arial" panose="020B0604020202020204" pitchFamily="34" charset="0"/>
              </a:rPr>
              <a:t>AB</a:t>
            </a:r>
          </a:p>
        </p:txBody>
      </p:sp>
      <p:sp>
        <p:nvSpPr>
          <p:cNvPr id="19465" name="Rectangle 9"/>
          <p:cNvSpPr/>
          <p:nvPr/>
        </p:nvSpPr>
        <p:spPr>
          <a:xfrm>
            <a:off x="3824288" y="32004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24586" name="Object 10"/>
          <p:cNvGraphicFramePr>
            <a:graphicFrameLocks noChangeAspect="1"/>
          </p:cNvGraphicFramePr>
          <p:nvPr/>
        </p:nvGraphicFramePr>
        <p:xfrm>
          <a:off x="2046605" y="1981200"/>
          <a:ext cx="3429000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26" r:id="rId10" imgW="1498600" imgH="457200" progId="Equation.3">
                  <p:embed/>
                </p:oleObj>
              </mc:Choice>
              <mc:Fallback>
                <p:oleObj r:id="rId10" imgW="1498600" imgH="457200" progId="Equation.3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046605" y="1981200"/>
                        <a:ext cx="3429000" cy="1047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7" name="Rectangle 11"/>
          <p:cNvSpPr/>
          <p:nvPr/>
        </p:nvSpPr>
        <p:spPr>
          <a:xfrm>
            <a:off x="4090988" y="32004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24588" name="Object 12"/>
          <p:cNvGraphicFramePr>
            <a:graphicFrameLocks noChangeAspect="1"/>
          </p:cNvGraphicFramePr>
          <p:nvPr/>
        </p:nvGraphicFramePr>
        <p:xfrm>
          <a:off x="5475605" y="2057400"/>
          <a:ext cx="2133600" cy="101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27" r:id="rId12" imgW="965200" imgH="457200" progId="Equation.3">
                  <p:embed/>
                </p:oleObj>
              </mc:Choice>
              <mc:Fallback>
                <p:oleObj r:id="rId12" imgW="965200" imgH="457200" progId="Equation.3">
                  <p:embed/>
                  <p:pic>
                    <p:nvPicPr>
                      <p:cNvPr id="0" name="图片 3128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475605" y="2057400"/>
                        <a:ext cx="2133600" cy="1014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9" name="Text Box 13"/>
          <p:cNvSpPr txBox="1"/>
          <p:nvPr/>
        </p:nvSpPr>
        <p:spPr>
          <a:xfrm>
            <a:off x="1360805" y="3657600"/>
            <a:ext cx="762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>
                <a:latin typeface="Arial" panose="020B0604020202020204" pitchFamily="34" charset="0"/>
              </a:rPr>
              <a:t>BA</a:t>
            </a:r>
          </a:p>
        </p:txBody>
      </p:sp>
      <p:sp>
        <p:nvSpPr>
          <p:cNvPr id="19470" name="Rectangle 14"/>
          <p:cNvSpPr/>
          <p:nvPr/>
        </p:nvSpPr>
        <p:spPr>
          <a:xfrm>
            <a:off x="4090988" y="32004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9471" name="Rectangle 15"/>
          <p:cNvSpPr/>
          <p:nvPr/>
        </p:nvSpPr>
        <p:spPr>
          <a:xfrm>
            <a:off x="4090988" y="32004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9472" name="Rectangle 16"/>
          <p:cNvSpPr/>
          <p:nvPr/>
        </p:nvSpPr>
        <p:spPr>
          <a:xfrm>
            <a:off x="3824288" y="32004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24593" name="Object 17"/>
          <p:cNvGraphicFramePr>
            <a:graphicFrameLocks noChangeAspect="1"/>
          </p:cNvGraphicFramePr>
          <p:nvPr/>
        </p:nvGraphicFramePr>
        <p:xfrm>
          <a:off x="2046605" y="3352800"/>
          <a:ext cx="3352800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28" r:id="rId14" imgW="1498600" imgH="457200" progId="Equation.3">
                  <p:embed/>
                </p:oleObj>
              </mc:Choice>
              <mc:Fallback>
                <p:oleObj r:id="rId14" imgW="1498600" imgH="457200" progId="Equation.3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046605" y="3352800"/>
                        <a:ext cx="3352800" cy="1025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4" name="Rectangle 18"/>
          <p:cNvSpPr/>
          <p:nvPr/>
        </p:nvSpPr>
        <p:spPr>
          <a:xfrm>
            <a:off x="4267200" y="32004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24595" name="Object 19"/>
          <p:cNvGraphicFramePr>
            <a:graphicFrameLocks noChangeAspect="1"/>
          </p:cNvGraphicFramePr>
          <p:nvPr/>
        </p:nvGraphicFramePr>
        <p:xfrm>
          <a:off x="5475605" y="3276600"/>
          <a:ext cx="1447800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29" r:id="rId16" imgW="609600" imgH="457200" progId="Equation.3">
                  <p:embed/>
                </p:oleObj>
              </mc:Choice>
              <mc:Fallback>
                <p:oleObj r:id="rId16" imgW="609600" imgH="457200" progId="Equation.3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475605" y="3276600"/>
                        <a:ext cx="1447800" cy="1085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6" name="Text Box 20"/>
          <p:cNvSpPr txBox="1"/>
          <p:nvPr/>
        </p:nvSpPr>
        <p:spPr>
          <a:xfrm>
            <a:off x="1360805" y="4862830"/>
            <a:ext cx="6858000" cy="1014730"/>
          </a:xfrm>
          <a:prstGeom prst="rect">
            <a:avLst/>
          </a:prstGeom>
          <a:solidFill>
            <a:srgbClr val="CCFFFF"/>
          </a:solidFill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(1) AB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都有意义，且同型，但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AB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不相等</a:t>
            </a:r>
          </a:p>
          <a:p>
            <a:pPr>
              <a:spcBef>
                <a:spcPct val="50000"/>
              </a:spcBef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(2) 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两个非零矩阵相乘可能是零矩阵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27075" y="2275205"/>
            <a:ext cx="7359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解</a:t>
            </a:r>
          </a:p>
        </p:txBody>
      </p:sp>
      <p:sp>
        <p:nvSpPr>
          <p:cNvPr id="22" name="直角三角形 21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直角三角形 22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5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5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45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75"/>
                                        <p:tgtEl>
                                          <p:spTgt spid="245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300" fill="hold"/>
                                        <p:tgtEl>
                                          <p:spTgt spid="245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300" fill="hold"/>
                                        <p:tgtEl>
                                          <p:spTgt spid="245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1" dur="500"/>
                                        <p:tgtEl>
                                          <p:spTgt spid="245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6" dur="500"/>
                                        <p:tgtEl>
                                          <p:spTgt spid="245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300" fill="hold"/>
                                        <p:tgtEl>
                                          <p:spTgt spid="245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300" fill="hold"/>
                                        <p:tgtEl>
                                          <p:spTgt spid="245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7" dur="500"/>
                                        <p:tgtEl>
                                          <p:spTgt spid="245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2" dur="500"/>
                                        <p:tgtEl>
                                          <p:spTgt spid="245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4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8" grpId="0" build="p"/>
      <p:bldP spid="24583" grpId="0" build="p"/>
      <p:bldP spid="24584" grpId="0" build="p"/>
      <p:bldP spid="24589" grpId="0" build="p"/>
      <p:bldP spid="24596" grpId="0" bldLvl="0" animBg="1"/>
      <p:bldP spid="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4" name="Rectangle 2">
            <a:extLst>
              <a:ext uri="{FF2B5EF4-FFF2-40B4-BE49-F238E27FC236}">
                <a16:creationId xmlns:a16="http://schemas.microsoft.com/office/drawing/2014/main" id="{9615A9AC-879E-4785-915B-AF0A6D974E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5763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5603" name="Object 3">
            <a:extLst>
              <a:ext uri="{FF2B5EF4-FFF2-40B4-BE49-F238E27FC236}">
                <a16:creationId xmlns:a16="http://schemas.microsoft.com/office/drawing/2014/main" id="{369BED63-879D-4DFB-927E-A18ADF4B72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6013" y="188913"/>
          <a:ext cx="1752600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78" r:id="rId7" imgW="749300" imgH="457200" progId="Equation.3">
                  <p:embed/>
                </p:oleObj>
              </mc:Choice>
              <mc:Fallback>
                <p:oleObj r:id="rId7" imgW="749300" imgH="457200" progId="Equation.3">
                  <p:embed/>
                  <p:pic>
                    <p:nvPicPr>
                      <p:cNvPr id="25603" name="Object 3">
                        <a:extLst>
                          <a:ext uri="{FF2B5EF4-FFF2-40B4-BE49-F238E27FC236}">
                            <a16:creationId xmlns:a16="http://schemas.microsoft.com/office/drawing/2014/main" id="{369BED63-879D-4DFB-927E-A18ADF4B72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188913"/>
                        <a:ext cx="1752600" cy="1063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4" name="Text Box 4">
            <a:extLst>
              <a:ext uri="{FF2B5EF4-FFF2-40B4-BE49-F238E27FC236}">
                <a16:creationId xmlns:a16="http://schemas.microsoft.com/office/drawing/2014/main" id="{54EBC5F6-F46B-403E-8CCF-203CA7DFE7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333375"/>
            <a:ext cx="533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zh-CN" altLang="en-US" sz="28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例</a:t>
            </a:r>
          </a:p>
        </p:txBody>
      </p:sp>
      <p:sp>
        <p:nvSpPr>
          <p:cNvPr id="26636" name="Rectangle 5">
            <a:extLst>
              <a:ext uri="{FF2B5EF4-FFF2-40B4-BE49-F238E27FC236}">
                <a16:creationId xmlns:a16="http://schemas.microsoft.com/office/drawing/2014/main" id="{4C897D23-2E51-4D95-AB0D-B82170F323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0988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5606" name="Object 6">
            <a:extLst>
              <a:ext uri="{FF2B5EF4-FFF2-40B4-BE49-F238E27FC236}">
                <a16:creationId xmlns:a16="http://schemas.microsoft.com/office/drawing/2014/main" id="{C47FE11A-FE0E-42A7-A76A-9B82FED42E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3575" y="260350"/>
          <a:ext cx="2133600" cy="101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79" r:id="rId9" imgW="965200" imgH="457200" progId="Equation.3">
                  <p:embed/>
                </p:oleObj>
              </mc:Choice>
              <mc:Fallback>
                <p:oleObj r:id="rId9" imgW="965200" imgH="457200" progId="Equation.3">
                  <p:embed/>
                  <p:pic>
                    <p:nvPicPr>
                      <p:cNvPr id="25606" name="Object 6">
                        <a:extLst>
                          <a:ext uri="{FF2B5EF4-FFF2-40B4-BE49-F238E27FC236}">
                            <a16:creationId xmlns:a16="http://schemas.microsoft.com/office/drawing/2014/main" id="{C47FE11A-FE0E-42A7-A76A-9B82FED42E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260350"/>
                        <a:ext cx="2133600" cy="1014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7" name="Text Box 7">
            <a:extLst>
              <a:ext uri="{FF2B5EF4-FFF2-40B4-BE49-F238E27FC236}">
                <a16:creationId xmlns:a16="http://schemas.microsoft.com/office/drawing/2014/main" id="{4571E526-86CD-4559-9F24-5A18DCCFCD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1500" y="549275"/>
            <a:ext cx="1828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400"/>
              <a:t>求</a:t>
            </a:r>
            <a:r>
              <a:rPr lang="en-US" altLang="zh-CN" sz="2400" b="1"/>
              <a:t>AB</a:t>
            </a:r>
            <a:r>
              <a:rPr lang="zh-CN" altLang="en-US" sz="2400"/>
              <a:t>和</a:t>
            </a:r>
            <a:r>
              <a:rPr lang="en-US" altLang="zh-CN" sz="2400" b="1"/>
              <a:t>BA</a:t>
            </a:r>
          </a:p>
        </p:txBody>
      </p:sp>
      <p:sp>
        <p:nvSpPr>
          <p:cNvPr id="25608" name="Text Box 8">
            <a:extLst>
              <a:ext uri="{FF2B5EF4-FFF2-40B4-BE49-F238E27FC236}">
                <a16:creationId xmlns:a16="http://schemas.microsoft.com/office/drawing/2014/main" id="{20A6859C-78B0-4E95-A42D-DC3F4417A2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557338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400" b="1"/>
              <a:t>AB</a:t>
            </a:r>
          </a:p>
        </p:txBody>
      </p:sp>
      <p:sp>
        <p:nvSpPr>
          <p:cNvPr id="26639" name="Rectangle 9">
            <a:extLst>
              <a:ext uri="{FF2B5EF4-FFF2-40B4-BE49-F238E27FC236}">
                <a16:creationId xmlns:a16="http://schemas.microsoft.com/office/drawing/2014/main" id="{EDF43F4F-E39A-4E68-B4A4-8456C5234F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8588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5610" name="Object 10">
            <a:extLst>
              <a:ext uri="{FF2B5EF4-FFF2-40B4-BE49-F238E27FC236}">
                <a16:creationId xmlns:a16="http://schemas.microsoft.com/office/drawing/2014/main" id="{08C3CDF9-C588-4432-8D1E-237A76B08A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113" y="1341438"/>
          <a:ext cx="2520950" cy="90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80" r:id="rId11" imgW="1270000" imgH="457200" progId="Equation.3">
                  <p:embed/>
                </p:oleObj>
              </mc:Choice>
              <mc:Fallback>
                <p:oleObj r:id="rId11" imgW="1270000" imgH="457200" progId="Equation.3">
                  <p:embed/>
                  <p:pic>
                    <p:nvPicPr>
                      <p:cNvPr id="25610" name="Object 10">
                        <a:extLst>
                          <a:ext uri="{FF2B5EF4-FFF2-40B4-BE49-F238E27FC236}">
                            <a16:creationId xmlns:a16="http://schemas.microsoft.com/office/drawing/2014/main" id="{08C3CDF9-C588-4432-8D1E-237A76B08A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1341438"/>
                        <a:ext cx="2520950" cy="909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40" name="Rectangle 11">
            <a:extLst>
              <a:ext uri="{FF2B5EF4-FFF2-40B4-BE49-F238E27FC236}">
                <a16:creationId xmlns:a16="http://schemas.microsoft.com/office/drawing/2014/main" id="{142F7820-30FE-4B24-BC17-AE7FE34A96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1463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5612" name="Object 12">
            <a:extLst>
              <a:ext uri="{FF2B5EF4-FFF2-40B4-BE49-F238E27FC236}">
                <a16:creationId xmlns:a16="http://schemas.microsoft.com/office/drawing/2014/main" id="{AF8B5168-B6B6-445F-9C12-B19B2999DC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2500" y="1341438"/>
          <a:ext cx="4392613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81" name="Equation" r:id="rId13" imgW="2209680" imgH="507960" progId="Equation.DSMT4">
                  <p:embed/>
                </p:oleObj>
              </mc:Choice>
              <mc:Fallback>
                <p:oleObj name="Equation" r:id="rId13" imgW="2209680" imgH="507960" progId="Equation.DSMT4">
                  <p:embed/>
                  <p:pic>
                    <p:nvPicPr>
                      <p:cNvPr id="25612" name="Object 12">
                        <a:extLst>
                          <a:ext uri="{FF2B5EF4-FFF2-40B4-BE49-F238E27FC236}">
                            <a16:creationId xmlns:a16="http://schemas.microsoft.com/office/drawing/2014/main" id="{AF8B5168-B6B6-445F-9C12-B19B2999DC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1341438"/>
                        <a:ext cx="4392613" cy="1006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3" name="Text Box 13">
            <a:extLst>
              <a:ext uri="{FF2B5EF4-FFF2-40B4-BE49-F238E27FC236}">
                <a16:creationId xmlns:a16="http://schemas.microsoft.com/office/drawing/2014/main" id="{21AD6AC9-9D54-48D9-B6E7-73119CE5D4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37338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400" b="1"/>
              <a:t>BA</a:t>
            </a:r>
          </a:p>
        </p:txBody>
      </p:sp>
      <p:sp>
        <p:nvSpPr>
          <p:cNvPr id="26642" name="Rectangle 14">
            <a:extLst>
              <a:ext uri="{FF2B5EF4-FFF2-40B4-BE49-F238E27FC236}">
                <a16:creationId xmlns:a16="http://schemas.microsoft.com/office/drawing/2014/main" id="{29722746-DE75-49FE-9ED0-DC6C7C640F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8588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5615" name="Object 15">
            <a:extLst>
              <a:ext uri="{FF2B5EF4-FFF2-40B4-BE49-F238E27FC236}">
                <a16:creationId xmlns:a16="http://schemas.microsoft.com/office/drawing/2014/main" id="{68E9C0DE-A3E3-4B95-B847-EBA6A6FF4E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3429000"/>
          <a:ext cx="2971800" cy="107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82" r:id="rId15" imgW="1270000" imgH="457200" progId="Equation.3">
                  <p:embed/>
                </p:oleObj>
              </mc:Choice>
              <mc:Fallback>
                <p:oleObj r:id="rId15" imgW="1270000" imgH="457200" progId="Equation.3">
                  <p:embed/>
                  <p:pic>
                    <p:nvPicPr>
                      <p:cNvPr id="25615" name="Object 15">
                        <a:extLst>
                          <a:ext uri="{FF2B5EF4-FFF2-40B4-BE49-F238E27FC236}">
                            <a16:creationId xmlns:a16="http://schemas.microsoft.com/office/drawing/2014/main" id="{68E9C0DE-A3E3-4B95-B847-EBA6A6FF4E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3429000"/>
                        <a:ext cx="2971800" cy="1074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7" name="Object 17">
            <a:extLst>
              <a:ext uri="{FF2B5EF4-FFF2-40B4-BE49-F238E27FC236}">
                <a16:creationId xmlns:a16="http://schemas.microsoft.com/office/drawing/2014/main" id="{F99FDB38-C4C1-43C8-9415-C75303F7B0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67175" y="3500438"/>
          <a:ext cx="4752975" cy="1039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83" name="Equation" r:id="rId17" imgW="2197080" imgH="482400" progId="Equation.DSMT4">
                  <p:embed/>
                </p:oleObj>
              </mc:Choice>
              <mc:Fallback>
                <p:oleObj name="Equation" r:id="rId17" imgW="2197080" imgH="482400" progId="Equation.DSMT4">
                  <p:embed/>
                  <p:pic>
                    <p:nvPicPr>
                      <p:cNvPr id="25617" name="Object 17">
                        <a:extLst>
                          <a:ext uri="{FF2B5EF4-FFF2-40B4-BE49-F238E27FC236}">
                            <a16:creationId xmlns:a16="http://schemas.microsoft.com/office/drawing/2014/main" id="{F99FDB38-C4C1-43C8-9415-C75303F7B0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3500438"/>
                        <a:ext cx="4752975" cy="1039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8" name="Text Box 18">
            <a:extLst>
              <a:ext uri="{FF2B5EF4-FFF2-40B4-BE49-F238E27FC236}">
                <a16:creationId xmlns:a16="http://schemas.microsoft.com/office/drawing/2014/main" id="{387E968F-C543-4C1B-8138-541905B47E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3575" y="4941888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/>
              <a:t>=</a:t>
            </a:r>
            <a:r>
              <a:rPr lang="en-US" altLang="zh-CN" sz="2400" b="1"/>
              <a:t>AB</a:t>
            </a:r>
          </a:p>
        </p:txBody>
      </p:sp>
      <p:sp>
        <p:nvSpPr>
          <p:cNvPr id="25619" name="Text Box 19">
            <a:extLst>
              <a:ext uri="{FF2B5EF4-FFF2-40B4-BE49-F238E27FC236}">
                <a16:creationId xmlns:a16="http://schemas.microsoft.com/office/drawing/2014/main" id="{0107C7C3-065F-4640-A2F1-8E495EFC32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6092825"/>
            <a:ext cx="7620000" cy="466725"/>
          </a:xfrm>
          <a:prstGeom prst="rect">
            <a:avLst/>
          </a:prstGeom>
          <a:solidFill>
            <a:srgbClr val="CCFFFF"/>
          </a:solidFill>
          <a:ln w="9525">
            <a:solidFill>
              <a:srgbClr val="FF66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400"/>
              <a:t>如果同阶方阵</a:t>
            </a:r>
            <a:r>
              <a:rPr lang="en-US" altLang="zh-CN" sz="2400" b="1"/>
              <a:t>A</a:t>
            </a:r>
            <a:r>
              <a:rPr lang="zh-CN" altLang="en-US" sz="2400"/>
              <a:t>和</a:t>
            </a:r>
            <a:r>
              <a:rPr lang="en-US" altLang="zh-CN" sz="2400" b="1"/>
              <a:t>B</a:t>
            </a:r>
            <a:r>
              <a:rPr lang="zh-CN" altLang="en-US" sz="2400"/>
              <a:t>满足</a:t>
            </a:r>
            <a:r>
              <a:rPr lang="en-US" altLang="zh-CN" sz="2400" b="1"/>
              <a:t>AB=BA</a:t>
            </a:r>
            <a:r>
              <a:rPr lang="en-US" altLang="zh-CN" sz="2400"/>
              <a:t>,</a:t>
            </a:r>
            <a:r>
              <a:rPr lang="zh-CN" altLang="en-US" sz="2400"/>
              <a:t>则称</a:t>
            </a:r>
            <a:r>
              <a:rPr lang="en-US" altLang="zh-CN" sz="2400" b="1"/>
              <a:t>A</a:t>
            </a:r>
            <a:r>
              <a:rPr lang="zh-CN" altLang="en-US" sz="2400"/>
              <a:t>与</a:t>
            </a:r>
            <a:r>
              <a:rPr lang="en-US" altLang="zh-CN" sz="2400" b="1"/>
              <a:t>B</a:t>
            </a:r>
            <a:r>
              <a:rPr lang="zh-CN" altLang="en-US" sz="2400" u="sng"/>
              <a:t>可交换</a:t>
            </a:r>
          </a:p>
        </p:txBody>
      </p:sp>
      <p:graphicFrame>
        <p:nvGraphicFramePr>
          <p:cNvPr id="25620" name="Object 20">
            <a:extLst>
              <a:ext uri="{FF2B5EF4-FFF2-40B4-BE49-F238E27FC236}">
                <a16:creationId xmlns:a16="http://schemas.microsoft.com/office/drawing/2014/main" id="{58946378-B3C7-4BA4-B791-FB48C93C58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113" y="2349500"/>
          <a:ext cx="1800225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84" r:id="rId19" imgW="977900" imgH="457200" progId="Equation.3">
                  <p:embed/>
                </p:oleObj>
              </mc:Choice>
              <mc:Fallback>
                <p:oleObj r:id="rId19" imgW="977900" imgH="457200" progId="Equation.3">
                  <p:embed/>
                  <p:pic>
                    <p:nvPicPr>
                      <p:cNvPr id="25620" name="Object 20">
                        <a:extLst>
                          <a:ext uri="{FF2B5EF4-FFF2-40B4-BE49-F238E27FC236}">
                            <a16:creationId xmlns:a16="http://schemas.microsoft.com/office/drawing/2014/main" id="{58946378-B3C7-4BA4-B791-FB48C93C58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2349500"/>
                        <a:ext cx="1800225" cy="839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1" name="Object 21">
            <a:extLst>
              <a:ext uri="{FF2B5EF4-FFF2-40B4-BE49-F238E27FC236}">
                <a16:creationId xmlns:a16="http://schemas.microsoft.com/office/drawing/2014/main" id="{AAD99565-C139-40EA-A450-172B7A1046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4652963"/>
          <a:ext cx="2209800" cy="1030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85" r:id="rId21" imgW="977900" imgH="457200" progId="Equation.3">
                  <p:embed/>
                </p:oleObj>
              </mc:Choice>
              <mc:Fallback>
                <p:oleObj r:id="rId21" imgW="977900" imgH="457200" progId="Equation.3">
                  <p:embed/>
                  <p:pic>
                    <p:nvPicPr>
                      <p:cNvPr id="25621" name="Object 21">
                        <a:extLst>
                          <a:ext uri="{FF2B5EF4-FFF2-40B4-BE49-F238E27FC236}">
                            <a16:creationId xmlns:a16="http://schemas.microsoft.com/office/drawing/2014/main" id="{AAD99565-C139-40EA-A450-172B7A1046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4652963"/>
                        <a:ext cx="2209800" cy="1030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6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56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6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75"/>
                                        <p:tgtEl>
                                          <p:spTgt spid="256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300" fill="hold"/>
                                        <p:tgtEl>
                                          <p:spTgt spid="256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300" fill="hold"/>
                                        <p:tgtEl>
                                          <p:spTgt spid="256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5" dur="500"/>
                                        <p:tgtEl>
                                          <p:spTgt spid="256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0" dur="500"/>
                                        <p:tgtEl>
                                          <p:spTgt spid="256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" dur="500"/>
                                        <p:tgtEl>
                                          <p:spTgt spid="256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300" fill="hold"/>
                                        <p:tgtEl>
                                          <p:spTgt spid="256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300" fill="hold"/>
                                        <p:tgtEl>
                                          <p:spTgt spid="256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6" dur="500"/>
                                        <p:tgtEl>
                                          <p:spTgt spid="256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1" dur="500"/>
                                        <p:tgtEl>
                                          <p:spTgt spid="256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6" dur="500"/>
                                        <p:tgtEl>
                                          <p:spTgt spid="256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75" fill="hold"/>
                                        <p:tgtEl>
                                          <p:spTgt spid="256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75" fill="hold"/>
                                        <p:tgtEl>
                                          <p:spTgt spid="256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25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4" grpId="0" build="p" autoUpdateAnimBg="0"/>
      <p:bldP spid="25607" grpId="0" build="p" autoUpdateAnimBg="0"/>
      <p:bldP spid="25608" grpId="0" build="p" autoUpdateAnimBg="0"/>
      <p:bldP spid="25613" grpId="0" build="p" autoUpdateAnimBg="0"/>
      <p:bldP spid="25618" grpId="0" build="p" autoUpdateAnimBg="0"/>
      <p:bldP spid="25619" grpId="0" animBg="1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2">
            <a:extLst>
              <a:ext uri="{FF2B5EF4-FFF2-40B4-BE49-F238E27FC236}">
                <a16:creationId xmlns:a16="http://schemas.microsoft.com/office/drawing/2014/main" id="{4966D1D1-E0AB-4230-ADCD-96A287499E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997200"/>
            <a:ext cx="822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rgbClr val="D60093"/>
                </a:solidFill>
              </a:rPr>
              <a:t>矩阵的乘法虽不满足交换律，但仍满足下列结合律和分配律</a:t>
            </a:r>
          </a:p>
        </p:txBody>
      </p:sp>
      <p:sp>
        <p:nvSpPr>
          <p:cNvPr id="26627" name="Text Box 3">
            <a:extLst>
              <a:ext uri="{FF2B5EF4-FFF2-40B4-BE49-F238E27FC236}">
                <a16:creationId xmlns:a16="http://schemas.microsoft.com/office/drawing/2014/main" id="{B302CBD1-370E-4EBE-9B1F-98046953D5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3429000"/>
            <a:ext cx="3657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>
                <a:solidFill>
                  <a:srgbClr val="0033CC"/>
                </a:solidFill>
              </a:rPr>
              <a:t>(i)  (AB)C=A(BC)</a:t>
            </a:r>
          </a:p>
        </p:txBody>
      </p:sp>
      <p:sp>
        <p:nvSpPr>
          <p:cNvPr id="26628" name="Text Box 4">
            <a:extLst>
              <a:ext uri="{FF2B5EF4-FFF2-40B4-BE49-F238E27FC236}">
                <a16:creationId xmlns:a16="http://schemas.microsoft.com/office/drawing/2014/main" id="{336D3556-B755-4F64-A182-FEE5E14E6A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4221163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400">
                <a:solidFill>
                  <a:srgbClr val="0033CC"/>
                </a:solidFill>
              </a:rPr>
              <a:t>(ii)</a:t>
            </a:r>
          </a:p>
        </p:txBody>
      </p:sp>
      <p:graphicFrame>
        <p:nvGraphicFramePr>
          <p:cNvPr id="26629" name="Object 5">
            <a:extLst>
              <a:ext uri="{FF2B5EF4-FFF2-40B4-BE49-F238E27FC236}">
                <a16:creationId xmlns:a16="http://schemas.microsoft.com/office/drawing/2014/main" id="{A8CFD6B2-E41D-48E3-823F-040002C4E6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92275" y="4221163"/>
          <a:ext cx="342900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72" r:id="rId3" imgW="1536033" imgH="203112" progId="Equation.3">
                  <p:embed/>
                </p:oleObj>
              </mc:Choice>
              <mc:Fallback>
                <p:oleObj r:id="rId3" imgW="1536033" imgH="203112" progId="Equation.3">
                  <p:embed/>
                  <p:pic>
                    <p:nvPicPr>
                      <p:cNvPr id="26629" name="Object 5">
                        <a:extLst>
                          <a:ext uri="{FF2B5EF4-FFF2-40B4-BE49-F238E27FC236}">
                            <a16:creationId xmlns:a16="http://schemas.microsoft.com/office/drawing/2014/main" id="{A8CFD6B2-E41D-48E3-823F-040002C4E6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4221163"/>
                        <a:ext cx="3429000" cy="447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0" name="Text Box 6">
            <a:extLst>
              <a:ext uri="{FF2B5EF4-FFF2-40B4-BE49-F238E27FC236}">
                <a16:creationId xmlns:a16="http://schemas.microsoft.com/office/drawing/2014/main" id="{DD76386C-50E0-428C-9341-546B76C1E8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5373688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400">
                <a:solidFill>
                  <a:srgbClr val="0033CC"/>
                </a:solidFill>
              </a:rPr>
              <a:t>(iii)</a:t>
            </a:r>
          </a:p>
        </p:txBody>
      </p:sp>
      <p:sp>
        <p:nvSpPr>
          <p:cNvPr id="27660" name="Rectangle 7">
            <a:extLst>
              <a:ext uri="{FF2B5EF4-FFF2-40B4-BE49-F238E27FC236}">
                <a16:creationId xmlns:a16="http://schemas.microsoft.com/office/drawing/2014/main" id="{5FE4D982-ED65-4844-A4BA-1ABDF04731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50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6632" name="Object 8">
            <a:extLst>
              <a:ext uri="{FF2B5EF4-FFF2-40B4-BE49-F238E27FC236}">
                <a16:creationId xmlns:a16="http://schemas.microsoft.com/office/drawing/2014/main" id="{3C0C4B5F-BBDA-426F-8A13-EB97FAB16D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8175" y="5084763"/>
          <a:ext cx="3048000" cy="979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73" name="Equation" r:id="rId5" imgW="1333500" imgH="431800" progId="Equation.DSMT4">
                  <p:embed/>
                </p:oleObj>
              </mc:Choice>
              <mc:Fallback>
                <p:oleObj name="Equation" r:id="rId5" imgW="1333500" imgH="431800" progId="Equation.DSMT4">
                  <p:embed/>
                  <p:pic>
                    <p:nvPicPr>
                      <p:cNvPr id="26632" name="Object 8">
                        <a:extLst>
                          <a:ext uri="{FF2B5EF4-FFF2-40B4-BE49-F238E27FC236}">
                            <a16:creationId xmlns:a16="http://schemas.microsoft.com/office/drawing/2014/main" id="{3C0C4B5F-BBDA-426F-8A13-EB97FAB16D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5084763"/>
                        <a:ext cx="3048000" cy="9794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9">
            <a:extLst>
              <a:ext uri="{FF2B5EF4-FFF2-40B4-BE49-F238E27FC236}">
                <a16:creationId xmlns:a16="http://schemas.microsoft.com/office/drawing/2014/main" id="{94FB3807-C22C-4E41-8A37-F8B9443EFFCF}"/>
              </a:ext>
            </a:extLst>
          </p:cNvPr>
          <p:cNvGrpSpPr>
            <a:grpSpLocks/>
          </p:cNvGrpSpPr>
          <p:nvPr/>
        </p:nvGrpSpPr>
        <p:grpSpPr bwMode="auto">
          <a:xfrm>
            <a:off x="0" y="333375"/>
            <a:ext cx="7689850" cy="1106488"/>
            <a:chOff x="158" y="2568"/>
            <a:chExt cx="4844" cy="697"/>
          </a:xfrm>
        </p:grpSpPr>
        <p:sp>
          <p:nvSpPr>
            <p:cNvPr id="27667" name="Text Box 10">
              <a:extLst>
                <a:ext uri="{FF2B5EF4-FFF2-40B4-BE49-F238E27FC236}">
                  <a16:creationId xmlns:a16="http://schemas.microsoft.com/office/drawing/2014/main" id="{D04FF8C2-3A11-46A5-A8E1-9F6F033CB9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" y="2760"/>
              <a:ext cx="1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1" lang="zh-CN" altLang="zh-CN" sz="2400" b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7655" name="Object 11">
              <a:extLst>
                <a:ext uri="{FF2B5EF4-FFF2-40B4-BE49-F238E27FC236}">
                  <a16:creationId xmlns:a16="http://schemas.microsoft.com/office/drawing/2014/main" id="{D26B916F-DC51-412A-BF4A-61E5880590F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03" y="2568"/>
            <a:ext cx="4299" cy="6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174" name="Equation" r:id="rId7" imgW="2819160" imgH="457200" progId="Equation.DSMT4">
                    <p:embed/>
                  </p:oleObj>
                </mc:Choice>
                <mc:Fallback>
                  <p:oleObj name="Equation" r:id="rId7" imgW="2819160" imgH="457200" progId="Equation.DSMT4">
                    <p:embed/>
                    <p:pic>
                      <p:nvPicPr>
                        <p:cNvPr id="27655" name="Object 11">
                          <a:extLst>
                            <a:ext uri="{FF2B5EF4-FFF2-40B4-BE49-F238E27FC236}">
                              <a16:creationId xmlns:a16="http://schemas.microsoft.com/office/drawing/2014/main" id="{D26B916F-DC51-412A-BF4A-61E5880590F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3" y="2568"/>
                          <a:ext cx="4299" cy="6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2">
            <a:extLst>
              <a:ext uri="{FF2B5EF4-FFF2-40B4-BE49-F238E27FC236}">
                <a16:creationId xmlns:a16="http://schemas.microsoft.com/office/drawing/2014/main" id="{513CF7DC-ED70-47F5-B243-D203B7B883FE}"/>
              </a:ext>
            </a:extLst>
          </p:cNvPr>
          <p:cNvGrpSpPr>
            <a:grpSpLocks/>
          </p:cNvGrpSpPr>
          <p:nvPr/>
        </p:nvGrpSpPr>
        <p:grpSpPr bwMode="auto">
          <a:xfrm>
            <a:off x="1187450" y="1484313"/>
            <a:ext cx="2366963" cy="1125537"/>
            <a:chOff x="3749" y="1841"/>
            <a:chExt cx="1491" cy="709"/>
          </a:xfrm>
        </p:grpSpPr>
        <p:graphicFrame>
          <p:nvGraphicFramePr>
            <p:cNvPr id="27653" name="Object 13">
              <a:extLst>
                <a:ext uri="{FF2B5EF4-FFF2-40B4-BE49-F238E27FC236}">
                  <a16:creationId xmlns:a16="http://schemas.microsoft.com/office/drawing/2014/main" id="{C6F6A904-E62A-4DC6-B00E-3F0CA180BC7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49" y="1841"/>
            <a:ext cx="1346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175" name="Equation" r:id="rId9" imgW="774360" imgH="203040" progId="Equation.DSMT4">
                    <p:embed/>
                  </p:oleObj>
                </mc:Choice>
                <mc:Fallback>
                  <p:oleObj name="Equation" r:id="rId9" imgW="774360" imgH="203040" progId="Equation.DSMT4">
                    <p:embed/>
                    <p:pic>
                      <p:nvPicPr>
                        <p:cNvPr id="27653" name="Object 13">
                          <a:extLst>
                            <a:ext uri="{FF2B5EF4-FFF2-40B4-BE49-F238E27FC236}">
                              <a16:creationId xmlns:a16="http://schemas.microsoft.com/office/drawing/2014/main" id="{C6F6A904-E62A-4DC6-B00E-3F0CA180BC7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9" y="1841"/>
                          <a:ext cx="1346" cy="3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54" name="Object 14">
              <a:extLst>
                <a:ext uri="{FF2B5EF4-FFF2-40B4-BE49-F238E27FC236}">
                  <a16:creationId xmlns:a16="http://schemas.microsoft.com/office/drawing/2014/main" id="{240070C6-6711-4A9D-932B-ADBC5FA436D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47" y="2242"/>
            <a:ext cx="993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176" name="Equation" r:id="rId11" imgW="571320" imgH="177480" progId="Equation.DSMT4">
                    <p:embed/>
                  </p:oleObj>
                </mc:Choice>
                <mc:Fallback>
                  <p:oleObj name="Equation" r:id="rId11" imgW="571320" imgH="177480" progId="Equation.DSMT4">
                    <p:embed/>
                    <p:pic>
                      <p:nvPicPr>
                        <p:cNvPr id="27654" name="Object 14">
                          <a:extLst>
                            <a:ext uri="{FF2B5EF4-FFF2-40B4-BE49-F238E27FC236}">
                              <a16:creationId xmlns:a16="http://schemas.microsoft.com/office/drawing/2014/main" id="{240070C6-6711-4A9D-932B-ADBC5FA436D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47" y="2242"/>
                          <a:ext cx="993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66" name="Text Box 15">
              <a:extLst>
                <a:ext uri="{FF2B5EF4-FFF2-40B4-BE49-F238E27FC236}">
                  <a16:creationId xmlns:a16="http://schemas.microsoft.com/office/drawing/2014/main" id="{2D9E5347-14D7-4447-85F1-C49D2D0227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3911" y="2252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或</a:t>
              </a:r>
            </a:p>
          </p:txBody>
        </p:sp>
      </p:grpSp>
      <p:grpSp>
        <p:nvGrpSpPr>
          <p:cNvPr id="4" name="Group 16">
            <a:extLst>
              <a:ext uri="{FF2B5EF4-FFF2-40B4-BE49-F238E27FC236}">
                <a16:creationId xmlns:a16="http://schemas.microsoft.com/office/drawing/2014/main" id="{EBCE264C-1A31-4EBE-892E-82CEF3B8821B}"/>
              </a:ext>
            </a:extLst>
          </p:cNvPr>
          <p:cNvGrpSpPr>
            <a:grpSpLocks/>
          </p:cNvGrpSpPr>
          <p:nvPr/>
        </p:nvGrpSpPr>
        <p:grpSpPr bwMode="auto">
          <a:xfrm>
            <a:off x="3924300" y="1700213"/>
            <a:ext cx="2128838" cy="609600"/>
            <a:chOff x="3651" y="2614"/>
            <a:chExt cx="1341" cy="384"/>
          </a:xfrm>
        </p:grpSpPr>
        <p:graphicFrame>
          <p:nvGraphicFramePr>
            <p:cNvPr id="27652" name="Object 17">
              <a:extLst>
                <a:ext uri="{FF2B5EF4-FFF2-40B4-BE49-F238E27FC236}">
                  <a16:creationId xmlns:a16="http://schemas.microsoft.com/office/drawing/2014/main" id="{D2618B3F-86FA-4BBB-BFE0-8F5D26F334F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20" y="2649"/>
            <a:ext cx="672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177" name="Equation" r:id="rId13" imgW="406080" imgH="177480" progId="Equation.DSMT4">
                    <p:embed/>
                  </p:oleObj>
                </mc:Choice>
                <mc:Fallback>
                  <p:oleObj name="Equation" r:id="rId13" imgW="406080" imgH="177480" progId="Equation.DSMT4">
                    <p:embed/>
                    <p:pic>
                      <p:nvPicPr>
                        <p:cNvPr id="27652" name="Object 17">
                          <a:extLst>
                            <a:ext uri="{FF2B5EF4-FFF2-40B4-BE49-F238E27FC236}">
                              <a16:creationId xmlns:a16="http://schemas.microsoft.com/office/drawing/2014/main" id="{D2618B3F-86FA-4BBB-BFE0-8F5D26F334F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0" y="2649"/>
                          <a:ext cx="672" cy="3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64" name="AutoShape 18">
              <a:extLst>
                <a:ext uri="{FF2B5EF4-FFF2-40B4-BE49-F238E27FC236}">
                  <a16:creationId xmlns:a16="http://schemas.microsoft.com/office/drawing/2014/main" id="{7C7E2BD5-3692-45CE-84E9-91FDDFD00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5" y="2728"/>
              <a:ext cx="576" cy="192"/>
            </a:xfrm>
            <a:prstGeom prst="rightArrow">
              <a:avLst>
                <a:gd name="adj1" fmla="val 50000"/>
                <a:gd name="adj2" fmla="val 75000"/>
              </a:avLst>
            </a:prstGeom>
            <a:solidFill>
              <a:schemeClr val="tx2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7665" name="Line 19">
              <a:extLst>
                <a:ext uri="{FF2B5EF4-FFF2-40B4-BE49-F238E27FC236}">
                  <a16:creationId xmlns:a16="http://schemas.microsoft.com/office/drawing/2014/main" id="{748B71EB-7188-4BF7-BA22-4B0528E34C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1" y="2614"/>
              <a:ext cx="432" cy="38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6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6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" grpId="0" build="p" autoUpdateAnimBg="0"/>
      <p:bldP spid="26627" grpId="0" build="p" autoUpdateAnimBg="0"/>
      <p:bldP spid="26628" grpId="0" build="p" autoUpdateAnimBg="0"/>
      <p:bldP spid="26630" grpId="0" build="p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96F5B972-9CB9-47D6-AA0E-836AB82CB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260350"/>
            <a:ext cx="523081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●</a:t>
            </a:r>
            <a:r>
              <a:rPr lang="zh-CN" altLang="en-US" sz="3600" b="1">
                <a:solidFill>
                  <a:srgbClr val="0000FF"/>
                </a:solidFill>
                <a:latin typeface="Times New Roman" panose="02020603050405020304" pitchFamily="18" charset="0"/>
              </a:rPr>
              <a:t>矩阵相乘的运算规律：</a:t>
            </a:r>
          </a:p>
        </p:txBody>
      </p:sp>
      <p:sp>
        <p:nvSpPr>
          <p:cNvPr id="38915" name="Line 3">
            <a:extLst>
              <a:ext uri="{FF2B5EF4-FFF2-40B4-BE49-F238E27FC236}">
                <a16:creationId xmlns:a16="http://schemas.microsoft.com/office/drawing/2014/main" id="{FD11544B-8BF4-4C77-8760-9BE7CFD11CAD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1013" y="0"/>
            <a:ext cx="19050" cy="4870450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8916" name="Text Box 4">
            <a:extLst>
              <a:ext uri="{FF2B5EF4-FFF2-40B4-BE49-F238E27FC236}">
                <a16:creationId xmlns:a16="http://schemas.microsoft.com/office/drawing/2014/main" id="{5FB5F9C6-8625-4204-9361-33B975CCC9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525" y="404813"/>
            <a:ext cx="1403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一般地：</a:t>
            </a:r>
          </a:p>
        </p:txBody>
      </p:sp>
      <p:graphicFrame>
        <p:nvGraphicFramePr>
          <p:cNvPr id="38917" name="Object 5">
            <a:extLst>
              <a:ext uri="{FF2B5EF4-FFF2-40B4-BE49-F238E27FC236}">
                <a16:creationId xmlns:a16="http://schemas.microsoft.com/office/drawing/2014/main" id="{B29E9D82-DA70-41D4-BAF3-EA8F34A1DB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24525" y="1208088"/>
          <a:ext cx="2514600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86" name="Equation" r:id="rId3" imgW="901440" imgH="253800" progId="Equation.DSMT4">
                  <p:embed/>
                </p:oleObj>
              </mc:Choice>
              <mc:Fallback>
                <p:oleObj name="Equation" r:id="rId3" imgW="901440" imgH="253800" progId="Equation.DSMT4">
                  <p:embed/>
                  <p:pic>
                    <p:nvPicPr>
                      <p:cNvPr id="38917" name="Object 5">
                        <a:extLst>
                          <a:ext uri="{FF2B5EF4-FFF2-40B4-BE49-F238E27FC236}">
                            <a16:creationId xmlns:a16="http://schemas.microsoft.com/office/drawing/2014/main" id="{B29E9D82-DA70-41D4-BAF3-EA8F34A1DB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525" y="1208088"/>
                        <a:ext cx="2514600" cy="708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8" name="Object 6">
            <a:extLst>
              <a:ext uri="{FF2B5EF4-FFF2-40B4-BE49-F238E27FC236}">
                <a16:creationId xmlns:a16="http://schemas.microsoft.com/office/drawing/2014/main" id="{99CFC478-6DCA-468D-81A4-6F00823EBA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72138" y="1793875"/>
          <a:ext cx="2346325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87" name="Equation" r:id="rId5" imgW="850680" imgH="253800" progId="Equation.DSMT4">
                  <p:embed/>
                </p:oleObj>
              </mc:Choice>
              <mc:Fallback>
                <p:oleObj name="Equation" r:id="rId5" imgW="850680" imgH="253800" progId="Equation.DSMT4">
                  <p:embed/>
                  <p:pic>
                    <p:nvPicPr>
                      <p:cNvPr id="38918" name="Object 6">
                        <a:extLst>
                          <a:ext uri="{FF2B5EF4-FFF2-40B4-BE49-F238E27FC236}">
                            <a16:creationId xmlns:a16="http://schemas.microsoft.com/office/drawing/2014/main" id="{99CFC478-6DCA-468D-81A4-6F00823EBA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2138" y="1793875"/>
                        <a:ext cx="2346325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">
            <a:extLst>
              <a:ext uri="{FF2B5EF4-FFF2-40B4-BE49-F238E27FC236}">
                <a16:creationId xmlns:a16="http://schemas.microsoft.com/office/drawing/2014/main" id="{99891FB0-90E7-4F2C-BC55-EA1D91846AD6}"/>
              </a:ext>
            </a:extLst>
          </p:cNvPr>
          <p:cNvGrpSpPr>
            <a:grpSpLocks/>
          </p:cNvGrpSpPr>
          <p:nvPr/>
        </p:nvGrpSpPr>
        <p:grpSpPr bwMode="auto">
          <a:xfrm>
            <a:off x="5724525" y="3097213"/>
            <a:ext cx="2593975" cy="1195387"/>
            <a:chOff x="3606" y="1797"/>
            <a:chExt cx="1634" cy="753"/>
          </a:xfrm>
        </p:grpSpPr>
        <p:graphicFrame>
          <p:nvGraphicFramePr>
            <p:cNvPr id="28684" name="Object 8">
              <a:extLst>
                <a:ext uri="{FF2B5EF4-FFF2-40B4-BE49-F238E27FC236}">
                  <a16:creationId xmlns:a16="http://schemas.microsoft.com/office/drawing/2014/main" id="{15BE89B5-43E8-4237-BFB1-742FD61038F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06" y="1797"/>
            <a:ext cx="1633" cy="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288" name="Equation" r:id="rId7" imgW="939600" imgH="253800" progId="Equation.DSMT4">
                    <p:embed/>
                  </p:oleObj>
                </mc:Choice>
                <mc:Fallback>
                  <p:oleObj name="Equation" r:id="rId7" imgW="939600" imgH="253800" progId="Equation.DSMT4">
                    <p:embed/>
                    <p:pic>
                      <p:nvPicPr>
                        <p:cNvPr id="28684" name="Object 8">
                          <a:extLst>
                            <a:ext uri="{FF2B5EF4-FFF2-40B4-BE49-F238E27FC236}">
                              <a16:creationId xmlns:a16="http://schemas.microsoft.com/office/drawing/2014/main" id="{15BE89B5-43E8-4237-BFB1-742FD61038F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6" y="1797"/>
                          <a:ext cx="1633" cy="4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85" name="Object 9">
              <a:extLst>
                <a:ext uri="{FF2B5EF4-FFF2-40B4-BE49-F238E27FC236}">
                  <a16:creationId xmlns:a16="http://schemas.microsoft.com/office/drawing/2014/main" id="{323796D8-6CDB-4B4D-AD95-B2F1BE5F6EE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47" y="2242"/>
            <a:ext cx="993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289" name="Equation" r:id="rId9" imgW="571320" imgH="177480" progId="Equation.DSMT4">
                    <p:embed/>
                  </p:oleObj>
                </mc:Choice>
                <mc:Fallback>
                  <p:oleObj name="Equation" r:id="rId9" imgW="571320" imgH="177480" progId="Equation.DSMT4">
                    <p:embed/>
                    <p:pic>
                      <p:nvPicPr>
                        <p:cNvPr id="28685" name="Object 9">
                          <a:extLst>
                            <a:ext uri="{FF2B5EF4-FFF2-40B4-BE49-F238E27FC236}">
                              <a16:creationId xmlns:a16="http://schemas.microsoft.com/office/drawing/2014/main" id="{323796D8-6CDB-4B4D-AD95-B2F1BE5F6EE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47" y="2242"/>
                          <a:ext cx="993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706" name="Text Box 10">
              <a:extLst>
                <a:ext uri="{FF2B5EF4-FFF2-40B4-BE49-F238E27FC236}">
                  <a16:creationId xmlns:a16="http://schemas.microsoft.com/office/drawing/2014/main" id="{E3146B03-BBE0-4D02-9A5D-F59092E987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3911" y="2252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或</a:t>
              </a:r>
            </a:p>
          </p:txBody>
        </p:sp>
      </p:grpSp>
      <p:grpSp>
        <p:nvGrpSpPr>
          <p:cNvPr id="3" name="Group 16">
            <a:extLst>
              <a:ext uri="{FF2B5EF4-FFF2-40B4-BE49-F238E27FC236}">
                <a16:creationId xmlns:a16="http://schemas.microsoft.com/office/drawing/2014/main" id="{14F1470F-0058-4898-8661-3D889E28A8C6}"/>
              </a:ext>
            </a:extLst>
          </p:cNvPr>
          <p:cNvGrpSpPr>
            <a:grpSpLocks/>
          </p:cNvGrpSpPr>
          <p:nvPr/>
        </p:nvGrpSpPr>
        <p:grpSpPr bwMode="auto">
          <a:xfrm>
            <a:off x="5508625" y="2492375"/>
            <a:ext cx="3525838" cy="609600"/>
            <a:chOff x="3586" y="1454"/>
            <a:chExt cx="2221" cy="384"/>
          </a:xfrm>
        </p:grpSpPr>
        <p:sp>
          <p:nvSpPr>
            <p:cNvPr id="28703" name="AutoShape 17">
              <a:extLst>
                <a:ext uri="{FF2B5EF4-FFF2-40B4-BE49-F238E27FC236}">
                  <a16:creationId xmlns:a16="http://schemas.microsoft.com/office/drawing/2014/main" id="{7F59781A-65DF-4AA2-88F7-C9079751B8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6" y="1545"/>
              <a:ext cx="576" cy="192"/>
            </a:xfrm>
            <a:prstGeom prst="rightArrow">
              <a:avLst>
                <a:gd name="adj1" fmla="val 50000"/>
                <a:gd name="adj2" fmla="val 75000"/>
              </a:avLst>
            </a:prstGeom>
            <a:solidFill>
              <a:schemeClr val="tx2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8704" name="Line 18">
              <a:extLst>
                <a:ext uri="{FF2B5EF4-FFF2-40B4-BE49-F238E27FC236}">
                  <a16:creationId xmlns:a16="http://schemas.microsoft.com/office/drawing/2014/main" id="{0412A031-B17F-4863-BE01-D3C5299A42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1" y="1454"/>
              <a:ext cx="432" cy="38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28682" name="Object 19">
              <a:extLst>
                <a:ext uri="{FF2B5EF4-FFF2-40B4-BE49-F238E27FC236}">
                  <a16:creationId xmlns:a16="http://schemas.microsoft.com/office/drawing/2014/main" id="{C971848F-D7AF-43ED-A4C4-542B3B9F995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71" y="1480"/>
            <a:ext cx="768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290" name="Equation" r:id="rId11" imgW="406080" imgH="177480" progId="Equation.DSMT4">
                    <p:embed/>
                  </p:oleObj>
                </mc:Choice>
                <mc:Fallback>
                  <p:oleObj name="Equation" r:id="rId11" imgW="406080" imgH="177480" progId="Equation.DSMT4">
                    <p:embed/>
                    <p:pic>
                      <p:nvPicPr>
                        <p:cNvPr id="28682" name="Object 19">
                          <a:extLst>
                            <a:ext uri="{FF2B5EF4-FFF2-40B4-BE49-F238E27FC236}">
                              <a16:creationId xmlns:a16="http://schemas.microsoft.com/office/drawing/2014/main" id="{C971848F-D7AF-43ED-A4C4-542B3B9F995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1" y="1480"/>
                          <a:ext cx="768" cy="3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705" name="Text Box 20">
              <a:extLst>
                <a:ext uri="{FF2B5EF4-FFF2-40B4-BE49-F238E27FC236}">
                  <a16:creationId xmlns:a16="http://schemas.microsoft.com/office/drawing/2014/main" id="{4D74E85A-62BD-4A00-A782-7BA03268A9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23" y="1484"/>
              <a:ext cx="30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或</a:t>
              </a:r>
            </a:p>
          </p:txBody>
        </p:sp>
        <p:graphicFrame>
          <p:nvGraphicFramePr>
            <p:cNvPr id="28683" name="Object 21">
              <a:extLst>
                <a:ext uri="{FF2B5EF4-FFF2-40B4-BE49-F238E27FC236}">
                  <a16:creationId xmlns:a16="http://schemas.microsoft.com/office/drawing/2014/main" id="{F529C874-0D9D-45B2-ADAD-8B9A0392A08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39" y="1460"/>
            <a:ext cx="768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291" name="Equation" r:id="rId13" imgW="406080" imgH="177480" progId="Equation.DSMT4">
                    <p:embed/>
                  </p:oleObj>
                </mc:Choice>
                <mc:Fallback>
                  <p:oleObj name="Equation" r:id="rId13" imgW="406080" imgH="177480" progId="Equation.DSMT4">
                    <p:embed/>
                    <p:pic>
                      <p:nvPicPr>
                        <p:cNvPr id="28683" name="Object 21">
                          <a:extLst>
                            <a:ext uri="{FF2B5EF4-FFF2-40B4-BE49-F238E27FC236}">
                              <a16:creationId xmlns:a16="http://schemas.microsoft.com/office/drawing/2014/main" id="{F529C874-0D9D-45B2-ADAD-8B9A0392A08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39" y="1460"/>
                          <a:ext cx="768" cy="3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22">
            <a:extLst>
              <a:ext uri="{FF2B5EF4-FFF2-40B4-BE49-F238E27FC236}">
                <a16:creationId xmlns:a16="http://schemas.microsoft.com/office/drawing/2014/main" id="{BC5A4867-3CAB-4DB6-9EEB-FC70C092384A}"/>
              </a:ext>
            </a:extLst>
          </p:cNvPr>
          <p:cNvGrpSpPr>
            <a:grpSpLocks/>
          </p:cNvGrpSpPr>
          <p:nvPr/>
        </p:nvGrpSpPr>
        <p:grpSpPr bwMode="auto">
          <a:xfrm>
            <a:off x="5795963" y="4475163"/>
            <a:ext cx="2128837" cy="609600"/>
            <a:chOff x="3651" y="2614"/>
            <a:chExt cx="1341" cy="384"/>
          </a:xfrm>
        </p:grpSpPr>
        <p:graphicFrame>
          <p:nvGraphicFramePr>
            <p:cNvPr id="28681" name="Object 23">
              <a:extLst>
                <a:ext uri="{FF2B5EF4-FFF2-40B4-BE49-F238E27FC236}">
                  <a16:creationId xmlns:a16="http://schemas.microsoft.com/office/drawing/2014/main" id="{508736A8-2DD1-487F-80C2-BD556EC6D5C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20" y="2649"/>
            <a:ext cx="672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292" name="Equation" r:id="rId15" imgW="406080" imgH="177480" progId="Equation.DSMT4">
                    <p:embed/>
                  </p:oleObj>
                </mc:Choice>
                <mc:Fallback>
                  <p:oleObj name="Equation" r:id="rId15" imgW="406080" imgH="177480" progId="Equation.DSMT4">
                    <p:embed/>
                    <p:pic>
                      <p:nvPicPr>
                        <p:cNvPr id="28681" name="Object 23">
                          <a:extLst>
                            <a:ext uri="{FF2B5EF4-FFF2-40B4-BE49-F238E27FC236}">
                              <a16:creationId xmlns:a16="http://schemas.microsoft.com/office/drawing/2014/main" id="{508736A8-2DD1-487F-80C2-BD556EC6D5C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0" y="2649"/>
                          <a:ext cx="672" cy="3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701" name="AutoShape 24">
              <a:extLst>
                <a:ext uri="{FF2B5EF4-FFF2-40B4-BE49-F238E27FC236}">
                  <a16:creationId xmlns:a16="http://schemas.microsoft.com/office/drawing/2014/main" id="{83C14894-212F-4874-8D63-40204573CB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5" y="2728"/>
              <a:ext cx="576" cy="192"/>
            </a:xfrm>
            <a:prstGeom prst="rightArrow">
              <a:avLst>
                <a:gd name="adj1" fmla="val 50000"/>
                <a:gd name="adj2" fmla="val 75000"/>
              </a:avLst>
            </a:prstGeom>
            <a:solidFill>
              <a:schemeClr val="tx2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8702" name="Line 25">
              <a:extLst>
                <a:ext uri="{FF2B5EF4-FFF2-40B4-BE49-F238E27FC236}">
                  <a16:creationId xmlns:a16="http://schemas.microsoft.com/office/drawing/2014/main" id="{C00BE31C-43BC-4C3A-A21D-B7F9B888EA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1" y="2614"/>
              <a:ext cx="432" cy="38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5" name="Group 27">
            <a:extLst>
              <a:ext uri="{FF2B5EF4-FFF2-40B4-BE49-F238E27FC236}">
                <a16:creationId xmlns:a16="http://schemas.microsoft.com/office/drawing/2014/main" id="{47D268BE-2976-4DAC-B738-8B516E50BBC1}"/>
              </a:ext>
            </a:extLst>
          </p:cNvPr>
          <p:cNvGrpSpPr>
            <a:grpSpLocks/>
          </p:cNvGrpSpPr>
          <p:nvPr/>
        </p:nvGrpSpPr>
        <p:grpSpPr bwMode="auto">
          <a:xfrm>
            <a:off x="168275" y="993775"/>
            <a:ext cx="3898900" cy="706438"/>
            <a:chOff x="106" y="445"/>
            <a:chExt cx="2456" cy="445"/>
          </a:xfrm>
        </p:grpSpPr>
        <p:graphicFrame>
          <p:nvGraphicFramePr>
            <p:cNvPr id="28680" name="Object 28">
              <a:extLst>
                <a:ext uri="{FF2B5EF4-FFF2-40B4-BE49-F238E27FC236}">
                  <a16:creationId xmlns:a16="http://schemas.microsoft.com/office/drawing/2014/main" id="{72DE1B72-F0BB-4F43-BB0A-E426B5585F2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48" y="445"/>
            <a:ext cx="1914" cy="4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293" name="Equation" r:id="rId17" imgW="1091880" imgH="253800" progId="Equation.DSMT4">
                    <p:embed/>
                  </p:oleObj>
                </mc:Choice>
                <mc:Fallback>
                  <p:oleObj name="Equation" r:id="rId17" imgW="1091880" imgH="253800" progId="Equation.DSMT4">
                    <p:embed/>
                    <p:pic>
                      <p:nvPicPr>
                        <p:cNvPr id="28680" name="Object 28">
                          <a:extLst>
                            <a:ext uri="{FF2B5EF4-FFF2-40B4-BE49-F238E27FC236}">
                              <a16:creationId xmlns:a16="http://schemas.microsoft.com/office/drawing/2014/main" id="{72DE1B72-F0BB-4F43-BB0A-E426B5585F2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8" y="445"/>
                          <a:ext cx="1914" cy="4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700" name="Text Box 29">
              <a:extLst>
                <a:ext uri="{FF2B5EF4-FFF2-40B4-BE49-F238E27FC236}">
                  <a16:creationId xmlns:a16="http://schemas.microsoft.com/office/drawing/2014/main" id="{1D2568FC-052A-4C0C-B3B5-495682A209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" y="507"/>
              <a:ext cx="68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/>
                <a:t>（</a:t>
              </a:r>
              <a:r>
                <a:rPr lang="en-US" altLang="zh-CN" sz="2800" b="1"/>
                <a:t>1</a:t>
              </a:r>
              <a:r>
                <a:rPr lang="zh-CN" altLang="en-US" sz="2800" b="1"/>
                <a:t>）</a:t>
              </a:r>
            </a:p>
          </p:txBody>
        </p:sp>
      </p:grpSp>
      <p:grpSp>
        <p:nvGrpSpPr>
          <p:cNvPr id="6" name="Group 30">
            <a:extLst>
              <a:ext uri="{FF2B5EF4-FFF2-40B4-BE49-F238E27FC236}">
                <a16:creationId xmlns:a16="http://schemas.microsoft.com/office/drawing/2014/main" id="{260C61D8-2BEF-43E5-BF8F-AD4A32A66537}"/>
              </a:ext>
            </a:extLst>
          </p:cNvPr>
          <p:cNvGrpSpPr>
            <a:grpSpLocks/>
          </p:cNvGrpSpPr>
          <p:nvPr/>
        </p:nvGrpSpPr>
        <p:grpSpPr bwMode="auto">
          <a:xfrm>
            <a:off x="168275" y="1806575"/>
            <a:ext cx="4835525" cy="1335088"/>
            <a:chOff x="106" y="845"/>
            <a:chExt cx="3046" cy="841"/>
          </a:xfrm>
        </p:grpSpPr>
        <p:graphicFrame>
          <p:nvGraphicFramePr>
            <p:cNvPr id="28678" name="Object 31">
              <a:extLst>
                <a:ext uri="{FF2B5EF4-FFF2-40B4-BE49-F238E27FC236}">
                  <a16:creationId xmlns:a16="http://schemas.microsoft.com/office/drawing/2014/main" id="{875AC661-2C32-48CF-BB43-5C8F737D33C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57" y="845"/>
            <a:ext cx="2495" cy="4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294" name="Equation" r:id="rId19" imgW="1384200" imgH="253800" progId="Equation.DSMT4">
                    <p:embed/>
                  </p:oleObj>
                </mc:Choice>
                <mc:Fallback>
                  <p:oleObj name="Equation" r:id="rId19" imgW="1384200" imgH="253800" progId="Equation.DSMT4">
                    <p:embed/>
                    <p:pic>
                      <p:nvPicPr>
                        <p:cNvPr id="28678" name="Object 31">
                          <a:extLst>
                            <a:ext uri="{FF2B5EF4-FFF2-40B4-BE49-F238E27FC236}">
                              <a16:creationId xmlns:a16="http://schemas.microsoft.com/office/drawing/2014/main" id="{875AC661-2C32-48CF-BB43-5C8F737D33C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7" y="845"/>
                          <a:ext cx="2495" cy="4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79" name="Object 32">
              <a:extLst>
                <a:ext uri="{FF2B5EF4-FFF2-40B4-BE49-F238E27FC236}">
                  <a16:creationId xmlns:a16="http://schemas.microsoft.com/office/drawing/2014/main" id="{8EA09738-852C-485E-B4F5-C5CDCDE9A1C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57" y="1228"/>
            <a:ext cx="2403" cy="4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295" name="Equation" r:id="rId21" imgW="1333440" imgH="253800" progId="Equation.DSMT4">
                    <p:embed/>
                  </p:oleObj>
                </mc:Choice>
                <mc:Fallback>
                  <p:oleObj name="Equation" r:id="rId21" imgW="1333440" imgH="253800" progId="Equation.DSMT4">
                    <p:embed/>
                    <p:pic>
                      <p:nvPicPr>
                        <p:cNvPr id="28679" name="Object 32">
                          <a:extLst>
                            <a:ext uri="{FF2B5EF4-FFF2-40B4-BE49-F238E27FC236}">
                              <a16:creationId xmlns:a16="http://schemas.microsoft.com/office/drawing/2014/main" id="{8EA09738-852C-485E-B4F5-C5CDCDE9A1C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7" y="1228"/>
                          <a:ext cx="2403" cy="4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99" name="Text Box 33">
              <a:extLst>
                <a:ext uri="{FF2B5EF4-FFF2-40B4-BE49-F238E27FC236}">
                  <a16:creationId xmlns:a16="http://schemas.microsoft.com/office/drawing/2014/main" id="{10CAA5B7-68B6-4CF5-BFDF-3A2F2E3C85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" y="926"/>
              <a:ext cx="68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/>
                <a:t>（</a:t>
              </a:r>
              <a:r>
                <a:rPr lang="en-US" altLang="zh-CN" sz="2800" b="1"/>
                <a:t>2</a:t>
              </a:r>
              <a:r>
                <a:rPr lang="zh-CN" altLang="en-US" sz="2800" b="1"/>
                <a:t>）</a:t>
              </a:r>
            </a:p>
          </p:txBody>
        </p:sp>
      </p:grpSp>
      <p:grpSp>
        <p:nvGrpSpPr>
          <p:cNvPr id="7" name="Group 34">
            <a:extLst>
              <a:ext uri="{FF2B5EF4-FFF2-40B4-BE49-F238E27FC236}">
                <a16:creationId xmlns:a16="http://schemas.microsoft.com/office/drawing/2014/main" id="{6B9DF283-4B46-417A-8715-94333D37D18D}"/>
              </a:ext>
            </a:extLst>
          </p:cNvPr>
          <p:cNvGrpSpPr>
            <a:grpSpLocks/>
          </p:cNvGrpSpPr>
          <p:nvPr/>
        </p:nvGrpSpPr>
        <p:grpSpPr bwMode="auto">
          <a:xfrm>
            <a:off x="168275" y="3133725"/>
            <a:ext cx="5411788" cy="727075"/>
            <a:chOff x="106" y="1611"/>
            <a:chExt cx="3409" cy="458"/>
          </a:xfrm>
        </p:grpSpPr>
        <p:graphicFrame>
          <p:nvGraphicFramePr>
            <p:cNvPr id="28677" name="Object 35">
              <a:extLst>
                <a:ext uri="{FF2B5EF4-FFF2-40B4-BE49-F238E27FC236}">
                  <a16:creationId xmlns:a16="http://schemas.microsoft.com/office/drawing/2014/main" id="{7A6B1FBB-B781-4F3A-A1AB-679986095CF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79" y="1611"/>
            <a:ext cx="2836" cy="4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296" name="Equation" r:id="rId23" imgW="1574640" imgH="253800" progId="Equation.DSMT4">
                    <p:embed/>
                  </p:oleObj>
                </mc:Choice>
                <mc:Fallback>
                  <p:oleObj name="Equation" r:id="rId23" imgW="1574640" imgH="253800" progId="Equation.DSMT4">
                    <p:embed/>
                    <p:pic>
                      <p:nvPicPr>
                        <p:cNvPr id="28677" name="Object 35">
                          <a:extLst>
                            <a:ext uri="{FF2B5EF4-FFF2-40B4-BE49-F238E27FC236}">
                              <a16:creationId xmlns:a16="http://schemas.microsoft.com/office/drawing/2014/main" id="{7A6B1FBB-B781-4F3A-A1AB-679986095CF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9" y="1611"/>
                          <a:ext cx="2836" cy="4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98" name="Text Box 36">
              <a:extLst>
                <a:ext uri="{FF2B5EF4-FFF2-40B4-BE49-F238E27FC236}">
                  <a16:creationId xmlns:a16="http://schemas.microsoft.com/office/drawing/2014/main" id="{866D212E-379A-4131-BCC8-1EC67F39F6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" y="1652"/>
              <a:ext cx="68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/>
                <a:t>（</a:t>
              </a:r>
              <a:r>
                <a:rPr lang="en-US" altLang="zh-CN" sz="2800" b="1"/>
                <a:t>3</a:t>
              </a:r>
              <a:r>
                <a:rPr lang="zh-CN" altLang="en-US" sz="2800" b="1"/>
                <a:t>）</a:t>
              </a:r>
            </a:p>
          </p:txBody>
        </p:sp>
      </p:grpSp>
      <p:grpSp>
        <p:nvGrpSpPr>
          <p:cNvPr id="8" name="Group 40">
            <a:extLst>
              <a:ext uri="{FF2B5EF4-FFF2-40B4-BE49-F238E27FC236}">
                <a16:creationId xmlns:a16="http://schemas.microsoft.com/office/drawing/2014/main" id="{DAF6E7FD-3D90-4992-B6E9-C34CD42897A3}"/>
              </a:ext>
            </a:extLst>
          </p:cNvPr>
          <p:cNvGrpSpPr>
            <a:grpSpLocks/>
          </p:cNvGrpSpPr>
          <p:nvPr/>
        </p:nvGrpSpPr>
        <p:grpSpPr bwMode="auto">
          <a:xfrm>
            <a:off x="179388" y="4005263"/>
            <a:ext cx="4286250" cy="625475"/>
            <a:chOff x="106" y="2492"/>
            <a:chExt cx="2700" cy="394"/>
          </a:xfrm>
        </p:grpSpPr>
        <p:graphicFrame>
          <p:nvGraphicFramePr>
            <p:cNvPr id="28676" name="Object 41">
              <a:extLst>
                <a:ext uri="{FF2B5EF4-FFF2-40B4-BE49-F238E27FC236}">
                  <a16:creationId xmlns:a16="http://schemas.microsoft.com/office/drawing/2014/main" id="{C8C5FBD9-4B7F-46FA-9053-D7A8402744B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59" y="2492"/>
            <a:ext cx="2147" cy="3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297" name="Equation" r:id="rId25" imgW="1104840" imgH="203040" progId="Equation.DSMT4">
                    <p:embed/>
                  </p:oleObj>
                </mc:Choice>
                <mc:Fallback>
                  <p:oleObj name="Equation" r:id="rId25" imgW="1104840" imgH="203040" progId="Equation.DSMT4">
                    <p:embed/>
                    <p:pic>
                      <p:nvPicPr>
                        <p:cNvPr id="28676" name="Object 41">
                          <a:extLst>
                            <a:ext uri="{FF2B5EF4-FFF2-40B4-BE49-F238E27FC236}">
                              <a16:creationId xmlns:a16="http://schemas.microsoft.com/office/drawing/2014/main" id="{C8C5FBD9-4B7F-46FA-9053-D7A8402744B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9" y="2492"/>
                          <a:ext cx="2147" cy="3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97" name="Text Box 42">
              <a:extLst>
                <a:ext uri="{FF2B5EF4-FFF2-40B4-BE49-F238E27FC236}">
                  <a16:creationId xmlns:a16="http://schemas.microsoft.com/office/drawing/2014/main" id="{A506508B-0033-411C-9884-A2B8E7916A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" y="2513"/>
              <a:ext cx="68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/>
                <a:t>（</a:t>
              </a:r>
              <a:r>
                <a:rPr lang="en-US" altLang="zh-CN" sz="2800" b="1"/>
                <a:t>4</a:t>
              </a:r>
              <a:r>
                <a:rPr lang="zh-CN" altLang="en-US" sz="2800" b="1"/>
                <a:t>）</a:t>
              </a:r>
            </a:p>
          </p:txBody>
        </p:sp>
      </p:grpSp>
      <p:sp>
        <p:nvSpPr>
          <p:cNvPr id="38958" name="Rectangle 46">
            <a:extLst>
              <a:ext uri="{FF2B5EF4-FFF2-40B4-BE49-F238E27FC236}">
                <a16:creationId xmlns:a16="http://schemas.microsoft.com/office/drawing/2014/main" id="{BF203246-58A1-4E24-AB0E-8B90F7C71F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5445125"/>
            <a:ext cx="2470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●</a:t>
            </a:r>
            <a:r>
              <a:rPr lang="zh-CN" altLang="en-US" sz="3600" b="1">
                <a:solidFill>
                  <a:srgbClr val="0000FF"/>
                </a:solidFill>
                <a:latin typeface="Times New Roman" panose="02020603050405020304" pitchFamily="18" charset="0"/>
              </a:rPr>
              <a:t>矩阵代数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4" grpId="0" build="p" autoUpdateAnimBg="0"/>
      <p:bldP spid="38916" grpId="0" build="p" autoUpdateAnimBg="0"/>
      <p:bldP spid="38958" grpId="0" build="p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ext Box 2">
            <a:extLst>
              <a:ext uri="{FF2B5EF4-FFF2-40B4-BE49-F238E27FC236}">
                <a16:creationId xmlns:a16="http://schemas.microsoft.com/office/drawing/2014/main" id="{2D69D08A-0827-4EFE-AB53-9687A48B74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609600"/>
            <a:ext cx="2133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3200" b="1">
                <a:solidFill>
                  <a:srgbClr val="D60093"/>
                </a:solidFill>
              </a:rPr>
              <a:t>矩阵的幂</a:t>
            </a:r>
          </a:p>
        </p:txBody>
      </p:sp>
      <p:sp>
        <p:nvSpPr>
          <p:cNvPr id="76803" name="Text Box 3">
            <a:extLst>
              <a:ext uri="{FF2B5EF4-FFF2-40B4-BE49-F238E27FC236}">
                <a16:creationId xmlns:a16="http://schemas.microsoft.com/office/drawing/2014/main" id="{70D20242-B85E-4646-9F65-E3C50798D3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1447800"/>
            <a:ext cx="510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rgbClr val="0033CC"/>
                </a:solidFill>
              </a:rPr>
              <a:t>设</a:t>
            </a:r>
            <a:r>
              <a:rPr lang="en-US" altLang="zh-CN" sz="2800">
                <a:solidFill>
                  <a:srgbClr val="0033CC"/>
                </a:solidFill>
              </a:rPr>
              <a:t>A</a:t>
            </a:r>
            <a:r>
              <a:rPr lang="zh-CN" altLang="en-US" sz="2800">
                <a:solidFill>
                  <a:srgbClr val="0033CC"/>
                </a:solidFill>
              </a:rPr>
              <a:t>是</a:t>
            </a:r>
            <a:r>
              <a:rPr lang="en-US" altLang="zh-CN" sz="2800">
                <a:solidFill>
                  <a:srgbClr val="0033CC"/>
                </a:solidFill>
              </a:rPr>
              <a:t>n</a:t>
            </a:r>
            <a:r>
              <a:rPr lang="zh-CN" altLang="en-US" sz="2800">
                <a:solidFill>
                  <a:srgbClr val="0033CC"/>
                </a:solidFill>
              </a:rPr>
              <a:t>阶方阵，</a:t>
            </a:r>
            <a:r>
              <a:rPr lang="en-US" altLang="zh-CN" sz="2800">
                <a:solidFill>
                  <a:srgbClr val="0033CC"/>
                </a:solidFill>
              </a:rPr>
              <a:t>k</a:t>
            </a:r>
            <a:r>
              <a:rPr lang="zh-CN" altLang="en-US" sz="2800">
                <a:solidFill>
                  <a:srgbClr val="0033CC"/>
                </a:solidFill>
              </a:rPr>
              <a:t>为正整数，则</a:t>
            </a:r>
          </a:p>
        </p:txBody>
      </p:sp>
      <p:graphicFrame>
        <p:nvGraphicFramePr>
          <p:cNvPr id="76804" name="Object 4">
            <a:extLst>
              <a:ext uri="{FF2B5EF4-FFF2-40B4-BE49-F238E27FC236}">
                <a16:creationId xmlns:a16="http://schemas.microsoft.com/office/drawing/2014/main" id="{EC30AFE2-6A83-4E1E-8613-1153A36B63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24600" y="1447800"/>
          <a:ext cx="566738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90" r:id="rId5" imgW="215713" imgH="190335" progId="Equation.3">
                  <p:embed/>
                </p:oleObj>
              </mc:Choice>
              <mc:Fallback>
                <p:oleObj r:id="rId5" imgW="215713" imgH="190335" progId="Equation.3">
                  <p:embed/>
                  <p:pic>
                    <p:nvPicPr>
                      <p:cNvPr id="76804" name="Object 4">
                        <a:extLst>
                          <a:ext uri="{FF2B5EF4-FFF2-40B4-BE49-F238E27FC236}">
                            <a16:creationId xmlns:a16="http://schemas.microsoft.com/office/drawing/2014/main" id="{EC30AFE2-6A83-4E1E-8613-1153A36B63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1447800"/>
                        <a:ext cx="566738" cy="492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05" name="Text Box 5">
            <a:extLst>
              <a:ext uri="{FF2B5EF4-FFF2-40B4-BE49-F238E27FC236}">
                <a16:creationId xmlns:a16="http://schemas.microsoft.com/office/drawing/2014/main" id="{7D4FE598-AB8D-4968-B134-AD8181DD6E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1447800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rgbClr val="0033CC"/>
                </a:solidFill>
              </a:rPr>
              <a:t>表示</a:t>
            </a:r>
          </a:p>
        </p:txBody>
      </p:sp>
      <p:sp>
        <p:nvSpPr>
          <p:cNvPr id="76806" name="Text Box 6">
            <a:extLst>
              <a:ext uri="{FF2B5EF4-FFF2-40B4-BE49-F238E27FC236}">
                <a16:creationId xmlns:a16="http://schemas.microsoft.com/office/drawing/2014/main" id="{511102CE-0470-4BF1-A015-082159B284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057400"/>
            <a:ext cx="3276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>
                <a:solidFill>
                  <a:srgbClr val="0033CC"/>
                </a:solidFill>
              </a:rPr>
              <a:t>k</a:t>
            </a:r>
            <a:r>
              <a:rPr lang="zh-CN" altLang="en-US" sz="2800">
                <a:solidFill>
                  <a:srgbClr val="0033CC"/>
                </a:solidFill>
              </a:rPr>
              <a:t>个</a:t>
            </a:r>
            <a:r>
              <a:rPr lang="en-US" altLang="zh-CN" sz="2800">
                <a:solidFill>
                  <a:srgbClr val="0033CC"/>
                </a:solidFill>
              </a:rPr>
              <a:t>A</a:t>
            </a:r>
            <a:r>
              <a:rPr lang="zh-CN" altLang="en-US" sz="2800">
                <a:solidFill>
                  <a:srgbClr val="0033CC"/>
                </a:solidFill>
              </a:rPr>
              <a:t>连乘</a:t>
            </a:r>
            <a:r>
              <a:rPr lang="en-US" altLang="zh-CN" sz="2800">
                <a:solidFill>
                  <a:srgbClr val="0033CC"/>
                </a:solidFill>
              </a:rPr>
              <a:t>,  </a:t>
            </a:r>
            <a:r>
              <a:rPr lang="zh-CN" altLang="en-US" sz="2800">
                <a:solidFill>
                  <a:srgbClr val="0033CC"/>
                </a:solidFill>
              </a:rPr>
              <a:t>如</a:t>
            </a:r>
          </a:p>
        </p:txBody>
      </p:sp>
      <p:sp>
        <p:nvSpPr>
          <p:cNvPr id="76807" name="Text Box 7">
            <a:extLst>
              <a:ext uri="{FF2B5EF4-FFF2-40B4-BE49-F238E27FC236}">
                <a16:creationId xmlns:a16="http://schemas.microsoft.com/office/drawing/2014/main" id="{3E40AFBA-940E-46F4-9876-AFBD415C79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2895600"/>
            <a:ext cx="487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rgbClr val="009900"/>
                </a:solidFill>
              </a:rPr>
              <a:t>显然，只有方阵的幂才有意义</a:t>
            </a:r>
          </a:p>
        </p:txBody>
      </p:sp>
      <p:pic>
        <p:nvPicPr>
          <p:cNvPr id="76808" name="Picture 8">
            <a:extLst>
              <a:ext uri="{FF2B5EF4-FFF2-40B4-BE49-F238E27FC236}">
                <a16:creationId xmlns:a16="http://schemas.microsoft.com/office/drawing/2014/main" id="{B925D760-E10D-457F-936A-461297DFD0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2057400"/>
            <a:ext cx="1552575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8" name="Rectangle 9">
            <a:extLst>
              <a:ext uri="{FF2B5EF4-FFF2-40B4-BE49-F238E27FC236}">
                <a16:creationId xmlns:a16="http://schemas.microsoft.com/office/drawing/2014/main" id="{6ADA8511-DEF1-43BA-8303-0951B03040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195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76810" name="Object 10">
            <a:extLst>
              <a:ext uri="{FF2B5EF4-FFF2-40B4-BE49-F238E27FC236}">
                <a16:creationId xmlns:a16="http://schemas.microsoft.com/office/drawing/2014/main" id="{9FB2CDA7-F417-4C31-8B8D-8DBC9A0ED3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9200" y="3886200"/>
          <a:ext cx="20574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91" r:id="rId8" imgW="799753" imgH="190417" progId="Equation.3">
                  <p:embed/>
                </p:oleObj>
              </mc:Choice>
              <mc:Fallback>
                <p:oleObj r:id="rId8" imgW="799753" imgH="190417" progId="Equation.3">
                  <p:embed/>
                  <p:pic>
                    <p:nvPicPr>
                      <p:cNvPr id="76810" name="Object 10">
                        <a:extLst>
                          <a:ext uri="{FF2B5EF4-FFF2-40B4-BE49-F238E27FC236}">
                            <a16:creationId xmlns:a16="http://schemas.microsoft.com/office/drawing/2014/main" id="{9FB2CDA7-F417-4C31-8B8D-8DBC9A0ED3C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3886200"/>
                        <a:ext cx="2057400" cy="48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11" name="Object 11">
            <a:extLst>
              <a:ext uri="{FF2B5EF4-FFF2-40B4-BE49-F238E27FC236}">
                <a16:creationId xmlns:a16="http://schemas.microsoft.com/office/drawing/2014/main" id="{F42AA798-25D3-4CE0-B85F-3C5FA3ABD8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14800" y="3810000"/>
          <a:ext cx="1676400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92" r:id="rId10" imgW="736600" imgH="228600" progId="Equation.3">
                  <p:embed/>
                </p:oleObj>
              </mc:Choice>
              <mc:Fallback>
                <p:oleObj r:id="rId10" imgW="736600" imgH="228600" progId="Equation.3">
                  <p:embed/>
                  <p:pic>
                    <p:nvPicPr>
                      <p:cNvPr id="76811" name="Object 11">
                        <a:extLst>
                          <a:ext uri="{FF2B5EF4-FFF2-40B4-BE49-F238E27FC236}">
                            <a16:creationId xmlns:a16="http://schemas.microsoft.com/office/drawing/2014/main" id="{F42AA798-25D3-4CE0-B85F-3C5FA3ABD8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810000"/>
                        <a:ext cx="1676400" cy="598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12" name="Object 12">
            <a:extLst>
              <a:ext uri="{FF2B5EF4-FFF2-40B4-BE49-F238E27FC236}">
                <a16:creationId xmlns:a16="http://schemas.microsoft.com/office/drawing/2014/main" id="{C444D4A8-AD52-43E2-A48B-6125BD5DED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7000" y="4800600"/>
          <a:ext cx="243840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93" r:id="rId12" imgW="939800" imgH="228600" progId="Equation.3">
                  <p:embed/>
                </p:oleObj>
              </mc:Choice>
              <mc:Fallback>
                <p:oleObj r:id="rId12" imgW="939800" imgH="228600" progId="Equation.3">
                  <p:embed/>
                  <p:pic>
                    <p:nvPicPr>
                      <p:cNvPr id="76812" name="Object 12">
                        <a:extLst>
                          <a:ext uri="{FF2B5EF4-FFF2-40B4-BE49-F238E27FC236}">
                            <a16:creationId xmlns:a16="http://schemas.microsoft.com/office/drawing/2014/main" id="{C444D4A8-AD52-43E2-A48B-6125BD5DEDE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4800600"/>
                        <a:ext cx="2438400" cy="590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68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75"/>
                                        <p:tgtEl>
                                          <p:spTgt spid="768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75"/>
                                        <p:tgtEl>
                                          <p:spTgt spid="768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68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68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68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68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68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68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68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68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68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68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2" grpId="0" build="p" autoUpdateAnimBg="0"/>
      <p:bldP spid="76803" grpId="0" build="p" autoUpdateAnimBg="0"/>
      <p:bldP spid="76805" grpId="0" build="p" autoUpdateAnimBg="0"/>
      <p:bldP spid="76806" grpId="0" build="p" autoUpdateAnimBg="0"/>
      <p:bldP spid="7680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ext Box 2">
            <a:extLst>
              <a:ext uri="{FF2B5EF4-FFF2-40B4-BE49-F238E27FC236}">
                <a16:creationId xmlns:a16="http://schemas.microsoft.com/office/drawing/2014/main" id="{8D6D165B-C711-40A5-A1EA-48228E45A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81000"/>
            <a:ext cx="1905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3200" b="1">
                <a:solidFill>
                  <a:srgbClr val="FF0066"/>
                </a:solidFill>
              </a:rPr>
              <a:t>方阵</a:t>
            </a:r>
            <a:r>
              <a:rPr lang="zh-CN" altLang="en-US" sz="3200" b="1">
                <a:solidFill>
                  <a:schemeClr val="accent2"/>
                </a:solidFill>
              </a:rPr>
              <a:t>的迹</a:t>
            </a:r>
          </a:p>
        </p:txBody>
      </p:sp>
      <p:sp>
        <p:nvSpPr>
          <p:cNvPr id="30726" name="Rectangle 3">
            <a:extLst>
              <a:ext uri="{FF2B5EF4-FFF2-40B4-BE49-F238E27FC236}">
                <a16:creationId xmlns:a16="http://schemas.microsoft.com/office/drawing/2014/main" id="{9C735AC6-1777-4405-AA77-36F4C8B4CA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7463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77828" name="Object 4">
            <a:extLst>
              <a:ext uri="{FF2B5EF4-FFF2-40B4-BE49-F238E27FC236}">
                <a16:creationId xmlns:a16="http://schemas.microsoft.com/office/drawing/2014/main" id="{3F56F491-D610-41D6-8EF7-5B17942402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1066800"/>
          <a:ext cx="77724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99" r:id="rId5" imgW="4025900" imgH="431800" progId="Equation.3">
                  <p:embed/>
                </p:oleObj>
              </mc:Choice>
              <mc:Fallback>
                <p:oleObj r:id="rId5" imgW="4025900" imgH="431800" progId="Equation.3">
                  <p:embed/>
                  <p:pic>
                    <p:nvPicPr>
                      <p:cNvPr id="77828" name="Object 4">
                        <a:extLst>
                          <a:ext uri="{FF2B5EF4-FFF2-40B4-BE49-F238E27FC236}">
                            <a16:creationId xmlns:a16="http://schemas.microsoft.com/office/drawing/2014/main" id="{3F56F491-D610-41D6-8EF7-5B17942402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066800"/>
                        <a:ext cx="7772400" cy="825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29" name="Object 5">
            <a:extLst>
              <a:ext uri="{FF2B5EF4-FFF2-40B4-BE49-F238E27FC236}">
                <a16:creationId xmlns:a16="http://schemas.microsoft.com/office/drawing/2014/main" id="{59B30034-9ED3-4108-B2AA-4DB2AB0881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3200" y="1676400"/>
          <a:ext cx="167640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00" r:id="rId7" imgW="863225" imgH="431613" progId="Equation.3">
                  <p:embed/>
                </p:oleObj>
              </mc:Choice>
              <mc:Fallback>
                <p:oleObj r:id="rId7" imgW="863225" imgH="431613" progId="Equation.3">
                  <p:embed/>
                  <p:pic>
                    <p:nvPicPr>
                      <p:cNvPr id="77829" name="Object 5">
                        <a:extLst>
                          <a:ext uri="{FF2B5EF4-FFF2-40B4-BE49-F238E27FC236}">
                            <a16:creationId xmlns:a16="http://schemas.microsoft.com/office/drawing/2014/main" id="{59B30034-9ED3-4108-B2AA-4DB2AB0881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1676400"/>
                        <a:ext cx="1676400" cy="828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30" name="Text Box 6">
            <a:extLst>
              <a:ext uri="{FF2B5EF4-FFF2-40B4-BE49-F238E27FC236}">
                <a16:creationId xmlns:a16="http://schemas.microsoft.com/office/drawing/2014/main" id="{701EA8CA-321A-4756-BA07-0185E0032B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667000"/>
            <a:ext cx="6553200" cy="466725"/>
          </a:xfrm>
          <a:prstGeom prst="rect">
            <a:avLst/>
          </a:prstGeom>
          <a:solidFill>
            <a:srgbClr val="CCFFFF"/>
          </a:solidFill>
          <a:ln w="9525">
            <a:solidFill>
              <a:srgbClr val="FF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400"/>
              <a:t>方阵的迹是它的主对角线上的元素和</a:t>
            </a:r>
          </a:p>
        </p:txBody>
      </p:sp>
      <p:graphicFrame>
        <p:nvGraphicFramePr>
          <p:cNvPr id="77831" name="Object 7">
            <a:extLst>
              <a:ext uri="{FF2B5EF4-FFF2-40B4-BE49-F238E27FC236}">
                <a16:creationId xmlns:a16="http://schemas.microsoft.com/office/drawing/2014/main" id="{6F344E09-35C4-468F-9E3A-112130A380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47800" y="3352800"/>
          <a:ext cx="2362200" cy="1465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01" r:id="rId9" imgW="1155700" imgH="711200" progId="Equation.3">
                  <p:embed/>
                </p:oleObj>
              </mc:Choice>
              <mc:Fallback>
                <p:oleObj r:id="rId9" imgW="1155700" imgH="711200" progId="Equation.3">
                  <p:embed/>
                  <p:pic>
                    <p:nvPicPr>
                      <p:cNvPr id="77831" name="Object 7">
                        <a:extLst>
                          <a:ext uri="{FF2B5EF4-FFF2-40B4-BE49-F238E27FC236}">
                            <a16:creationId xmlns:a16="http://schemas.microsoft.com/office/drawing/2014/main" id="{6F344E09-35C4-468F-9E3A-112130A380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3352800"/>
                        <a:ext cx="2362200" cy="1465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32" name="Text Box 8">
            <a:extLst>
              <a:ext uri="{FF2B5EF4-FFF2-40B4-BE49-F238E27FC236}">
                <a16:creationId xmlns:a16="http://schemas.microsoft.com/office/drawing/2014/main" id="{A08FCB38-3EEE-4A76-B94D-C67B4737C4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733800"/>
            <a:ext cx="609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zh-CN" altLang="en-US" sz="28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例</a:t>
            </a:r>
          </a:p>
        </p:txBody>
      </p:sp>
      <p:sp>
        <p:nvSpPr>
          <p:cNvPr id="77833" name="Text Box 9">
            <a:extLst>
              <a:ext uri="{FF2B5EF4-FFF2-40B4-BE49-F238E27FC236}">
                <a16:creationId xmlns:a16="http://schemas.microsoft.com/office/drawing/2014/main" id="{10A93C7A-6190-4837-9A7E-C959C16777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3810000"/>
            <a:ext cx="3200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800"/>
              <a:t>tr(A)=2+(-3)+0=-1</a:t>
            </a:r>
          </a:p>
        </p:txBody>
      </p:sp>
      <p:sp>
        <p:nvSpPr>
          <p:cNvPr id="77834" name="Text Box 10">
            <a:extLst>
              <a:ext uri="{FF2B5EF4-FFF2-40B4-BE49-F238E27FC236}">
                <a16:creationId xmlns:a16="http://schemas.microsoft.com/office/drawing/2014/main" id="{7302C925-6FC2-4DDE-ADC8-2E296C5B71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5181600"/>
            <a:ext cx="69342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800" b="1">
                <a:solidFill>
                  <a:schemeClr val="accent2"/>
                </a:solidFill>
              </a:rPr>
              <a:t>性质</a:t>
            </a:r>
            <a:r>
              <a:rPr lang="zh-CN" altLang="en-US" sz="2400"/>
              <a:t>： </a:t>
            </a:r>
            <a:r>
              <a:rPr lang="en-US" altLang="zh-CN" sz="2400"/>
              <a:t>(1)  </a:t>
            </a:r>
            <a:r>
              <a:rPr lang="en-US" altLang="zh-CN" sz="2400" b="1">
                <a:solidFill>
                  <a:srgbClr val="FF33CC"/>
                </a:solidFill>
              </a:rPr>
              <a:t>tr(A+B)=tr(A)+tr(B)</a:t>
            </a:r>
          </a:p>
          <a:p>
            <a:pPr algn="ctr">
              <a:spcBef>
                <a:spcPct val="50000"/>
              </a:spcBef>
            </a:pPr>
            <a:r>
              <a:rPr lang="en-US" altLang="zh-CN" sz="2400"/>
              <a:t>     (2)  </a:t>
            </a:r>
            <a:r>
              <a:rPr lang="en-US" altLang="zh-CN" sz="2400" b="1">
                <a:solidFill>
                  <a:srgbClr val="FF33CC"/>
                </a:solidFill>
              </a:rPr>
              <a:t>tr(AB)=tr(BA)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78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7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78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78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7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778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778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300" fill="hold"/>
                                        <p:tgtEl>
                                          <p:spTgt spid="778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300" fill="hold"/>
                                        <p:tgtEl>
                                          <p:spTgt spid="778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75"/>
                                        <p:tgtEl>
                                          <p:spTgt spid="778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75"/>
                                        <p:tgtEl>
                                          <p:spTgt spid="778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6" grpId="0" build="p" autoUpdateAnimBg="0"/>
      <p:bldP spid="77830" grpId="0" animBg="1" autoUpdateAnimBg="0"/>
      <p:bldP spid="77832" grpId="0" build="p" autoUpdateAnimBg="0"/>
      <p:bldP spid="77833" grpId="0" build="p" autoUpdateAnimBg="0"/>
      <p:bldP spid="77834" grpId="0" build="p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>
            <a:extLst>
              <a:ext uri="{FF2B5EF4-FFF2-40B4-BE49-F238E27FC236}">
                <a16:creationId xmlns:a16="http://schemas.microsoft.com/office/drawing/2014/main" id="{910774FA-ED91-46C7-AB16-A254356D5A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533400"/>
            <a:ext cx="2133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3200" b="1">
                <a:solidFill>
                  <a:schemeClr val="accent2"/>
                </a:solidFill>
              </a:rPr>
              <a:t>转置矩阵</a:t>
            </a:r>
          </a:p>
        </p:txBody>
      </p:sp>
      <p:sp>
        <p:nvSpPr>
          <p:cNvPr id="32771" name="Text Box 3">
            <a:extLst>
              <a:ext uri="{FF2B5EF4-FFF2-40B4-BE49-F238E27FC236}">
                <a16:creationId xmlns:a16="http://schemas.microsoft.com/office/drawing/2014/main" id="{20768A0D-3E0A-4123-A096-603409DF27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1295400"/>
            <a:ext cx="75438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/>
              <a:t>把矩阵</a:t>
            </a:r>
            <a:r>
              <a:rPr lang="en-US" altLang="zh-CN" sz="2800" b="1">
                <a:solidFill>
                  <a:srgbClr val="FF3300"/>
                </a:solidFill>
              </a:rPr>
              <a:t>A</a:t>
            </a:r>
            <a:r>
              <a:rPr lang="zh-CN" altLang="en-US" sz="2800"/>
              <a:t>的行换成同序数的列得到一个新矩阵</a:t>
            </a:r>
            <a:r>
              <a:rPr lang="en-US" altLang="zh-CN" sz="2800"/>
              <a:t>,</a:t>
            </a:r>
            <a:r>
              <a:rPr lang="zh-CN" altLang="en-US" sz="2800"/>
              <a:t>叫做的</a:t>
            </a:r>
            <a:r>
              <a:rPr lang="en-US" altLang="zh-CN" sz="2800" b="1">
                <a:solidFill>
                  <a:srgbClr val="FF3300"/>
                </a:solidFill>
              </a:rPr>
              <a:t>A</a:t>
            </a:r>
            <a:r>
              <a:rPr lang="zh-CN" altLang="en-US" sz="2800" u="sng"/>
              <a:t>转置矩阵</a:t>
            </a:r>
            <a:r>
              <a:rPr lang="zh-CN" altLang="en-US" sz="2800"/>
              <a:t>，记作</a:t>
            </a:r>
          </a:p>
        </p:txBody>
      </p:sp>
      <p:graphicFrame>
        <p:nvGraphicFramePr>
          <p:cNvPr id="32772" name="Object 4">
            <a:extLst>
              <a:ext uri="{FF2B5EF4-FFF2-40B4-BE49-F238E27FC236}">
                <a16:creationId xmlns:a16="http://schemas.microsoft.com/office/drawing/2014/main" id="{79FE9789-A6C3-4A02-BF79-14E2E9D52A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3000" y="1676400"/>
          <a:ext cx="566738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83" r:id="rId7" imgW="215713" imgH="190335" progId="Equation.3">
                  <p:embed/>
                </p:oleObj>
              </mc:Choice>
              <mc:Fallback>
                <p:oleObj r:id="rId7" imgW="215713" imgH="190335" progId="Equation.3">
                  <p:embed/>
                  <p:pic>
                    <p:nvPicPr>
                      <p:cNvPr id="32772" name="Object 4">
                        <a:extLst>
                          <a:ext uri="{FF2B5EF4-FFF2-40B4-BE49-F238E27FC236}">
                            <a16:creationId xmlns:a16="http://schemas.microsoft.com/office/drawing/2014/main" id="{79FE9789-A6C3-4A02-BF79-14E2E9D52A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1676400"/>
                        <a:ext cx="566738" cy="492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3" name="AutoShape 5">
            <a:extLst>
              <a:ext uri="{FF2B5EF4-FFF2-40B4-BE49-F238E27FC236}">
                <a16:creationId xmlns:a16="http://schemas.microsoft.com/office/drawing/2014/main" id="{95DFBEB9-90B1-4AE7-859D-2B6837961A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5363" y="320675"/>
            <a:ext cx="2295525" cy="619125"/>
          </a:xfrm>
          <a:prstGeom prst="wedgeEllipseCallout">
            <a:avLst>
              <a:gd name="adj1" fmla="val -38606"/>
              <a:gd name="adj2" fmla="val 66560"/>
            </a:avLst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400">
                <a:solidFill>
                  <a:srgbClr val="0033CC"/>
                </a:solidFill>
              </a:rPr>
              <a:t>行列对调</a:t>
            </a:r>
          </a:p>
        </p:txBody>
      </p:sp>
      <p:sp>
        <p:nvSpPr>
          <p:cNvPr id="32774" name="Text Box 6">
            <a:extLst>
              <a:ext uri="{FF2B5EF4-FFF2-40B4-BE49-F238E27FC236}">
                <a16:creationId xmlns:a16="http://schemas.microsoft.com/office/drawing/2014/main" id="{F6D9EF35-F98A-4142-ACB1-38798C08DC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819400"/>
            <a:ext cx="838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zh-CN" altLang="en-US" sz="28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例</a:t>
            </a:r>
          </a:p>
        </p:txBody>
      </p:sp>
      <p:sp>
        <p:nvSpPr>
          <p:cNvPr id="31757" name="Rectangle 7">
            <a:extLst>
              <a:ext uri="{FF2B5EF4-FFF2-40B4-BE49-F238E27FC236}">
                <a16:creationId xmlns:a16="http://schemas.microsoft.com/office/drawing/2014/main" id="{1AC53A7C-0F3D-4432-8774-73593887F7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2888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2776" name="Object 8">
            <a:extLst>
              <a:ext uri="{FF2B5EF4-FFF2-40B4-BE49-F238E27FC236}">
                <a16:creationId xmlns:a16="http://schemas.microsoft.com/office/drawing/2014/main" id="{0D25C1EB-95E1-4C49-86D9-3963EC979E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6400" y="2743200"/>
          <a:ext cx="2514600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84" r:id="rId9" imgW="1041400" imgH="457200" progId="Equation.3">
                  <p:embed/>
                </p:oleObj>
              </mc:Choice>
              <mc:Fallback>
                <p:oleObj r:id="rId9" imgW="1041400" imgH="457200" progId="Equation.3">
                  <p:embed/>
                  <p:pic>
                    <p:nvPicPr>
                      <p:cNvPr id="32776" name="Object 8">
                        <a:extLst>
                          <a:ext uri="{FF2B5EF4-FFF2-40B4-BE49-F238E27FC236}">
                            <a16:creationId xmlns:a16="http://schemas.microsoft.com/office/drawing/2014/main" id="{0D25C1EB-95E1-4C49-86D9-3963EC979E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743200"/>
                        <a:ext cx="2514600" cy="1108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8" name="Rectangle 9">
            <a:extLst>
              <a:ext uri="{FF2B5EF4-FFF2-40B4-BE49-F238E27FC236}">
                <a16:creationId xmlns:a16="http://schemas.microsoft.com/office/drawing/2014/main" id="{E344BAB4-FEA6-44E0-9E66-6B856120F4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0038" y="30718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2778" name="Object 10">
            <a:extLst>
              <a:ext uri="{FF2B5EF4-FFF2-40B4-BE49-F238E27FC236}">
                <a16:creationId xmlns:a16="http://schemas.microsoft.com/office/drawing/2014/main" id="{95CF0A02-B501-41A0-B339-AF0C1CC342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8200" y="2514600"/>
          <a:ext cx="1981200" cy="153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85" r:id="rId11" imgW="927100" imgH="711200" progId="Equation.3">
                  <p:embed/>
                </p:oleObj>
              </mc:Choice>
              <mc:Fallback>
                <p:oleObj r:id="rId11" imgW="927100" imgH="711200" progId="Equation.3">
                  <p:embed/>
                  <p:pic>
                    <p:nvPicPr>
                      <p:cNvPr id="32778" name="Object 10">
                        <a:extLst>
                          <a:ext uri="{FF2B5EF4-FFF2-40B4-BE49-F238E27FC236}">
                            <a16:creationId xmlns:a16="http://schemas.microsoft.com/office/drawing/2014/main" id="{95CF0A02-B501-41A0-B339-AF0C1CC342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2514600"/>
                        <a:ext cx="1981200" cy="1530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9" name="AutoShape 11">
            <a:extLst>
              <a:ext uri="{FF2B5EF4-FFF2-40B4-BE49-F238E27FC236}">
                <a16:creationId xmlns:a16="http://schemas.microsoft.com/office/drawing/2014/main" id="{25858E47-103D-41DD-91E1-790630AA4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4438" y="4422775"/>
            <a:ext cx="314325" cy="279400"/>
          </a:xfrm>
          <a:prstGeom prst="star5">
            <a:avLst/>
          </a:prstGeom>
          <a:solidFill>
            <a:srgbClr val="FF00FF"/>
          </a:solidFill>
          <a:ln w="9525">
            <a:solidFill>
              <a:srgbClr val="800080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32780" name="AutoShape 12">
            <a:extLst>
              <a:ext uri="{FF2B5EF4-FFF2-40B4-BE49-F238E27FC236}">
                <a16:creationId xmlns:a16="http://schemas.microsoft.com/office/drawing/2014/main" id="{64DBC87B-8BCC-44B8-BBA6-85D93FAC92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4953000"/>
            <a:ext cx="279400" cy="279400"/>
          </a:xfrm>
          <a:prstGeom prst="star5">
            <a:avLst/>
          </a:prstGeom>
          <a:solidFill>
            <a:srgbClr val="FF00FF"/>
          </a:solidFill>
          <a:ln w="9525">
            <a:solidFill>
              <a:srgbClr val="800080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32781" name="AutoShape 13">
            <a:extLst>
              <a:ext uri="{FF2B5EF4-FFF2-40B4-BE49-F238E27FC236}">
                <a16:creationId xmlns:a16="http://schemas.microsoft.com/office/drawing/2014/main" id="{13137A16-2D34-4132-B515-3402D5705F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5410200"/>
            <a:ext cx="279400" cy="279400"/>
          </a:xfrm>
          <a:prstGeom prst="star5">
            <a:avLst/>
          </a:prstGeom>
          <a:solidFill>
            <a:srgbClr val="FF00FF"/>
          </a:solidFill>
          <a:ln w="9525">
            <a:solidFill>
              <a:srgbClr val="800080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32782" name="AutoShape 14">
            <a:extLst>
              <a:ext uri="{FF2B5EF4-FFF2-40B4-BE49-F238E27FC236}">
                <a16:creationId xmlns:a16="http://schemas.microsoft.com/office/drawing/2014/main" id="{1C0BCA8E-A06F-4497-8F87-9BA433DCE7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5867400"/>
            <a:ext cx="279400" cy="279400"/>
          </a:xfrm>
          <a:prstGeom prst="star5">
            <a:avLst/>
          </a:prstGeom>
          <a:solidFill>
            <a:srgbClr val="FF00FF"/>
          </a:solidFill>
          <a:ln w="9525">
            <a:solidFill>
              <a:srgbClr val="800080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31763" name="Rectangle 15">
            <a:extLst>
              <a:ext uri="{FF2B5EF4-FFF2-40B4-BE49-F238E27FC236}">
                <a16:creationId xmlns:a16="http://schemas.microsoft.com/office/drawing/2014/main" id="{30E9657C-89C4-4C47-9B0A-8F28023750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4338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2784" name="Object 16">
            <a:extLst>
              <a:ext uri="{FF2B5EF4-FFF2-40B4-BE49-F238E27FC236}">
                <a16:creationId xmlns:a16="http://schemas.microsoft.com/office/drawing/2014/main" id="{CC521462-0871-4CB8-8E26-D437FFE1D2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2600" y="4267200"/>
          <a:ext cx="1676400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86" r:id="rId13" imgW="698500" imgH="228600" progId="Equation.3">
                  <p:embed/>
                </p:oleObj>
              </mc:Choice>
              <mc:Fallback>
                <p:oleObj r:id="rId13" imgW="698500" imgH="228600" progId="Equation.3">
                  <p:embed/>
                  <p:pic>
                    <p:nvPicPr>
                      <p:cNvPr id="32784" name="Object 16">
                        <a:extLst>
                          <a:ext uri="{FF2B5EF4-FFF2-40B4-BE49-F238E27FC236}">
                            <a16:creationId xmlns:a16="http://schemas.microsoft.com/office/drawing/2014/main" id="{CC521462-0871-4CB8-8E26-D437FFE1D2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4267200"/>
                        <a:ext cx="1676400" cy="550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64" name="Rectangle 17">
            <a:extLst>
              <a:ext uri="{FF2B5EF4-FFF2-40B4-BE49-F238E27FC236}">
                <a16:creationId xmlns:a16="http://schemas.microsoft.com/office/drawing/2014/main" id="{54EA96E6-8E00-4A26-A184-56BA1ED7E7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335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2786" name="Object 18">
            <a:extLst>
              <a:ext uri="{FF2B5EF4-FFF2-40B4-BE49-F238E27FC236}">
                <a16:creationId xmlns:a16="http://schemas.microsoft.com/office/drawing/2014/main" id="{CFA7DC3F-F4C0-4470-AE9E-B6EE146EA1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2600" y="4800600"/>
          <a:ext cx="274320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87" r:id="rId15" imgW="1257300" imgH="228600" progId="Equation.3">
                  <p:embed/>
                </p:oleObj>
              </mc:Choice>
              <mc:Fallback>
                <p:oleObj r:id="rId15" imgW="1257300" imgH="228600" progId="Equation.3">
                  <p:embed/>
                  <p:pic>
                    <p:nvPicPr>
                      <p:cNvPr id="32786" name="Object 18">
                        <a:extLst>
                          <a:ext uri="{FF2B5EF4-FFF2-40B4-BE49-F238E27FC236}">
                            <a16:creationId xmlns:a16="http://schemas.microsoft.com/office/drawing/2014/main" id="{CFA7DC3F-F4C0-4470-AE9E-B6EE146EA1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4800600"/>
                        <a:ext cx="2743200" cy="498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65" name="Rectangle 19">
            <a:extLst>
              <a:ext uri="{FF2B5EF4-FFF2-40B4-BE49-F238E27FC236}">
                <a16:creationId xmlns:a16="http://schemas.microsoft.com/office/drawing/2014/main" id="{BF6EECE5-0A5D-4536-89B6-3B90EA839B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7188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2788" name="Object 20">
            <a:extLst>
              <a:ext uri="{FF2B5EF4-FFF2-40B4-BE49-F238E27FC236}">
                <a16:creationId xmlns:a16="http://schemas.microsoft.com/office/drawing/2014/main" id="{20E88F6D-D8A1-455C-8ECC-868932F609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2600" y="5257800"/>
          <a:ext cx="182880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88" r:id="rId17" imgW="812447" imgH="228501" progId="Equation.3">
                  <p:embed/>
                </p:oleObj>
              </mc:Choice>
              <mc:Fallback>
                <p:oleObj r:id="rId17" imgW="812447" imgH="228501" progId="Equation.3">
                  <p:embed/>
                  <p:pic>
                    <p:nvPicPr>
                      <p:cNvPr id="32788" name="Object 20">
                        <a:extLst>
                          <a:ext uri="{FF2B5EF4-FFF2-40B4-BE49-F238E27FC236}">
                            <a16:creationId xmlns:a16="http://schemas.microsoft.com/office/drawing/2014/main" id="{20E88F6D-D8A1-455C-8ECC-868932F609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5257800"/>
                        <a:ext cx="1828800" cy="517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66" name="Rectangle 21">
            <a:extLst>
              <a:ext uri="{FF2B5EF4-FFF2-40B4-BE49-F238E27FC236}">
                <a16:creationId xmlns:a16="http://schemas.microsoft.com/office/drawing/2014/main" id="{90E05EF0-ED3F-4824-B515-772DA98731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575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2790" name="Object 22">
            <a:extLst>
              <a:ext uri="{FF2B5EF4-FFF2-40B4-BE49-F238E27FC236}">
                <a16:creationId xmlns:a16="http://schemas.microsoft.com/office/drawing/2014/main" id="{49E3C1EC-2CF5-45AD-BE46-68A30BD0B1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6400" y="5715000"/>
          <a:ext cx="228600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89" r:id="rId19" imgW="952087" imgH="228501" progId="Equation.3">
                  <p:embed/>
                </p:oleObj>
              </mc:Choice>
              <mc:Fallback>
                <p:oleObj r:id="rId19" imgW="952087" imgH="228501" progId="Equation.3">
                  <p:embed/>
                  <p:pic>
                    <p:nvPicPr>
                      <p:cNvPr id="32790" name="Object 22">
                        <a:extLst>
                          <a:ext uri="{FF2B5EF4-FFF2-40B4-BE49-F238E27FC236}">
                            <a16:creationId xmlns:a16="http://schemas.microsoft.com/office/drawing/2014/main" id="{49E3C1EC-2CF5-45AD-BE46-68A30BD0B1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5715000"/>
                        <a:ext cx="2286000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91" name="Text Box 23">
            <a:extLst>
              <a:ext uri="{FF2B5EF4-FFF2-40B4-BE49-F238E27FC236}">
                <a16:creationId xmlns:a16="http://schemas.microsoft.com/office/drawing/2014/main" id="{316D8166-6CFE-417E-B12A-430DE99CB3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495800"/>
            <a:ext cx="549275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400">
                <a:solidFill>
                  <a:srgbClr val="FF3300"/>
                </a:solidFill>
              </a:rPr>
              <a:t>运算规律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" fill="hold"/>
                                        <p:tgtEl>
                                          <p:spTgt spid="32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" fill="hold"/>
                                        <p:tgtEl>
                                          <p:spTgt spid="32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75"/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2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27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27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327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327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27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27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32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2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32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2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32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2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32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2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0" grpId="0" build="p" autoUpdateAnimBg="0"/>
      <p:bldP spid="32771" grpId="0" build="p" autoUpdateAnimBg="0"/>
      <p:bldP spid="32773" grpId="0" animBg="1" autoUpdateAnimBg="0"/>
      <p:bldP spid="32774" grpId="0" build="p" autoUpdateAnimBg="0"/>
      <p:bldP spid="32791" grpId="0" build="p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7" name="Text Box 2">
            <a:extLst>
              <a:ext uri="{FF2B5EF4-FFF2-40B4-BE49-F238E27FC236}">
                <a16:creationId xmlns:a16="http://schemas.microsoft.com/office/drawing/2014/main" id="{1E31EBDA-EE37-45D7-A190-414A73525B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57200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endParaRPr lang="zh-CN" altLang="zh-CN" sz="2400"/>
          </a:p>
        </p:txBody>
      </p:sp>
      <p:sp>
        <p:nvSpPr>
          <p:cNvPr id="32778" name="Text Box 3">
            <a:extLst>
              <a:ext uri="{FF2B5EF4-FFF2-40B4-BE49-F238E27FC236}">
                <a16:creationId xmlns:a16="http://schemas.microsoft.com/office/drawing/2014/main" id="{328A15B1-4208-426A-94C2-B4C9308F5E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33400"/>
            <a:ext cx="3276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endParaRPr lang="zh-CN" altLang="zh-CN" sz="2400"/>
          </a:p>
        </p:txBody>
      </p:sp>
      <p:sp>
        <p:nvSpPr>
          <p:cNvPr id="33796" name="Text Box 4">
            <a:extLst>
              <a:ext uri="{FF2B5EF4-FFF2-40B4-BE49-F238E27FC236}">
                <a16:creationId xmlns:a16="http://schemas.microsoft.com/office/drawing/2014/main" id="{02210322-7152-41A0-8B95-7453535BA1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609600"/>
            <a:ext cx="1905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800" b="1">
                <a:solidFill>
                  <a:schemeClr val="accent2"/>
                </a:solidFill>
              </a:rPr>
              <a:t>对称矩阵</a:t>
            </a:r>
          </a:p>
        </p:txBody>
      </p:sp>
      <p:sp>
        <p:nvSpPr>
          <p:cNvPr id="33797" name="Text Box 5">
            <a:extLst>
              <a:ext uri="{FF2B5EF4-FFF2-40B4-BE49-F238E27FC236}">
                <a16:creationId xmlns:a16="http://schemas.microsoft.com/office/drawing/2014/main" id="{E110CE7C-9F5B-4093-95AA-0B1C8D9B60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371600"/>
            <a:ext cx="259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如果</a:t>
            </a:r>
            <a:r>
              <a:rPr lang="zh-CN" altLang="en-US" sz="280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方阵</a:t>
            </a:r>
            <a:r>
              <a:rPr lang="en-US" altLang="zh-CN" sz="2800">
                <a:ea typeface="楷体_GB2312" pitchFamily="49" charset="-122"/>
              </a:rPr>
              <a:t>A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满足</a:t>
            </a:r>
          </a:p>
        </p:txBody>
      </p:sp>
      <p:sp>
        <p:nvSpPr>
          <p:cNvPr id="32781" name="Rectangle 6">
            <a:extLst>
              <a:ext uri="{FF2B5EF4-FFF2-40B4-BE49-F238E27FC236}">
                <a16:creationId xmlns:a16="http://schemas.microsoft.com/office/drawing/2014/main" id="{DED8C8B0-2AD6-4B6D-AE6C-40598698F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530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3799" name="Object 7">
            <a:extLst>
              <a:ext uri="{FF2B5EF4-FFF2-40B4-BE49-F238E27FC236}">
                <a16:creationId xmlns:a16="http://schemas.microsoft.com/office/drawing/2014/main" id="{316F5DBA-92F0-4ACD-B818-713D87D0D7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5200" y="1371600"/>
          <a:ext cx="1371600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07" r:id="rId6" imgW="533169" imgH="228501" progId="Equation.3">
                  <p:embed/>
                </p:oleObj>
              </mc:Choice>
              <mc:Fallback>
                <p:oleObj r:id="rId6" imgW="533169" imgH="228501" progId="Equation.3">
                  <p:embed/>
                  <p:pic>
                    <p:nvPicPr>
                      <p:cNvPr id="33799" name="Object 7">
                        <a:extLst>
                          <a:ext uri="{FF2B5EF4-FFF2-40B4-BE49-F238E27FC236}">
                            <a16:creationId xmlns:a16="http://schemas.microsoft.com/office/drawing/2014/main" id="{316F5DBA-92F0-4ACD-B818-713D87D0D7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1371600"/>
                        <a:ext cx="1371600" cy="588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0" name="Text Box 8">
            <a:extLst>
              <a:ext uri="{FF2B5EF4-FFF2-40B4-BE49-F238E27FC236}">
                <a16:creationId xmlns:a16="http://schemas.microsoft.com/office/drawing/2014/main" id="{61D3C2DF-C312-4BF6-925F-32D5A41E67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1371600"/>
            <a:ext cx="2971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ea typeface="楷体_GB2312" pitchFamily="49" charset="-122"/>
              </a:rPr>
              <a:t>就称</a:t>
            </a:r>
            <a:r>
              <a:rPr lang="en-US" altLang="zh-CN" sz="2800">
                <a:ea typeface="楷体_GB2312" pitchFamily="49" charset="-122"/>
              </a:rPr>
              <a:t>A</a:t>
            </a:r>
            <a:r>
              <a:rPr lang="zh-CN" altLang="en-US" sz="2800">
                <a:ea typeface="楷体_GB2312" pitchFamily="49" charset="-122"/>
              </a:rPr>
              <a:t>为</a:t>
            </a:r>
            <a:r>
              <a:rPr lang="zh-CN" altLang="en-US" sz="2800" u="sng">
                <a:ea typeface="楷体_GB2312" pitchFamily="49" charset="-122"/>
              </a:rPr>
              <a:t>对称矩阵</a:t>
            </a:r>
          </a:p>
        </p:txBody>
      </p:sp>
      <p:sp>
        <p:nvSpPr>
          <p:cNvPr id="32783" name="Rectangle 9">
            <a:extLst>
              <a:ext uri="{FF2B5EF4-FFF2-40B4-BE49-F238E27FC236}">
                <a16:creationId xmlns:a16="http://schemas.microsoft.com/office/drawing/2014/main" id="{B21AAC53-E54B-44BF-8A97-43FEF73D79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913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3802" name="Object 10">
            <a:extLst>
              <a:ext uri="{FF2B5EF4-FFF2-40B4-BE49-F238E27FC236}">
                <a16:creationId xmlns:a16="http://schemas.microsoft.com/office/drawing/2014/main" id="{86545BBC-45DC-4A70-B0BD-00CBA2FB26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00200" y="2286000"/>
          <a:ext cx="1600200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08" r:id="rId8" imgW="634725" imgH="457002" progId="Equation.3">
                  <p:embed/>
                </p:oleObj>
              </mc:Choice>
              <mc:Fallback>
                <p:oleObj r:id="rId8" imgW="634725" imgH="457002" progId="Equation.3">
                  <p:embed/>
                  <p:pic>
                    <p:nvPicPr>
                      <p:cNvPr id="33802" name="Object 10">
                        <a:extLst>
                          <a:ext uri="{FF2B5EF4-FFF2-40B4-BE49-F238E27FC236}">
                            <a16:creationId xmlns:a16="http://schemas.microsoft.com/office/drawing/2014/main" id="{86545BBC-45DC-4A70-B0BD-00CBA2FB26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2286000"/>
                        <a:ext cx="1600200" cy="1146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84" name="Rectangle 11">
            <a:extLst>
              <a:ext uri="{FF2B5EF4-FFF2-40B4-BE49-F238E27FC236}">
                <a16:creationId xmlns:a16="http://schemas.microsoft.com/office/drawing/2014/main" id="{C6111E9D-75B3-4201-BD11-6683C29C57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9113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3804" name="Object 12">
            <a:extLst>
              <a:ext uri="{FF2B5EF4-FFF2-40B4-BE49-F238E27FC236}">
                <a16:creationId xmlns:a16="http://schemas.microsoft.com/office/drawing/2014/main" id="{75687C57-2DBE-4672-95AB-4295D43F38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0" y="2286000"/>
          <a:ext cx="1219200" cy="1147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09" r:id="rId10" imgW="482600" imgH="457200" progId="Equation.3">
                  <p:embed/>
                </p:oleObj>
              </mc:Choice>
              <mc:Fallback>
                <p:oleObj r:id="rId10" imgW="482600" imgH="457200" progId="Equation.3">
                  <p:embed/>
                  <p:pic>
                    <p:nvPicPr>
                      <p:cNvPr id="33804" name="Object 12">
                        <a:extLst>
                          <a:ext uri="{FF2B5EF4-FFF2-40B4-BE49-F238E27FC236}">
                            <a16:creationId xmlns:a16="http://schemas.microsoft.com/office/drawing/2014/main" id="{75687C57-2DBE-4672-95AB-4295D43F38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2286000"/>
                        <a:ext cx="1219200" cy="1147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85" name="Rectangle 13">
            <a:extLst>
              <a:ext uri="{FF2B5EF4-FFF2-40B4-BE49-F238E27FC236}">
                <a16:creationId xmlns:a16="http://schemas.microsoft.com/office/drawing/2014/main" id="{A2BDE1B2-930A-4107-9C6B-61B1ABDC7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0038" y="30718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3806" name="Object 14">
            <a:extLst>
              <a:ext uri="{FF2B5EF4-FFF2-40B4-BE49-F238E27FC236}">
                <a16:creationId xmlns:a16="http://schemas.microsoft.com/office/drawing/2014/main" id="{A3CC7CB5-58FA-4706-865B-9BAAB4144F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15000" y="2057400"/>
          <a:ext cx="2057400" cy="158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10" r:id="rId12" imgW="927100" imgH="711200" progId="Equation.3">
                  <p:embed/>
                </p:oleObj>
              </mc:Choice>
              <mc:Fallback>
                <p:oleObj r:id="rId12" imgW="927100" imgH="711200" progId="Equation.3">
                  <p:embed/>
                  <p:pic>
                    <p:nvPicPr>
                      <p:cNvPr id="33806" name="Object 14">
                        <a:extLst>
                          <a:ext uri="{FF2B5EF4-FFF2-40B4-BE49-F238E27FC236}">
                            <a16:creationId xmlns:a16="http://schemas.microsoft.com/office/drawing/2014/main" id="{A3CC7CB5-58FA-4706-865B-9BAAB4144F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2057400"/>
                        <a:ext cx="2057400" cy="1589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7" name="Text Box 15">
            <a:extLst>
              <a:ext uri="{FF2B5EF4-FFF2-40B4-BE49-F238E27FC236}">
                <a16:creationId xmlns:a16="http://schemas.microsoft.com/office/drawing/2014/main" id="{4DD73497-9F38-4902-A96F-09743509C3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2286000"/>
            <a:ext cx="5334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800" b="1">
                <a:solidFill>
                  <a:schemeClr val="accent2"/>
                </a:solidFill>
              </a:rPr>
              <a:t>例如</a:t>
            </a:r>
          </a:p>
        </p:txBody>
      </p:sp>
      <p:sp>
        <p:nvSpPr>
          <p:cNvPr id="33808" name="Text Box 16">
            <a:extLst>
              <a:ext uri="{FF2B5EF4-FFF2-40B4-BE49-F238E27FC236}">
                <a16:creationId xmlns:a16="http://schemas.microsoft.com/office/drawing/2014/main" id="{585B9E8D-FC33-476C-9248-A34D34416A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038600"/>
            <a:ext cx="3048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400"/>
              <a:t>方阵</a:t>
            </a:r>
            <a:r>
              <a:rPr lang="en-US" altLang="zh-CN" sz="2400"/>
              <a:t>A</a:t>
            </a:r>
            <a:r>
              <a:rPr lang="zh-CN" altLang="en-US" sz="2400"/>
              <a:t>为对称矩阵</a:t>
            </a:r>
          </a:p>
        </p:txBody>
      </p:sp>
      <p:sp>
        <p:nvSpPr>
          <p:cNvPr id="33809" name="Text Box 17">
            <a:extLst>
              <a:ext uri="{FF2B5EF4-FFF2-40B4-BE49-F238E27FC236}">
                <a16:creationId xmlns:a16="http://schemas.microsoft.com/office/drawing/2014/main" id="{5BCDE9C8-6528-4832-AE93-53A2CA61DF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3886200"/>
            <a:ext cx="41910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/>
              <a:t>矩阵</a:t>
            </a:r>
            <a:r>
              <a:rPr lang="en-US" altLang="zh-CN" sz="2400"/>
              <a:t>A</a:t>
            </a:r>
            <a:r>
              <a:rPr lang="zh-CN" altLang="en-US" sz="2400"/>
              <a:t>中关于主对角线对称的每一对元素都相等</a:t>
            </a:r>
          </a:p>
        </p:txBody>
      </p:sp>
      <p:sp>
        <p:nvSpPr>
          <p:cNvPr id="33810" name="Text Box 18">
            <a:extLst>
              <a:ext uri="{FF2B5EF4-FFF2-40B4-BE49-F238E27FC236}">
                <a16:creationId xmlns:a16="http://schemas.microsoft.com/office/drawing/2014/main" id="{FECDAB8C-A34B-47D3-B022-8F61849268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5181600"/>
            <a:ext cx="7848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Blip>
                <a:blip r:embed="rId14"/>
              </a:buBlip>
            </a:pPr>
            <a:r>
              <a:rPr lang="zh-CN" altLang="en-US" sz="2400"/>
              <a:t>设</a:t>
            </a:r>
            <a:r>
              <a:rPr lang="en-US" altLang="zh-CN" sz="2400"/>
              <a:t>A</a:t>
            </a:r>
            <a:r>
              <a:rPr lang="zh-CN" altLang="en-US" sz="2400"/>
              <a:t>为任意矩阵，则</a:t>
            </a:r>
          </a:p>
        </p:txBody>
      </p:sp>
      <p:sp>
        <p:nvSpPr>
          <p:cNvPr id="32790" name="Rectangle 19">
            <a:extLst>
              <a:ext uri="{FF2B5EF4-FFF2-40B4-BE49-F238E27FC236}">
                <a16:creationId xmlns:a16="http://schemas.microsoft.com/office/drawing/2014/main" id="{06DD0F8E-DBE9-46DB-A04F-3341E8113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5313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791" name="Rectangle 20">
            <a:extLst>
              <a:ext uri="{FF2B5EF4-FFF2-40B4-BE49-F238E27FC236}">
                <a16:creationId xmlns:a16="http://schemas.microsoft.com/office/drawing/2014/main" id="{D1E95F01-0FD7-44D2-A52C-8C21A25D2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6238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3813" name="Object 21">
            <a:extLst>
              <a:ext uri="{FF2B5EF4-FFF2-40B4-BE49-F238E27FC236}">
                <a16:creationId xmlns:a16="http://schemas.microsoft.com/office/drawing/2014/main" id="{56FE5894-F18C-4546-B2E8-4A597E55C7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5181600"/>
          <a:ext cx="1828800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11" name="Equation" r:id="rId15" imgW="774364" imgH="203112" progId="Equation.DSMT4">
                  <p:embed/>
                </p:oleObj>
              </mc:Choice>
              <mc:Fallback>
                <p:oleObj name="Equation" r:id="rId15" imgW="774364" imgH="203112" progId="Equation.DSMT4">
                  <p:embed/>
                  <p:pic>
                    <p:nvPicPr>
                      <p:cNvPr id="33813" name="Object 21">
                        <a:extLst>
                          <a:ext uri="{FF2B5EF4-FFF2-40B4-BE49-F238E27FC236}">
                            <a16:creationId xmlns:a16="http://schemas.microsoft.com/office/drawing/2014/main" id="{56FE5894-F18C-4546-B2E8-4A597E55C7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5181600"/>
                        <a:ext cx="1828800" cy="474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14" name="Text Box 22">
            <a:extLst>
              <a:ext uri="{FF2B5EF4-FFF2-40B4-BE49-F238E27FC236}">
                <a16:creationId xmlns:a16="http://schemas.microsoft.com/office/drawing/2014/main" id="{2F0AB934-FBB0-4553-B6CF-D08AA7BB71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5257800"/>
            <a:ext cx="3962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/>
              <a:t>恒为方阵，且都是对称矩阵</a:t>
            </a:r>
          </a:p>
        </p:txBody>
      </p:sp>
      <p:sp>
        <p:nvSpPr>
          <p:cNvPr id="33815" name="Text Box 23">
            <a:extLst>
              <a:ext uri="{FF2B5EF4-FFF2-40B4-BE49-F238E27FC236}">
                <a16:creationId xmlns:a16="http://schemas.microsoft.com/office/drawing/2014/main" id="{03CBA041-242E-4441-B82C-B067922E3D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5943600"/>
            <a:ext cx="792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Blip>
                <a:blip r:embed="rId14"/>
              </a:buBlip>
            </a:pPr>
            <a:r>
              <a:rPr lang="zh-CN" altLang="en-US" sz="2400"/>
              <a:t>设</a:t>
            </a:r>
            <a:r>
              <a:rPr lang="en-US" altLang="zh-CN" sz="2400"/>
              <a:t>B</a:t>
            </a:r>
            <a:r>
              <a:rPr lang="zh-CN" altLang="en-US" sz="2400"/>
              <a:t>为任意方阵，则</a:t>
            </a:r>
          </a:p>
        </p:txBody>
      </p:sp>
      <p:sp>
        <p:nvSpPr>
          <p:cNvPr id="32794" name="Rectangle 24">
            <a:extLst>
              <a:ext uri="{FF2B5EF4-FFF2-40B4-BE49-F238E27FC236}">
                <a16:creationId xmlns:a16="http://schemas.microsoft.com/office/drawing/2014/main" id="{505118C5-49DC-4039-8187-2406EF730B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8638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3817" name="Object 25">
            <a:extLst>
              <a:ext uri="{FF2B5EF4-FFF2-40B4-BE49-F238E27FC236}">
                <a16:creationId xmlns:a16="http://schemas.microsoft.com/office/drawing/2014/main" id="{6578F4EF-0AF9-4266-9180-47F846C176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9000" y="5867400"/>
          <a:ext cx="121920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12" r:id="rId17" imgW="469696" imgH="190417" progId="Equation.3">
                  <p:embed/>
                </p:oleObj>
              </mc:Choice>
              <mc:Fallback>
                <p:oleObj r:id="rId17" imgW="469696" imgH="190417" progId="Equation.3">
                  <p:embed/>
                  <p:pic>
                    <p:nvPicPr>
                      <p:cNvPr id="33817" name="Object 25">
                        <a:extLst>
                          <a:ext uri="{FF2B5EF4-FFF2-40B4-BE49-F238E27FC236}">
                            <a16:creationId xmlns:a16="http://schemas.microsoft.com/office/drawing/2014/main" id="{6578F4EF-0AF9-4266-9180-47F846C176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5867400"/>
                        <a:ext cx="1219200" cy="498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18" name="Text Box 26">
            <a:extLst>
              <a:ext uri="{FF2B5EF4-FFF2-40B4-BE49-F238E27FC236}">
                <a16:creationId xmlns:a16="http://schemas.microsoft.com/office/drawing/2014/main" id="{0689B5BD-BEC8-42CA-86A8-52330A32AE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5943600"/>
            <a:ext cx="2438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/>
              <a:t>恒为对称矩阵</a:t>
            </a:r>
          </a:p>
        </p:txBody>
      </p:sp>
      <p:sp>
        <p:nvSpPr>
          <p:cNvPr id="32796" name="Rectangle 27">
            <a:extLst>
              <a:ext uri="{FF2B5EF4-FFF2-40B4-BE49-F238E27FC236}">
                <a16:creationId xmlns:a16="http://schemas.microsoft.com/office/drawing/2014/main" id="{BE104D11-34DA-41B7-B7E5-4300883A8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2463" y="3352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3820" name="Object 28">
            <a:extLst>
              <a:ext uri="{FF2B5EF4-FFF2-40B4-BE49-F238E27FC236}">
                <a16:creationId xmlns:a16="http://schemas.microsoft.com/office/drawing/2014/main" id="{141103C2-CA2D-43C3-9D0F-B7A50F5405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9000" y="3962400"/>
          <a:ext cx="914400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13" r:id="rId19" imgW="215713" imgH="152268" progId="Equation.3">
                  <p:embed/>
                </p:oleObj>
              </mc:Choice>
              <mc:Fallback>
                <p:oleObj r:id="rId19" imgW="215713" imgH="152268" progId="Equation.3">
                  <p:embed/>
                  <p:pic>
                    <p:nvPicPr>
                      <p:cNvPr id="33820" name="Object 28">
                        <a:extLst>
                          <a:ext uri="{FF2B5EF4-FFF2-40B4-BE49-F238E27FC236}">
                            <a16:creationId xmlns:a16="http://schemas.microsoft.com/office/drawing/2014/main" id="{141103C2-CA2D-43C3-9D0F-B7A50F5405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3962400"/>
                        <a:ext cx="914400" cy="638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" fill="hold"/>
                                        <p:tgtEl>
                                          <p:spTgt spid="33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" fill="hold"/>
                                        <p:tgtEl>
                                          <p:spTgt spid="33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75"/>
                                        <p:tgtEl>
                                          <p:spTgt spid="337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37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7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75"/>
                                        <p:tgtEl>
                                          <p:spTgt spid="338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" fill="hold"/>
                                        <p:tgtEl>
                                          <p:spTgt spid="338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" fill="hold"/>
                                        <p:tgtEl>
                                          <p:spTgt spid="338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5" dur="500"/>
                                        <p:tgtEl>
                                          <p:spTgt spid="338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0" dur="500"/>
                                        <p:tgtEl>
                                          <p:spTgt spid="338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" dur="500"/>
                                        <p:tgtEl>
                                          <p:spTgt spid="338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75"/>
                                        <p:tgtEl>
                                          <p:spTgt spid="338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33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75"/>
                                        <p:tgtEl>
                                          <p:spTgt spid="338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75"/>
                                        <p:tgtEl>
                                          <p:spTgt spid="338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3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75"/>
                                        <p:tgtEl>
                                          <p:spTgt spid="338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75"/>
                                        <p:tgtEl>
                                          <p:spTgt spid="338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3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75"/>
                                        <p:tgtEl>
                                          <p:spTgt spid="33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6" grpId="0" build="p" autoUpdateAnimBg="0"/>
      <p:bldP spid="33797" grpId="0" build="p" autoUpdateAnimBg="0"/>
      <p:bldP spid="33800" grpId="0" build="p" autoUpdateAnimBg="0"/>
      <p:bldP spid="33807" grpId="0" build="p" autoUpdateAnimBg="0"/>
      <p:bldP spid="33808" grpId="0" build="p" autoUpdateAnimBg="0"/>
      <p:bldP spid="33809" grpId="0" build="p" autoUpdateAnimBg="0"/>
      <p:bldP spid="33810" grpId="0" build="p" autoUpdateAnimBg="0"/>
      <p:bldP spid="33814" grpId="0" build="p" autoUpdateAnimBg="0"/>
      <p:bldP spid="33815" grpId="0" build="p" autoUpdateAnimBg="0"/>
      <p:bldP spid="33818" grpId="0" build="p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D1E1AA2-1BE8-4DC3-8C56-8B42CDE65A88}"/>
              </a:ext>
            </a:extLst>
          </p:cNvPr>
          <p:cNvGrpSpPr>
            <a:grpSpLocks/>
          </p:cNvGrpSpPr>
          <p:nvPr/>
        </p:nvGrpSpPr>
        <p:grpSpPr bwMode="auto">
          <a:xfrm>
            <a:off x="323850" y="622300"/>
            <a:ext cx="7443788" cy="1800225"/>
            <a:chOff x="204" y="392"/>
            <a:chExt cx="4689" cy="1134"/>
          </a:xfrm>
        </p:grpSpPr>
        <p:grpSp>
          <p:nvGrpSpPr>
            <p:cNvPr id="33806" name="Group 3">
              <a:extLst>
                <a:ext uri="{FF2B5EF4-FFF2-40B4-BE49-F238E27FC236}">
                  <a16:creationId xmlns:a16="http://schemas.microsoft.com/office/drawing/2014/main" id="{547DC24C-AFBB-4F71-B54E-858857C9E3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5" y="1040"/>
              <a:ext cx="3301" cy="486"/>
              <a:chOff x="758" y="858"/>
              <a:chExt cx="3301" cy="486"/>
            </a:xfrm>
          </p:grpSpPr>
          <p:sp>
            <p:nvSpPr>
              <p:cNvPr id="33809" name="Text Box 4">
                <a:extLst>
                  <a:ext uri="{FF2B5EF4-FFF2-40B4-BE49-F238E27FC236}">
                    <a16:creationId xmlns:a16="http://schemas.microsoft.com/office/drawing/2014/main" id="{7A17474D-E381-490D-9821-A5B22A3418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8" y="929"/>
                <a:ext cx="185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>
                    <a:latin typeface="Times New Roman" panose="02020603050405020304" pitchFamily="18" charset="0"/>
                    <a:ea typeface="楷体_GB2312" pitchFamily="49" charset="-122"/>
                  </a:rPr>
                  <a:t>A</a:t>
                </a:r>
                <a:r>
                  <a:rPr lang="zh-CN" altLang="en-US" sz="2400" b="1">
                    <a:latin typeface="Times New Roman" panose="02020603050405020304" pitchFamily="18" charset="0"/>
                    <a:ea typeface="楷体_GB2312" pitchFamily="49" charset="-122"/>
                  </a:rPr>
                  <a:t>为对称矩阵</a:t>
                </a:r>
              </a:p>
            </p:txBody>
          </p:sp>
          <p:sp>
            <p:nvSpPr>
              <p:cNvPr id="33810" name="AutoShape 5">
                <a:extLst>
                  <a:ext uri="{FF2B5EF4-FFF2-40B4-BE49-F238E27FC236}">
                    <a16:creationId xmlns:a16="http://schemas.microsoft.com/office/drawing/2014/main" id="{A67DCC65-C7FB-4A21-8AD2-28EDFB80CE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3" y="1026"/>
                <a:ext cx="862" cy="136"/>
              </a:xfrm>
              <a:prstGeom prst="leftRightArrow">
                <a:avLst>
                  <a:gd name="adj1" fmla="val 50000"/>
                  <a:gd name="adj2" fmla="val 126765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aphicFrame>
            <p:nvGraphicFramePr>
              <p:cNvPr id="33797" name="Object 6">
                <a:extLst>
                  <a:ext uri="{FF2B5EF4-FFF2-40B4-BE49-F238E27FC236}">
                    <a16:creationId xmlns:a16="http://schemas.microsoft.com/office/drawing/2014/main" id="{83C38FCC-F72B-4783-AEAE-0E266D2F3E3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061" y="858"/>
              <a:ext cx="998" cy="4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2286" name="Equation" r:id="rId3" imgW="495000" imgH="241200" progId="Equation.DSMT4">
                      <p:embed/>
                    </p:oleObj>
                  </mc:Choice>
                  <mc:Fallback>
                    <p:oleObj name="Equation" r:id="rId3" imgW="495000" imgH="241200" progId="Equation.DSMT4">
                      <p:embed/>
                      <p:pic>
                        <p:nvPicPr>
                          <p:cNvPr id="33797" name="Object 6">
                            <a:extLst>
                              <a:ext uri="{FF2B5EF4-FFF2-40B4-BE49-F238E27FC236}">
                                <a16:creationId xmlns:a16="http://schemas.microsoft.com/office/drawing/2014/main" id="{83C38FCC-F72B-4783-AEAE-0E266D2F3E32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61" y="858"/>
                            <a:ext cx="998" cy="48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3807" name="Group 7">
              <a:extLst>
                <a:ext uri="{FF2B5EF4-FFF2-40B4-BE49-F238E27FC236}">
                  <a16:creationId xmlns:a16="http://schemas.microsoft.com/office/drawing/2014/main" id="{CCA01A97-FCB2-4788-8F5D-BE64C8118B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4" y="392"/>
              <a:ext cx="4689" cy="346"/>
              <a:chOff x="418" y="210"/>
              <a:chExt cx="4689" cy="346"/>
            </a:xfrm>
          </p:grpSpPr>
          <p:sp>
            <p:nvSpPr>
              <p:cNvPr id="33808" name="Text Box 8">
                <a:extLst>
                  <a:ext uri="{FF2B5EF4-FFF2-40B4-BE49-F238E27FC236}">
                    <a16:creationId xmlns:a16="http://schemas.microsoft.com/office/drawing/2014/main" id="{E1DA926F-17AB-4543-8DA9-AC21134819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8" y="268"/>
                <a:ext cx="468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400" b="1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对称矩阵</a:t>
                </a:r>
                <a:r>
                  <a:rPr lang="zh-CN" altLang="en-US" sz="2400" b="1">
                    <a:latin typeface="Times New Roman" panose="02020603050405020304" pitchFamily="18" charset="0"/>
                    <a:ea typeface="楷体_GB2312" pitchFamily="49" charset="-122"/>
                  </a:rPr>
                  <a:t>：如果                 ，则称矩阵</a:t>
                </a:r>
                <a:r>
                  <a:rPr lang="en-US" altLang="zh-CN" sz="2400" b="1">
                    <a:latin typeface="Times New Roman" panose="02020603050405020304" pitchFamily="18" charset="0"/>
                    <a:ea typeface="楷体_GB2312" pitchFamily="49" charset="-122"/>
                  </a:rPr>
                  <a:t>A</a:t>
                </a:r>
                <a:r>
                  <a:rPr lang="zh-CN" altLang="en-US" sz="2400" b="1">
                    <a:latin typeface="Times New Roman" panose="02020603050405020304" pitchFamily="18" charset="0"/>
                    <a:ea typeface="楷体_GB2312" pitchFamily="49" charset="-122"/>
                  </a:rPr>
                  <a:t>为对称矩阵。   </a:t>
                </a:r>
                <a:endParaRPr lang="zh-CN" altLang="en-US" sz="2400" b="1" baseline="3000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graphicFrame>
            <p:nvGraphicFramePr>
              <p:cNvPr id="33796" name="Object 9">
                <a:extLst>
                  <a:ext uri="{FF2B5EF4-FFF2-40B4-BE49-F238E27FC236}">
                    <a16:creationId xmlns:a16="http://schemas.microsoft.com/office/drawing/2014/main" id="{AE7A7F24-0F1A-4A3D-92BE-CFA1499DA76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837" y="210"/>
              <a:ext cx="817" cy="32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2287" name="Equation" r:id="rId5" imgW="482400" imgH="190440" progId="Equation.DSMT4">
                      <p:embed/>
                    </p:oleObj>
                  </mc:Choice>
                  <mc:Fallback>
                    <p:oleObj name="Equation" r:id="rId5" imgW="482400" imgH="190440" progId="Equation.DSMT4">
                      <p:embed/>
                      <p:pic>
                        <p:nvPicPr>
                          <p:cNvPr id="33796" name="Object 9">
                            <a:extLst>
                              <a:ext uri="{FF2B5EF4-FFF2-40B4-BE49-F238E27FC236}">
                                <a16:creationId xmlns:a16="http://schemas.microsoft.com/office/drawing/2014/main" id="{AE7A7F24-0F1A-4A3D-92BE-CFA1499DA76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37" y="210"/>
                            <a:ext cx="817" cy="32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5" name="Group 10">
            <a:extLst>
              <a:ext uri="{FF2B5EF4-FFF2-40B4-BE49-F238E27FC236}">
                <a16:creationId xmlns:a16="http://schemas.microsoft.com/office/drawing/2014/main" id="{C63BF736-DD49-4FE6-A9C1-CC5FBF68E168}"/>
              </a:ext>
            </a:extLst>
          </p:cNvPr>
          <p:cNvGrpSpPr>
            <a:grpSpLocks/>
          </p:cNvGrpSpPr>
          <p:nvPr/>
        </p:nvGrpSpPr>
        <p:grpSpPr bwMode="auto">
          <a:xfrm>
            <a:off x="323850" y="3213100"/>
            <a:ext cx="8361363" cy="2889250"/>
            <a:chOff x="204" y="2024"/>
            <a:chExt cx="5267" cy="1820"/>
          </a:xfrm>
        </p:grpSpPr>
        <p:grpSp>
          <p:nvGrpSpPr>
            <p:cNvPr id="33800" name="Group 11">
              <a:extLst>
                <a:ext uri="{FF2B5EF4-FFF2-40B4-BE49-F238E27FC236}">
                  <a16:creationId xmlns:a16="http://schemas.microsoft.com/office/drawing/2014/main" id="{EB220CB4-6721-4617-8ACE-FBCF3436A0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3" y="2717"/>
              <a:ext cx="3528" cy="486"/>
              <a:chOff x="894" y="2490"/>
              <a:chExt cx="3528" cy="486"/>
            </a:xfrm>
          </p:grpSpPr>
          <p:sp>
            <p:nvSpPr>
              <p:cNvPr id="33804" name="Text Box 12">
                <a:extLst>
                  <a:ext uri="{FF2B5EF4-FFF2-40B4-BE49-F238E27FC236}">
                    <a16:creationId xmlns:a16="http://schemas.microsoft.com/office/drawing/2014/main" id="{5EA85E35-B713-41FF-AC2B-84826A03F2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94" y="2561"/>
                <a:ext cx="185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>
                    <a:latin typeface="Times New Roman" panose="02020603050405020304" pitchFamily="18" charset="0"/>
                    <a:ea typeface="楷体_GB2312" pitchFamily="49" charset="-122"/>
                  </a:rPr>
                  <a:t>A</a:t>
                </a:r>
                <a:r>
                  <a:rPr lang="zh-CN" altLang="en-US" sz="2400" b="1">
                    <a:latin typeface="Times New Roman" panose="02020603050405020304" pitchFamily="18" charset="0"/>
                    <a:ea typeface="楷体_GB2312" pitchFamily="49" charset="-122"/>
                  </a:rPr>
                  <a:t>为反对称矩阵</a:t>
                </a:r>
              </a:p>
            </p:txBody>
          </p:sp>
          <p:sp>
            <p:nvSpPr>
              <p:cNvPr id="33805" name="AutoShape 13">
                <a:extLst>
                  <a:ext uri="{FF2B5EF4-FFF2-40B4-BE49-F238E27FC236}">
                    <a16:creationId xmlns:a16="http://schemas.microsoft.com/office/drawing/2014/main" id="{6E8F60D7-B409-41B2-A1ED-EE01631942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36" y="2658"/>
                <a:ext cx="862" cy="136"/>
              </a:xfrm>
              <a:prstGeom prst="leftRightArrow">
                <a:avLst>
                  <a:gd name="adj1" fmla="val 50000"/>
                  <a:gd name="adj2" fmla="val 126765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aphicFrame>
            <p:nvGraphicFramePr>
              <p:cNvPr id="33795" name="Object 14">
                <a:extLst>
                  <a:ext uri="{FF2B5EF4-FFF2-40B4-BE49-F238E27FC236}">
                    <a16:creationId xmlns:a16="http://schemas.microsoft.com/office/drawing/2014/main" id="{7C3FEE15-8A70-41C3-8277-634F032A338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245" y="2490"/>
              <a:ext cx="1177" cy="4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2288" name="Equation" r:id="rId7" imgW="583920" imgH="241200" progId="Equation.DSMT4">
                      <p:embed/>
                    </p:oleObj>
                  </mc:Choice>
                  <mc:Fallback>
                    <p:oleObj name="Equation" r:id="rId7" imgW="583920" imgH="241200" progId="Equation.DSMT4">
                      <p:embed/>
                      <p:pic>
                        <p:nvPicPr>
                          <p:cNvPr id="33795" name="Object 14">
                            <a:extLst>
                              <a:ext uri="{FF2B5EF4-FFF2-40B4-BE49-F238E27FC236}">
                                <a16:creationId xmlns:a16="http://schemas.microsoft.com/office/drawing/2014/main" id="{7C3FEE15-8A70-41C3-8277-634F032A338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45" y="2490"/>
                            <a:ext cx="1177" cy="48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3801" name="Group 15">
              <a:extLst>
                <a:ext uri="{FF2B5EF4-FFF2-40B4-BE49-F238E27FC236}">
                  <a16:creationId xmlns:a16="http://schemas.microsoft.com/office/drawing/2014/main" id="{9C3D8702-655D-4CA9-B7EA-BD2A71D1DD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4" y="2024"/>
              <a:ext cx="5267" cy="346"/>
              <a:chOff x="554" y="1842"/>
              <a:chExt cx="5267" cy="346"/>
            </a:xfrm>
          </p:grpSpPr>
          <p:sp>
            <p:nvSpPr>
              <p:cNvPr id="33803" name="Text Box 16">
                <a:extLst>
                  <a:ext uri="{FF2B5EF4-FFF2-40B4-BE49-F238E27FC236}">
                    <a16:creationId xmlns:a16="http://schemas.microsoft.com/office/drawing/2014/main" id="{8DA5AC82-660D-409B-AA11-EECE5C6195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4" y="1900"/>
                <a:ext cx="526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400" b="1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反对称矩阵</a:t>
                </a:r>
                <a:r>
                  <a:rPr lang="zh-CN" altLang="en-US" sz="2400" b="1">
                    <a:latin typeface="Times New Roman" panose="02020603050405020304" pitchFamily="18" charset="0"/>
                    <a:ea typeface="楷体_GB2312" pitchFamily="49" charset="-122"/>
                  </a:rPr>
                  <a:t>：如果                     ，则称矩阵</a:t>
                </a:r>
                <a:r>
                  <a:rPr lang="en-US" altLang="zh-CN" sz="2400" b="1">
                    <a:latin typeface="Times New Roman" panose="02020603050405020304" pitchFamily="18" charset="0"/>
                    <a:ea typeface="楷体_GB2312" pitchFamily="49" charset="-122"/>
                  </a:rPr>
                  <a:t>A</a:t>
                </a:r>
                <a:r>
                  <a:rPr lang="zh-CN" altLang="en-US" sz="2400" b="1">
                    <a:latin typeface="Times New Roman" panose="02020603050405020304" pitchFamily="18" charset="0"/>
                    <a:ea typeface="楷体_GB2312" pitchFamily="49" charset="-122"/>
                  </a:rPr>
                  <a:t>为反对称矩阵。   </a:t>
                </a:r>
                <a:endParaRPr lang="zh-CN" altLang="en-US" sz="2400" b="1" baseline="3000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graphicFrame>
            <p:nvGraphicFramePr>
              <p:cNvPr id="33794" name="Object 17">
                <a:extLst>
                  <a:ext uri="{FF2B5EF4-FFF2-40B4-BE49-F238E27FC236}">
                    <a16:creationId xmlns:a16="http://schemas.microsoft.com/office/drawing/2014/main" id="{1E5AB688-2F15-4D4B-B7A7-BD0F1106893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154" y="1842"/>
              <a:ext cx="952" cy="31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2289" name="Equation" r:id="rId9" imgW="571320" imgH="190440" progId="Equation.DSMT4">
                      <p:embed/>
                    </p:oleObj>
                  </mc:Choice>
                  <mc:Fallback>
                    <p:oleObj name="Equation" r:id="rId9" imgW="571320" imgH="190440" progId="Equation.DSMT4">
                      <p:embed/>
                      <p:pic>
                        <p:nvPicPr>
                          <p:cNvPr id="33794" name="Object 17">
                            <a:extLst>
                              <a:ext uri="{FF2B5EF4-FFF2-40B4-BE49-F238E27FC236}">
                                <a16:creationId xmlns:a16="http://schemas.microsoft.com/office/drawing/2014/main" id="{1E5AB688-2F15-4D4B-B7A7-BD0F1106893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54" y="1842"/>
                            <a:ext cx="952" cy="31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3802" name="Text Box 18">
              <a:extLst>
                <a:ext uri="{FF2B5EF4-FFF2-40B4-BE49-F238E27FC236}">
                  <a16:creationId xmlns:a16="http://schemas.microsoft.com/office/drawing/2014/main" id="{44659775-AAA5-4C77-B3AA-444BB16871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3556"/>
              <a:ext cx="138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2400">
                  <a:latin typeface="Times New Roman" panose="02020603050405020304" pitchFamily="18" charset="0"/>
                  <a:ea typeface="楷体_GB2312" pitchFamily="49" charset="-122"/>
                </a:rPr>
                <a:t>（</a:t>
              </a:r>
              <a:r>
                <a:rPr kumimoji="1"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i,j=1,2,…,n</a:t>
              </a:r>
              <a:r>
                <a:rPr kumimoji="1" lang="zh-CN" altLang="en-US" sz="2400">
                  <a:latin typeface="Times New Roman" panose="02020603050405020304" pitchFamily="18" charset="0"/>
                  <a:ea typeface="楷体_GB2312" pitchFamily="49" charset="-122"/>
                </a:rPr>
                <a:t>）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2"/>
          <p:cNvSpPr txBox="1"/>
          <p:nvPr/>
        </p:nvSpPr>
        <p:spPr>
          <a:xfrm>
            <a:off x="596265" y="1292716"/>
            <a:ext cx="82296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矩阵的乘法虽不满足交换律，但仍满足下列结合律和分配律</a:t>
            </a:r>
          </a:p>
        </p:txBody>
      </p:sp>
      <p:sp>
        <p:nvSpPr>
          <p:cNvPr id="26627" name="Text Box 3"/>
          <p:cNvSpPr txBox="1"/>
          <p:nvPr/>
        </p:nvSpPr>
        <p:spPr>
          <a:xfrm>
            <a:off x="1219200" y="1902143"/>
            <a:ext cx="36576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0033CC"/>
                </a:solidFill>
                <a:latin typeface="微软雅黑" panose="020B0503020204020204" charset="-122"/>
                <a:ea typeface="微软雅黑" panose="020B0503020204020204" charset="-122"/>
              </a:rPr>
              <a:t>(i)  (AB)C=A(BC)</a:t>
            </a:r>
          </a:p>
        </p:txBody>
      </p:sp>
      <p:sp>
        <p:nvSpPr>
          <p:cNvPr id="26628" name="Text Box 4"/>
          <p:cNvSpPr txBox="1"/>
          <p:nvPr/>
        </p:nvSpPr>
        <p:spPr>
          <a:xfrm>
            <a:off x="1034899" y="2606177"/>
            <a:ext cx="6858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dirty="0">
                <a:solidFill>
                  <a:srgbClr val="0033CC"/>
                </a:solidFill>
                <a:latin typeface="微软雅黑" panose="020B0503020204020204" charset="-122"/>
                <a:ea typeface="微软雅黑" panose="020B0503020204020204" charset="-122"/>
              </a:rPr>
              <a:t>(ii)</a:t>
            </a:r>
          </a:p>
        </p:txBody>
      </p:sp>
      <p:graphicFrame>
        <p:nvGraphicFramePr>
          <p:cNvPr id="2662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2817694"/>
              </p:ext>
            </p:extLst>
          </p:nvPr>
        </p:nvGraphicFramePr>
        <p:xfrm>
          <a:off x="1720699" y="2612527"/>
          <a:ext cx="342900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90" name="Equation" r:id="rId3" imgW="2044700" imgH="266700" progId="Equation.DSMT4">
                  <p:embed/>
                </p:oleObj>
              </mc:Choice>
              <mc:Fallback>
                <p:oleObj name="Equation" r:id="rId3" imgW="2044700" imgH="266700" progId="Equation.DSMT4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720699" y="2612527"/>
                        <a:ext cx="3429000" cy="447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0" name="Text Box 6"/>
          <p:cNvSpPr txBox="1"/>
          <p:nvPr/>
        </p:nvSpPr>
        <p:spPr>
          <a:xfrm>
            <a:off x="1111099" y="3296422"/>
            <a:ext cx="71437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dirty="0">
                <a:solidFill>
                  <a:srgbClr val="0033CC"/>
                </a:solidFill>
                <a:latin typeface="微软雅黑" panose="020B0503020204020204" charset="-122"/>
                <a:ea typeface="微软雅黑" panose="020B0503020204020204" charset="-122"/>
              </a:rPr>
              <a:t>(iii)</a:t>
            </a:r>
          </a:p>
        </p:txBody>
      </p:sp>
      <p:sp>
        <p:nvSpPr>
          <p:cNvPr id="20487" name="Rectangle 7"/>
          <p:cNvSpPr/>
          <p:nvPr/>
        </p:nvSpPr>
        <p:spPr>
          <a:xfrm>
            <a:off x="3905250" y="3214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2663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9757652"/>
              </p:ext>
            </p:extLst>
          </p:nvPr>
        </p:nvGraphicFramePr>
        <p:xfrm>
          <a:off x="1834999" y="3296422"/>
          <a:ext cx="3048000" cy="97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91" r:id="rId5" imgW="1778000" imgH="571500" progId="Equation.3">
                  <p:embed/>
                </p:oleObj>
              </mc:Choice>
              <mc:Fallback>
                <p:oleObj r:id="rId5" imgW="1778000" imgH="571500" progId="Equation.3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834999" y="3296422"/>
                        <a:ext cx="3048000" cy="979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标题 1"/>
          <p:cNvSpPr>
            <a:spLocks noGrp="1"/>
          </p:cNvSpPr>
          <p:nvPr/>
        </p:nvSpPr>
        <p:spPr>
          <a:xfrm>
            <a:off x="637540" y="431165"/>
            <a:ext cx="5159375" cy="71755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3600">
                <a:latin typeface="微软雅黑" panose="020B0503020204020204" charset="-122"/>
                <a:ea typeface="微软雅黑" panose="020B0503020204020204" charset="-122"/>
              </a:rPr>
              <a:t>三、</a:t>
            </a:r>
            <a:r>
              <a:rPr lang="zh-CN" altLang="en-US" sz="3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矩阵的乘法</a:t>
            </a:r>
            <a:endParaRPr lang="zh-CN" altLang="en-US" sz="3600" b="1" dirty="0">
              <a:solidFill>
                <a:schemeClr val="tx1"/>
              </a:solidFill>
              <a:latin typeface="隶书" pitchFamily="49" charset="-122"/>
              <a:ea typeface="隶书" pitchFamily="49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0724" y="4585472"/>
            <a:ext cx="77520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r>
              <a:rPr lang="en-US" altLang="zh-CN" sz="2400" b="1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2.1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比较数的运算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en-US" altLang="zh-CN" sz="24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a+b</a:t>
            </a:r>
            <a:r>
              <a:rPr lang="en-US" altLang="zh-CN" sz="2400" baseline="30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)2</a:t>
            </a:r>
            <a:r>
              <a:rPr lang="zh-CN" altLang="en-US" sz="2400" baseline="30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和矩阵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(A+B)</a:t>
            </a:r>
            <a:r>
              <a:rPr lang="en-US" altLang="zh-CN" sz="2400" baseline="30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的运算 。</a:t>
            </a:r>
          </a:p>
        </p:txBody>
      </p:sp>
      <p:sp>
        <p:nvSpPr>
          <p:cNvPr id="11" name="直角三角形 10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直角三角形 11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1202004"/>
              </p:ext>
            </p:extLst>
          </p:nvPr>
        </p:nvGraphicFramePr>
        <p:xfrm>
          <a:off x="1079496" y="5374264"/>
          <a:ext cx="7007733" cy="11905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92" name="Equation" r:id="rId7" imgW="3288960" imgH="558720" progId="Equation.DSMT4">
                  <p:embed/>
                </p:oleObj>
              </mc:Choice>
              <mc:Fallback>
                <p:oleObj name="Equation" r:id="rId7" imgW="3288960" imgH="55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79496" y="5374264"/>
                        <a:ext cx="7007733" cy="11905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6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" grpId="0" build="p"/>
      <p:bldP spid="26627" grpId="0" build="p"/>
      <p:bldP spid="26628" grpId="0" build="p"/>
      <p:bldP spid="26630" grpId="0" build="p"/>
      <p:bldP spid="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7" name="Rectangle 7"/>
          <p:cNvSpPr/>
          <p:nvPr/>
        </p:nvSpPr>
        <p:spPr>
          <a:xfrm>
            <a:off x="3905250" y="3214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637540" y="431165"/>
            <a:ext cx="5159375" cy="71755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 fontScale="77500" lnSpcReduction="20000"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3600" dirty="0">
                <a:latin typeface="微软雅黑" panose="020B0503020204020204" charset="-122"/>
                <a:ea typeface="微软雅黑" panose="020B0503020204020204" charset="-122"/>
              </a:rPr>
              <a:t>三、</a:t>
            </a:r>
            <a:r>
              <a:rPr lang="zh-CN" altLang="en-US" sz="3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矩阵的乘法（旋转变换）</a:t>
            </a:r>
            <a:endParaRPr lang="zh-CN" altLang="en-US" sz="3600" b="1" dirty="0">
              <a:solidFill>
                <a:schemeClr val="tx1"/>
              </a:solidFill>
              <a:latin typeface="隶书" pitchFamily="49" charset="-122"/>
              <a:ea typeface="隶书" pitchFamily="49" charset="-122"/>
              <a:sym typeface="+mn-ea"/>
            </a:endParaRPr>
          </a:p>
        </p:txBody>
      </p:sp>
      <p:sp>
        <p:nvSpPr>
          <p:cNvPr id="11" name="直角三角形 10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直角三角形 11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7016878-209E-42FD-B87D-61BFAFDA9C5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1190842"/>
            <a:ext cx="3817203" cy="3694632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AE45C0FE-1583-407A-964C-3B3C9C782E01}"/>
              </a:ext>
            </a:extLst>
          </p:cNvPr>
          <p:cNvSpPr txBox="1"/>
          <p:nvPr/>
        </p:nvSpPr>
        <p:spPr>
          <a:xfrm>
            <a:off x="3734358" y="1430109"/>
            <a:ext cx="3417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A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65399D3-210A-4E3A-BE73-0AAF77E044D6}"/>
              </a:ext>
            </a:extLst>
          </p:cNvPr>
          <p:cNvSpPr txBox="1"/>
          <p:nvPr/>
        </p:nvSpPr>
        <p:spPr>
          <a:xfrm>
            <a:off x="5435317" y="3141714"/>
            <a:ext cx="7208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A’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86833BF-2B49-48A7-85C3-50F88AC78F3B}"/>
              </a:ext>
            </a:extLst>
          </p:cNvPr>
          <p:cNvSpPr txBox="1"/>
          <p:nvPr/>
        </p:nvSpPr>
        <p:spPr>
          <a:xfrm>
            <a:off x="3200454" y="4005064"/>
            <a:ext cx="5850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</a:t>
            </a:r>
            <a:r>
              <a:rPr lang="en-US" altLang="zh-CN" sz="1400" baseline="-25000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0</a:t>
            </a:r>
            <a:endParaRPr lang="zh-CN" altLang="en-US" sz="1400" baseline="-250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48AA5CB-E5A5-4887-8DCA-B0613B461778}"/>
              </a:ext>
            </a:extLst>
          </p:cNvPr>
          <p:cNvSpPr txBox="1"/>
          <p:nvPr/>
        </p:nvSpPr>
        <p:spPr>
          <a:xfrm>
            <a:off x="234852" y="5238535"/>
            <a:ext cx="836247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图中，点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A(</a:t>
            </a:r>
            <a:r>
              <a:rPr lang="en-US" altLang="zh-CN" sz="24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x,y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是由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en-US" altLang="zh-CN" sz="24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uOv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平面上的点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A’(</a:t>
            </a:r>
            <a:r>
              <a:rPr lang="en-US" altLang="zh-CN" sz="24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x’,y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’) 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绕原点逆时针旋转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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角度得到。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704540362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7" name="Rectangle 7"/>
          <p:cNvSpPr/>
          <p:nvPr/>
        </p:nvSpPr>
        <p:spPr>
          <a:xfrm>
            <a:off x="3905250" y="3214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637540" y="431165"/>
            <a:ext cx="5159375" cy="71755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 fontScale="77500" lnSpcReduction="20000"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3600" dirty="0">
                <a:latin typeface="微软雅黑" panose="020B0503020204020204" charset="-122"/>
                <a:ea typeface="微软雅黑" panose="020B0503020204020204" charset="-122"/>
              </a:rPr>
              <a:t>三、</a:t>
            </a:r>
            <a:r>
              <a:rPr lang="zh-CN" altLang="en-US" sz="3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矩阵的乘法（旋转变换）</a:t>
            </a:r>
            <a:endParaRPr lang="zh-CN" altLang="en-US" sz="3600" b="1" dirty="0">
              <a:solidFill>
                <a:schemeClr val="tx1"/>
              </a:solidFill>
              <a:latin typeface="隶书" pitchFamily="49" charset="-122"/>
              <a:ea typeface="隶书" pitchFamily="49" charset="-122"/>
              <a:sym typeface="+mn-ea"/>
            </a:endParaRPr>
          </a:p>
        </p:txBody>
      </p:sp>
      <p:sp>
        <p:nvSpPr>
          <p:cNvPr id="11" name="直角三角形 10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直角三角形 11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3" name="Object 5">
            <a:extLst>
              <a:ext uri="{FF2B5EF4-FFF2-40B4-BE49-F238E27FC236}">
                <a16:creationId xmlns:a16="http://schemas.microsoft.com/office/drawing/2014/main" id="{71259D78-50FC-4604-A457-29542AF62A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5474383"/>
              </p:ext>
            </p:extLst>
          </p:nvPr>
        </p:nvGraphicFramePr>
        <p:xfrm>
          <a:off x="1115616" y="1199688"/>
          <a:ext cx="2682875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64" name="Equation" r:id="rId3" imgW="1600200" imgH="228600" progId="Equation.DSMT4">
                  <p:embed/>
                </p:oleObj>
              </mc:Choice>
              <mc:Fallback>
                <p:oleObj name="Equation" r:id="rId3" imgW="1600200" imgH="228600" progId="Equation.DSMT4">
                  <p:embed/>
                  <p:pic>
                    <p:nvPicPr>
                      <p:cNvPr id="26629" name="Object 5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15616" y="1199688"/>
                        <a:ext cx="2682875" cy="384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5">
            <a:extLst>
              <a:ext uri="{FF2B5EF4-FFF2-40B4-BE49-F238E27FC236}">
                <a16:creationId xmlns:a16="http://schemas.microsoft.com/office/drawing/2014/main" id="{F2639B6A-4CFB-4D5F-9FB4-0911543DE7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3416554"/>
              </p:ext>
            </p:extLst>
          </p:nvPr>
        </p:nvGraphicFramePr>
        <p:xfrm>
          <a:off x="1102785" y="1759034"/>
          <a:ext cx="3662362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65" name="Equation" r:id="rId5" imgW="2184120" imgH="253800" progId="Equation.DSMT4">
                  <p:embed/>
                </p:oleObj>
              </mc:Choice>
              <mc:Fallback>
                <p:oleObj name="Equation" r:id="rId5" imgW="2184120" imgH="253800" progId="Equation.DSMT4">
                  <p:embed/>
                  <p:pic>
                    <p:nvPicPr>
                      <p:cNvPr id="13" name="Object 5">
                        <a:extLst>
                          <a:ext uri="{FF2B5EF4-FFF2-40B4-BE49-F238E27FC236}">
                            <a16:creationId xmlns:a16="http://schemas.microsoft.com/office/drawing/2014/main" id="{71259D78-50FC-4604-A457-29542AF62A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02785" y="1759034"/>
                        <a:ext cx="3662362" cy="425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5">
            <a:extLst>
              <a:ext uri="{FF2B5EF4-FFF2-40B4-BE49-F238E27FC236}">
                <a16:creationId xmlns:a16="http://schemas.microsoft.com/office/drawing/2014/main" id="{4040C242-08D1-4F66-BE94-E07E916442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8098496"/>
              </p:ext>
            </p:extLst>
          </p:nvPr>
        </p:nvGraphicFramePr>
        <p:xfrm>
          <a:off x="431073" y="2241638"/>
          <a:ext cx="8362950" cy="142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66" name="Equation" r:id="rId7" imgW="5499000" imgH="939600" progId="Equation.DSMT4">
                  <p:embed/>
                </p:oleObj>
              </mc:Choice>
              <mc:Fallback>
                <p:oleObj name="Equation" r:id="rId7" imgW="5499000" imgH="939600" progId="Equation.DSMT4">
                  <p:embed/>
                  <p:pic>
                    <p:nvPicPr>
                      <p:cNvPr id="14" name="Object 5">
                        <a:extLst>
                          <a:ext uri="{FF2B5EF4-FFF2-40B4-BE49-F238E27FC236}">
                            <a16:creationId xmlns:a16="http://schemas.microsoft.com/office/drawing/2014/main" id="{F2639B6A-4CFB-4D5F-9FB4-0911543DE7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31073" y="2241638"/>
                        <a:ext cx="8362950" cy="1425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17">
            <a:extLst>
              <a:ext uri="{FF2B5EF4-FFF2-40B4-BE49-F238E27FC236}">
                <a16:creationId xmlns:a16="http://schemas.microsoft.com/office/drawing/2014/main" id="{A38A097E-6EE4-45B5-BC3F-8BCCB9E2F031}"/>
              </a:ext>
            </a:extLst>
          </p:cNvPr>
          <p:cNvSpPr txBox="1"/>
          <p:nvPr/>
        </p:nvSpPr>
        <p:spPr>
          <a:xfrm>
            <a:off x="410375" y="3824277"/>
            <a:ext cx="13848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所以，</a:t>
            </a:r>
            <a:endParaRPr lang="zh-CN" altLang="en-US" sz="2400" dirty="0"/>
          </a:p>
        </p:txBody>
      </p:sp>
      <p:graphicFrame>
        <p:nvGraphicFramePr>
          <p:cNvPr id="20" name="Object 5">
            <a:extLst>
              <a:ext uri="{FF2B5EF4-FFF2-40B4-BE49-F238E27FC236}">
                <a16:creationId xmlns:a16="http://schemas.microsoft.com/office/drawing/2014/main" id="{1A1C8AE8-E409-4E27-9BA1-E8D5B0FCD8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4199566"/>
              </p:ext>
            </p:extLst>
          </p:nvPr>
        </p:nvGraphicFramePr>
        <p:xfrm>
          <a:off x="1475656" y="3708239"/>
          <a:ext cx="3502015" cy="9320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67" name="Equation" r:id="rId9" imgW="1714320" imgH="457200" progId="Equation.DSMT4">
                  <p:embed/>
                </p:oleObj>
              </mc:Choice>
              <mc:Fallback>
                <p:oleObj name="Equation" r:id="rId9" imgW="1714320" imgH="457200" progId="Equation.DSMT4">
                  <p:embed/>
                  <p:pic>
                    <p:nvPicPr>
                      <p:cNvPr id="15" name="Object 5">
                        <a:extLst>
                          <a:ext uri="{FF2B5EF4-FFF2-40B4-BE49-F238E27FC236}">
                            <a16:creationId xmlns:a16="http://schemas.microsoft.com/office/drawing/2014/main" id="{4040C242-08D1-4F66-BE94-E07E916442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75656" y="3708239"/>
                        <a:ext cx="3502015" cy="93202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5">
            <a:extLst>
              <a:ext uri="{FF2B5EF4-FFF2-40B4-BE49-F238E27FC236}">
                <a16:creationId xmlns:a16="http://schemas.microsoft.com/office/drawing/2014/main" id="{4F335388-AD1E-4EA3-94BD-5C852DC0CE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5653638"/>
              </p:ext>
            </p:extLst>
          </p:nvPr>
        </p:nvGraphicFramePr>
        <p:xfrm>
          <a:off x="5829462" y="3721014"/>
          <a:ext cx="2749550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68" name="Equation" r:id="rId11" imgW="1346040" imgH="457200" progId="Equation.DSMT4">
                  <p:embed/>
                </p:oleObj>
              </mc:Choice>
              <mc:Fallback>
                <p:oleObj name="Equation" r:id="rId11" imgW="1346040" imgH="457200" progId="Equation.DSMT4">
                  <p:embed/>
                  <p:pic>
                    <p:nvPicPr>
                      <p:cNvPr id="20" name="Object 5">
                        <a:extLst>
                          <a:ext uri="{FF2B5EF4-FFF2-40B4-BE49-F238E27FC236}">
                            <a16:creationId xmlns:a16="http://schemas.microsoft.com/office/drawing/2014/main" id="{1A1C8AE8-E409-4E27-9BA1-E8D5B0FCD8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829462" y="3721014"/>
                        <a:ext cx="2749550" cy="933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22">
            <a:extLst>
              <a:ext uri="{FF2B5EF4-FFF2-40B4-BE49-F238E27FC236}">
                <a16:creationId xmlns:a16="http://schemas.microsoft.com/office/drawing/2014/main" id="{9EB8053E-BD4D-40CC-8591-22227A6D3739}"/>
              </a:ext>
            </a:extLst>
          </p:cNvPr>
          <p:cNvSpPr txBox="1"/>
          <p:nvPr/>
        </p:nvSpPr>
        <p:spPr>
          <a:xfrm>
            <a:off x="5343640" y="3943417"/>
            <a:ext cx="6924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令</a:t>
            </a:r>
            <a:endParaRPr lang="zh-CN" altLang="en-US" sz="240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E39576C-7226-407C-BA2A-C285354570B4}"/>
              </a:ext>
            </a:extLst>
          </p:cNvPr>
          <p:cNvSpPr txBox="1"/>
          <p:nvPr/>
        </p:nvSpPr>
        <p:spPr>
          <a:xfrm>
            <a:off x="332801" y="4848827"/>
            <a:ext cx="10252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由于</a:t>
            </a:r>
            <a:endParaRPr lang="zh-CN" altLang="en-US" sz="2400" dirty="0"/>
          </a:p>
        </p:txBody>
      </p:sp>
      <p:graphicFrame>
        <p:nvGraphicFramePr>
          <p:cNvPr id="25" name="Object 5">
            <a:extLst>
              <a:ext uri="{FF2B5EF4-FFF2-40B4-BE49-F238E27FC236}">
                <a16:creationId xmlns:a16="http://schemas.microsoft.com/office/drawing/2014/main" id="{57ACCF2A-36A3-4E6E-90CD-2F3BCB62CB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3838911"/>
              </p:ext>
            </p:extLst>
          </p:nvPr>
        </p:nvGraphicFramePr>
        <p:xfrm>
          <a:off x="1259632" y="4811528"/>
          <a:ext cx="6354763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69" name="Equation" r:id="rId13" imgW="3111480" imgH="457200" progId="Equation.DSMT4">
                  <p:embed/>
                </p:oleObj>
              </mc:Choice>
              <mc:Fallback>
                <p:oleObj name="Equation" r:id="rId13" imgW="3111480" imgH="457200" progId="Equation.DSMT4">
                  <p:embed/>
                  <p:pic>
                    <p:nvPicPr>
                      <p:cNvPr id="22" name="Object 5">
                        <a:extLst>
                          <a:ext uri="{FF2B5EF4-FFF2-40B4-BE49-F238E27FC236}">
                            <a16:creationId xmlns:a16="http://schemas.microsoft.com/office/drawing/2014/main" id="{4F335388-AD1E-4EA3-94BD-5C852DC0CE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259632" y="4811528"/>
                        <a:ext cx="6354763" cy="933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文本框 25">
            <a:extLst>
              <a:ext uri="{FF2B5EF4-FFF2-40B4-BE49-F238E27FC236}">
                <a16:creationId xmlns:a16="http://schemas.microsoft.com/office/drawing/2014/main" id="{1BEE2941-B95E-4049-BA1C-5139B0495A8E}"/>
              </a:ext>
            </a:extLst>
          </p:cNvPr>
          <p:cNvSpPr txBox="1"/>
          <p:nvPr/>
        </p:nvSpPr>
        <p:spPr>
          <a:xfrm>
            <a:off x="332801" y="5871054"/>
            <a:ext cx="85596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所以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A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为正交矩阵，即平面旋转变换为正交变换。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4463114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7" name="Rectangle 7"/>
          <p:cNvSpPr/>
          <p:nvPr/>
        </p:nvSpPr>
        <p:spPr>
          <a:xfrm>
            <a:off x="3905250" y="3214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637540" y="431165"/>
            <a:ext cx="5159375" cy="71755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 fontScale="77500" lnSpcReduction="20000"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3600" dirty="0">
                <a:latin typeface="微软雅黑" panose="020B0503020204020204" charset="-122"/>
                <a:ea typeface="微软雅黑" panose="020B0503020204020204" charset="-122"/>
              </a:rPr>
              <a:t>三、</a:t>
            </a:r>
            <a:r>
              <a:rPr lang="zh-CN" altLang="en-US" sz="3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矩阵的乘法（旋转变换）</a:t>
            </a:r>
            <a:endParaRPr lang="zh-CN" altLang="en-US" sz="3600" b="1" dirty="0">
              <a:solidFill>
                <a:schemeClr val="tx1"/>
              </a:solidFill>
              <a:latin typeface="隶书" pitchFamily="49" charset="-122"/>
              <a:ea typeface="隶书" pitchFamily="49" charset="-122"/>
              <a:sym typeface="+mn-ea"/>
            </a:endParaRPr>
          </a:p>
        </p:txBody>
      </p:sp>
      <p:sp>
        <p:nvSpPr>
          <p:cNvPr id="11" name="直角三角形 10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3" name="Object 5">
            <a:extLst>
              <a:ext uri="{FF2B5EF4-FFF2-40B4-BE49-F238E27FC236}">
                <a16:creationId xmlns:a16="http://schemas.microsoft.com/office/drawing/2014/main" id="{71259D78-50FC-4604-A457-29542AF62A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6119275"/>
              </p:ext>
            </p:extLst>
          </p:nvPr>
        </p:nvGraphicFramePr>
        <p:xfrm>
          <a:off x="1025211" y="1297311"/>
          <a:ext cx="681038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58" name="Equation" r:id="rId3" imgW="406080" imgH="393480" progId="Equation.DSMT4">
                  <p:embed/>
                </p:oleObj>
              </mc:Choice>
              <mc:Fallback>
                <p:oleObj name="Equation" r:id="rId3" imgW="406080" imgH="393480" progId="Equation.DSMT4">
                  <p:embed/>
                  <p:pic>
                    <p:nvPicPr>
                      <p:cNvPr id="13" name="Object 5">
                        <a:extLst>
                          <a:ext uri="{FF2B5EF4-FFF2-40B4-BE49-F238E27FC236}">
                            <a16:creationId xmlns:a16="http://schemas.microsoft.com/office/drawing/2014/main" id="{71259D78-50FC-4604-A457-29542AF62A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25211" y="1297311"/>
                        <a:ext cx="681038" cy="660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5">
            <a:extLst>
              <a:ext uri="{FF2B5EF4-FFF2-40B4-BE49-F238E27FC236}">
                <a16:creationId xmlns:a16="http://schemas.microsoft.com/office/drawing/2014/main" id="{4F335388-AD1E-4EA3-94BD-5C852DC0CE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1929554"/>
              </p:ext>
            </p:extLst>
          </p:nvPr>
        </p:nvGraphicFramePr>
        <p:xfrm>
          <a:off x="2483768" y="1148715"/>
          <a:ext cx="1738313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59" name="Equation" r:id="rId5" imgW="850680" imgH="457200" progId="Equation.DSMT4">
                  <p:embed/>
                </p:oleObj>
              </mc:Choice>
              <mc:Fallback>
                <p:oleObj name="Equation" r:id="rId5" imgW="850680" imgH="457200" progId="Equation.DSMT4">
                  <p:embed/>
                  <p:pic>
                    <p:nvPicPr>
                      <p:cNvPr id="22" name="Object 5">
                        <a:extLst>
                          <a:ext uri="{FF2B5EF4-FFF2-40B4-BE49-F238E27FC236}">
                            <a16:creationId xmlns:a16="http://schemas.microsoft.com/office/drawing/2014/main" id="{4F335388-AD1E-4EA3-94BD-5C852DC0CE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83768" y="1148715"/>
                        <a:ext cx="1738313" cy="933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>
            <a:extLst>
              <a:ext uri="{FF2B5EF4-FFF2-40B4-BE49-F238E27FC236}">
                <a16:creationId xmlns:a16="http://schemas.microsoft.com/office/drawing/2014/main" id="{8DD7BD7B-C1CF-402E-8860-163B1B8F7CD2}"/>
              </a:ext>
            </a:extLst>
          </p:cNvPr>
          <p:cNvSpPr txBox="1"/>
          <p:nvPr/>
        </p:nvSpPr>
        <p:spPr>
          <a:xfrm>
            <a:off x="511609" y="1404671"/>
            <a:ext cx="7480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当</a:t>
            </a:r>
            <a:endParaRPr lang="zh-CN" altLang="en-US" sz="24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3BC1276-6889-47F3-9297-77833284451D}"/>
              </a:ext>
            </a:extLst>
          </p:cNvPr>
          <p:cNvSpPr txBox="1"/>
          <p:nvPr/>
        </p:nvSpPr>
        <p:spPr>
          <a:xfrm>
            <a:off x="1706248" y="1406240"/>
            <a:ext cx="12095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时，</a:t>
            </a:r>
            <a:endParaRPr lang="zh-CN" altLang="en-US" sz="2400" dirty="0"/>
          </a:p>
        </p:txBody>
      </p:sp>
      <p:graphicFrame>
        <p:nvGraphicFramePr>
          <p:cNvPr id="9" name="Object 5">
            <a:extLst>
              <a:ext uri="{FF2B5EF4-FFF2-40B4-BE49-F238E27FC236}">
                <a16:creationId xmlns:a16="http://schemas.microsoft.com/office/drawing/2014/main" id="{245C3808-2FE2-4862-ABF2-ADF0DFB8C2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3374800"/>
              </p:ext>
            </p:extLst>
          </p:nvPr>
        </p:nvGraphicFramePr>
        <p:xfrm>
          <a:off x="1119571" y="2428265"/>
          <a:ext cx="681038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60" name="Equation" r:id="rId7" imgW="406080" imgH="393480" progId="Equation.DSMT4">
                  <p:embed/>
                </p:oleObj>
              </mc:Choice>
              <mc:Fallback>
                <p:oleObj name="Equation" r:id="rId7" imgW="406080" imgH="393480" progId="Equation.DSMT4">
                  <p:embed/>
                  <p:pic>
                    <p:nvPicPr>
                      <p:cNvPr id="13" name="Object 5">
                        <a:extLst>
                          <a:ext uri="{FF2B5EF4-FFF2-40B4-BE49-F238E27FC236}">
                            <a16:creationId xmlns:a16="http://schemas.microsoft.com/office/drawing/2014/main" id="{71259D78-50FC-4604-A457-29542AF62A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19571" y="2428265"/>
                        <a:ext cx="681038" cy="660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5">
            <a:extLst>
              <a:ext uri="{FF2B5EF4-FFF2-40B4-BE49-F238E27FC236}">
                <a16:creationId xmlns:a16="http://schemas.microsoft.com/office/drawing/2014/main" id="{10F65ECC-E61E-41E8-A2A4-7AA48DA4E4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6278201"/>
              </p:ext>
            </p:extLst>
          </p:nvPr>
        </p:nvGraphicFramePr>
        <p:xfrm>
          <a:off x="2750343" y="2306638"/>
          <a:ext cx="2309813" cy="181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61" name="Equation" r:id="rId9" imgW="1130040" imgH="888840" progId="Equation.DSMT4">
                  <p:embed/>
                </p:oleObj>
              </mc:Choice>
              <mc:Fallback>
                <p:oleObj name="Equation" r:id="rId9" imgW="1130040" imgH="888840" progId="Equation.DSMT4">
                  <p:embed/>
                  <p:pic>
                    <p:nvPicPr>
                      <p:cNvPr id="22" name="Object 5">
                        <a:extLst>
                          <a:ext uri="{FF2B5EF4-FFF2-40B4-BE49-F238E27FC236}">
                            <a16:creationId xmlns:a16="http://schemas.microsoft.com/office/drawing/2014/main" id="{4F335388-AD1E-4EA3-94BD-5C852DC0CE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750343" y="2306638"/>
                        <a:ext cx="2309813" cy="1816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DBB50657-D0C9-432F-9CE9-6EABE55CAA7C}"/>
              </a:ext>
            </a:extLst>
          </p:cNvPr>
          <p:cNvSpPr txBox="1"/>
          <p:nvPr/>
        </p:nvSpPr>
        <p:spPr>
          <a:xfrm>
            <a:off x="605969" y="2535625"/>
            <a:ext cx="7480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当</a:t>
            </a:r>
            <a:endParaRPr lang="zh-CN" altLang="en-US" sz="24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F943A88-486B-4B85-A88F-253C647DC70E}"/>
              </a:ext>
            </a:extLst>
          </p:cNvPr>
          <p:cNvSpPr txBox="1"/>
          <p:nvPr/>
        </p:nvSpPr>
        <p:spPr>
          <a:xfrm>
            <a:off x="1800608" y="2537194"/>
            <a:ext cx="12095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时，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57164975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7" name="Rectangle 7"/>
          <p:cNvSpPr/>
          <p:nvPr/>
        </p:nvSpPr>
        <p:spPr>
          <a:xfrm>
            <a:off x="3905250" y="3214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637540" y="431165"/>
            <a:ext cx="5159375" cy="71755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 fontScale="77500" lnSpcReduction="20000"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3600" dirty="0">
                <a:latin typeface="微软雅黑" panose="020B0503020204020204" charset="-122"/>
                <a:ea typeface="微软雅黑" panose="020B0503020204020204" charset="-122"/>
              </a:rPr>
              <a:t>三、</a:t>
            </a:r>
            <a:r>
              <a:rPr lang="zh-CN" altLang="en-US" sz="3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矩阵的乘法（投影变换）</a:t>
            </a:r>
            <a:endParaRPr lang="zh-CN" altLang="en-US" sz="3600" b="1" dirty="0">
              <a:solidFill>
                <a:schemeClr val="tx1"/>
              </a:solidFill>
              <a:latin typeface="隶书" pitchFamily="49" charset="-122"/>
              <a:ea typeface="隶书" pitchFamily="49" charset="-122"/>
              <a:sym typeface="+mn-ea"/>
            </a:endParaRPr>
          </a:p>
        </p:txBody>
      </p:sp>
      <p:sp>
        <p:nvSpPr>
          <p:cNvPr id="11" name="直角三角形 10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48AA5CB-E5A5-4887-8DCA-B0613B461778}"/>
              </a:ext>
            </a:extLst>
          </p:cNvPr>
          <p:cNvSpPr txBox="1"/>
          <p:nvPr/>
        </p:nvSpPr>
        <p:spPr>
          <a:xfrm>
            <a:off x="395536" y="1268760"/>
            <a:ext cx="836247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点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A(</a:t>
            </a:r>
            <a:r>
              <a:rPr lang="en-US" altLang="zh-CN" sz="24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x,y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是由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en-US" altLang="zh-CN" sz="24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uOv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平面上的点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A’(</a:t>
            </a:r>
            <a:r>
              <a:rPr lang="en-US" altLang="zh-CN" sz="24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x’,y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’) 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投影到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x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轴得到，则：</a:t>
            </a:r>
            <a:endParaRPr lang="zh-CN" altLang="en-US" sz="2400" dirty="0"/>
          </a:p>
        </p:txBody>
      </p:sp>
      <p:graphicFrame>
        <p:nvGraphicFramePr>
          <p:cNvPr id="18" name="Object 5">
            <a:extLst>
              <a:ext uri="{FF2B5EF4-FFF2-40B4-BE49-F238E27FC236}">
                <a16:creationId xmlns:a16="http://schemas.microsoft.com/office/drawing/2014/main" id="{4F335388-AD1E-4EA3-94BD-5C852DC0CE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0231037"/>
              </p:ext>
            </p:extLst>
          </p:nvPr>
        </p:nvGraphicFramePr>
        <p:xfrm>
          <a:off x="1141570" y="1844824"/>
          <a:ext cx="4151313" cy="191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67" name="Equation" r:id="rId3" imgW="2031840" imgH="939600" progId="Equation.DSMT4">
                  <p:embed/>
                </p:oleObj>
              </mc:Choice>
              <mc:Fallback>
                <p:oleObj name="Equation" r:id="rId3" imgW="2031840" imgH="93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41570" y="1844824"/>
                        <a:ext cx="4151313" cy="19192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323528" y="3780947"/>
            <a:ext cx="11079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所以，</a:t>
            </a:r>
            <a:endParaRPr lang="zh-CN" altLang="en-US" sz="2400" dirty="0"/>
          </a:p>
        </p:txBody>
      </p:sp>
      <p:graphicFrame>
        <p:nvGraphicFramePr>
          <p:cNvPr id="19" name="Object 5">
            <a:extLst>
              <a:ext uri="{FF2B5EF4-FFF2-40B4-BE49-F238E27FC236}">
                <a16:creationId xmlns:a16="http://schemas.microsoft.com/office/drawing/2014/main" id="{4F335388-AD1E-4EA3-94BD-5C852DC0CE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6545336"/>
              </p:ext>
            </p:extLst>
          </p:nvPr>
        </p:nvGraphicFramePr>
        <p:xfrm>
          <a:off x="1907704" y="3873450"/>
          <a:ext cx="2387600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68" name="Equation" r:id="rId5" imgW="1168200" imgH="457200" progId="Equation.DSMT4">
                  <p:embed/>
                </p:oleObj>
              </mc:Choice>
              <mc:Fallback>
                <p:oleObj name="Equation" r:id="rId5" imgW="116820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907704" y="3873450"/>
                        <a:ext cx="2387600" cy="933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矩形 19"/>
          <p:cNvSpPr/>
          <p:nvPr/>
        </p:nvSpPr>
        <p:spPr>
          <a:xfrm>
            <a:off x="323528" y="5164043"/>
            <a:ext cx="29546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即此时投影变换矩阵</a:t>
            </a:r>
            <a:endParaRPr lang="zh-CN" altLang="en-US" sz="2400" dirty="0"/>
          </a:p>
        </p:txBody>
      </p:sp>
      <p:graphicFrame>
        <p:nvGraphicFramePr>
          <p:cNvPr id="21" name="Object 5">
            <a:extLst>
              <a:ext uri="{FF2B5EF4-FFF2-40B4-BE49-F238E27FC236}">
                <a16:creationId xmlns:a16="http://schemas.microsoft.com/office/drawing/2014/main" id="{4F335388-AD1E-4EA3-94BD-5C852DC0CE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3424248"/>
              </p:ext>
            </p:extLst>
          </p:nvPr>
        </p:nvGraphicFramePr>
        <p:xfrm>
          <a:off x="3542829" y="5154061"/>
          <a:ext cx="1504950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69" name="Equation" r:id="rId7" imgW="736560" imgH="457200" progId="Equation.DSMT4">
                  <p:embed/>
                </p:oleObj>
              </mc:Choice>
              <mc:Fallback>
                <p:oleObj name="Equation" r:id="rId7" imgW="73656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542829" y="5154061"/>
                        <a:ext cx="1504950" cy="933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9245104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7" name="Rectangle 7"/>
          <p:cNvSpPr/>
          <p:nvPr/>
        </p:nvSpPr>
        <p:spPr>
          <a:xfrm>
            <a:off x="3905250" y="3214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250825" y="67018"/>
            <a:ext cx="5159375" cy="71755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 fontScale="77500" lnSpcReduction="20000"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3600" dirty="0">
                <a:latin typeface="微软雅黑" panose="020B0503020204020204" charset="-122"/>
                <a:ea typeface="微软雅黑" panose="020B0503020204020204" charset="-122"/>
              </a:rPr>
              <a:t>三、</a:t>
            </a:r>
            <a:r>
              <a:rPr lang="zh-CN" altLang="en-US" sz="3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矩阵的乘法（投影变换）</a:t>
            </a:r>
            <a:endParaRPr lang="zh-CN" altLang="en-US" sz="3600" b="1" dirty="0">
              <a:solidFill>
                <a:schemeClr val="tx1"/>
              </a:solidFill>
              <a:latin typeface="隶书" pitchFamily="49" charset="-122"/>
              <a:ea typeface="隶书" pitchFamily="49" charset="-122"/>
              <a:sym typeface="+mn-ea"/>
            </a:endParaRPr>
          </a:p>
        </p:txBody>
      </p:sp>
      <p:sp>
        <p:nvSpPr>
          <p:cNvPr id="11" name="直角三角形 10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48AA5CB-E5A5-4887-8DCA-B0613B461778}"/>
              </a:ext>
            </a:extLst>
          </p:cNvPr>
          <p:cNvSpPr txBox="1"/>
          <p:nvPr/>
        </p:nvSpPr>
        <p:spPr>
          <a:xfrm>
            <a:off x="119240" y="685844"/>
            <a:ext cx="87732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点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A(</a:t>
            </a:r>
            <a:r>
              <a:rPr lang="en-US" altLang="zh-CN" sz="24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x,y,z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是由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en-US" altLang="zh-CN" sz="24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uvw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空间上的点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A’(</a:t>
            </a:r>
            <a:r>
              <a:rPr lang="en-US" altLang="zh-CN" sz="24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x’,y’,z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’) 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投影到</a:t>
            </a:r>
            <a:r>
              <a:rPr lang="en-US" altLang="zh-CN" sz="2400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xOy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平面得到，则：</a:t>
            </a:r>
            <a:endParaRPr lang="zh-CN" altLang="en-US" sz="2400" dirty="0"/>
          </a:p>
        </p:txBody>
      </p:sp>
      <p:graphicFrame>
        <p:nvGraphicFramePr>
          <p:cNvPr id="18" name="Object 5">
            <a:extLst>
              <a:ext uri="{FF2B5EF4-FFF2-40B4-BE49-F238E27FC236}">
                <a16:creationId xmlns:a16="http://schemas.microsoft.com/office/drawing/2014/main" id="{4F335388-AD1E-4EA3-94BD-5C852DC0CE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4511896"/>
              </p:ext>
            </p:extLst>
          </p:nvPr>
        </p:nvGraphicFramePr>
        <p:xfrm>
          <a:off x="1835696" y="1206382"/>
          <a:ext cx="4320480" cy="35056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36" name="Equation" r:id="rId3" imgW="2628720" imgH="2133360" progId="Equation.DSMT4">
                  <p:embed/>
                </p:oleObj>
              </mc:Choice>
              <mc:Fallback>
                <p:oleObj name="Equation" r:id="rId3" imgW="2628720" imgH="2133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835696" y="1206382"/>
                        <a:ext cx="4320480" cy="3505681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250825" y="4620148"/>
            <a:ext cx="11079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所以，</a:t>
            </a:r>
            <a:endParaRPr lang="zh-CN" altLang="en-US" sz="2400" dirty="0"/>
          </a:p>
        </p:txBody>
      </p:sp>
      <p:sp>
        <p:nvSpPr>
          <p:cNvPr id="20" name="矩形 19"/>
          <p:cNvSpPr/>
          <p:nvPr/>
        </p:nvSpPr>
        <p:spPr>
          <a:xfrm>
            <a:off x="1857805" y="5851773"/>
            <a:ext cx="29546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即此时投影变换矩阵</a:t>
            </a:r>
            <a:endParaRPr lang="zh-CN" altLang="en-US" sz="2400" dirty="0"/>
          </a:p>
        </p:txBody>
      </p:sp>
      <p:graphicFrame>
        <p:nvGraphicFramePr>
          <p:cNvPr id="21" name="Object 5">
            <a:extLst>
              <a:ext uri="{FF2B5EF4-FFF2-40B4-BE49-F238E27FC236}">
                <a16:creationId xmlns:a16="http://schemas.microsoft.com/office/drawing/2014/main" id="{4F335388-AD1E-4EA3-94BD-5C852DC0CE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9206682"/>
              </p:ext>
            </p:extLst>
          </p:nvPr>
        </p:nvGraphicFramePr>
        <p:xfrm>
          <a:off x="5076056" y="5389820"/>
          <a:ext cx="1946275" cy="1452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37" name="Equation" r:id="rId5" imgW="952200" imgH="711000" progId="Equation.DSMT4">
                  <p:embed/>
                </p:oleObj>
              </mc:Choice>
              <mc:Fallback>
                <p:oleObj name="Equation" r:id="rId5" imgW="95220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076056" y="5389820"/>
                        <a:ext cx="1946275" cy="14525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5">
            <a:extLst>
              <a:ext uri="{FF2B5EF4-FFF2-40B4-BE49-F238E27FC236}">
                <a16:creationId xmlns:a16="http://schemas.microsoft.com/office/drawing/2014/main" id="{4F335388-AD1E-4EA3-94BD-5C852DC0CE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0549482"/>
              </p:ext>
            </p:extLst>
          </p:nvPr>
        </p:nvGraphicFramePr>
        <p:xfrm>
          <a:off x="1341174" y="4549677"/>
          <a:ext cx="2276475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38" name="Equation" r:id="rId7" imgW="1384200" imgH="711000" progId="Equation.DSMT4">
                  <p:embed/>
                </p:oleObj>
              </mc:Choice>
              <mc:Fallback>
                <p:oleObj name="Equation" r:id="rId7" imgW="138420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341174" y="4549677"/>
                        <a:ext cx="2276475" cy="1168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8177069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7" name="Rectangle 7"/>
          <p:cNvSpPr/>
          <p:nvPr/>
        </p:nvSpPr>
        <p:spPr>
          <a:xfrm>
            <a:off x="3905250" y="3214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637540" y="431165"/>
            <a:ext cx="5159375" cy="71755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3600">
                <a:latin typeface="微软雅黑" panose="020B0503020204020204" charset="-122"/>
                <a:ea typeface="微软雅黑" panose="020B0503020204020204" charset="-122"/>
              </a:rPr>
              <a:t>三、</a:t>
            </a:r>
            <a:r>
              <a:rPr lang="zh-CN" altLang="en-US" sz="3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矩阵的乘法</a:t>
            </a:r>
            <a:endParaRPr lang="zh-CN" altLang="en-US" sz="3600" b="1" dirty="0">
              <a:solidFill>
                <a:schemeClr val="tx1"/>
              </a:solidFill>
              <a:latin typeface="隶书" pitchFamily="49" charset="-122"/>
              <a:ea typeface="隶书" pitchFamily="49" charset="-122"/>
              <a:sym typeface="+mn-ea"/>
            </a:endParaRPr>
          </a:p>
        </p:txBody>
      </p:sp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382905" y="1274445"/>
            <a:ext cx="38608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R="0" algn="ctr" defTabSz="914400">
              <a:spcBef>
                <a:spcPct val="50000"/>
              </a:spcBef>
              <a:buClrTx/>
              <a:buSzTx/>
              <a:buFontTx/>
              <a:defRPr/>
            </a:pPr>
            <a:r>
              <a:rPr kumimoji="0" lang="zh-CN" altLang="en-US" sz="24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</a:t>
            </a:r>
            <a:r>
              <a:rPr kumimoji="0" lang="en-US" altLang="zh-CN" sz="24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2.1.4 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乘法与向量的变换</a:t>
            </a:r>
            <a:endParaRPr kumimoji="0" lang="zh-CN" altLang="en-US" sz="2400" b="1" kern="1200" cap="none" spc="0" normalizeH="0" baseline="0" noProof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07340" y="1969770"/>
            <a:ext cx="7235190" cy="58105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向量                   , 逆时针旋转   ，再投影到     轴，</a:t>
            </a:r>
            <a:r>
              <a:rPr lang="zh-CN" altLang="en-US" dirty="0"/>
              <a:t> </a:t>
            </a:r>
          </a:p>
        </p:txBody>
      </p:sp>
      <p:graphicFrame>
        <p:nvGraphicFramePr>
          <p:cNvPr id="5" name="对象 4"/>
          <p:cNvGraphicFramePr/>
          <p:nvPr/>
        </p:nvGraphicFramePr>
        <p:xfrm>
          <a:off x="1087755" y="2096135"/>
          <a:ext cx="1718310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66" r:id="rId3" imgW="744855" imgH="485140" progId="Office12.wps.Document.8">
                  <p:embed/>
                </p:oleObj>
              </mc:Choice>
              <mc:Fallback>
                <p:oleObj r:id="rId3" imgW="744855" imgH="485140" progId="Office12.wps.Document.8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87755" y="2096135"/>
                        <a:ext cx="1718310" cy="663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/>
          <p:nvPr/>
        </p:nvGraphicFramePr>
        <p:xfrm>
          <a:off x="4447540" y="2095818"/>
          <a:ext cx="372745" cy="725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67" r:id="rId5" imgW="154305" imgH="586105" progId="Office12.wps.Document.8">
                  <p:embed/>
                </p:oleObj>
              </mc:Choice>
              <mc:Fallback>
                <p:oleObj r:id="rId5" imgW="154305" imgH="586105" progId="Office12.wps.Document.8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47540" y="2095818"/>
                        <a:ext cx="372745" cy="7258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/>
          <p:nvPr/>
        </p:nvGraphicFramePr>
        <p:xfrm>
          <a:off x="6255385" y="2217420"/>
          <a:ext cx="62484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68" r:id="rId7" imgW="182880" imgH="366395" progId="Office12.wps.Document.8">
                  <p:embed/>
                </p:oleObj>
              </mc:Choice>
              <mc:Fallback>
                <p:oleObj r:id="rId7" imgW="182880" imgH="366395" progId="Office12.wps.Document.8">
                  <p:embed/>
                  <p:pic>
                    <p:nvPicPr>
                      <p:cNvPr id="0" name="图片 1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255385" y="2217420"/>
                        <a:ext cx="624840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/>
          <p:nvPr/>
        </p:nvGraphicFramePr>
        <p:xfrm>
          <a:off x="1429385" y="3506153"/>
          <a:ext cx="4990465" cy="1696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69" r:id="rId9" imgW="2619375" imgH="1193800" progId="Office12.wps.Document.8">
                  <p:embed/>
                </p:oleObj>
              </mc:Choice>
              <mc:Fallback>
                <p:oleObj r:id="rId9" imgW="2619375" imgH="1193800" progId="Office12.wps.Document.8">
                  <p:embed/>
                  <p:pic>
                    <p:nvPicPr>
                      <p:cNvPr id="0" name="图片 1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429385" y="3506153"/>
                        <a:ext cx="4990465" cy="16967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266700" y="4379595"/>
            <a:ext cx="88773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向量                 ，投影到     轴，再逆时针旋转   ，用矩阵表示为</a:t>
            </a:r>
          </a:p>
        </p:txBody>
      </p:sp>
      <p:graphicFrame>
        <p:nvGraphicFramePr>
          <p:cNvPr id="16" name="对象 15"/>
          <p:cNvGraphicFramePr/>
          <p:nvPr/>
        </p:nvGraphicFramePr>
        <p:xfrm>
          <a:off x="1088390" y="4451033"/>
          <a:ext cx="1615440" cy="6013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70" r:id="rId11" imgW="744855" imgH="485140" progId="Office12.wps.Document.8">
                  <p:embed/>
                </p:oleObj>
              </mc:Choice>
              <mc:Fallback>
                <p:oleObj r:id="rId11" imgW="744855" imgH="485140" progId="Office12.wps.Document.8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88390" y="4451033"/>
                        <a:ext cx="1615440" cy="6013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/>
          <p:nvPr/>
        </p:nvGraphicFramePr>
        <p:xfrm>
          <a:off x="3750945" y="4451350"/>
          <a:ext cx="62484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71" r:id="rId12" imgW="182880" imgH="366395" progId="Office12.wps.Document.8">
                  <p:embed/>
                </p:oleObj>
              </mc:Choice>
              <mc:Fallback>
                <p:oleObj r:id="rId12" imgW="182880" imgH="366395" progId="Office12.wps.Document.8">
                  <p:embed/>
                  <p:pic>
                    <p:nvPicPr>
                      <p:cNvPr id="0" name="图片 1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750945" y="4451350"/>
                        <a:ext cx="624840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/>
          <p:nvPr>
            <p:extLst>
              <p:ext uri="{D42A27DB-BD31-4B8C-83A1-F6EECF244321}">
                <p14:modId xmlns:p14="http://schemas.microsoft.com/office/powerpoint/2010/main" val="3427027939"/>
              </p:ext>
            </p:extLst>
          </p:nvPr>
        </p:nvGraphicFramePr>
        <p:xfrm>
          <a:off x="6657895" y="4360872"/>
          <a:ext cx="372745" cy="725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72" r:id="rId13" imgW="154305" imgH="586105" progId="Office12.wps.Document.8">
                  <p:embed/>
                </p:oleObj>
              </mc:Choice>
              <mc:Fallback>
                <p:oleObj r:id="rId13" imgW="154305" imgH="586105" progId="Office12.wps.Document.8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657895" y="4360872"/>
                        <a:ext cx="372745" cy="7258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/>
          <p:nvPr/>
        </p:nvGraphicFramePr>
        <p:xfrm>
          <a:off x="1429385" y="5332095"/>
          <a:ext cx="5278755" cy="5949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73" r:id="rId14" imgW="2457450" imgH="467360" progId="Office12.wps.Document.8">
                  <p:embed/>
                </p:oleObj>
              </mc:Choice>
              <mc:Fallback>
                <p:oleObj r:id="rId14" imgW="2457450" imgH="467360" progId="Office12.wps.Document.8">
                  <p:embed/>
                  <p:pic>
                    <p:nvPicPr>
                      <p:cNvPr id="0" name="图片 26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429385" y="5332095"/>
                        <a:ext cx="5278755" cy="5949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436880" y="2689860"/>
            <a:ext cx="53600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用矩阵表示为</a:t>
            </a:r>
            <a:endParaRPr lang="zh-CN" altLang="en-US" sz="2400"/>
          </a:p>
        </p:txBody>
      </p:sp>
      <p:sp>
        <p:nvSpPr>
          <p:cNvPr id="17" name="直角三角形 16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直角三角形 18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7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78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8" grpId="1" build="allAtOnce" bldLvl="0" animBg="1"/>
      <p:bldP spid="4" grpId="0"/>
      <p:bldP spid="15" grpId="0"/>
      <p:bldP spid="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7" name="Rectangle 7"/>
          <p:cNvSpPr/>
          <p:nvPr/>
        </p:nvSpPr>
        <p:spPr>
          <a:xfrm>
            <a:off x="3905250" y="3214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637540" y="431165"/>
            <a:ext cx="5159375" cy="71755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norm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3600">
                <a:latin typeface="微软雅黑" panose="020B0503020204020204" charset="-122"/>
                <a:ea typeface="微软雅黑" panose="020B0503020204020204" charset="-122"/>
              </a:rPr>
              <a:t>三、</a:t>
            </a:r>
            <a:r>
              <a:rPr lang="zh-CN" altLang="en-US" sz="3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矩阵的乘法</a:t>
            </a:r>
            <a:endParaRPr lang="zh-CN" altLang="en-US" sz="3600" b="1" dirty="0">
              <a:solidFill>
                <a:schemeClr val="tx1"/>
              </a:solidFill>
              <a:latin typeface="隶书" pitchFamily="49" charset="-122"/>
              <a:ea typeface="隶书" pitchFamily="49" charset="-122"/>
              <a:sym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523875" y="1305560"/>
            <a:ext cx="762127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例2.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线性变换的矩阵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三维向量          投影到        平面得到          ，</a:t>
            </a:r>
          </a:p>
        </p:txBody>
      </p:sp>
      <p:graphicFrame>
        <p:nvGraphicFramePr>
          <p:cNvPr id="31" name="对象 30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114800" y="3333750"/>
          <a:ext cx="914400" cy="1898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83" r:id="rId3" imgW="914400" imgH="189865" progId="Equation.KSEE3">
                  <p:embed/>
                </p:oleObj>
              </mc:Choice>
              <mc:Fallback>
                <p:oleObj r:id="rId3" imgW="914400" imgH="189865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14800" y="3333750"/>
                        <a:ext cx="914400" cy="1898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821180" y="2068830"/>
          <a:ext cx="916305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84" r:id="rId5" imgW="673100" imgH="254000" progId="Equation.KSEE3">
                  <p:embed/>
                </p:oleObj>
              </mc:Choice>
              <mc:Fallback>
                <p:oleObj r:id="rId5" imgW="673100" imgH="2540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21180" y="2068830"/>
                        <a:ext cx="916305" cy="346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613400" y="2044700"/>
          <a:ext cx="108331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85" r:id="rId7" imgW="698500" imgH="254000" progId="Equation.KSEE3">
                  <p:embed/>
                </p:oleObj>
              </mc:Choice>
              <mc:Fallback>
                <p:oleObj r:id="rId7" imgW="698500" imgH="2540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613400" y="2044700"/>
                        <a:ext cx="108331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692525" y="2063750"/>
          <a:ext cx="689610" cy="414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86" r:id="rId9" imgW="254000" imgH="152400" progId="Equation.KSEE3">
                  <p:embed/>
                </p:oleObj>
              </mc:Choice>
              <mc:Fallback>
                <p:oleObj r:id="rId9" imgW="254000" imgH="152400" progId="Equation.KSEE3">
                  <p:embed/>
                  <p:pic>
                    <p:nvPicPr>
                      <p:cNvPr id="0" name="图片 102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692525" y="2063750"/>
                        <a:ext cx="689610" cy="4140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896870" y="2661285"/>
          <a:ext cx="2019300" cy="1107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87" r:id="rId11" imgW="1181100" imgH="647700" progId="Equation.KSEE3">
                  <p:embed/>
                </p:oleObj>
              </mc:Choice>
              <mc:Fallback>
                <p:oleObj r:id="rId11" imgW="1181100" imgH="647700" progId="Equation.KSEE3">
                  <p:embed/>
                  <p:pic>
                    <p:nvPicPr>
                      <p:cNvPr id="0" name="图片 102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896870" y="2661285"/>
                        <a:ext cx="2019300" cy="11074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5500140"/>
              </p:ext>
            </p:extLst>
          </p:nvPr>
        </p:nvGraphicFramePr>
        <p:xfrm>
          <a:off x="1256665" y="3746816"/>
          <a:ext cx="1084580" cy="1107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88" name="Equation" r:id="rId13" imgW="634680" imgH="647640" progId="Equation.DSMT4">
                  <p:embed/>
                </p:oleObj>
              </mc:Choice>
              <mc:Fallback>
                <p:oleObj name="Equation" r:id="rId13" imgW="634680" imgH="647640" progId="Equation.DSMT4">
                  <p:embed/>
                  <p:pic>
                    <p:nvPicPr>
                      <p:cNvPr id="0" name="图片 1027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256665" y="3746816"/>
                        <a:ext cx="1084580" cy="11074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307975" y="5334317"/>
            <a:ext cx="76136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：你会求出投影到        坐标面的投影矩阵吗？</a:t>
            </a:r>
          </a:p>
        </p:txBody>
      </p:sp>
      <p:graphicFrame>
        <p:nvGraphicFramePr>
          <p:cNvPr id="10" name="对象 9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8557754"/>
              </p:ext>
            </p:extLst>
          </p:nvPr>
        </p:nvGraphicFramePr>
        <p:xfrm>
          <a:off x="3475316" y="5428679"/>
          <a:ext cx="655320" cy="345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89" r:id="rId15" imgW="241300" imgH="127000" progId="Equation.KSEE3">
                  <p:embed/>
                </p:oleObj>
              </mc:Choice>
              <mc:Fallback>
                <p:oleObj r:id="rId15" imgW="241300" imgH="127000" progId="Equation.KSEE3">
                  <p:embed/>
                  <p:pic>
                    <p:nvPicPr>
                      <p:cNvPr id="0" name="图片 1026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475316" y="5428679"/>
                        <a:ext cx="655320" cy="3454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557530" y="2414905"/>
            <a:ext cx="248285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250000"/>
              </a:lnSpc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用矩阵表示为：</a:t>
            </a:r>
            <a:endParaRPr lang="zh-CN" altLang="en-US" sz="2400"/>
          </a:p>
        </p:txBody>
      </p:sp>
      <p:sp>
        <p:nvSpPr>
          <p:cNvPr id="13" name="文本框 12"/>
          <p:cNvSpPr txBox="1"/>
          <p:nvPr/>
        </p:nvSpPr>
        <p:spPr>
          <a:xfrm>
            <a:off x="2627784" y="3912870"/>
            <a:ext cx="4450080" cy="64516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矩阵称为这个投影变换的矩阵。</a:t>
            </a:r>
          </a:p>
        </p:txBody>
      </p:sp>
      <p:sp>
        <p:nvSpPr>
          <p:cNvPr id="15" name="直角三角形 14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直角三角形 15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7" name="对象 16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4567722"/>
              </p:ext>
            </p:extLst>
          </p:nvPr>
        </p:nvGraphicFramePr>
        <p:xfrm>
          <a:off x="7164288" y="5428679"/>
          <a:ext cx="1152128" cy="117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90" name="Equation" r:id="rId17" imgW="634680" imgH="647640" progId="Equation.DSMT4">
                  <p:embed/>
                </p:oleObj>
              </mc:Choice>
              <mc:Fallback>
                <p:oleObj name="Equation" r:id="rId17" imgW="634680" imgH="647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164288" y="5428679"/>
                        <a:ext cx="1152128" cy="11764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3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600"/>
              <a:t>六、作业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076851" y="2556694"/>
            <a:ext cx="3204430" cy="4278255"/>
          </a:xfrm>
          <a:prstGeom prst="rect">
            <a:avLst/>
          </a:prstGeom>
        </p:spPr>
      </p:pic>
      <p:sp>
        <p:nvSpPr>
          <p:cNvPr id="7" name="内容占位符 2"/>
          <p:cNvSpPr txBox="1">
            <a:spLocks/>
          </p:cNvSpPr>
          <p:nvPr/>
        </p:nvSpPr>
        <p:spPr bwMode="auto">
          <a:xfrm>
            <a:off x="827584" y="1417638"/>
            <a:ext cx="5994325" cy="2620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+mn-ea"/>
              </a:rPr>
              <a:t>作业</a:t>
            </a:r>
            <a:r>
              <a:rPr lang="en-US" altLang="zh-CN" sz="2800" dirty="0">
                <a:solidFill>
                  <a:srgbClr val="0000FF"/>
                </a:solidFill>
                <a:latin typeface="+mn-ea"/>
              </a:rPr>
              <a:t>2.1</a:t>
            </a:r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+mn-ea"/>
              </a:rPr>
              <a:t>作业</a:t>
            </a:r>
            <a:r>
              <a:rPr lang="en-US" altLang="zh-CN" sz="2800" dirty="0">
                <a:solidFill>
                  <a:srgbClr val="0000FF"/>
                </a:solidFill>
                <a:latin typeface="+mn-ea"/>
              </a:rPr>
              <a:t>2.2</a:t>
            </a:r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+mn-ea"/>
              </a:rPr>
              <a:t>作业</a:t>
            </a:r>
            <a:r>
              <a:rPr lang="en-US" altLang="zh-CN" sz="2800" dirty="0">
                <a:solidFill>
                  <a:srgbClr val="0000FF"/>
                </a:solidFill>
                <a:latin typeface="+mn-ea"/>
              </a:rPr>
              <a:t>2.3</a:t>
            </a:r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dirty="0">
                <a:solidFill>
                  <a:srgbClr val="0000FF"/>
                </a:solidFill>
                <a:latin typeface="+mn-ea"/>
              </a:rPr>
              <a:t>作业</a:t>
            </a:r>
            <a:r>
              <a:rPr lang="en-US" altLang="zh-CN" sz="2800" dirty="0">
                <a:solidFill>
                  <a:srgbClr val="0000FF"/>
                </a:solidFill>
                <a:latin typeface="+mn-ea"/>
              </a:rPr>
              <a:t>2.4</a:t>
            </a:r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+mn-ea"/>
              </a:rPr>
              <a:t>预习</a:t>
            </a:r>
            <a:r>
              <a:rPr lang="en-US" altLang="zh-CN" sz="2800" dirty="0">
                <a:solidFill>
                  <a:srgbClr val="0000FF"/>
                </a:solidFill>
                <a:latin typeface="+mn-ea"/>
              </a:rPr>
              <a:t>2.5-2.7</a:t>
            </a:r>
            <a:r>
              <a:rPr lang="zh-CN" altLang="en-US" sz="2800" dirty="0">
                <a:solidFill>
                  <a:srgbClr val="0000FF"/>
                </a:solidFill>
                <a:latin typeface="+mn-ea"/>
              </a:rPr>
              <a:t>节，观看</a:t>
            </a:r>
            <a:r>
              <a:rPr lang="en-US" altLang="zh-CN" sz="2800">
                <a:solidFill>
                  <a:srgbClr val="0000FF"/>
                </a:solidFill>
                <a:latin typeface="+mn-ea"/>
              </a:rPr>
              <a:t>2.5-2.7</a:t>
            </a:r>
            <a:r>
              <a:rPr lang="zh-CN" altLang="en-US" sz="2800">
                <a:solidFill>
                  <a:srgbClr val="0000FF"/>
                </a:solidFill>
                <a:latin typeface="+mn-ea"/>
              </a:rPr>
              <a:t>视频</a:t>
            </a:r>
            <a:endParaRPr lang="en-US" altLang="zh-CN" sz="2800" dirty="0">
              <a:solidFill>
                <a:srgbClr val="0000FF"/>
              </a:solidFill>
              <a:latin typeface="+mn-ea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a1af451f-7e84-41dd-9525-165f53e87c07}"/>
  <p:tag name="TABLE_ENDDRAG_ORIGIN_RECT" val="541*150"/>
  <p:tag name="TABLE_ENDDRAG_RECT" val="73*336*541*150"/>
</p:tagLst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156</TotalTime>
  <Words>1988</Words>
  <Application>Microsoft Office PowerPoint</Application>
  <PresentationFormat>全屏显示(4:3)</PresentationFormat>
  <Paragraphs>324</Paragraphs>
  <Slides>52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52</vt:i4>
      </vt:variant>
    </vt:vector>
  </HeadingPairs>
  <TitlesOfParts>
    <vt:vector size="69" baseType="lpstr">
      <vt:lpstr>楷体_GB2312</vt:lpstr>
      <vt:lpstr>隶书</vt:lpstr>
      <vt:lpstr>宋体</vt:lpstr>
      <vt:lpstr>微软雅黑</vt:lpstr>
      <vt:lpstr>Arial</vt:lpstr>
      <vt:lpstr>Calibri</vt:lpstr>
      <vt:lpstr>Symbol</vt:lpstr>
      <vt:lpstr>Times New Roman</vt:lpstr>
      <vt:lpstr>Verdana</vt:lpstr>
      <vt:lpstr>Wingdings</vt:lpstr>
      <vt:lpstr>1_Office 主题</vt:lpstr>
      <vt:lpstr>Microsoft Equation 3.0</vt:lpstr>
      <vt:lpstr>Equation</vt:lpstr>
      <vt:lpstr>WPS 公式 3.0</vt:lpstr>
      <vt:lpstr>Office12.wps.Document.8</vt:lpstr>
      <vt:lpstr>MathType 5.0 Equation</vt:lpstr>
      <vt:lpstr>Microsoft 公式 3.0</vt:lpstr>
      <vt:lpstr>第五讲  矩阵及其运算</vt:lpstr>
      <vt:lpstr>一、矩阵的概念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六、作业</vt:lpstr>
    </vt:vector>
  </TitlesOfParts>
  <Company>zm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we</dc:creator>
  <cp:lastModifiedBy>Administrator</cp:lastModifiedBy>
  <cp:revision>116</cp:revision>
  <dcterms:created xsi:type="dcterms:W3CDTF">2005-08-30T22:37:00Z</dcterms:created>
  <dcterms:modified xsi:type="dcterms:W3CDTF">2025-02-18T14:10:41Z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2052-11.1.0.10228</vt:lpwstr>
  </property>
</Properties>
</file>