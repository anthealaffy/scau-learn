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314" r:id="rId5"/>
    <p:sldId id="297" r:id="rId6"/>
    <p:sldId id="319" r:id="rId7"/>
    <p:sldId id="320" r:id="rId8"/>
    <p:sldId id="305" r:id="rId9"/>
    <p:sldId id="306" r:id="rId10"/>
    <p:sldId id="281" r:id="rId11"/>
    <p:sldId id="322" r:id="rId12"/>
    <p:sldId id="323" r:id="rId13"/>
    <p:sldId id="324" r:id="rId14"/>
    <p:sldId id="327" r:id="rId15"/>
    <p:sldId id="325" r:id="rId16"/>
    <p:sldId id="330" r:id="rId17"/>
    <p:sldId id="328" r:id="rId18"/>
    <p:sldId id="307" r:id="rId19"/>
    <p:sldId id="332" r:id="rId20"/>
    <p:sldId id="333" r:id="rId21"/>
    <p:sldId id="316" r:id="rId22"/>
    <p:sldId id="331" r:id="rId23"/>
    <p:sldId id="317" r:id="rId24"/>
    <p:sldId id="335" r:id="rId25"/>
    <p:sldId id="336" r:id="rId26"/>
    <p:sldId id="318" r:id="rId27"/>
    <p:sldId id="338" r:id="rId28"/>
    <p:sldId id="287" r:id="rId29"/>
    <p:sldId id="288" r:id="rId30"/>
    <p:sldId id="294" r:id="rId31"/>
    <p:sldId id="295" r:id="rId32"/>
    <p:sldId id="289" r:id="rId33"/>
    <p:sldId id="290" r:id="rId34"/>
    <p:sldId id="291" r:id="rId35"/>
    <p:sldId id="292" r:id="rId36"/>
    <p:sldId id="293" r:id="rId37"/>
    <p:sldId id="304" r:id="rId38"/>
    <p:sldId id="303" r:id="rId39"/>
    <p:sldId id="312" r:id="rId40"/>
    <p:sldId id="340" r:id="rId41"/>
    <p:sldId id="341" r:id="rId42"/>
    <p:sldId id="315" r:id="rId43"/>
    <p:sldId id="342" r:id="rId44"/>
    <p:sldId id="343" r:id="rId45"/>
    <p:sldId id="344" r:id="rId46"/>
    <p:sldId id="345" r:id="rId47"/>
    <p:sldId id="346" r:id="rId48"/>
    <p:sldId id="321" r:id="rId49"/>
    <p:sldId id="347" r:id="rId50"/>
    <p:sldId id="313" r:id="rId51"/>
    <p:sldId id="339" r:id="rId5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00FF"/>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874" autoAdjust="0"/>
  </p:normalViewPr>
  <p:slideViewPr>
    <p:cSldViewPr showGuides="1">
      <p:cViewPr varScale="1">
        <p:scale>
          <a:sx n="110" d="100"/>
          <a:sy n="110" d="100"/>
        </p:scale>
        <p:origin x="164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 Id="rId3" Type="http://schemas.openxmlformats.org/officeDocument/2006/relationships/image" Target="../media/image9.e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image" Target="../media/image39.wmf"/><Relationship Id="rId7" Type="http://schemas.openxmlformats.org/officeDocument/2006/relationships/image" Target="../media/image38.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 Id="rId3" Type="http://schemas.openxmlformats.org/officeDocument/2006/relationships/image" Target="../media/image34.wmf"/><Relationship Id="rId2" Type="http://schemas.openxmlformats.org/officeDocument/2006/relationships/image" Target="../media/image33.wmf"/><Relationship Id="rId10" Type="http://schemas.openxmlformats.org/officeDocument/2006/relationships/image" Target="../media/image41.wmf"/><Relationship Id="rId1" Type="http://schemas.openxmlformats.org/officeDocument/2006/relationships/image" Target="../media/image32.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png"/></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 Type="http://schemas.openxmlformats.org/officeDocument/2006/relationships/image" Target="../media/image54.wmf"/><Relationship Id="rId10" Type="http://schemas.openxmlformats.org/officeDocument/2006/relationships/image" Target="../media/image64.wmf"/><Relationship Id="rId1" Type="http://schemas.openxmlformats.org/officeDocument/2006/relationships/image" Target="../media/image50.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71.wmf"/><Relationship Id="rId8" Type="http://schemas.openxmlformats.org/officeDocument/2006/relationships/image" Target="../media/image61.wmf"/><Relationship Id="rId7" Type="http://schemas.openxmlformats.org/officeDocument/2006/relationships/image" Target="../media/image54.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80.wmf"/><Relationship Id="rId8" Type="http://schemas.openxmlformats.org/officeDocument/2006/relationships/image" Target="../media/image79.wmf"/><Relationship Id="rId7" Type="http://schemas.openxmlformats.org/officeDocument/2006/relationships/image" Target="../media/image78.wmf"/><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0" Type="http://schemas.openxmlformats.org/officeDocument/2006/relationships/image" Target="../media/image81.wmf"/><Relationship Id="rId1" Type="http://schemas.openxmlformats.org/officeDocument/2006/relationships/image" Target="../media/image72.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90.wmf"/><Relationship Id="rId8" Type="http://schemas.openxmlformats.org/officeDocument/2006/relationships/image" Target="../media/image89.wmf"/><Relationship Id="rId7" Type="http://schemas.openxmlformats.org/officeDocument/2006/relationships/image" Target="../media/image88.wmf"/><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5" Type="http://schemas.openxmlformats.org/officeDocument/2006/relationships/image" Target="../media/image96.wmf"/><Relationship Id="rId14" Type="http://schemas.openxmlformats.org/officeDocument/2006/relationships/image" Target="../media/image95.wmf"/><Relationship Id="rId13" Type="http://schemas.openxmlformats.org/officeDocument/2006/relationships/image" Target="../media/image94.wmf"/><Relationship Id="rId12" Type="http://schemas.openxmlformats.org/officeDocument/2006/relationships/image" Target="../media/image93.wmf"/><Relationship Id="rId11" Type="http://schemas.openxmlformats.org/officeDocument/2006/relationships/image" Target="../media/image92.wmf"/><Relationship Id="rId10" Type="http://schemas.openxmlformats.org/officeDocument/2006/relationships/image" Target="../media/image91.wmf"/><Relationship Id="rId1" Type="http://schemas.openxmlformats.org/officeDocument/2006/relationships/image" Target="../media/image8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02.wmf"/><Relationship Id="rId7" Type="http://schemas.openxmlformats.org/officeDocument/2006/relationships/image" Target="../media/image101.wmf"/><Relationship Id="rId6" Type="http://schemas.openxmlformats.org/officeDocument/2006/relationships/image" Target="../media/image100.wmf"/><Relationship Id="rId5" Type="http://schemas.openxmlformats.org/officeDocument/2006/relationships/image" Target="../media/image99.wmf"/><Relationship Id="rId4" Type="http://schemas.openxmlformats.org/officeDocument/2006/relationships/image" Target="../media/image98.wmf"/><Relationship Id="rId3" Type="http://schemas.openxmlformats.org/officeDocument/2006/relationships/image" Target="../media/image95.wmf"/><Relationship Id="rId2" Type="http://schemas.openxmlformats.org/officeDocument/2006/relationships/image" Target="../media/image97.wmf"/><Relationship Id="rId1" Type="http://schemas.openxmlformats.org/officeDocument/2006/relationships/image" Target="../media/image92.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11.wmf"/><Relationship Id="rId8" Type="http://schemas.openxmlformats.org/officeDocument/2006/relationships/image" Target="../media/image110.wmf"/><Relationship Id="rId7" Type="http://schemas.openxmlformats.org/officeDocument/2006/relationships/image" Target="../media/image109.wmf"/><Relationship Id="rId6" Type="http://schemas.openxmlformats.org/officeDocument/2006/relationships/image" Target="../media/image108.wmf"/><Relationship Id="rId5" Type="http://schemas.openxmlformats.org/officeDocument/2006/relationships/image" Target="../media/image107.wmf"/><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2" Type="http://schemas.openxmlformats.org/officeDocument/2006/relationships/image" Target="../media/image114.wmf"/><Relationship Id="rId11" Type="http://schemas.openxmlformats.org/officeDocument/2006/relationships/image" Target="../media/image113.wmf"/><Relationship Id="rId10" Type="http://schemas.openxmlformats.org/officeDocument/2006/relationships/image" Target="../media/image112.wmf"/><Relationship Id="rId1" Type="http://schemas.openxmlformats.org/officeDocument/2006/relationships/image" Target="../media/image103.wmf"/></Relationships>
</file>

<file path=ppt/drawings/_rels/vmlDrawing20.vml.rels><?xml version="1.0" encoding="UTF-8" standalone="yes"?>
<Relationships xmlns="http://schemas.openxmlformats.org/package/2006/relationships"><Relationship Id="rId7" Type="http://schemas.openxmlformats.org/officeDocument/2006/relationships/image" Target="../media/image119.wmf"/><Relationship Id="rId6" Type="http://schemas.openxmlformats.org/officeDocument/2006/relationships/image" Target="../media/image118.wmf"/><Relationship Id="rId5" Type="http://schemas.openxmlformats.org/officeDocument/2006/relationships/image" Target="../media/image117.wmf"/><Relationship Id="rId4" Type="http://schemas.openxmlformats.org/officeDocument/2006/relationships/image" Target="../media/image98.wmf"/><Relationship Id="rId3" Type="http://schemas.openxmlformats.org/officeDocument/2006/relationships/image" Target="../media/image95.wmf"/><Relationship Id="rId2" Type="http://schemas.openxmlformats.org/officeDocument/2006/relationships/image" Target="../media/image116.wmf"/><Relationship Id="rId1" Type="http://schemas.openxmlformats.org/officeDocument/2006/relationships/image" Target="../media/image11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128.wmf"/><Relationship Id="rId5" Type="http://schemas.openxmlformats.org/officeDocument/2006/relationships/image" Target="../media/image127.emf"/><Relationship Id="rId4" Type="http://schemas.openxmlformats.org/officeDocument/2006/relationships/image" Target="../media/image126.wmf"/><Relationship Id="rId3" Type="http://schemas.openxmlformats.org/officeDocument/2006/relationships/image" Target="../media/image125.emf"/><Relationship Id="rId2" Type="http://schemas.openxmlformats.org/officeDocument/2006/relationships/image" Target="../media/image124.emf"/><Relationship Id="rId1" Type="http://schemas.openxmlformats.org/officeDocument/2006/relationships/image" Target="../media/image12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image" Target="../media/image129.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32.wmf"/><Relationship Id="rId1" Type="http://schemas.openxmlformats.org/officeDocument/2006/relationships/image" Target="../media/image13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33.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142.wmf"/><Relationship Id="rId8" Type="http://schemas.openxmlformats.org/officeDocument/2006/relationships/image" Target="../media/image141.wmf"/><Relationship Id="rId7" Type="http://schemas.openxmlformats.org/officeDocument/2006/relationships/image" Target="../media/image140.wmf"/><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1" Type="http://schemas.openxmlformats.org/officeDocument/2006/relationships/image" Target="../media/image144.wmf"/><Relationship Id="rId10" Type="http://schemas.openxmlformats.org/officeDocument/2006/relationships/image" Target="../media/image143.wmf"/><Relationship Id="rId1" Type="http://schemas.openxmlformats.org/officeDocument/2006/relationships/image" Target="../media/image134.wmf"/></Relationships>
</file>

<file path=ppt/drawings/_rels/vmlDrawing27.vml.rels><?xml version="1.0" encoding="UTF-8" standalone="yes"?>
<Relationships xmlns="http://schemas.openxmlformats.org/package/2006/relationships"><Relationship Id="rId5" Type="http://schemas.openxmlformats.org/officeDocument/2006/relationships/image" Target="../media/image149.wmf"/><Relationship Id="rId4" Type="http://schemas.openxmlformats.org/officeDocument/2006/relationships/image" Target="../media/image148.wmf"/><Relationship Id="rId3" Type="http://schemas.openxmlformats.org/officeDocument/2006/relationships/image" Target="../media/image147.wmf"/><Relationship Id="rId2" Type="http://schemas.openxmlformats.org/officeDocument/2006/relationships/image" Target="../media/image146.wmf"/><Relationship Id="rId1" Type="http://schemas.openxmlformats.org/officeDocument/2006/relationships/image" Target="../media/image145.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58.wmf"/><Relationship Id="rId8" Type="http://schemas.openxmlformats.org/officeDocument/2006/relationships/image" Target="../media/image157.emf"/><Relationship Id="rId7" Type="http://schemas.openxmlformats.org/officeDocument/2006/relationships/image" Target="../media/image156.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0" Type="http://schemas.openxmlformats.org/officeDocument/2006/relationships/image" Target="../media/image159.wmf"/><Relationship Id="rId1" Type="http://schemas.openxmlformats.org/officeDocument/2006/relationships/image" Target="../media/image150.w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168.emf"/><Relationship Id="rId8" Type="http://schemas.openxmlformats.org/officeDocument/2006/relationships/image" Target="../media/image167.wmf"/><Relationship Id="rId7" Type="http://schemas.openxmlformats.org/officeDocument/2006/relationships/image" Target="../media/image166.wmf"/><Relationship Id="rId6" Type="http://schemas.openxmlformats.org/officeDocument/2006/relationships/image" Target="../media/image165.wmf"/><Relationship Id="rId5" Type="http://schemas.openxmlformats.org/officeDocument/2006/relationships/image" Target="../media/image164.wmf"/><Relationship Id="rId4" Type="http://schemas.openxmlformats.org/officeDocument/2006/relationships/image" Target="../media/image163.wmf"/><Relationship Id="rId3" Type="http://schemas.openxmlformats.org/officeDocument/2006/relationships/image" Target="../media/image162.wmf"/><Relationship Id="rId2" Type="http://schemas.openxmlformats.org/officeDocument/2006/relationships/image" Target="../media/image161.wmf"/><Relationship Id="rId10" Type="http://schemas.openxmlformats.org/officeDocument/2006/relationships/image" Target="../media/image169.wmf"/><Relationship Id="rId1" Type="http://schemas.openxmlformats.org/officeDocument/2006/relationships/image" Target="../media/image160.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77.wmf"/><Relationship Id="rId7" Type="http://schemas.openxmlformats.org/officeDocument/2006/relationships/image" Target="../media/image176.emf"/><Relationship Id="rId6" Type="http://schemas.openxmlformats.org/officeDocument/2006/relationships/image" Target="../media/image175.wmf"/><Relationship Id="rId5" Type="http://schemas.openxmlformats.org/officeDocument/2006/relationships/image" Target="../media/image174.wmf"/><Relationship Id="rId4" Type="http://schemas.openxmlformats.org/officeDocument/2006/relationships/image" Target="../media/image173.wmf"/><Relationship Id="rId3" Type="http://schemas.openxmlformats.org/officeDocument/2006/relationships/image" Target="../media/image172.wmf"/><Relationship Id="rId2" Type="http://schemas.openxmlformats.org/officeDocument/2006/relationships/image" Target="../media/image171.wmf"/><Relationship Id="rId1" Type="http://schemas.openxmlformats.org/officeDocument/2006/relationships/image" Target="../media/image170.wmf"/></Relationships>
</file>

<file path=ppt/drawings/_rels/vmlDrawing31.vml.rels><?xml version="1.0" encoding="UTF-8" standalone="yes"?>
<Relationships xmlns="http://schemas.openxmlformats.org/package/2006/relationships"><Relationship Id="rId6" Type="http://schemas.openxmlformats.org/officeDocument/2006/relationships/image" Target="../media/image186.wmf"/><Relationship Id="rId5" Type="http://schemas.openxmlformats.org/officeDocument/2006/relationships/image" Target="../media/image185.wmf"/><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88.emf"/><Relationship Id="rId1" Type="http://schemas.openxmlformats.org/officeDocument/2006/relationships/image" Target="../media/image187.e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193.wmf"/><Relationship Id="rId4" Type="http://schemas.openxmlformats.org/officeDocument/2006/relationships/image" Target="../media/image192.wmf"/><Relationship Id="rId3" Type="http://schemas.openxmlformats.org/officeDocument/2006/relationships/image" Target="../media/image191.emf"/><Relationship Id="rId2" Type="http://schemas.openxmlformats.org/officeDocument/2006/relationships/image" Target="../media/image190.emf"/><Relationship Id="rId1" Type="http://schemas.openxmlformats.org/officeDocument/2006/relationships/image" Target="../media/image189.emf"/></Relationships>
</file>

<file path=ppt/drawings/_rels/vmlDrawing34.vml.rels><?xml version="1.0" encoding="UTF-8" standalone="yes"?>
<Relationships xmlns="http://schemas.openxmlformats.org/package/2006/relationships"><Relationship Id="rId5" Type="http://schemas.openxmlformats.org/officeDocument/2006/relationships/image" Target="../media/image198.wmf"/><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35.vml.rels><?xml version="1.0" encoding="UTF-8" standalone="yes"?>
<Relationships xmlns="http://schemas.openxmlformats.org/package/2006/relationships"><Relationship Id="rId7" Type="http://schemas.openxmlformats.org/officeDocument/2006/relationships/image" Target="../media/image201.wmf"/><Relationship Id="rId6" Type="http://schemas.openxmlformats.org/officeDocument/2006/relationships/image" Target="../media/image200.wmf"/><Relationship Id="rId5" Type="http://schemas.openxmlformats.org/officeDocument/2006/relationships/image" Target="../media/image199.wmf"/><Relationship Id="rId4" Type="http://schemas.openxmlformats.org/officeDocument/2006/relationships/image" Target="../media/image197.wmf"/><Relationship Id="rId3" Type="http://schemas.openxmlformats.org/officeDocument/2006/relationships/image" Target="../media/image196.wmf"/><Relationship Id="rId2" Type="http://schemas.openxmlformats.org/officeDocument/2006/relationships/image" Target="../media/image195.wmf"/><Relationship Id="rId1" Type="http://schemas.openxmlformats.org/officeDocument/2006/relationships/image" Target="../media/image194.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03.wmf"/></Relationships>
</file>

<file path=ppt/drawings/_rels/vmlDrawing38.vml.rels><?xml version="1.0" encoding="UTF-8" standalone="yes"?>
<Relationships xmlns="http://schemas.openxmlformats.org/package/2006/relationships"><Relationship Id="rId4" Type="http://schemas.openxmlformats.org/officeDocument/2006/relationships/image" Target="../media/image208.wmf"/><Relationship Id="rId3" Type="http://schemas.openxmlformats.org/officeDocument/2006/relationships/image" Target="../media/image207.wmf"/><Relationship Id="rId2" Type="http://schemas.openxmlformats.org/officeDocument/2006/relationships/image" Target="../media/image206.wmf"/><Relationship Id="rId1" Type="http://schemas.openxmlformats.org/officeDocument/2006/relationships/image" Target="../media/image203.wmf"/></Relationships>
</file>

<file path=ppt/drawings/_rels/vmlDrawing39.vml.rels><?xml version="1.0" encoding="UTF-8" standalone="yes"?>
<Relationships xmlns="http://schemas.openxmlformats.org/package/2006/relationships"><Relationship Id="rId7" Type="http://schemas.openxmlformats.org/officeDocument/2006/relationships/image" Target="../media/image215.wmf"/><Relationship Id="rId6" Type="http://schemas.openxmlformats.org/officeDocument/2006/relationships/image" Target="../media/image214.wmf"/><Relationship Id="rId5" Type="http://schemas.openxmlformats.org/officeDocument/2006/relationships/image" Target="../media/image213.wmf"/><Relationship Id="rId4" Type="http://schemas.openxmlformats.org/officeDocument/2006/relationships/image" Target="../media/image212.wmf"/><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17.emf"/><Relationship Id="rId1" Type="http://schemas.openxmlformats.org/officeDocument/2006/relationships/image" Target="../media/image216.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20.emf"/><Relationship Id="rId2" Type="http://schemas.openxmlformats.org/officeDocument/2006/relationships/image" Target="../media/image219.emf"/><Relationship Id="rId1" Type="http://schemas.openxmlformats.org/officeDocument/2006/relationships/image" Target="../media/image218.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223.emf"/><Relationship Id="rId2" Type="http://schemas.openxmlformats.org/officeDocument/2006/relationships/image" Target="../media/image222.emf"/><Relationship Id="rId1" Type="http://schemas.openxmlformats.org/officeDocument/2006/relationships/image" Target="../media/image22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7208F89-9C62-40E6-A4B7-5241B108DCB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307C1D-A20E-4502-A38E-1928A7EE265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F307C1D-A20E-4502-A38E-1928A7EE265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5AC6D365-79F3-4E29-827D-47741B74596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4713A92-851F-4046-AB96-6749A4FAE778}" type="slidenum">
              <a:rPr lang="zh-CN" altLang="en-US"/>
            </a:fld>
            <a:endParaRPr lang="zh-CN"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2F9F44C-D2E7-4871-89D7-A41FF6B1E657}"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9AA0418-908A-4144-B86F-AB19D097D0B0}" type="slidenum">
              <a:rPr lang="zh-CN" altLang="en-US"/>
            </a:fld>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8EFEEEB4-01B2-4795-8753-450FBE59DA35}"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5D1BE08-A67C-4428-8F9A-F1B2D4481BED}" type="slidenum">
              <a:rPr lang="zh-CN" altLang="en-US"/>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210C3632-CB7A-49E8-83B7-5DDD92EE2FC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3ACEE13-770E-40DC-A5C5-1AE13704BA92}" type="slidenum">
              <a:rPr lang="zh-CN" altLang="en-US"/>
            </a:fld>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79DA0C7A-EF68-4A11-A8C1-DF48FCAB4299}"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945E6ECC-CBFC-42D8-9D8E-19CDB0B41839}" type="slidenum">
              <a:rPr lang="zh-CN" altLang="en-US"/>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D8DAF795-E19B-4ACA-8D6F-21DBE6C199B8}"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D0BC8DD-2C88-4838-B589-125B9BEA2F2F}" type="slidenum">
              <a:rPr lang="zh-CN" altLang="en-US"/>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F0865F79-E326-4221-8FE8-CB8858CA0072}"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4D204DAF-B3F8-4F06-AF20-DA6EEC3FC759}" type="slidenum">
              <a:rPr lang="zh-CN" altLang="en-US"/>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5E206766-486F-4395-A698-99ED75D95E09}"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82F05E3-7A7E-486F-AAB5-1EEECF90B344}" type="slidenum">
              <a:rPr lang="zh-CN" altLang="en-US"/>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D20AABE4-DBAD-413F-9695-D32309004977}"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6151A8D-E287-42AA-A00D-957F390EC9CD}" type="slidenum">
              <a:rPr lang="zh-CN" altLang="en-US"/>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9C6A799B-102E-4998-91DA-768EE48F5D65}"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52B1119-01E9-4913-98EE-F01F5707363A}" type="slidenum">
              <a:rPr lang="zh-CN" altLang="en-US"/>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10907B6-CC8A-445E-933C-08EFEB514A0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94341D0-EACF-4B33-A546-69A10F574033}" type="slidenum">
              <a:rPr lang="zh-CN" altLang="en-US"/>
            </a:fld>
            <a:endParaRPr lang="zh-CN" alt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smtClean="0">
                <a:solidFill>
                  <a:schemeClr val="tx1">
                    <a:tint val="75000"/>
                  </a:schemeClr>
                </a:solidFill>
              </a:defRPr>
            </a:lvl1pPr>
          </a:lstStyle>
          <a:p>
            <a:pPr>
              <a:defRPr/>
            </a:pPr>
            <a:fld id="{1ED1E859-4328-4B75-B582-C57FDB034DFF}" type="datetimeFigureOut">
              <a:rPr lang="zh-CN" altLang="en-US"/>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hangingPunct="1">
              <a:defRPr sz="1200" smtClean="0">
                <a:solidFill>
                  <a:schemeClr val="tx1">
                    <a:tint val="75000"/>
                  </a:schemeClr>
                </a:solidFill>
              </a:defRPr>
            </a:lvl1pPr>
          </a:lstStyle>
          <a:p>
            <a:pPr>
              <a:defRPr/>
            </a:pPr>
            <a:fld id="{45C8C7C3-6F25-42BF-98FD-950C908DA168}"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Verdana" panose="020B0604030504040204" pitchFamily="34" charset="0"/>
        </a:defRPr>
      </a:lvl2pPr>
      <a:lvl3pPr algn="ctr" rtl="0" fontAlgn="base">
        <a:spcBef>
          <a:spcPct val="0"/>
        </a:spcBef>
        <a:spcAft>
          <a:spcPct val="0"/>
        </a:spcAft>
        <a:defRPr sz="4400">
          <a:solidFill>
            <a:schemeClr val="tx1"/>
          </a:solidFill>
          <a:latin typeface="Verdana" panose="020B0604030504040204" pitchFamily="34" charset="0"/>
        </a:defRPr>
      </a:lvl3pPr>
      <a:lvl4pPr algn="ctr" rtl="0" fontAlgn="base">
        <a:spcBef>
          <a:spcPct val="0"/>
        </a:spcBef>
        <a:spcAft>
          <a:spcPct val="0"/>
        </a:spcAft>
        <a:defRPr sz="4400">
          <a:solidFill>
            <a:schemeClr val="tx1"/>
          </a:solidFill>
          <a:latin typeface="Verdana" panose="020B0604030504040204" pitchFamily="34" charset="0"/>
        </a:defRPr>
      </a:lvl4pPr>
      <a:lvl5pPr algn="ctr" rtl="0" fontAlgn="base">
        <a:spcBef>
          <a:spcPct val="0"/>
        </a:spcBef>
        <a:spcAft>
          <a:spcPct val="0"/>
        </a:spcAft>
        <a:defRPr sz="4400">
          <a:solidFill>
            <a:schemeClr val="tx1"/>
          </a:solidFill>
          <a:latin typeface="Verdana" panose="020B0604030504040204" pitchFamily="34" charset="0"/>
        </a:defRPr>
      </a:lvl5pPr>
      <a:lvl6pPr marL="457200" algn="ctr" rtl="0" fontAlgn="base">
        <a:spcBef>
          <a:spcPct val="0"/>
        </a:spcBef>
        <a:spcAft>
          <a:spcPct val="0"/>
        </a:spcAft>
        <a:defRPr sz="4400">
          <a:solidFill>
            <a:schemeClr val="tx1"/>
          </a:solidFill>
          <a:latin typeface="Verdana" panose="020B0604030504040204" pitchFamily="34" charset="0"/>
        </a:defRPr>
      </a:lvl6pPr>
      <a:lvl7pPr marL="914400" algn="ctr" rtl="0" fontAlgn="base">
        <a:spcBef>
          <a:spcPct val="0"/>
        </a:spcBef>
        <a:spcAft>
          <a:spcPct val="0"/>
        </a:spcAft>
        <a:defRPr sz="4400">
          <a:solidFill>
            <a:schemeClr val="tx1"/>
          </a:solidFill>
          <a:latin typeface="Verdana" panose="020B0604030504040204" pitchFamily="34" charset="0"/>
        </a:defRPr>
      </a:lvl7pPr>
      <a:lvl8pPr marL="1371600" algn="ctr" rtl="0" fontAlgn="base">
        <a:spcBef>
          <a:spcPct val="0"/>
        </a:spcBef>
        <a:spcAft>
          <a:spcPct val="0"/>
        </a:spcAft>
        <a:defRPr sz="4400">
          <a:solidFill>
            <a:schemeClr val="tx1"/>
          </a:solidFill>
          <a:latin typeface="Verdana" panose="020B0604030504040204" pitchFamily="34" charset="0"/>
        </a:defRPr>
      </a:lvl8pPr>
      <a:lvl9pPr marL="1828800" algn="ctr" rtl="0" fontAlgn="base">
        <a:spcBef>
          <a:spcPct val="0"/>
        </a:spcBef>
        <a:spcAft>
          <a:spcPct val="0"/>
        </a:spcAft>
        <a:defRPr sz="4400">
          <a:solidFill>
            <a:schemeClr val="tx1"/>
          </a:solidFill>
          <a:latin typeface="Verdana" panose="020B060403050404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5.wmf"/><Relationship Id="rId7" Type="http://schemas.openxmlformats.org/officeDocument/2006/relationships/oleObject" Target="../embeddings/oleObject4.bin"/><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image" Target="../media/image6.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10.wmf"/><Relationship Id="rId7" Type="http://schemas.openxmlformats.org/officeDocument/2006/relationships/oleObject" Target="../embeddings/oleObject9.bin"/><Relationship Id="rId6" Type="http://schemas.openxmlformats.org/officeDocument/2006/relationships/image" Target="../media/image9.emf"/><Relationship Id="rId5" Type="http://schemas.openxmlformats.org/officeDocument/2006/relationships/oleObject" Target="../embeddings/oleObject8.bin"/><Relationship Id="rId4" Type="http://schemas.openxmlformats.org/officeDocument/2006/relationships/image" Target="../media/image8.wmf"/><Relationship Id="rId3" Type="http://schemas.openxmlformats.org/officeDocument/2006/relationships/oleObject" Target="../embeddings/oleObject7.bin"/><Relationship Id="rId2" Type="http://schemas.openxmlformats.org/officeDocument/2006/relationships/image" Target="../media/image7.wmf"/><Relationship Id="rId14" Type="http://schemas.openxmlformats.org/officeDocument/2006/relationships/vmlDrawing" Target="../drawings/vmlDrawing2.vml"/><Relationship Id="rId13" Type="http://schemas.openxmlformats.org/officeDocument/2006/relationships/slideLayout" Target="../slideLayouts/slideLayout4.xml"/><Relationship Id="rId12" Type="http://schemas.openxmlformats.org/officeDocument/2006/relationships/image" Target="../media/image12.wmf"/><Relationship Id="rId11" Type="http://schemas.openxmlformats.org/officeDocument/2006/relationships/oleObject" Target="../embeddings/oleObject11.bin"/><Relationship Id="rId10" Type="http://schemas.openxmlformats.org/officeDocument/2006/relationships/image" Target="../media/image11.wmf"/><Relationship Id="rId1" Type="http://schemas.openxmlformats.org/officeDocument/2006/relationships/oleObject" Target="../embeddings/oleObject6.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4.wmf"/><Relationship Id="rId3" Type="http://schemas.openxmlformats.org/officeDocument/2006/relationships/oleObject" Target="../embeddings/oleObject13.bin"/><Relationship Id="rId2" Type="http://schemas.openxmlformats.org/officeDocument/2006/relationships/image" Target="../media/image13.wmf"/><Relationship Id="rId1"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18.bin"/><Relationship Id="rId8" Type="http://schemas.openxmlformats.org/officeDocument/2006/relationships/image" Target="../media/image18.wmf"/><Relationship Id="rId7" Type="http://schemas.openxmlformats.org/officeDocument/2006/relationships/oleObject" Target="../embeddings/oleObject17.bin"/><Relationship Id="rId6" Type="http://schemas.openxmlformats.org/officeDocument/2006/relationships/image" Target="../media/image17.wmf"/><Relationship Id="rId5" Type="http://schemas.openxmlformats.org/officeDocument/2006/relationships/oleObject" Target="../embeddings/oleObject16.bin"/><Relationship Id="rId4" Type="http://schemas.openxmlformats.org/officeDocument/2006/relationships/image" Target="../media/image16.wmf"/><Relationship Id="rId3" Type="http://schemas.openxmlformats.org/officeDocument/2006/relationships/oleObject" Target="../embeddings/oleObject15.bin"/><Relationship Id="rId2" Type="http://schemas.openxmlformats.org/officeDocument/2006/relationships/image" Target="../media/image15.wmf"/><Relationship Id="rId14" Type="http://schemas.openxmlformats.org/officeDocument/2006/relationships/vmlDrawing" Target="../drawings/vmlDrawing4.vml"/><Relationship Id="rId13" Type="http://schemas.openxmlformats.org/officeDocument/2006/relationships/slideLayout" Target="../slideLayouts/slideLayout2.xml"/><Relationship Id="rId12" Type="http://schemas.openxmlformats.org/officeDocument/2006/relationships/image" Target="../media/image20.wmf"/><Relationship Id="rId11" Type="http://schemas.openxmlformats.org/officeDocument/2006/relationships/oleObject" Target="../embeddings/oleObject19.bin"/><Relationship Id="rId10" Type="http://schemas.openxmlformats.org/officeDocument/2006/relationships/image" Target="../media/image19.wmf"/><Relationship Id="rId1"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2.wmf"/><Relationship Id="rId3" Type="http://schemas.openxmlformats.org/officeDocument/2006/relationships/oleObject" Target="../embeddings/oleObject21.bin"/><Relationship Id="rId2" Type="http://schemas.openxmlformats.org/officeDocument/2006/relationships/image" Target="../media/image21.wmf"/><Relationship Id="rId1" Type="http://schemas.openxmlformats.org/officeDocument/2006/relationships/oleObject" Target="../embeddings/oleObject20.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7.xml"/><Relationship Id="rId4" Type="http://schemas.openxmlformats.org/officeDocument/2006/relationships/image" Target="../media/image24.wmf"/><Relationship Id="rId3" Type="http://schemas.openxmlformats.org/officeDocument/2006/relationships/oleObject" Target="../embeddings/oleObject23.bin"/><Relationship Id="rId2" Type="http://schemas.openxmlformats.org/officeDocument/2006/relationships/image" Target="../media/image23.wmf"/><Relationship Id="rId1" Type="http://schemas.openxmlformats.org/officeDocument/2006/relationships/oleObject" Target="../embeddings/oleObject22.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26.wmf"/><Relationship Id="rId3" Type="http://schemas.openxmlformats.org/officeDocument/2006/relationships/oleObject" Target="../embeddings/oleObject25.bin"/><Relationship Id="rId2" Type="http://schemas.openxmlformats.org/officeDocument/2006/relationships/image" Target="../media/image25.wmf"/><Relationship Id="rId1" Type="http://schemas.openxmlformats.org/officeDocument/2006/relationships/oleObject" Target="../embeddings/oleObject24.bin"/></Relationships>
</file>

<file path=ppt/slides/_rels/slide9.xml.rels><?xml version="1.0" encoding="UTF-8" standalone="yes"?>
<Relationships xmlns="http://schemas.openxmlformats.org/package/2006/relationships"><Relationship Id="rId9" Type="http://schemas.openxmlformats.org/officeDocument/2006/relationships/image" Target="../media/image30.wmf"/><Relationship Id="rId8" Type="http://schemas.openxmlformats.org/officeDocument/2006/relationships/oleObject" Target="../embeddings/oleObject30.bin"/><Relationship Id="rId7" Type="http://schemas.openxmlformats.org/officeDocument/2006/relationships/image" Target="../media/image29.wmf"/><Relationship Id="rId6" Type="http://schemas.openxmlformats.org/officeDocument/2006/relationships/oleObject" Target="../embeddings/oleObject29.bin"/><Relationship Id="rId5" Type="http://schemas.openxmlformats.org/officeDocument/2006/relationships/image" Target="../media/image28.wmf"/><Relationship Id="rId4" Type="http://schemas.openxmlformats.org/officeDocument/2006/relationships/oleObject" Target="../embeddings/oleObject28.bin"/><Relationship Id="rId3" Type="http://schemas.openxmlformats.org/officeDocument/2006/relationships/oleObject" Target="../embeddings/oleObject27.bin"/><Relationship Id="rId2" Type="http://schemas.openxmlformats.org/officeDocument/2006/relationships/image" Target="../media/image27.wmf"/><Relationship Id="rId13" Type="http://schemas.openxmlformats.org/officeDocument/2006/relationships/vmlDrawing" Target="../drawings/vmlDrawing8.vml"/><Relationship Id="rId12" Type="http://schemas.openxmlformats.org/officeDocument/2006/relationships/slideLayout" Target="../slideLayouts/slideLayout2.xml"/><Relationship Id="rId11" Type="http://schemas.openxmlformats.org/officeDocument/2006/relationships/image" Target="../media/image31.wmf"/><Relationship Id="rId10" Type="http://schemas.openxmlformats.org/officeDocument/2006/relationships/oleObject" Target="../embeddings/oleObject31.bin"/><Relationship Id="rId1" Type="http://schemas.openxmlformats.org/officeDocument/2006/relationships/oleObject" Target="../embeddings/oleObject26.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36.bin"/><Relationship Id="rId8" Type="http://schemas.openxmlformats.org/officeDocument/2006/relationships/image" Target="../media/image35.wmf"/><Relationship Id="rId7" Type="http://schemas.openxmlformats.org/officeDocument/2006/relationships/oleObject" Target="../embeddings/oleObject35.bin"/><Relationship Id="rId6" Type="http://schemas.openxmlformats.org/officeDocument/2006/relationships/image" Target="../media/image34.wmf"/><Relationship Id="rId5" Type="http://schemas.openxmlformats.org/officeDocument/2006/relationships/oleObject" Target="../embeddings/oleObject34.bin"/><Relationship Id="rId4" Type="http://schemas.openxmlformats.org/officeDocument/2006/relationships/image" Target="../media/image33.wmf"/><Relationship Id="rId3" Type="http://schemas.openxmlformats.org/officeDocument/2006/relationships/oleObject" Target="../embeddings/oleObject33.bin"/><Relationship Id="rId22" Type="http://schemas.openxmlformats.org/officeDocument/2006/relationships/vmlDrawing" Target="../drawings/vmlDrawing9.vml"/><Relationship Id="rId21" Type="http://schemas.openxmlformats.org/officeDocument/2006/relationships/slideLayout" Target="../slideLayouts/slideLayout2.xml"/><Relationship Id="rId20" Type="http://schemas.openxmlformats.org/officeDocument/2006/relationships/image" Target="../media/image41.wmf"/><Relationship Id="rId2" Type="http://schemas.openxmlformats.org/officeDocument/2006/relationships/image" Target="../media/image32.wmf"/><Relationship Id="rId19" Type="http://schemas.openxmlformats.org/officeDocument/2006/relationships/oleObject" Target="../embeddings/oleObject41.bin"/><Relationship Id="rId18" Type="http://schemas.openxmlformats.org/officeDocument/2006/relationships/image" Target="../media/image40.wmf"/><Relationship Id="rId17" Type="http://schemas.openxmlformats.org/officeDocument/2006/relationships/oleObject" Target="../embeddings/oleObject40.bin"/><Relationship Id="rId16" Type="http://schemas.openxmlformats.org/officeDocument/2006/relationships/image" Target="../media/image39.wmf"/><Relationship Id="rId15" Type="http://schemas.openxmlformats.org/officeDocument/2006/relationships/oleObject" Target="../embeddings/oleObject39.bin"/><Relationship Id="rId14" Type="http://schemas.openxmlformats.org/officeDocument/2006/relationships/image" Target="../media/image38.wmf"/><Relationship Id="rId13" Type="http://schemas.openxmlformats.org/officeDocument/2006/relationships/oleObject" Target="../embeddings/oleObject38.bin"/><Relationship Id="rId12" Type="http://schemas.openxmlformats.org/officeDocument/2006/relationships/image" Target="../media/image37.wmf"/><Relationship Id="rId11" Type="http://schemas.openxmlformats.org/officeDocument/2006/relationships/oleObject" Target="../embeddings/oleObject37.bin"/><Relationship Id="rId10" Type="http://schemas.openxmlformats.org/officeDocument/2006/relationships/image" Target="../media/image36.wmf"/><Relationship Id="rId1" Type="http://schemas.openxmlformats.org/officeDocument/2006/relationships/oleObject" Target="../embeddings/oleObject32.bin"/></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5.wmf"/><Relationship Id="rId7" Type="http://schemas.openxmlformats.org/officeDocument/2006/relationships/oleObject" Target="../embeddings/oleObject45.bin"/><Relationship Id="rId6" Type="http://schemas.openxmlformats.org/officeDocument/2006/relationships/image" Target="../media/image44.wmf"/><Relationship Id="rId5" Type="http://schemas.openxmlformats.org/officeDocument/2006/relationships/oleObject" Target="../embeddings/oleObject44.bin"/><Relationship Id="rId4" Type="http://schemas.openxmlformats.org/officeDocument/2006/relationships/image" Target="../media/image43.wmf"/><Relationship Id="rId3" Type="http://schemas.openxmlformats.org/officeDocument/2006/relationships/oleObject" Target="../embeddings/oleObject43.bin"/><Relationship Id="rId2" Type="http://schemas.openxmlformats.org/officeDocument/2006/relationships/image" Target="../media/image42.wmf"/><Relationship Id="rId10" Type="http://schemas.openxmlformats.org/officeDocument/2006/relationships/vmlDrawing" Target="../drawings/vmlDrawing10.vml"/><Relationship Id="rId1" Type="http://schemas.openxmlformats.org/officeDocument/2006/relationships/oleObject" Target="../embeddings/oleObject42.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9.wmf"/><Relationship Id="rId7" Type="http://schemas.openxmlformats.org/officeDocument/2006/relationships/oleObject" Target="../embeddings/oleObject49.bin"/><Relationship Id="rId6" Type="http://schemas.openxmlformats.org/officeDocument/2006/relationships/image" Target="../media/image48.wmf"/><Relationship Id="rId5" Type="http://schemas.openxmlformats.org/officeDocument/2006/relationships/oleObject" Target="../embeddings/oleObject48.bin"/><Relationship Id="rId4" Type="http://schemas.openxmlformats.org/officeDocument/2006/relationships/image" Target="../media/image47.wmf"/><Relationship Id="rId3" Type="http://schemas.openxmlformats.org/officeDocument/2006/relationships/oleObject" Target="../embeddings/oleObject47.bin"/><Relationship Id="rId2" Type="http://schemas.openxmlformats.org/officeDocument/2006/relationships/image" Target="../media/image46.wmf"/><Relationship Id="rId10" Type="http://schemas.openxmlformats.org/officeDocument/2006/relationships/vmlDrawing" Target="../drawings/vmlDrawing11.vml"/><Relationship Id="rId1" Type="http://schemas.openxmlformats.org/officeDocument/2006/relationships/oleObject" Target="../embeddings/oleObject46.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53.wmf"/><Relationship Id="rId7" Type="http://schemas.openxmlformats.org/officeDocument/2006/relationships/oleObject" Target="../embeddings/oleObject53.bin"/><Relationship Id="rId6" Type="http://schemas.openxmlformats.org/officeDocument/2006/relationships/image" Target="../media/image52.wmf"/><Relationship Id="rId5" Type="http://schemas.openxmlformats.org/officeDocument/2006/relationships/oleObject" Target="../embeddings/oleObject52.bin"/><Relationship Id="rId4" Type="http://schemas.openxmlformats.org/officeDocument/2006/relationships/image" Target="../media/image51.wmf"/><Relationship Id="rId3" Type="http://schemas.openxmlformats.org/officeDocument/2006/relationships/oleObject" Target="../embeddings/oleObject51.bin"/><Relationship Id="rId2" Type="http://schemas.openxmlformats.org/officeDocument/2006/relationships/image" Target="../media/image50.wmf"/><Relationship Id="rId12" Type="http://schemas.openxmlformats.org/officeDocument/2006/relationships/vmlDrawing" Target="../drawings/vmlDrawing12.vml"/><Relationship Id="rId11" Type="http://schemas.openxmlformats.org/officeDocument/2006/relationships/slideLayout" Target="../slideLayouts/slideLayout2.xml"/><Relationship Id="rId10" Type="http://schemas.openxmlformats.org/officeDocument/2006/relationships/image" Target="../media/image54.wmf"/><Relationship Id="rId1" Type="http://schemas.openxmlformats.org/officeDocument/2006/relationships/oleObject" Target="../embeddings/oleObject50.bin"/></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57.bin"/><Relationship Id="rId3" Type="http://schemas.openxmlformats.org/officeDocument/2006/relationships/oleObject" Target="../embeddings/oleObject56.bin"/><Relationship Id="rId2" Type="http://schemas.openxmlformats.org/officeDocument/2006/relationships/image" Target="../media/image55.png"/><Relationship Id="rId1" Type="http://schemas.openxmlformats.org/officeDocument/2006/relationships/oleObject" Target="../embeddings/oleObject55.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62.bin"/><Relationship Id="rId8" Type="http://schemas.openxmlformats.org/officeDocument/2006/relationships/image" Target="../media/image58.wmf"/><Relationship Id="rId7" Type="http://schemas.openxmlformats.org/officeDocument/2006/relationships/oleObject" Target="../embeddings/oleObject61.bin"/><Relationship Id="rId6" Type="http://schemas.openxmlformats.org/officeDocument/2006/relationships/image" Target="../media/image57.wmf"/><Relationship Id="rId5" Type="http://schemas.openxmlformats.org/officeDocument/2006/relationships/oleObject" Target="../embeddings/oleObject60.bin"/><Relationship Id="rId4" Type="http://schemas.openxmlformats.org/officeDocument/2006/relationships/image" Target="../media/image54.wmf"/><Relationship Id="rId3" Type="http://schemas.openxmlformats.org/officeDocument/2006/relationships/oleObject" Target="../embeddings/oleObject59.bin"/><Relationship Id="rId23" Type="http://schemas.openxmlformats.org/officeDocument/2006/relationships/vmlDrawing" Target="../drawings/vmlDrawing14.vml"/><Relationship Id="rId22" Type="http://schemas.openxmlformats.org/officeDocument/2006/relationships/slideLayout" Target="../slideLayouts/slideLayout2.xml"/><Relationship Id="rId21" Type="http://schemas.openxmlformats.org/officeDocument/2006/relationships/image" Target="../media/image64.wmf"/><Relationship Id="rId20" Type="http://schemas.openxmlformats.org/officeDocument/2006/relationships/oleObject" Target="../embeddings/oleObject68.bin"/><Relationship Id="rId2" Type="http://schemas.openxmlformats.org/officeDocument/2006/relationships/image" Target="../media/image50.wmf"/><Relationship Id="rId19" Type="http://schemas.openxmlformats.org/officeDocument/2006/relationships/image" Target="../media/image63.wmf"/><Relationship Id="rId18" Type="http://schemas.openxmlformats.org/officeDocument/2006/relationships/oleObject" Target="../embeddings/oleObject67.bin"/><Relationship Id="rId17" Type="http://schemas.openxmlformats.org/officeDocument/2006/relationships/oleObject" Target="../embeddings/oleObject66.bin"/><Relationship Id="rId16" Type="http://schemas.openxmlformats.org/officeDocument/2006/relationships/image" Target="../media/image62.wmf"/><Relationship Id="rId15" Type="http://schemas.openxmlformats.org/officeDocument/2006/relationships/oleObject" Target="../embeddings/oleObject65.bin"/><Relationship Id="rId14" Type="http://schemas.openxmlformats.org/officeDocument/2006/relationships/image" Target="../media/image61.wmf"/><Relationship Id="rId13" Type="http://schemas.openxmlformats.org/officeDocument/2006/relationships/oleObject" Target="../embeddings/oleObject64.bin"/><Relationship Id="rId12" Type="http://schemas.openxmlformats.org/officeDocument/2006/relationships/image" Target="../media/image60.wmf"/><Relationship Id="rId11" Type="http://schemas.openxmlformats.org/officeDocument/2006/relationships/oleObject" Target="../embeddings/oleObject63.bin"/><Relationship Id="rId10" Type="http://schemas.openxmlformats.org/officeDocument/2006/relationships/image" Target="../media/image59.wmf"/><Relationship Id="rId1" Type="http://schemas.openxmlformats.org/officeDocument/2006/relationships/oleObject" Target="../embeddings/oleObject58.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68.wmf"/><Relationship Id="rId7" Type="http://schemas.openxmlformats.org/officeDocument/2006/relationships/oleObject" Target="../embeddings/oleObject72.bin"/><Relationship Id="rId6" Type="http://schemas.openxmlformats.org/officeDocument/2006/relationships/image" Target="../media/image67.wmf"/><Relationship Id="rId5" Type="http://schemas.openxmlformats.org/officeDocument/2006/relationships/oleObject" Target="../embeddings/oleObject71.bin"/><Relationship Id="rId4" Type="http://schemas.openxmlformats.org/officeDocument/2006/relationships/image" Target="../media/image66.wmf"/><Relationship Id="rId3" Type="http://schemas.openxmlformats.org/officeDocument/2006/relationships/oleObject" Target="../embeddings/oleObject70.bin"/><Relationship Id="rId21" Type="http://schemas.openxmlformats.org/officeDocument/2006/relationships/vmlDrawing" Target="../drawings/vmlDrawing15.vml"/><Relationship Id="rId20" Type="http://schemas.openxmlformats.org/officeDocument/2006/relationships/slideLayout" Target="../slideLayouts/slideLayout7.xml"/><Relationship Id="rId2" Type="http://schemas.openxmlformats.org/officeDocument/2006/relationships/image" Target="../media/image65.wmf"/><Relationship Id="rId19" Type="http://schemas.openxmlformats.org/officeDocument/2006/relationships/oleObject" Target="../embeddings/oleObject78.bin"/><Relationship Id="rId18" Type="http://schemas.openxmlformats.org/officeDocument/2006/relationships/image" Target="../media/image71.wmf"/><Relationship Id="rId17" Type="http://schemas.openxmlformats.org/officeDocument/2006/relationships/oleObject" Target="../embeddings/oleObject77.bin"/><Relationship Id="rId16" Type="http://schemas.openxmlformats.org/officeDocument/2006/relationships/image" Target="../media/image61.wmf"/><Relationship Id="rId15" Type="http://schemas.openxmlformats.org/officeDocument/2006/relationships/oleObject" Target="../embeddings/oleObject76.bin"/><Relationship Id="rId14" Type="http://schemas.openxmlformats.org/officeDocument/2006/relationships/image" Target="../media/image54.wmf"/><Relationship Id="rId13" Type="http://schemas.openxmlformats.org/officeDocument/2006/relationships/oleObject" Target="../embeddings/oleObject75.bin"/><Relationship Id="rId12" Type="http://schemas.openxmlformats.org/officeDocument/2006/relationships/image" Target="../media/image70.wmf"/><Relationship Id="rId11" Type="http://schemas.openxmlformats.org/officeDocument/2006/relationships/oleObject" Target="../embeddings/oleObject74.bin"/><Relationship Id="rId10" Type="http://schemas.openxmlformats.org/officeDocument/2006/relationships/image" Target="../media/image69.wmf"/><Relationship Id="rId1" Type="http://schemas.openxmlformats.org/officeDocument/2006/relationships/oleObject" Target="../embeddings/oleObject69.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83.bin"/><Relationship Id="rId8" Type="http://schemas.openxmlformats.org/officeDocument/2006/relationships/image" Target="../media/image75.wmf"/><Relationship Id="rId7" Type="http://schemas.openxmlformats.org/officeDocument/2006/relationships/oleObject" Target="../embeddings/oleObject82.bin"/><Relationship Id="rId6" Type="http://schemas.openxmlformats.org/officeDocument/2006/relationships/image" Target="../media/image74.wmf"/><Relationship Id="rId5" Type="http://schemas.openxmlformats.org/officeDocument/2006/relationships/oleObject" Target="../embeddings/oleObject81.bin"/><Relationship Id="rId4" Type="http://schemas.openxmlformats.org/officeDocument/2006/relationships/image" Target="../media/image73.wmf"/><Relationship Id="rId3" Type="http://schemas.openxmlformats.org/officeDocument/2006/relationships/oleObject" Target="../embeddings/oleObject80.bin"/><Relationship Id="rId22" Type="http://schemas.openxmlformats.org/officeDocument/2006/relationships/vmlDrawing" Target="../drawings/vmlDrawing16.vml"/><Relationship Id="rId21" Type="http://schemas.openxmlformats.org/officeDocument/2006/relationships/slideLayout" Target="../slideLayouts/slideLayout2.xml"/><Relationship Id="rId20" Type="http://schemas.openxmlformats.org/officeDocument/2006/relationships/image" Target="../media/image81.wmf"/><Relationship Id="rId2" Type="http://schemas.openxmlformats.org/officeDocument/2006/relationships/image" Target="../media/image72.wmf"/><Relationship Id="rId19" Type="http://schemas.openxmlformats.org/officeDocument/2006/relationships/oleObject" Target="../embeddings/oleObject88.bin"/><Relationship Id="rId18" Type="http://schemas.openxmlformats.org/officeDocument/2006/relationships/image" Target="../media/image80.wmf"/><Relationship Id="rId17" Type="http://schemas.openxmlformats.org/officeDocument/2006/relationships/oleObject" Target="../embeddings/oleObject87.bin"/><Relationship Id="rId16" Type="http://schemas.openxmlformats.org/officeDocument/2006/relationships/image" Target="../media/image79.wmf"/><Relationship Id="rId15" Type="http://schemas.openxmlformats.org/officeDocument/2006/relationships/oleObject" Target="../embeddings/oleObject86.bin"/><Relationship Id="rId14" Type="http://schemas.openxmlformats.org/officeDocument/2006/relationships/image" Target="../media/image78.wmf"/><Relationship Id="rId13" Type="http://schemas.openxmlformats.org/officeDocument/2006/relationships/oleObject" Target="../embeddings/oleObject85.bin"/><Relationship Id="rId12" Type="http://schemas.openxmlformats.org/officeDocument/2006/relationships/image" Target="../media/image77.wmf"/><Relationship Id="rId11" Type="http://schemas.openxmlformats.org/officeDocument/2006/relationships/oleObject" Target="../embeddings/oleObject84.bin"/><Relationship Id="rId10" Type="http://schemas.openxmlformats.org/officeDocument/2006/relationships/image" Target="../media/image76.wmf"/><Relationship Id="rId1" Type="http://schemas.openxmlformats.org/officeDocument/2006/relationships/oleObject" Target="../embeddings/oleObject79.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image" Target="../media/image85.wmf"/><Relationship Id="rId7" Type="http://schemas.openxmlformats.org/officeDocument/2006/relationships/oleObject" Target="../embeddings/oleObject92.bin"/><Relationship Id="rId6" Type="http://schemas.openxmlformats.org/officeDocument/2006/relationships/image" Target="../media/image84.wmf"/><Relationship Id="rId5" Type="http://schemas.openxmlformats.org/officeDocument/2006/relationships/oleObject" Target="../embeddings/oleObject91.bin"/><Relationship Id="rId4" Type="http://schemas.openxmlformats.org/officeDocument/2006/relationships/image" Target="../media/image83.wmf"/><Relationship Id="rId32" Type="http://schemas.openxmlformats.org/officeDocument/2006/relationships/vmlDrawing" Target="../drawings/vmlDrawing17.vml"/><Relationship Id="rId31" Type="http://schemas.openxmlformats.org/officeDocument/2006/relationships/slideLayout" Target="../slideLayouts/slideLayout2.xml"/><Relationship Id="rId30" Type="http://schemas.openxmlformats.org/officeDocument/2006/relationships/image" Target="../media/image96.wmf"/><Relationship Id="rId3" Type="http://schemas.openxmlformats.org/officeDocument/2006/relationships/oleObject" Target="../embeddings/oleObject90.bin"/><Relationship Id="rId29" Type="http://schemas.openxmlformats.org/officeDocument/2006/relationships/oleObject" Target="../embeddings/oleObject103.bin"/><Relationship Id="rId28" Type="http://schemas.openxmlformats.org/officeDocument/2006/relationships/image" Target="../media/image95.wmf"/><Relationship Id="rId27" Type="http://schemas.openxmlformats.org/officeDocument/2006/relationships/oleObject" Target="../embeddings/oleObject102.bin"/><Relationship Id="rId26" Type="http://schemas.openxmlformats.org/officeDocument/2006/relationships/image" Target="../media/image94.wmf"/><Relationship Id="rId25" Type="http://schemas.openxmlformats.org/officeDocument/2006/relationships/oleObject" Target="../embeddings/oleObject101.bin"/><Relationship Id="rId24" Type="http://schemas.openxmlformats.org/officeDocument/2006/relationships/image" Target="../media/image93.wmf"/><Relationship Id="rId23" Type="http://schemas.openxmlformats.org/officeDocument/2006/relationships/oleObject" Target="../embeddings/oleObject100.bin"/><Relationship Id="rId22" Type="http://schemas.openxmlformats.org/officeDocument/2006/relationships/image" Target="../media/image92.wmf"/><Relationship Id="rId21" Type="http://schemas.openxmlformats.org/officeDocument/2006/relationships/oleObject" Target="../embeddings/oleObject99.bin"/><Relationship Id="rId20" Type="http://schemas.openxmlformats.org/officeDocument/2006/relationships/image" Target="../media/image91.wmf"/><Relationship Id="rId2" Type="http://schemas.openxmlformats.org/officeDocument/2006/relationships/image" Target="../media/image82.wmf"/><Relationship Id="rId19" Type="http://schemas.openxmlformats.org/officeDocument/2006/relationships/oleObject" Target="../embeddings/oleObject98.bin"/><Relationship Id="rId18" Type="http://schemas.openxmlformats.org/officeDocument/2006/relationships/image" Target="../media/image90.wmf"/><Relationship Id="rId17" Type="http://schemas.openxmlformats.org/officeDocument/2006/relationships/oleObject" Target="../embeddings/oleObject97.bin"/><Relationship Id="rId16" Type="http://schemas.openxmlformats.org/officeDocument/2006/relationships/image" Target="../media/image89.wmf"/><Relationship Id="rId15" Type="http://schemas.openxmlformats.org/officeDocument/2006/relationships/oleObject" Target="../embeddings/oleObject96.bin"/><Relationship Id="rId14" Type="http://schemas.openxmlformats.org/officeDocument/2006/relationships/image" Target="../media/image88.wmf"/><Relationship Id="rId13" Type="http://schemas.openxmlformats.org/officeDocument/2006/relationships/oleObject" Target="../embeddings/oleObject95.bin"/><Relationship Id="rId12" Type="http://schemas.openxmlformats.org/officeDocument/2006/relationships/image" Target="../media/image87.wmf"/><Relationship Id="rId11" Type="http://schemas.openxmlformats.org/officeDocument/2006/relationships/oleObject" Target="../embeddings/oleObject94.bin"/><Relationship Id="rId10" Type="http://schemas.openxmlformats.org/officeDocument/2006/relationships/image" Target="../media/image86.wmf"/><Relationship Id="rId1" Type="http://schemas.openxmlformats.org/officeDocument/2006/relationships/oleObject" Target="../embeddings/oleObject89.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08.bin"/><Relationship Id="rId8" Type="http://schemas.openxmlformats.org/officeDocument/2006/relationships/image" Target="../media/image98.wmf"/><Relationship Id="rId7" Type="http://schemas.openxmlformats.org/officeDocument/2006/relationships/oleObject" Target="../embeddings/oleObject107.bin"/><Relationship Id="rId6" Type="http://schemas.openxmlformats.org/officeDocument/2006/relationships/image" Target="../media/image95.wmf"/><Relationship Id="rId5" Type="http://schemas.openxmlformats.org/officeDocument/2006/relationships/oleObject" Target="../embeddings/oleObject106.bin"/><Relationship Id="rId4" Type="http://schemas.openxmlformats.org/officeDocument/2006/relationships/image" Target="../media/image97.wmf"/><Relationship Id="rId3" Type="http://schemas.openxmlformats.org/officeDocument/2006/relationships/oleObject" Target="../embeddings/oleObject105.bin"/><Relationship Id="rId2" Type="http://schemas.openxmlformats.org/officeDocument/2006/relationships/image" Target="../media/image92.wmf"/><Relationship Id="rId18" Type="http://schemas.openxmlformats.org/officeDocument/2006/relationships/vmlDrawing" Target="../drawings/vmlDrawing18.vml"/><Relationship Id="rId17" Type="http://schemas.openxmlformats.org/officeDocument/2006/relationships/slideLayout" Target="../slideLayouts/slideLayout2.xml"/><Relationship Id="rId16" Type="http://schemas.openxmlformats.org/officeDocument/2006/relationships/image" Target="../media/image102.wmf"/><Relationship Id="rId15" Type="http://schemas.openxmlformats.org/officeDocument/2006/relationships/oleObject" Target="../embeddings/oleObject111.bin"/><Relationship Id="rId14" Type="http://schemas.openxmlformats.org/officeDocument/2006/relationships/image" Target="../media/image101.wmf"/><Relationship Id="rId13" Type="http://schemas.openxmlformats.org/officeDocument/2006/relationships/oleObject" Target="../embeddings/oleObject110.bin"/><Relationship Id="rId12" Type="http://schemas.openxmlformats.org/officeDocument/2006/relationships/image" Target="../media/image100.wmf"/><Relationship Id="rId11" Type="http://schemas.openxmlformats.org/officeDocument/2006/relationships/oleObject" Target="../embeddings/oleObject109.bin"/><Relationship Id="rId10" Type="http://schemas.openxmlformats.org/officeDocument/2006/relationships/image" Target="../media/image99.wmf"/><Relationship Id="rId1" Type="http://schemas.openxmlformats.org/officeDocument/2006/relationships/oleObject" Target="../embeddings/oleObject104.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16.bin"/><Relationship Id="rId8" Type="http://schemas.openxmlformats.org/officeDocument/2006/relationships/image" Target="../media/image106.wmf"/><Relationship Id="rId7" Type="http://schemas.openxmlformats.org/officeDocument/2006/relationships/oleObject" Target="../embeddings/oleObject115.bin"/><Relationship Id="rId6" Type="http://schemas.openxmlformats.org/officeDocument/2006/relationships/image" Target="../media/image105.wmf"/><Relationship Id="rId5" Type="http://schemas.openxmlformats.org/officeDocument/2006/relationships/oleObject" Target="../embeddings/oleObject114.bin"/><Relationship Id="rId4" Type="http://schemas.openxmlformats.org/officeDocument/2006/relationships/image" Target="../media/image104.wmf"/><Relationship Id="rId3" Type="http://schemas.openxmlformats.org/officeDocument/2006/relationships/oleObject" Target="../embeddings/oleObject113.bin"/><Relationship Id="rId26" Type="http://schemas.openxmlformats.org/officeDocument/2006/relationships/vmlDrawing" Target="../drawings/vmlDrawing19.vml"/><Relationship Id="rId25" Type="http://schemas.openxmlformats.org/officeDocument/2006/relationships/slideLayout" Target="../slideLayouts/slideLayout2.xml"/><Relationship Id="rId24" Type="http://schemas.openxmlformats.org/officeDocument/2006/relationships/image" Target="../media/image114.wmf"/><Relationship Id="rId23" Type="http://schemas.openxmlformats.org/officeDocument/2006/relationships/oleObject" Target="../embeddings/oleObject123.bin"/><Relationship Id="rId22" Type="http://schemas.openxmlformats.org/officeDocument/2006/relationships/image" Target="../media/image113.wmf"/><Relationship Id="rId21" Type="http://schemas.openxmlformats.org/officeDocument/2006/relationships/oleObject" Target="../embeddings/oleObject122.bin"/><Relationship Id="rId20" Type="http://schemas.openxmlformats.org/officeDocument/2006/relationships/image" Target="../media/image112.wmf"/><Relationship Id="rId2" Type="http://schemas.openxmlformats.org/officeDocument/2006/relationships/image" Target="../media/image103.wmf"/><Relationship Id="rId19" Type="http://schemas.openxmlformats.org/officeDocument/2006/relationships/oleObject" Target="../embeddings/oleObject121.bin"/><Relationship Id="rId18" Type="http://schemas.openxmlformats.org/officeDocument/2006/relationships/image" Target="../media/image111.wmf"/><Relationship Id="rId17" Type="http://schemas.openxmlformats.org/officeDocument/2006/relationships/oleObject" Target="../embeddings/oleObject120.bin"/><Relationship Id="rId16" Type="http://schemas.openxmlformats.org/officeDocument/2006/relationships/image" Target="../media/image110.wmf"/><Relationship Id="rId15" Type="http://schemas.openxmlformats.org/officeDocument/2006/relationships/oleObject" Target="../embeddings/oleObject119.bin"/><Relationship Id="rId14" Type="http://schemas.openxmlformats.org/officeDocument/2006/relationships/image" Target="../media/image109.wmf"/><Relationship Id="rId13" Type="http://schemas.openxmlformats.org/officeDocument/2006/relationships/oleObject" Target="../embeddings/oleObject118.bin"/><Relationship Id="rId12" Type="http://schemas.openxmlformats.org/officeDocument/2006/relationships/image" Target="../media/image108.wmf"/><Relationship Id="rId11" Type="http://schemas.openxmlformats.org/officeDocument/2006/relationships/oleObject" Target="../embeddings/oleObject117.bin"/><Relationship Id="rId10" Type="http://schemas.openxmlformats.org/officeDocument/2006/relationships/image" Target="../media/image107.wmf"/><Relationship Id="rId1" Type="http://schemas.openxmlformats.org/officeDocument/2006/relationships/oleObject" Target="../embeddings/oleObject112.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28.bin"/><Relationship Id="rId8" Type="http://schemas.openxmlformats.org/officeDocument/2006/relationships/image" Target="../media/image98.wmf"/><Relationship Id="rId7" Type="http://schemas.openxmlformats.org/officeDocument/2006/relationships/oleObject" Target="../embeddings/oleObject127.bin"/><Relationship Id="rId6" Type="http://schemas.openxmlformats.org/officeDocument/2006/relationships/image" Target="../media/image95.wmf"/><Relationship Id="rId5" Type="http://schemas.openxmlformats.org/officeDocument/2006/relationships/oleObject" Target="../embeddings/oleObject126.bin"/><Relationship Id="rId4" Type="http://schemas.openxmlformats.org/officeDocument/2006/relationships/image" Target="../media/image116.wmf"/><Relationship Id="rId3" Type="http://schemas.openxmlformats.org/officeDocument/2006/relationships/oleObject" Target="../embeddings/oleObject125.bin"/><Relationship Id="rId2" Type="http://schemas.openxmlformats.org/officeDocument/2006/relationships/image" Target="../media/image115.wmf"/><Relationship Id="rId16" Type="http://schemas.openxmlformats.org/officeDocument/2006/relationships/vmlDrawing" Target="../drawings/vmlDrawing20.vml"/><Relationship Id="rId15" Type="http://schemas.openxmlformats.org/officeDocument/2006/relationships/slideLayout" Target="../slideLayouts/slideLayout2.xml"/><Relationship Id="rId14" Type="http://schemas.openxmlformats.org/officeDocument/2006/relationships/image" Target="../media/image119.wmf"/><Relationship Id="rId13" Type="http://schemas.openxmlformats.org/officeDocument/2006/relationships/oleObject" Target="../embeddings/oleObject130.bin"/><Relationship Id="rId12" Type="http://schemas.openxmlformats.org/officeDocument/2006/relationships/image" Target="../media/image118.wmf"/><Relationship Id="rId11" Type="http://schemas.openxmlformats.org/officeDocument/2006/relationships/oleObject" Target="../embeddings/oleObject129.bin"/><Relationship Id="rId10" Type="http://schemas.openxmlformats.org/officeDocument/2006/relationships/image" Target="../media/image117.wmf"/><Relationship Id="rId1" Type="http://schemas.openxmlformats.org/officeDocument/2006/relationships/oleObject" Target="../embeddings/oleObject124.bin"/></Relationships>
</file>

<file path=ppt/slides/_rels/slide25.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7.xml"/><Relationship Id="rId7" Type="http://schemas.openxmlformats.org/officeDocument/2006/relationships/image" Target="../media/image122.wmf"/><Relationship Id="rId6" Type="http://schemas.openxmlformats.org/officeDocument/2006/relationships/oleObject" Target="../embeddings/oleObject134.bin"/><Relationship Id="rId5" Type="http://schemas.openxmlformats.org/officeDocument/2006/relationships/oleObject" Target="../embeddings/oleObject133.bin"/><Relationship Id="rId4" Type="http://schemas.openxmlformats.org/officeDocument/2006/relationships/image" Target="../media/image121.wmf"/><Relationship Id="rId3" Type="http://schemas.openxmlformats.org/officeDocument/2006/relationships/oleObject" Target="../embeddings/oleObject132.bin"/><Relationship Id="rId2" Type="http://schemas.openxmlformats.org/officeDocument/2006/relationships/image" Target="../media/image120.wmf"/><Relationship Id="rId1" Type="http://schemas.openxmlformats.org/officeDocument/2006/relationships/oleObject" Target="../embeddings/oleObject131.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39.bin"/><Relationship Id="rId8" Type="http://schemas.openxmlformats.org/officeDocument/2006/relationships/image" Target="../media/image126.wmf"/><Relationship Id="rId7" Type="http://schemas.openxmlformats.org/officeDocument/2006/relationships/oleObject" Target="../embeddings/oleObject138.bin"/><Relationship Id="rId6" Type="http://schemas.openxmlformats.org/officeDocument/2006/relationships/image" Target="../media/image125.emf"/><Relationship Id="rId5" Type="http://schemas.openxmlformats.org/officeDocument/2006/relationships/oleObject" Target="../embeddings/oleObject137.bin"/><Relationship Id="rId4" Type="http://schemas.openxmlformats.org/officeDocument/2006/relationships/image" Target="../media/image124.emf"/><Relationship Id="rId3" Type="http://schemas.openxmlformats.org/officeDocument/2006/relationships/oleObject" Target="../embeddings/oleObject136.bin"/><Relationship Id="rId2" Type="http://schemas.openxmlformats.org/officeDocument/2006/relationships/image" Target="../media/image123.wmf"/><Relationship Id="rId14" Type="http://schemas.openxmlformats.org/officeDocument/2006/relationships/vmlDrawing" Target="../drawings/vmlDrawing22.vml"/><Relationship Id="rId13" Type="http://schemas.openxmlformats.org/officeDocument/2006/relationships/slideLayout" Target="../slideLayouts/slideLayout7.xml"/><Relationship Id="rId12" Type="http://schemas.openxmlformats.org/officeDocument/2006/relationships/image" Target="../media/image128.wmf"/><Relationship Id="rId11" Type="http://schemas.openxmlformats.org/officeDocument/2006/relationships/oleObject" Target="../embeddings/oleObject140.bin"/><Relationship Id="rId10" Type="http://schemas.openxmlformats.org/officeDocument/2006/relationships/image" Target="../media/image127.emf"/><Relationship Id="rId1" Type="http://schemas.openxmlformats.org/officeDocument/2006/relationships/oleObject" Target="../embeddings/oleObject135.bin"/></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7.xml"/><Relationship Id="rId4" Type="http://schemas.openxmlformats.org/officeDocument/2006/relationships/image" Target="../media/image130.emf"/><Relationship Id="rId3" Type="http://schemas.openxmlformats.org/officeDocument/2006/relationships/oleObject" Target="../embeddings/oleObject142.bin"/><Relationship Id="rId2" Type="http://schemas.openxmlformats.org/officeDocument/2006/relationships/image" Target="../media/image129.emf"/><Relationship Id="rId1" Type="http://schemas.openxmlformats.org/officeDocument/2006/relationships/oleObject" Target="../embeddings/oleObject141.bin"/></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4.xml"/><Relationship Id="rId4" Type="http://schemas.openxmlformats.org/officeDocument/2006/relationships/image" Target="../media/image132.wmf"/><Relationship Id="rId3" Type="http://schemas.openxmlformats.org/officeDocument/2006/relationships/oleObject" Target="../embeddings/oleObject144.bin"/><Relationship Id="rId2" Type="http://schemas.openxmlformats.org/officeDocument/2006/relationships/image" Target="../media/image131.wmf"/><Relationship Id="rId1" Type="http://schemas.openxmlformats.org/officeDocument/2006/relationships/oleObject" Target="../embeddings/oleObject143.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133.wmf"/><Relationship Id="rId1" Type="http://schemas.openxmlformats.org/officeDocument/2006/relationships/oleObject" Target="../embeddings/oleObject145.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150.bin"/><Relationship Id="rId8" Type="http://schemas.openxmlformats.org/officeDocument/2006/relationships/image" Target="../media/image137.wmf"/><Relationship Id="rId7" Type="http://schemas.openxmlformats.org/officeDocument/2006/relationships/oleObject" Target="../embeddings/oleObject149.bin"/><Relationship Id="rId6" Type="http://schemas.openxmlformats.org/officeDocument/2006/relationships/image" Target="../media/image136.wmf"/><Relationship Id="rId5" Type="http://schemas.openxmlformats.org/officeDocument/2006/relationships/oleObject" Target="../embeddings/oleObject148.bin"/><Relationship Id="rId4" Type="http://schemas.openxmlformats.org/officeDocument/2006/relationships/image" Target="../media/image135.wmf"/><Relationship Id="rId3" Type="http://schemas.openxmlformats.org/officeDocument/2006/relationships/oleObject" Target="../embeddings/oleObject147.bin"/><Relationship Id="rId24" Type="http://schemas.openxmlformats.org/officeDocument/2006/relationships/vmlDrawing" Target="../drawings/vmlDrawing26.vml"/><Relationship Id="rId23" Type="http://schemas.openxmlformats.org/officeDocument/2006/relationships/slideLayout" Target="../slideLayouts/slideLayout7.xml"/><Relationship Id="rId22" Type="http://schemas.openxmlformats.org/officeDocument/2006/relationships/image" Target="../media/image144.wmf"/><Relationship Id="rId21" Type="http://schemas.openxmlformats.org/officeDocument/2006/relationships/oleObject" Target="../embeddings/oleObject156.bin"/><Relationship Id="rId20" Type="http://schemas.openxmlformats.org/officeDocument/2006/relationships/image" Target="../media/image143.wmf"/><Relationship Id="rId2" Type="http://schemas.openxmlformats.org/officeDocument/2006/relationships/image" Target="../media/image134.wmf"/><Relationship Id="rId19" Type="http://schemas.openxmlformats.org/officeDocument/2006/relationships/oleObject" Target="../embeddings/oleObject155.bin"/><Relationship Id="rId18" Type="http://schemas.openxmlformats.org/officeDocument/2006/relationships/image" Target="../media/image142.wmf"/><Relationship Id="rId17" Type="http://schemas.openxmlformats.org/officeDocument/2006/relationships/oleObject" Target="../embeddings/oleObject154.bin"/><Relationship Id="rId16" Type="http://schemas.openxmlformats.org/officeDocument/2006/relationships/image" Target="../media/image141.wmf"/><Relationship Id="rId15" Type="http://schemas.openxmlformats.org/officeDocument/2006/relationships/oleObject" Target="../embeddings/oleObject153.bin"/><Relationship Id="rId14" Type="http://schemas.openxmlformats.org/officeDocument/2006/relationships/image" Target="../media/image140.wmf"/><Relationship Id="rId13" Type="http://schemas.openxmlformats.org/officeDocument/2006/relationships/oleObject" Target="../embeddings/oleObject152.bin"/><Relationship Id="rId12" Type="http://schemas.openxmlformats.org/officeDocument/2006/relationships/image" Target="../media/image139.wmf"/><Relationship Id="rId11" Type="http://schemas.openxmlformats.org/officeDocument/2006/relationships/oleObject" Target="../embeddings/oleObject151.bin"/><Relationship Id="rId10" Type="http://schemas.openxmlformats.org/officeDocument/2006/relationships/image" Target="../media/image138.wmf"/><Relationship Id="rId1" Type="http://schemas.openxmlformats.org/officeDocument/2006/relationships/oleObject" Target="../embeddings/oleObject146.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61.bin"/><Relationship Id="rId8" Type="http://schemas.openxmlformats.org/officeDocument/2006/relationships/image" Target="../media/image148.wmf"/><Relationship Id="rId7" Type="http://schemas.openxmlformats.org/officeDocument/2006/relationships/oleObject" Target="../embeddings/oleObject160.bin"/><Relationship Id="rId6" Type="http://schemas.openxmlformats.org/officeDocument/2006/relationships/image" Target="../media/image147.wmf"/><Relationship Id="rId5" Type="http://schemas.openxmlformats.org/officeDocument/2006/relationships/oleObject" Target="../embeddings/oleObject159.bin"/><Relationship Id="rId4" Type="http://schemas.openxmlformats.org/officeDocument/2006/relationships/image" Target="../media/image146.wmf"/><Relationship Id="rId3" Type="http://schemas.openxmlformats.org/officeDocument/2006/relationships/oleObject" Target="../embeddings/oleObject158.bin"/><Relationship Id="rId2" Type="http://schemas.openxmlformats.org/officeDocument/2006/relationships/image" Target="../media/image145.wmf"/><Relationship Id="rId12" Type="http://schemas.openxmlformats.org/officeDocument/2006/relationships/vmlDrawing" Target="../drawings/vmlDrawing27.vml"/><Relationship Id="rId11" Type="http://schemas.openxmlformats.org/officeDocument/2006/relationships/slideLayout" Target="../slideLayouts/slideLayout7.xml"/><Relationship Id="rId10" Type="http://schemas.openxmlformats.org/officeDocument/2006/relationships/image" Target="../media/image149.wmf"/><Relationship Id="rId1" Type="http://schemas.openxmlformats.org/officeDocument/2006/relationships/oleObject" Target="../embeddings/oleObject157.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166.bin"/><Relationship Id="rId8" Type="http://schemas.openxmlformats.org/officeDocument/2006/relationships/image" Target="../media/image153.wmf"/><Relationship Id="rId7" Type="http://schemas.openxmlformats.org/officeDocument/2006/relationships/oleObject" Target="../embeddings/oleObject165.bin"/><Relationship Id="rId6" Type="http://schemas.openxmlformats.org/officeDocument/2006/relationships/image" Target="../media/image152.wmf"/><Relationship Id="rId5" Type="http://schemas.openxmlformats.org/officeDocument/2006/relationships/oleObject" Target="../embeddings/oleObject164.bin"/><Relationship Id="rId4" Type="http://schemas.openxmlformats.org/officeDocument/2006/relationships/image" Target="../media/image151.wmf"/><Relationship Id="rId3" Type="http://schemas.openxmlformats.org/officeDocument/2006/relationships/oleObject" Target="../embeddings/oleObject163.bin"/><Relationship Id="rId22" Type="http://schemas.openxmlformats.org/officeDocument/2006/relationships/vmlDrawing" Target="../drawings/vmlDrawing28.vml"/><Relationship Id="rId21" Type="http://schemas.openxmlformats.org/officeDocument/2006/relationships/slideLayout" Target="../slideLayouts/slideLayout7.xml"/><Relationship Id="rId20" Type="http://schemas.openxmlformats.org/officeDocument/2006/relationships/image" Target="../media/image159.wmf"/><Relationship Id="rId2" Type="http://schemas.openxmlformats.org/officeDocument/2006/relationships/image" Target="../media/image150.wmf"/><Relationship Id="rId19" Type="http://schemas.openxmlformats.org/officeDocument/2006/relationships/oleObject" Target="../embeddings/oleObject171.bin"/><Relationship Id="rId18" Type="http://schemas.openxmlformats.org/officeDocument/2006/relationships/image" Target="../media/image158.wmf"/><Relationship Id="rId17" Type="http://schemas.openxmlformats.org/officeDocument/2006/relationships/oleObject" Target="../embeddings/oleObject170.bin"/><Relationship Id="rId16" Type="http://schemas.openxmlformats.org/officeDocument/2006/relationships/image" Target="../media/image157.emf"/><Relationship Id="rId15" Type="http://schemas.openxmlformats.org/officeDocument/2006/relationships/oleObject" Target="../embeddings/oleObject169.bin"/><Relationship Id="rId14" Type="http://schemas.openxmlformats.org/officeDocument/2006/relationships/image" Target="../media/image156.wmf"/><Relationship Id="rId13" Type="http://schemas.openxmlformats.org/officeDocument/2006/relationships/oleObject" Target="../embeddings/oleObject168.bin"/><Relationship Id="rId12" Type="http://schemas.openxmlformats.org/officeDocument/2006/relationships/image" Target="../media/image155.wmf"/><Relationship Id="rId11" Type="http://schemas.openxmlformats.org/officeDocument/2006/relationships/oleObject" Target="../embeddings/oleObject167.bin"/><Relationship Id="rId10" Type="http://schemas.openxmlformats.org/officeDocument/2006/relationships/image" Target="../media/image154.wmf"/><Relationship Id="rId1" Type="http://schemas.openxmlformats.org/officeDocument/2006/relationships/oleObject" Target="../embeddings/oleObject162.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176.bin"/><Relationship Id="rId8" Type="http://schemas.openxmlformats.org/officeDocument/2006/relationships/image" Target="../media/image163.wmf"/><Relationship Id="rId7" Type="http://schemas.openxmlformats.org/officeDocument/2006/relationships/oleObject" Target="../embeddings/oleObject175.bin"/><Relationship Id="rId6" Type="http://schemas.openxmlformats.org/officeDocument/2006/relationships/image" Target="../media/image162.wmf"/><Relationship Id="rId5" Type="http://schemas.openxmlformats.org/officeDocument/2006/relationships/oleObject" Target="../embeddings/oleObject174.bin"/><Relationship Id="rId4" Type="http://schemas.openxmlformats.org/officeDocument/2006/relationships/image" Target="../media/image161.wmf"/><Relationship Id="rId3" Type="http://schemas.openxmlformats.org/officeDocument/2006/relationships/oleObject" Target="../embeddings/oleObject173.bin"/><Relationship Id="rId22" Type="http://schemas.openxmlformats.org/officeDocument/2006/relationships/vmlDrawing" Target="../drawings/vmlDrawing29.vml"/><Relationship Id="rId21" Type="http://schemas.openxmlformats.org/officeDocument/2006/relationships/slideLayout" Target="../slideLayouts/slideLayout7.xml"/><Relationship Id="rId20" Type="http://schemas.openxmlformats.org/officeDocument/2006/relationships/image" Target="../media/image169.wmf"/><Relationship Id="rId2" Type="http://schemas.openxmlformats.org/officeDocument/2006/relationships/image" Target="../media/image160.wmf"/><Relationship Id="rId19" Type="http://schemas.openxmlformats.org/officeDocument/2006/relationships/oleObject" Target="../embeddings/oleObject181.bin"/><Relationship Id="rId18" Type="http://schemas.openxmlformats.org/officeDocument/2006/relationships/image" Target="../media/image168.emf"/><Relationship Id="rId17" Type="http://schemas.openxmlformats.org/officeDocument/2006/relationships/oleObject" Target="../embeddings/oleObject180.bin"/><Relationship Id="rId16" Type="http://schemas.openxmlformats.org/officeDocument/2006/relationships/image" Target="../media/image167.wmf"/><Relationship Id="rId15" Type="http://schemas.openxmlformats.org/officeDocument/2006/relationships/oleObject" Target="../embeddings/oleObject179.bin"/><Relationship Id="rId14" Type="http://schemas.openxmlformats.org/officeDocument/2006/relationships/image" Target="../media/image166.wmf"/><Relationship Id="rId13" Type="http://schemas.openxmlformats.org/officeDocument/2006/relationships/oleObject" Target="../embeddings/oleObject178.bin"/><Relationship Id="rId12" Type="http://schemas.openxmlformats.org/officeDocument/2006/relationships/image" Target="../media/image165.wmf"/><Relationship Id="rId11" Type="http://schemas.openxmlformats.org/officeDocument/2006/relationships/oleObject" Target="../embeddings/oleObject177.bin"/><Relationship Id="rId10" Type="http://schemas.openxmlformats.org/officeDocument/2006/relationships/image" Target="../media/image164.wmf"/><Relationship Id="rId1" Type="http://schemas.openxmlformats.org/officeDocument/2006/relationships/oleObject" Target="../embeddings/oleObject172.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186.bin"/><Relationship Id="rId8" Type="http://schemas.openxmlformats.org/officeDocument/2006/relationships/image" Target="../media/image173.wmf"/><Relationship Id="rId7" Type="http://schemas.openxmlformats.org/officeDocument/2006/relationships/oleObject" Target="../embeddings/oleObject185.bin"/><Relationship Id="rId6" Type="http://schemas.openxmlformats.org/officeDocument/2006/relationships/image" Target="../media/image172.wmf"/><Relationship Id="rId5" Type="http://schemas.openxmlformats.org/officeDocument/2006/relationships/oleObject" Target="../embeddings/oleObject184.bin"/><Relationship Id="rId4" Type="http://schemas.openxmlformats.org/officeDocument/2006/relationships/image" Target="../media/image171.wmf"/><Relationship Id="rId3" Type="http://schemas.openxmlformats.org/officeDocument/2006/relationships/oleObject" Target="../embeddings/oleObject183.bin"/><Relationship Id="rId2" Type="http://schemas.openxmlformats.org/officeDocument/2006/relationships/image" Target="../media/image170.wmf"/><Relationship Id="rId18" Type="http://schemas.openxmlformats.org/officeDocument/2006/relationships/vmlDrawing" Target="../drawings/vmlDrawing30.vml"/><Relationship Id="rId17" Type="http://schemas.openxmlformats.org/officeDocument/2006/relationships/slideLayout" Target="../slideLayouts/slideLayout7.xml"/><Relationship Id="rId16" Type="http://schemas.openxmlformats.org/officeDocument/2006/relationships/image" Target="../media/image177.wmf"/><Relationship Id="rId15" Type="http://schemas.openxmlformats.org/officeDocument/2006/relationships/oleObject" Target="../embeddings/oleObject189.bin"/><Relationship Id="rId14" Type="http://schemas.openxmlformats.org/officeDocument/2006/relationships/image" Target="../media/image176.emf"/><Relationship Id="rId13" Type="http://schemas.openxmlformats.org/officeDocument/2006/relationships/oleObject" Target="../embeddings/oleObject188.bin"/><Relationship Id="rId12" Type="http://schemas.openxmlformats.org/officeDocument/2006/relationships/image" Target="../media/image175.wmf"/><Relationship Id="rId11" Type="http://schemas.openxmlformats.org/officeDocument/2006/relationships/oleObject" Target="../embeddings/oleObject187.bin"/><Relationship Id="rId10" Type="http://schemas.openxmlformats.org/officeDocument/2006/relationships/image" Target="../media/image174.wmf"/><Relationship Id="rId1" Type="http://schemas.openxmlformats.org/officeDocument/2006/relationships/oleObject" Target="../embeddings/oleObject182.bin"/></Relationships>
</file>

<file path=ppt/slides/_rels/slide35.xml.rels><?xml version="1.0" encoding="UTF-8" standalone="yes"?>
<Relationships xmlns="http://schemas.openxmlformats.org/package/2006/relationships"><Relationship Id="rId9" Type="http://schemas.openxmlformats.org/officeDocument/2006/relationships/image" Target="../media/image183.wmf"/><Relationship Id="rId8" Type="http://schemas.openxmlformats.org/officeDocument/2006/relationships/oleObject" Target="../embeddings/oleObject192.bin"/><Relationship Id="rId7" Type="http://schemas.openxmlformats.org/officeDocument/2006/relationships/image" Target="../media/image182.wmf"/><Relationship Id="rId6" Type="http://schemas.openxmlformats.org/officeDocument/2006/relationships/oleObject" Target="../embeddings/oleObject191.bin"/><Relationship Id="rId5" Type="http://schemas.openxmlformats.org/officeDocument/2006/relationships/image" Target="../media/image181.wmf"/><Relationship Id="rId4" Type="http://schemas.openxmlformats.org/officeDocument/2006/relationships/oleObject" Target="../embeddings/oleObject190.bin"/><Relationship Id="rId3" Type="http://schemas.openxmlformats.org/officeDocument/2006/relationships/image" Target="../media/image180.wmf"/><Relationship Id="rId2" Type="http://schemas.openxmlformats.org/officeDocument/2006/relationships/image" Target="../media/image179.wmf"/><Relationship Id="rId17" Type="http://schemas.openxmlformats.org/officeDocument/2006/relationships/vmlDrawing" Target="../drawings/vmlDrawing31.vml"/><Relationship Id="rId16" Type="http://schemas.openxmlformats.org/officeDocument/2006/relationships/slideLayout" Target="../slideLayouts/slideLayout7.xml"/><Relationship Id="rId15" Type="http://schemas.openxmlformats.org/officeDocument/2006/relationships/image" Target="../media/image186.wmf"/><Relationship Id="rId14" Type="http://schemas.openxmlformats.org/officeDocument/2006/relationships/oleObject" Target="../embeddings/oleObject195.bin"/><Relationship Id="rId13" Type="http://schemas.openxmlformats.org/officeDocument/2006/relationships/image" Target="../media/image185.wmf"/><Relationship Id="rId12" Type="http://schemas.openxmlformats.org/officeDocument/2006/relationships/oleObject" Target="../embeddings/oleObject194.bin"/><Relationship Id="rId11" Type="http://schemas.openxmlformats.org/officeDocument/2006/relationships/image" Target="../media/image184.wmf"/><Relationship Id="rId10" Type="http://schemas.openxmlformats.org/officeDocument/2006/relationships/oleObject" Target="../embeddings/oleObject193.bin"/><Relationship Id="rId1" Type="http://schemas.openxmlformats.org/officeDocument/2006/relationships/image" Target="../media/image178.png"/></Relationships>
</file>

<file path=ppt/slides/_rels/slide36.xml.rels><?xml version="1.0" encoding="UTF-8" standalone="yes"?>
<Relationships xmlns="http://schemas.openxmlformats.org/package/2006/relationships"><Relationship Id="rId6" Type="http://schemas.openxmlformats.org/officeDocument/2006/relationships/vmlDrawing" Target="../drawings/vmlDrawing32.vml"/><Relationship Id="rId5" Type="http://schemas.openxmlformats.org/officeDocument/2006/relationships/slideLayout" Target="../slideLayouts/slideLayout7.xml"/><Relationship Id="rId4" Type="http://schemas.openxmlformats.org/officeDocument/2006/relationships/image" Target="../media/image188.emf"/><Relationship Id="rId3" Type="http://schemas.openxmlformats.org/officeDocument/2006/relationships/oleObject" Target="../embeddings/oleObject197.bin"/><Relationship Id="rId2" Type="http://schemas.openxmlformats.org/officeDocument/2006/relationships/image" Target="../media/image187.emf"/><Relationship Id="rId1" Type="http://schemas.openxmlformats.org/officeDocument/2006/relationships/oleObject" Target="../embeddings/oleObject196.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202.bin"/><Relationship Id="rId8" Type="http://schemas.openxmlformats.org/officeDocument/2006/relationships/image" Target="../media/image192.wmf"/><Relationship Id="rId7" Type="http://schemas.openxmlformats.org/officeDocument/2006/relationships/oleObject" Target="../embeddings/oleObject201.bin"/><Relationship Id="rId6" Type="http://schemas.openxmlformats.org/officeDocument/2006/relationships/image" Target="../media/image191.emf"/><Relationship Id="rId5" Type="http://schemas.openxmlformats.org/officeDocument/2006/relationships/oleObject" Target="../embeddings/oleObject200.bin"/><Relationship Id="rId4" Type="http://schemas.openxmlformats.org/officeDocument/2006/relationships/image" Target="../media/image190.emf"/><Relationship Id="rId3" Type="http://schemas.openxmlformats.org/officeDocument/2006/relationships/oleObject" Target="../embeddings/oleObject199.bin"/><Relationship Id="rId2" Type="http://schemas.openxmlformats.org/officeDocument/2006/relationships/image" Target="../media/image189.emf"/><Relationship Id="rId12" Type="http://schemas.openxmlformats.org/officeDocument/2006/relationships/vmlDrawing" Target="../drawings/vmlDrawing33.vml"/><Relationship Id="rId11" Type="http://schemas.openxmlformats.org/officeDocument/2006/relationships/slideLayout" Target="../slideLayouts/slideLayout7.xml"/><Relationship Id="rId10" Type="http://schemas.openxmlformats.org/officeDocument/2006/relationships/image" Target="../media/image193.wmf"/><Relationship Id="rId1" Type="http://schemas.openxmlformats.org/officeDocument/2006/relationships/oleObject" Target="../embeddings/oleObject198.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07.bin"/><Relationship Id="rId8" Type="http://schemas.openxmlformats.org/officeDocument/2006/relationships/image" Target="../media/image197.wmf"/><Relationship Id="rId7" Type="http://schemas.openxmlformats.org/officeDocument/2006/relationships/oleObject" Target="../embeddings/oleObject206.bin"/><Relationship Id="rId6" Type="http://schemas.openxmlformats.org/officeDocument/2006/relationships/image" Target="../media/image196.wmf"/><Relationship Id="rId5" Type="http://schemas.openxmlformats.org/officeDocument/2006/relationships/oleObject" Target="../embeddings/oleObject205.bin"/><Relationship Id="rId4" Type="http://schemas.openxmlformats.org/officeDocument/2006/relationships/image" Target="../media/image195.wmf"/><Relationship Id="rId3" Type="http://schemas.openxmlformats.org/officeDocument/2006/relationships/oleObject" Target="../embeddings/oleObject204.bin"/><Relationship Id="rId2" Type="http://schemas.openxmlformats.org/officeDocument/2006/relationships/image" Target="../media/image194.wmf"/><Relationship Id="rId12" Type="http://schemas.openxmlformats.org/officeDocument/2006/relationships/vmlDrawing" Target="../drawings/vmlDrawing34.vml"/><Relationship Id="rId11" Type="http://schemas.openxmlformats.org/officeDocument/2006/relationships/slideLayout" Target="../slideLayouts/slideLayout7.xml"/><Relationship Id="rId10" Type="http://schemas.openxmlformats.org/officeDocument/2006/relationships/image" Target="../media/image198.wmf"/><Relationship Id="rId1" Type="http://schemas.openxmlformats.org/officeDocument/2006/relationships/oleObject" Target="../embeddings/oleObject203.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12.bin"/><Relationship Id="rId8" Type="http://schemas.openxmlformats.org/officeDocument/2006/relationships/image" Target="../media/image197.wmf"/><Relationship Id="rId7" Type="http://schemas.openxmlformats.org/officeDocument/2006/relationships/oleObject" Target="../embeddings/oleObject211.bin"/><Relationship Id="rId6" Type="http://schemas.openxmlformats.org/officeDocument/2006/relationships/image" Target="../media/image196.wmf"/><Relationship Id="rId5" Type="http://schemas.openxmlformats.org/officeDocument/2006/relationships/oleObject" Target="../embeddings/oleObject210.bin"/><Relationship Id="rId4" Type="http://schemas.openxmlformats.org/officeDocument/2006/relationships/image" Target="../media/image195.wmf"/><Relationship Id="rId3" Type="http://schemas.openxmlformats.org/officeDocument/2006/relationships/oleObject" Target="../embeddings/oleObject209.bin"/><Relationship Id="rId2" Type="http://schemas.openxmlformats.org/officeDocument/2006/relationships/image" Target="../media/image194.wmf"/><Relationship Id="rId16" Type="http://schemas.openxmlformats.org/officeDocument/2006/relationships/vmlDrawing" Target="../drawings/vmlDrawing35.vml"/><Relationship Id="rId15" Type="http://schemas.openxmlformats.org/officeDocument/2006/relationships/slideLayout" Target="../slideLayouts/slideLayout7.xml"/><Relationship Id="rId14" Type="http://schemas.openxmlformats.org/officeDocument/2006/relationships/image" Target="../media/image201.wmf"/><Relationship Id="rId13" Type="http://schemas.openxmlformats.org/officeDocument/2006/relationships/oleObject" Target="../embeddings/oleObject214.bin"/><Relationship Id="rId12" Type="http://schemas.openxmlformats.org/officeDocument/2006/relationships/image" Target="../media/image200.wmf"/><Relationship Id="rId11" Type="http://schemas.openxmlformats.org/officeDocument/2006/relationships/oleObject" Target="../embeddings/oleObject213.bin"/><Relationship Id="rId10" Type="http://schemas.openxmlformats.org/officeDocument/2006/relationships/image" Target="../media/image199.wmf"/><Relationship Id="rId1" Type="http://schemas.openxmlformats.org/officeDocument/2006/relationships/oleObject" Target="../embeddings/oleObject208.bin"/></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7.xml"/><Relationship Id="rId2" Type="http://schemas.openxmlformats.org/officeDocument/2006/relationships/image" Target="../media/image202.wmf"/><Relationship Id="rId1" Type="http://schemas.openxmlformats.org/officeDocument/2006/relationships/oleObject" Target="../embeddings/oleObject215.bin"/></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37.vml"/><Relationship Id="rId7" Type="http://schemas.openxmlformats.org/officeDocument/2006/relationships/slideLayout" Target="../slideLayouts/slideLayout7.xml"/><Relationship Id="rId6" Type="http://schemas.openxmlformats.org/officeDocument/2006/relationships/image" Target="../media/image205.wmf"/><Relationship Id="rId5" Type="http://schemas.openxmlformats.org/officeDocument/2006/relationships/oleObject" Target="../embeddings/oleObject218.bin"/><Relationship Id="rId4" Type="http://schemas.openxmlformats.org/officeDocument/2006/relationships/image" Target="../media/image204.wmf"/><Relationship Id="rId3" Type="http://schemas.openxmlformats.org/officeDocument/2006/relationships/oleObject" Target="../embeddings/oleObject217.bin"/><Relationship Id="rId2" Type="http://schemas.openxmlformats.org/officeDocument/2006/relationships/image" Target="../media/image203.wmf"/><Relationship Id="rId1" Type="http://schemas.openxmlformats.org/officeDocument/2006/relationships/oleObject" Target="../embeddings/oleObject216.bin"/></Relationships>
</file>

<file path=ppt/slides/_rels/slide4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8.wmf"/><Relationship Id="rId7" Type="http://schemas.openxmlformats.org/officeDocument/2006/relationships/oleObject" Target="../embeddings/oleObject222.bin"/><Relationship Id="rId6" Type="http://schemas.openxmlformats.org/officeDocument/2006/relationships/image" Target="../media/image207.wmf"/><Relationship Id="rId5" Type="http://schemas.openxmlformats.org/officeDocument/2006/relationships/oleObject" Target="../embeddings/oleObject221.bin"/><Relationship Id="rId4" Type="http://schemas.openxmlformats.org/officeDocument/2006/relationships/image" Target="../media/image206.wmf"/><Relationship Id="rId3" Type="http://schemas.openxmlformats.org/officeDocument/2006/relationships/oleObject" Target="../embeddings/oleObject220.bin"/><Relationship Id="rId2" Type="http://schemas.openxmlformats.org/officeDocument/2006/relationships/image" Target="../media/image203.wmf"/><Relationship Id="rId10" Type="http://schemas.openxmlformats.org/officeDocument/2006/relationships/vmlDrawing" Target="../drawings/vmlDrawing38.vml"/><Relationship Id="rId1" Type="http://schemas.openxmlformats.org/officeDocument/2006/relationships/oleObject" Target="../embeddings/oleObject219.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227.bin"/><Relationship Id="rId8" Type="http://schemas.openxmlformats.org/officeDocument/2006/relationships/image" Target="../media/image212.wmf"/><Relationship Id="rId7" Type="http://schemas.openxmlformats.org/officeDocument/2006/relationships/oleObject" Target="../embeddings/oleObject226.bin"/><Relationship Id="rId6" Type="http://schemas.openxmlformats.org/officeDocument/2006/relationships/image" Target="../media/image211.wmf"/><Relationship Id="rId5" Type="http://schemas.openxmlformats.org/officeDocument/2006/relationships/oleObject" Target="../embeddings/oleObject225.bin"/><Relationship Id="rId4" Type="http://schemas.openxmlformats.org/officeDocument/2006/relationships/image" Target="../media/image210.wmf"/><Relationship Id="rId3" Type="http://schemas.openxmlformats.org/officeDocument/2006/relationships/oleObject" Target="../embeddings/oleObject224.bin"/><Relationship Id="rId2" Type="http://schemas.openxmlformats.org/officeDocument/2006/relationships/image" Target="../media/image209.wmf"/><Relationship Id="rId16" Type="http://schemas.openxmlformats.org/officeDocument/2006/relationships/vmlDrawing" Target="../drawings/vmlDrawing39.vml"/><Relationship Id="rId15" Type="http://schemas.openxmlformats.org/officeDocument/2006/relationships/slideLayout" Target="../slideLayouts/slideLayout7.xml"/><Relationship Id="rId14" Type="http://schemas.openxmlformats.org/officeDocument/2006/relationships/image" Target="../media/image215.wmf"/><Relationship Id="rId13" Type="http://schemas.openxmlformats.org/officeDocument/2006/relationships/oleObject" Target="../embeddings/oleObject229.bin"/><Relationship Id="rId12" Type="http://schemas.openxmlformats.org/officeDocument/2006/relationships/image" Target="../media/image214.wmf"/><Relationship Id="rId11" Type="http://schemas.openxmlformats.org/officeDocument/2006/relationships/oleObject" Target="../embeddings/oleObject228.bin"/><Relationship Id="rId10" Type="http://schemas.openxmlformats.org/officeDocument/2006/relationships/image" Target="../media/image213.wmf"/><Relationship Id="rId1" Type="http://schemas.openxmlformats.org/officeDocument/2006/relationships/oleObject" Target="../embeddings/oleObject223.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40.vml"/><Relationship Id="rId5" Type="http://schemas.openxmlformats.org/officeDocument/2006/relationships/slideLayout" Target="../slideLayouts/slideLayout7.xml"/><Relationship Id="rId4" Type="http://schemas.openxmlformats.org/officeDocument/2006/relationships/image" Target="../media/image217.emf"/><Relationship Id="rId3" Type="http://schemas.openxmlformats.org/officeDocument/2006/relationships/oleObject" Target="../embeddings/oleObject231.bin"/><Relationship Id="rId2" Type="http://schemas.openxmlformats.org/officeDocument/2006/relationships/image" Target="../media/image216.emf"/><Relationship Id="rId1" Type="http://schemas.openxmlformats.org/officeDocument/2006/relationships/oleObject" Target="../embeddings/oleObject230.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7.xml"/><Relationship Id="rId6" Type="http://schemas.openxmlformats.org/officeDocument/2006/relationships/image" Target="../media/image220.emf"/><Relationship Id="rId5" Type="http://schemas.openxmlformats.org/officeDocument/2006/relationships/oleObject" Target="../embeddings/oleObject234.bin"/><Relationship Id="rId4" Type="http://schemas.openxmlformats.org/officeDocument/2006/relationships/image" Target="../media/image219.emf"/><Relationship Id="rId3" Type="http://schemas.openxmlformats.org/officeDocument/2006/relationships/oleObject" Target="../embeddings/oleObject233.bin"/><Relationship Id="rId2" Type="http://schemas.openxmlformats.org/officeDocument/2006/relationships/image" Target="../media/image218.emf"/><Relationship Id="rId1" Type="http://schemas.openxmlformats.org/officeDocument/2006/relationships/oleObject" Target="../embeddings/oleObject232.bin"/></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42.vml"/><Relationship Id="rId7" Type="http://schemas.openxmlformats.org/officeDocument/2006/relationships/slideLayout" Target="../slideLayouts/slideLayout7.xml"/><Relationship Id="rId6" Type="http://schemas.openxmlformats.org/officeDocument/2006/relationships/image" Target="../media/image223.emf"/><Relationship Id="rId5" Type="http://schemas.openxmlformats.org/officeDocument/2006/relationships/oleObject" Target="../embeddings/oleObject237.bin"/><Relationship Id="rId4" Type="http://schemas.openxmlformats.org/officeDocument/2006/relationships/image" Target="../media/image222.emf"/><Relationship Id="rId3" Type="http://schemas.openxmlformats.org/officeDocument/2006/relationships/oleObject" Target="../embeddings/oleObject236.bin"/><Relationship Id="rId2" Type="http://schemas.openxmlformats.org/officeDocument/2006/relationships/image" Target="../media/image221.emf"/><Relationship Id="rId1" Type="http://schemas.openxmlformats.org/officeDocument/2006/relationships/oleObject" Target="../embeddings/oleObject235.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12" y="1387571"/>
            <a:ext cx="9430816" cy="1470025"/>
          </a:xfrm>
        </p:spPr>
        <p:txBody>
          <a:bodyPr>
            <a:normAutofit/>
          </a:bodyPr>
          <a:lstStyle/>
          <a:p>
            <a:r>
              <a:rPr lang="zh-CN" altLang="en-US" sz="4000" dirty="0"/>
              <a:t>第九讲  矩阵的秩与向量组秩的关系</a:t>
            </a:r>
            <a:endParaRPr lang="zh-CN" altLang="en-US" sz="4000" dirty="0"/>
          </a:p>
        </p:txBody>
      </p:sp>
      <p:sp>
        <p:nvSpPr>
          <p:cNvPr id="3" name="副标题 2"/>
          <p:cNvSpPr>
            <a:spLocks noGrp="1"/>
          </p:cNvSpPr>
          <p:nvPr>
            <p:ph type="subTitle" idx="1"/>
          </p:nvPr>
        </p:nvSpPr>
        <p:spPr>
          <a:xfrm>
            <a:off x="1979712" y="2518048"/>
            <a:ext cx="6400800" cy="2567136"/>
          </a:xfrm>
        </p:spPr>
        <p:txBody>
          <a:bodyPr>
            <a:noAutofit/>
          </a:bodyPr>
          <a:lstStyle/>
          <a:p>
            <a:pPr algn="l">
              <a:lnSpc>
                <a:spcPct val="150000"/>
              </a:lnSpc>
            </a:pPr>
            <a:r>
              <a:rPr lang="en-US" altLang="zh-CN" sz="3600" dirty="0">
                <a:solidFill>
                  <a:schemeClr val="tx1"/>
                </a:solidFill>
                <a:latin typeface="+mn-ea"/>
              </a:rPr>
              <a:t>2.16 </a:t>
            </a:r>
            <a:r>
              <a:rPr lang="zh-CN" altLang="en-US" sz="3600" dirty="0">
                <a:solidFill>
                  <a:schemeClr val="tx1"/>
                </a:solidFill>
                <a:latin typeface="+mn-ea"/>
              </a:rPr>
              <a:t>矩阵的秩（</a:t>
            </a:r>
            <a:r>
              <a:rPr lang="en-US" altLang="zh-CN" sz="3600" dirty="0">
                <a:solidFill>
                  <a:schemeClr val="tx1"/>
                </a:solidFill>
                <a:latin typeface="+mn-ea"/>
              </a:rPr>
              <a:t>1</a:t>
            </a:r>
            <a:r>
              <a:rPr lang="zh-CN" altLang="en-US" sz="3600" dirty="0">
                <a:solidFill>
                  <a:schemeClr val="tx1"/>
                </a:solidFill>
                <a:latin typeface="+mn-ea"/>
              </a:rPr>
              <a:t>）</a:t>
            </a:r>
            <a:endParaRPr lang="en-US" altLang="zh-CN" sz="3600" dirty="0">
              <a:solidFill>
                <a:schemeClr val="tx1"/>
              </a:solidFill>
              <a:latin typeface="+mn-ea"/>
            </a:endParaRPr>
          </a:p>
          <a:p>
            <a:pPr algn="l">
              <a:lnSpc>
                <a:spcPct val="150000"/>
              </a:lnSpc>
            </a:pPr>
            <a:r>
              <a:rPr lang="en-US" altLang="zh-CN" sz="3600" dirty="0">
                <a:solidFill>
                  <a:schemeClr val="tx1"/>
                </a:solidFill>
                <a:latin typeface="+mn-ea"/>
              </a:rPr>
              <a:t>2.17 </a:t>
            </a:r>
            <a:r>
              <a:rPr lang="zh-CN" altLang="en-US" sz="3600" dirty="0">
                <a:solidFill>
                  <a:schemeClr val="tx1"/>
                </a:solidFill>
                <a:latin typeface="+mn-ea"/>
              </a:rPr>
              <a:t>矩阵的秩（</a:t>
            </a:r>
            <a:r>
              <a:rPr lang="en-US" altLang="zh-CN" sz="3600" dirty="0">
                <a:solidFill>
                  <a:schemeClr val="tx1"/>
                </a:solidFill>
                <a:latin typeface="+mn-ea"/>
              </a:rPr>
              <a:t>2</a:t>
            </a:r>
            <a:r>
              <a:rPr lang="zh-CN" altLang="en-US" sz="3600" dirty="0">
                <a:solidFill>
                  <a:schemeClr val="tx1"/>
                </a:solidFill>
                <a:latin typeface="+mn-ea"/>
              </a:rPr>
              <a:t>）</a:t>
            </a:r>
            <a:endParaRPr lang="en-US" altLang="zh-CN" sz="3600" dirty="0">
              <a:solidFill>
                <a:schemeClr val="tx1"/>
              </a:solidFill>
              <a:latin typeface="+mn-ea"/>
            </a:endParaRPr>
          </a:p>
          <a:p>
            <a:pPr algn="l">
              <a:lnSpc>
                <a:spcPct val="150000"/>
              </a:lnSpc>
            </a:pPr>
            <a:r>
              <a:rPr lang="en-US" altLang="zh-CN" sz="3600" dirty="0">
                <a:solidFill>
                  <a:schemeClr val="tx1"/>
                </a:solidFill>
                <a:latin typeface="+mn-ea"/>
              </a:rPr>
              <a:t>2.18 </a:t>
            </a:r>
            <a:r>
              <a:rPr lang="zh-CN" altLang="en-US" sz="3600" dirty="0">
                <a:solidFill>
                  <a:schemeClr val="tx1"/>
                </a:solidFill>
                <a:latin typeface="+mn-ea"/>
              </a:rPr>
              <a:t>向量组与矩阵的秩</a:t>
            </a:r>
            <a:endParaRPr lang="en-US" altLang="zh-CN" sz="3600" dirty="0">
              <a:solidFill>
                <a:schemeClr val="tx1"/>
              </a:solidFill>
              <a:latin typeface="+mn-ea"/>
            </a:endParaRPr>
          </a:p>
        </p:txBody>
      </p:sp>
      <p:pic>
        <p:nvPicPr>
          <p:cNvPr id="4" name="Picture 2" descr="scau"/>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38" y="68263"/>
            <a:ext cx="5472113" cy="117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角三角形 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直角三角形 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487388" y="53293"/>
            <a:ext cx="8229600" cy="1143000"/>
          </a:xfrm>
        </p:spPr>
        <p:txBody>
          <a:bodyPr>
            <a:normAutofit/>
          </a:bodyPr>
          <a:lstStyle/>
          <a:p>
            <a:pPr algn="l"/>
            <a:r>
              <a:rPr lang="zh-CN" altLang="en-US" sz="3600" dirty="0"/>
              <a:t>一、矩阵的秩（</a:t>
            </a:r>
            <a:r>
              <a:rPr lang="en-US" altLang="zh-CN" sz="3600" dirty="0"/>
              <a:t>1</a:t>
            </a:r>
            <a:r>
              <a:rPr lang="zh-CN" altLang="en-US" sz="3600" dirty="0"/>
              <a:t>）</a:t>
            </a:r>
            <a:endParaRPr lang="zh-CN" altLang="en-US" sz="3600" dirty="0"/>
          </a:p>
        </p:txBody>
      </p:sp>
      <p:sp>
        <p:nvSpPr>
          <p:cNvPr id="6" name="Text Box 3"/>
          <p:cNvSpPr txBox="1">
            <a:spLocks noChangeArrowheads="1"/>
          </p:cNvSpPr>
          <p:nvPr/>
        </p:nvSpPr>
        <p:spPr bwMode="auto">
          <a:xfrm>
            <a:off x="566391" y="1041649"/>
            <a:ext cx="8136904" cy="1756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lnSpc>
                <a:spcPct val="150000"/>
              </a:lnSpc>
            </a:pPr>
            <a:r>
              <a:rPr lang="zh-CN" altLang="en-US" sz="2400" b="1" dirty="0">
                <a:latin typeface="+mn-ea"/>
              </a:rPr>
              <a:t> 定义</a:t>
            </a:r>
            <a:r>
              <a:rPr lang="en-US" altLang="zh-CN" sz="2400" b="1" dirty="0">
                <a:latin typeface="+mn-ea"/>
              </a:rPr>
              <a:t>2.16.1   </a:t>
            </a:r>
            <a:r>
              <a:rPr kumimoji="0" lang="zh-CN" altLang="en-US" sz="2400" dirty="0">
                <a:latin typeface="+mn-ea"/>
              </a:rPr>
              <a:t>从矩阵 </a:t>
            </a:r>
            <a:r>
              <a:rPr kumimoji="0"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mn-ea"/>
              </a:rPr>
              <a:t>中任取</a:t>
            </a:r>
            <a:r>
              <a:rPr lang="en-US" altLang="zh-CN" sz="2400" i="1" dirty="0">
                <a:latin typeface="Times New Roman" panose="02020603050405020304" pitchFamily="18" charset="0"/>
                <a:cs typeface="Times New Roman" panose="02020603050405020304" pitchFamily="18" charset="0"/>
              </a:rPr>
              <a:t> K</a:t>
            </a:r>
            <a:r>
              <a:rPr lang="en-US" altLang="zh-CN" sz="2400" dirty="0">
                <a:latin typeface="+mn-ea"/>
              </a:rPr>
              <a:t> </a:t>
            </a:r>
            <a:r>
              <a:rPr kumimoji="0" lang="zh-CN" altLang="en-US" sz="2400" dirty="0">
                <a:latin typeface="+mn-ea"/>
              </a:rPr>
              <a:t>行 </a:t>
            </a:r>
            <a:r>
              <a:rPr lang="en-US" altLang="zh-CN" sz="2400" i="1" dirty="0">
                <a:latin typeface="Times New Roman" panose="02020603050405020304" pitchFamily="18" charset="0"/>
                <a:cs typeface="Times New Roman" panose="02020603050405020304" pitchFamily="18" charset="0"/>
              </a:rPr>
              <a:t>K </a:t>
            </a:r>
            <a:r>
              <a:rPr kumimoji="0" lang="zh-CN" altLang="en-US" sz="2400" dirty="0">
                <a:latin typeface="+mn-ea"/>
              </a:rPr>
              <a:t>列，其行列交叉位置上的元素保持相对位置不变，而构成的 </a:t>
            </a:r>
            <a:r>
              <a:rPr lang="en-US" altLang="zh-CN" sz="2400" i="1" dirty="0">
                <a:latin typeface="Times New Roman" panose="02020603050405020304" pitchFamily="18" charset="0"/>
                <a:cs typeface="Times New Roman" panose="02020603050405020304" pitchFamily="18" charset="0"/>
              </a:rPr>
              <a:t>K </a:t>
            </a:r>
            <a:r>
              <a:rPr kumimoji="0" lang="zh-CN" altLang="en-US" sz="2400" dirty="0">
                <a:latin typeface="+mn-ea"/>
              </a:rPr>
              <a:t>阶行列式，称之为矩阵 </a:t>
            </a:r>
            <a:r>
              <a:rPr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mn-ea"/>
              </a:rPr>
              <a:t>的一个 </a:t>
            </a:r>
            <a:r>
              <a:rPr lang="en-US" altLang="zh-CN" sz="2400" b="1" i="1" dirty="0">
                <a:solidFill>
                  <a:srgbClr val="0000FF"/>
                </a:solidFill>
                <a:latin typeface="Times New Roman" panose="02020603050405020304" pitchFamily="18" charset="0"/>
                <a:cs typeface="Times New Roman" panose="02020603050405020304" pitchFamily="18" charset="0"/>
              </a:rPr>
              <a:t>K </a:t>
            </a:r>
            <a:r>
              <a:rPr kumimoji="0" lang="zh-CN" altLang="en-US" sz="2400" b="1" dirty="0">
                <a:solidFill>
                  <a:srgbClr val="0000FF"/>
                </a:solidFill>
                <a:latin typeface="+mn-ea"/>
              </a:rPr>
              <a:t>阶子式</a:t>
            </a:r>
            <a:r>
              <a:rPr kumimoji="0" lang="en-US" altLang="zh-CN" sz="2400" dirty="0">
                <a:solidFill>
                  <a:srgbClr val="0000FF"/>
                </a:solidFill>
                <a:latin typeface="+mn-ea"/>
              </a:rPr>
              <a:t>.</a:t>
            </a:r>
            <a:endParaRPr kumimoji="0" lang="zh-CN" altLang="en-US" sz="2400" dirty="0">
              <a:latin typeface="+mn-ea"/>
            </a:endParaRPr>
          </a:p>
        </p:txBody>
      </p:sp>
      <p:sp>
        <p:nvSpPr>
          <p:cNvPr id="8" name="Text Box 30"/>
          <p:cNvSpPr txBox="1">
            <a:spLocks noChangeArrowheads="1"/>
          </p:cNvSpPr>
          <p:nvPr/>
        </p:nvSpPr>
        <p:spPr bwMode="auto">
          <a:xfrm>
            <a:off x="711175" y="3299677"/>
            <a:ext cx="10525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b="1" dirty="0">
                <a:solidFill>
                  <a:srgbClr val="0000FF"/>
                </a:solidFill>
                <a:latin typeface="Arial" panose="020B0604020202020204" pitchFamily="34" charset="0"/>
              </a:rPr>
              <a:t>例如</a:t>
            </a:r>
            <a:r>
              <a:rPr kumimoji="0" lang="zh-CN" altLang="en-US" sz="2400" dirty="0">
                <a:latin typeface="Arial" panose="020B0604020202020204" pitchFamily="34" charset="0"/>
              </a:rPr>
              <a:t>   </a:t>
            </a:r>
            <a:endParaRPr kumimoji="0" lang="zh-CN" altLang="en-US" sz="2400" dirty="0">
              <a:latin typeface="Arial" panose="020B0604020202020204" pitchFamily="34" charset="0"/>
            </a:endParaRPr>
          </a:p>
        </p:txBody>
      </p:sp>
      <p:graphicFrame>
        <p:nvGraphicFramePr>
          <p:cNvPr id="10" name="对象 9"/>
          <p:cNvGraphicFramePr>
            <a:graphicFrameLocks noChangeAspect="1"/>
          </p:cNvGraphicFramePr>
          <p:nvPr/>
        </p:nvGraphicFramePr>
        <p:xfrm>
          <a:off x="1691680" y="2852936"/>
          <a:ext cx="2133600" cy="1435100"/>
        </p:xfrm>
        <a:graphic>
          <a:graphicData uri="http://schemas.openxmlformats.org/presentationml/2006/ole">
            <mc:AlternateContent xmlns:mc="http://schemas.openxmlformats.org/markup-compatibility/2006">
              <mc:Choice xmlns:v="urn:schemas-microsoft-com:vml" Requires="v">
                <p:oleObj spid="_x0000_s1041" name="Equation" r:id="rId1" imgW="51206400" imgH="34442400" progId="Equation.DSMT4">
                  <p:embed/>
                </p:oleObj>
              </mc:Choice>
              <mc:Fallback>
                <p:oleObj name="Equation" r:id="rId1" imgW="51206400" imgH="34442400" progId="Equation.DSMT4">
                  <p:embed/>
                  <p:pic>
                    <p:nvPicPr>
                      <p:cNvPr id="0" name="对象 16"/>
                      <p:cNvPicPr/>
                      <p:nvPr/>
                    </p:nvPicPr>
                    <p:blipFill>
                      <a:blip r:embed="rId2"/>
                      <a:stretch>
                        <a:fillRect/>
                      </a:stretch>
                    </p:blipFill>
                    <p:spPr>
                      <a:xfrm>
                        <a:off x="1691680" y="2852936"/>
                        <a:ext cx="2133600" cy="1435100"/>
                      </a:xfrm>
                      <a:prstGeom prst="rect">
                        <a:avLst/>
                      </a:prstGeom>
                    </p:spPr>
                  </p:pic>
                </p:oleObj>
              </mc:Fallback>
            </mc:AlternateContent>
          </a:graphicData>
        </a:graphic>
      </p:graphicFrame>
      <p:sp>
        <p:nvSpPr>
          <p:cNvPr id="12" name="矩形 11"/>
          <p:cNvSpPr/>
          <p:nvPr/>
        </p:nvSpPr>
        <p:spPr>
          <a:xfrm>
            <a:off x="711175" y="4437112"/>
            <a:ext cx="5471370"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第</a:t>
            </a:r>
            <a:r>
              <a:rPr lang="en-US" altLang="zh-CN" sz="2400" dirty="0">
                <a:solidFill>
                  <a:prstClr val="black"/>
                </a:solidFill>
                <a:latin typeface="微软雅黑" panose="020B0503020204020204" pitchFamily="34" charset="-122"/>
              </a:rPr>
              <a:t>1</a:t>
            </a:r>
            <a:r>
              <a:rPr lang="zh-CN" altLang="en-US" sz="2400" dirty="0">
                <a:solidFill>
                  <a:prstClr val="black"/>
                </a:solidFill>
                <a:latin typeface="微软雅黑" panose="020B0503020204020204" pitchFamily="34" charset="-122"/>
              </a:rPr>
              <a:t>行及第</a:t>
            </a:r>
            <a:r>
              <a:rPr lang="en-US" altLang="zh-CN" sz="2400" dirty="0">
                <a:solidFill>
                  <a:prstClr val="black"/>
                </a:solidFill>
                <a:latin typeface="微软雅黑" panose="020B0503020204020204" pitchFamily="34" charset="-122"/>
              </a:rPr>
              <a:t>1</a:t>
            </a:r>
            <a:r>
              <a:rPr lang="zh-CN" altLang="en-US" sz="2400" dirty="0">
                <a:solidFill>
                  <a:prstClr val="black"/>
                </a:solidFill>
                <a:latin typeface="微软雅黑" panose="020B0503020204020204" pitchFamily="34" charset="-122"/>
              </a:rPr>
              <a:t>列交叉位置元素得一阶子式</a:t>
            </a:r>
            <a:endParaRPr lang="zh-CN" altLang="en-US" dirty="0"/>
          </a:p>
        </p:txBody>
      </p:sp>
      <p:sp>
        <p:nvSpPr>
          <p:cNvPr id="13" name="矩形 12"/>
          <p:cNvSpPr/>
          <p:nvPr/>
        </p:nvSpPr>
        <p:spPr>
          <a:xfrm>
            <a:off x="711175" y="5098182"/>
            <a:ext cx="6449201"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第</a:t>
            </a:r>
            <a:r>
              <a:rPr lang="en-US" altLang="zh-CN" sz="2400" dirty="0">
                <a:solidFill>
                  <a:prstClr val="black"/>
                </a:solidFill>
                <a:latin typeface="微软雅黑" panose="020B0503020204020204" pitchFamily="34" charset="-122"/>
              </a:rPr>
              <a:t>2</a:t>
            </a:r>
            <a:r>
              <a:rPr lang="zh-CN" altLang="en-US" sz="2400" dirty="0">
                <a:solidFill>
                  <a:prstClr val="black"/>
                </a:solidFill>
                <a:latin typeface="微软雅黑" panose="020B0503020204020204" pitchFamily="34" charset="-122"/>
              </a:rPr>
              <a:t>，</a:t>
            </a:r>
            <a:r>
              <a:rPr lang="en-US" altLang="zh-CN" sz="2400" dirty="0">
                <a:solidFill>
                  <a:prstClr val="black"/>
                </a:solidFill>
                <a:latin typeface="微软雅黑" panose="020B0503020204020204" pitchFamily="34" charset="-122"/>
              </a:rPr>
              <a:t>3</a:t>
            </a:r>
            <a:r>
              <a:rPr lang="zh-CN" altLang="en-US" sz="2400" dirty="0">
                <a:solidFill>
                  <a:prstClr val="black"/>
                </a:solidFill>
                <a:latin typeface="微软雅黑" panose="020B0503020204020204" pitchFamily="34" charset="-122"/>
              </a:rPr>
              <a:t>行及第</a:t>
            </a:r>
            <a:r>
              <a:rPr lang="en-US" altLang="zh-CN" sz="2400" dirty="0">
                <a:solidFill>
                  <a:prstClr val="black"/>
                </a:solidFill>
                <a:latin typeface="微软雅黑" panose="020B0503020204020204" pitchFamily="34" charset="-122"/>
              </a:rPr>
              <a:t>1</a:t>
            </a:r>
            <a:r>
              <a:rPr lang="zh-CN" altLang="en-US" sz="2400" dirty="0">
                <a:solidFill>
                  <a:prstClr val="black"/>
                </a:solidFill>
                <a:latin typeface="微软雅黑" panose="020B0503020204020204" pitchFamily="34" charset="-122"/>
              </a:rPr>
              <a:t>，</a:t>
            </a:r>
            <a:r>
              <a:rPr lang="en-US" altLang="zh-CN" sz="2400" dirty="0">
                <a:solidFill>
                  <a:prstClr val="black"/>
                </a:solidFill>
                <a:latin typeface="微软雅黑" panose="020B0503020204020204" pitchFamily="34" charset="-122"/>
              </a:rPr>
              <a:t>2</a:t>
            </a:r>
            <a:r>
              <a:rPr lang="zh-CN" altLang="en-US" sz="2400" dirty="0">
                <a:solidFill>
                  <a:prstClr val="black"/>
                </a:solidFill>
                <a:latin typeface="微软雅黑" panose="020B0503020204020204" pitchFamily="34" charset="-122"/>
              </a:rPr>
              <a:t>列交叉位置元素得二阶子式</a:t>
            </a:r>
            <a:endParaRPr lang="zh-CN" altLang="en-US" dirty="0"/>
          </a:p>
        </p:txBody>
      </p:sp>
      <p:sp>
        <p:nvSpPr>
          <p:cNvPr id="14" name="矩形 13"/>
          <p:cNvSpPr/>
          <p:nvPr/>
        </p:nvSpPr>
        <p:spPr>
          <a:xfrm>
            <a:off x="713468" y="5805264"/>
            <a:ext cx="1723549"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三阶子式为</a:t>
            </a:r>
            <a:endParaRPr lang="zh-CN" altLang="en-US" dirty="0"/>
          </a:p>
        </p:txBody>
      </p:sp>
      <p:graphicFrame>
        <p:nvGraphicFramePr>
          <p:cNvPr id="15" name="对象 14"/>
          <p:cNvGraphicFramePr>
            <a:graphicFrameLocks noChangeAspect="1"/>
          </p:cNvGraphicFramePr>
          <p:nvPr/>
        </p:nvGraphicFramePr>
        <p:xfrm>
          <a:off x="6131148" y="4458782"/>
          <a:ext cx="673100" cy="444500"/>
        </p:xfrm>
        <a:graphic>
          <a:graphicData uri="http://schemas.openxmlformats.org/presentationml/2006/ole">
            <mc:AlternateContent xmlns:mc="http://schemas.openxmlformats.org/markup-compatibility/2006">
              <mc:Choice xmlns:v="urn:schemas-microsoft-com:vml" Requires="v">
                <p:oleObj spid="_x0000_s1042" name="Equation" r:id="rId3" imgW="16154400" imgH="10668000" progId="Equation.DSMT4">
                  <p:embed/>
                </p:oleObj>
              </mc:Choice>
              <mc:Fallback>
                <p:oleObj name="Equation" r:id="rId3" imgW="16154400" imgH="10668000" progId="Equation.DSMT4">
                  <p:embed/>
                  <p:pic>
                    <p:nvPicPr>
                      <p:cNvPr id="0" name="对象 9"/>
                      <p:cNvPicPr/>
                      <p:nvPr/>
                    </p:nvPicPr>
                    <p:blipFill>
                      <a:blip r:embed="rId4"/>
                      <a:stretch>
                        <a:fillRect/>
                      </a:stretch>
                    </p:blipFill>
                    <p:spPr>
                      <a:xfrm>
                        <a:off x="6131148" y="4458782"/>
                        <a:ext cx="673100" cy="444500"/>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7134764" y="4852764"/>
          <a:ext cx="1333500" cy="952500"/>
        </p:xfrm>
        <a:graphic>
          <a:graphicData uri="http://schemas.openxmlformats.org/presentationml/2006/ole">
            <mc:AlternateContent xmlns:mc="http://schemas.openxmlformats.org/markup-compatibility/2006">
              <mc:Choice xmlns:v="urn:schemas-microsoft-com:vml" Requires="v">
                <p:oleObj spid="_x0000_s1043" name="Equation" r:id="rId5" imgW="32004000" imgH="22860000" progId="Equation.DSMT4">
                  <p:embed/>
                </p:oleObj>
              </mc:Choice>
              <mc:Fallback>
                <p:oleObj name="Equation" r:id="rId5" imgW="32004000" imgH="22860000" progId="Equation.DSMT4">
                  <p:embed/>
                  <p:pic>
                    <p:nvPicPr>
                      <p:cNvPr id="0" name="对象 14"/>
                      <p:cNvPicPr/>
                      <p:nvPr/>
                    </p:nvPicPr>
                    <p:blipFill>
                      <a:blip r:embed="rId6"/>
                      <a:stretch>
                        <a:fillRect/>
                      </a:stretch>
                    </p:blipFill>
                    <p:spPr>
                      <a:xfrm>
                        <a:off x="7134764" y="4852764"/>
                        <a:ext cx="1333500" cy="95250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2404234" y="5812752"/>
          <a:ext cx="368300" cy="444500"/>
        </p:xfrm>
        <a:graphic>
          <a:graphicData uri="http://schemas.openxmlformats.org/presentationml/2006/ole">
            <mc:AlternateContent xmlns:mc="http://schemas.openxmlformats.org/markup-compatibility/2006">
              <mc:Choice xmlns:v="urn:schemas-microsoft-com:vml" Requires="v">
                <p:oleObj spid="_x0000_s1044" name="Equation" r:id="rId7" imgW="8839200" imgH="10668000" progId="Equation.DSMT4">
                  <p:embed/>
                </p:oleObj>
              </mc:Choice>
              <mc:Fallback>
                <p:oleObj name="Equation" r:id="rId7" imgW="8839200" imgH="10668000" progId="Equation.DSMT4">
                  <p:embed/>
                  <p:pic>
                    <p:nvPicPr>
                      <p:cNvPr id="0" name="对象 15"/>
                      <p:cNvPicPr/>
                      <p:nvPr/>
                    </p:nvPicPr>
                    <p:blipFill>
                      <a:blip r:embed="rId8"/>
                      <a:stretch>
                        <a:fillRect/>
                      </a:stretch>
                    </p:blipFill>
                    <p:spPr>
                      <a:xfrm>
                        <a:off x="2404234" y="5812752"/>
                        <a:ext cx="368300" cy="444500"/>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2772534" y="5888952"/>
          <a:ext cx="393700" cy="292100"/>
        </p:xfrm>
        <a:graphic>
          <a:graphicData uri="http://schemas.openxmlformats.org/presentationml/2006/ole">
            <mc:AlternateContent xmlns:mc="http://schemas.openxmlformats.org/markup-compatibility/2006">
              <mc:Choice xmlns:v="urn:schemas-microsoft-com:vml" Requires="v">
                <p:oleObj spid="_x0000_s1045" name="Equation" r:id="rId9" imgW="9448800" imgH="7010400" progId="Equation.DSMT4">
                  <p:embed/>
                </p:oleObj>
              </mc:Choice>
              <mc:Fallback>
                <p:oleObj name="Equation" r:id="rId9" imgW="9448800" imgH="7010400" progId="Equation.DSMT4">
                  <p:embed/>
                  <p:pic>
                    <p:nvPicPr>
                      <p:cNvPr id="0" name="对象 16"/>
                      <p:cNvPicPr/>
                      <p:nvPr/>
                    </p:nvPicPr>
                    <p:blipFill>
                      <a:blip r:embed="rId10"/>
                      <a:stretch>
                        <a:fillRect/>
                      </a:stretch>
                    </p:blipFill>
                    <p:spPr>
                      <a:xfrm>
                        <a:off x="2772534" y="5888952"/>
                        <a:ext cx="393700" cy="292100"/>
                      </a:xfrm>
                      <a:prstGeom prst="rect">
                        <a:avLst/>
                      </a:prstGeom>
                    </p:spPr>
                  </p:pic>
                </p:oleObj>
              </mc:Fallback>
            </mc:AlternateContent>
          </a:graphicData>
        </a:graphic>
      </p:graphicFrame>
      <p:sp>
        <p:nvSpPr>
          <p:cNvPr id="19" name="直角三角形 1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直角三角形 1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7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75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75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75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75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75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75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75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2" name="日期占位符 4"/>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07C733-65EB-4A54-B9F3-F5F60CA8F1CF}" type="datetime3">
              <a:rPr lang="zh-CN" altLang="en-US" smtClean="0"/>
            </a:fld>
            <a:endParaRPr lang="en-US" altLang="zh-CN"/>
          </a:p>
        </p:txBody>
      </p:sp>
      <p:sp>
        <p:nvSpPr>
          <p:cNvPr id="1033"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2010,18ppt</a:t>
            </a:r>
            <a:endParaRPr lang="en-US" altLang="zh-CN"/>
          </a:p>
        </p:txBody>
      </p:sp>
      <p:sp>
        <p:nvSpPr>
          <p:cNvPr id="1034"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470B175-21BE-49EC-867F-ADF30F2981A6}" type="slidenum">
              <a:rPr lang="en-US" altLang="zh-CN"/>
            </a:fld>
            <a:endParaRPr lang="en-US" altLang="zh-CN"/>
          </a:p>
        </p:txBody>
      </p:sp>
      <p:sp>
        <p:nvSpPr>
          <p:cNvPr id="69634" name="Text Box 2"/>
          <p:cNvSpPr txBox="1">
            <a:spLocks noChangeArrowheads="1"/>
          </p:cNvSpPr>
          <p:nvPr/>
        </p:nvSpPr>
        <p:spPr bwMode="auto">
          <a:xfrm>
            <a:off x="2484438" y="260350"/>
            <a:ext cx="3816350" cy="588963"/>
          </a:xfrm>
          <a:prstGeom prst="rect">
            <a:avLst/>
          </a:prstGeom>
          <a:solidFill>
            <a:srgbClr val="CCFFFF"/>
          </a:solidFill>
          <a:ln w="9525">
            <a:solidFill>
              <a:srgbClr val="FF0000"/>
            </a:solidFill>
            <a:miter lim="800000"/>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a:ea typeface="楷体_GB2312" pitchFamily="49" charset="-122"/>
              </a:rPr>
              <a:t>矩阵的</a:t>
            </a:r>
            <a:r>
              <a:rPr lang="en-US" altLang="zh-CN" sz="3200" b="1">
                <a:ea typeface="楷体_GB2312" pitchFamily="49" charset="-122"/>
              </a:rPr>
              <a:t>k</a:t>
            </a:r>
            <a:r>
              <a:rPr lang="zh-CN" altLang="en-US" sz="3200" b="1">
                <a:ea typeface="楷体_GB2312" pitchFamily="49" charset="-122"/>
              </a:rPr>
              <a:t>阶子式</a:t>
            </a:r>
            <a:endParaRPr lang="zh-CN" altLang="en-US" sz="3200" b="1">
              <a:ea typeface="楷体_GB2312" pitchFamily="49" charset="-122"/>
            </a:endParaRPr>
          </a:p>
        </p:txBody>
      </p:sp>
      <p:sp>
        <p:nvSpPr>
          <p:cNvPr id="69635" name="Text Box 3"/>
          <p:cNvSpPr txBox="1">
            <a:spLocks noChangeArrowheads="1"/>
          </p:cNvSpPr>
          <p:nvPr/>
        </p:nvSpPr>
        <p:spPr bwMode="auto">
          <a:xfrm>
            <a:off x="1331913" y="2349500"/>
            <a:ext cx="2519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ea typeface="楷体_GB2312" pitchFamily="49" charset="-122"/>
              </a:rPr>
              <a:t>K</a:t>
            </a:r>
            <a:r>
              <a:rPr lang="zh-CN" altLang="en-US" sz="2800" b="1">
                <a:ea typeface="楷体_GB2312" pitchFamily="49" charset="-122"/>
              </a:rPr>
              <a:t>阶子式共有：</a:t>
            </a:r>
            <a:endParaRPr lang="zh-CN" altLang="en-US" sz="2800" b="1">
              <a:ea typeface="楷体_GB2312" pitchFamily="49" charset="-122"/>
            </a:endParaRPr>
          </a:p>
        </p:txBody>
      </p:sp>
      <p:graphicFrame>
        <p:nvGraphicFramePr>
          <p:cNvPr id="69636" name="Object 4"/>
          <p:cNvGraphicFramePr>
            <a:graphicFrameLocks noChangeAspect="1"/>
          </p:cNvGraphicFramePr>
          <p:nvPr/>
        </p:nvGraphicFramePr>
        <p:xfrm>
          <a:off x="3803650" y="2276475"/>
          <a:ext cx="1416050" cy="665163"/>
        </p:xfrm>
        <a:graphic>
          <a:graphicData uri="http://schemas.openxmlformats.org/presentationml/2006/ole">
            <mc:AlternateContent xmlns:mc="http://schemas.openxmlformats.org/markup-compatibility/2006">
              <mc:Choice xmlns:v="urn:schemas-microsoft-com:vml" Requires="v">
                <p:oleObj spid="_x0000_s2068" name="公式" r:id="rId1" imgW="635000" imgH="228600" progId="Equation.3">
                  <p:embed/>
                </p:oleObj>
              </mc:Choice>
              <mc:Fallback>
                <p:oleObj name="公式" r:id="rId1" imgW="635000" imgH="228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3650" y="2276475"/>
                        <a:ext cx="1416050"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7" name="Object 5"/>
          <p:cNvGraphicFramePr>
            <a:graphicFrameLocks noGrp="1" noChangeAspect="1"/>
          </p:cNvGraphicFramePr>
          <p:nvPr>
            <p:ph sz="half" idx="2"/>
          </p:nvPr>
        </p:nvGraphicFramePr>
        <p:xfrm>
          <a:off x="762000" y="2914650"/>
          <a:ext cx="2955925" cy="1804988"/>
        </p:xfrm>
        <a:graphic>
          <a:graphicData uri="http://schemas.openxmlformats.org/presentationml/2006/ole">
            <mc:AlternateContent xmlns:mc="http://schemas.openxmlformats.org/markup-compatibility/2006">
              <mc:Choice xmlns:v="urn:schemas-microsoft-com:vml" Requires="v">
                <p:oleObj spid="_x0000_s2069" name="公式" r:id="rId3" imgW="1193800" imgH="660400" progId="Equation.3">
                  <p:embed/>
                </p:oleObj>
              </mc:Choice>
              <mc:Fallback>
                <p:oleObj name="公式" r:id="rId3" imgW="1193800" imgH="660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914650"/>
                        <a:ext cx="2955925" cy="1804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8" name="Text Box 6"/>
          <p:cNvSpPr txBox="1">
            <a:spLocks noChangeArrowheads="1"/>
          </p:cNvSpPr>
          <p:nvPr/>
        </p:nvSpPr>
        <p:spPr bwMode="auto">
          <a:xfrm>
            <a:off x="3779838" y="3213100"/>
            <a:ext cx="25193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ea typeface="楷体_GB2312" pitchFamily="49" charset="-122"/>
              </a:rPr>
              <a:t>其</a:t>
            </a:r>
            <a:r>
              <a:rPr lang="en-US" altLang="zh-CN" sz="2800" b="1">
                <a:ea typeface="楷体_GB2312" pitchFamily="49" charset="-122"/>
              </a:rPr>
              <a:t>2</a:t>
            </a:r>
            <a:r>
              <a:rPr lang="zh-CN" altLang="en-US" sz="2800" b="1">
                <a:ea typeface="楷体_GB2312" pitchFamily="49" charset="-122"/>
              </a:rPr>
              <a:t>阶子式如</a:t>
            </a:r>
            <a:endParaRPr lang="zh-CN" altLang="en-US" sz="2800" b="1">
              <a:ea typeface="楷体_GB2312" pitchFamily="49" charset="-122"/>
            </a:endParaRPr>
          </a:p>
        </p:txBody>
      </p:sp>
      <p:grpSp>
        <p:nvGrpSpPr>
          <p:cNvPr id="2" name="Group 7"/>
          <p:cNvGrpSpPr/>
          <p:nvPr/>
        </p:nvGrpSpPr>
        <p:grpSpPr bwMode="auto">
          <a:xfrm>
            <a:off x="1619250" y="3284538"/>
            <a:ext cx="2160588" cy="1081087"/>
            <a:chOff x="793" y="2341"/>
            <a:chExt cx="1361" cy="681"/>
          </a:xfrm>
        </p:grpSpPr>
        <p:sp>
          <p:nvSpPr>
            <p:cNvPr id="1051" name="Line 8"/>
            <p:cNvSpPr>
              <a:spLocks noChangeShapeType="1"/>
            </p:cNvSpPr>
            <p:nvPr/>
          </p:nvSpPr>
          <p:spPr bwMode="auto">
            <a:xfrm>
              <a:off x="793" y="2341"/>
              <a:ext cx="1361" cy="0"/>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2" name="Line 9"/>
            <p:cNvSpPr>
              <a:spLocks noChangeShapeType="1"/>
            </p:cNvSpPr>
            <p:nvPr/>
          </p:nvSpPr>
          <p:spPr bwMode="auto">
            <a:xfrm>
              <a:off x="793" y="3022"/>
              <a:ext cx="1361" cy="0"/>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0"/>
          <p:cNvGrpSpPr/>
          <p:nvPr/>
        </p:nvGrpSpPr>
        <p:grpSpPr bwMode="auto">
          <a:xfrm>
            <a:off x="2339975" y="3068638"/>
            <a:ext cx="1008063" cy="1584325"/>
            <a:chOff x="1383" y="2160"/>
            <a:chExt cx="635" cy="998"/>
          </a:xfrm>
        </p:grpSpPr>
        <p:sp>
          <p:nvSpPr>
            <p:cNvPr id="1049" name="Line 11"/>
            <p:cNvSpPr>
              <a:spLocks noChangeShapeType="1"/>
            </p:cNvSpPr>
            <p:nvPr/>
          </p:nvSpPr>
          <p:spPr bwMode="auto">
            <a:xfrm>
              <a:off x="1383" y="2160"/>
              <a:ext cx="0" cy="998"/>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50" name="Line 12"/>
            <p:cNvSpPr>
              <a:spLocks noChangeShapeType="1"/>
            </p:cNvSpPr>
            <p:nvPr/>
          </p:nvSpPr>
          <p:spPr bwMode="auto">
            <a:xfrm>
              <a:off x="2018" y="2160"/>
              <a:ext cx="0" cy="998"/>
            </a:xfrm>
            <a:prstGeom prst="line">
              <a:avLst/>
            </a:prstGeom>
            <a:noFill/>
            <a:ln w="222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9645" name="Oval 13"/>
          <p:cNvSpPr>
            <a:spLocks noChangeArrowheads="1"/>
          </p:cNvSpPr>
          <p:nvPr/>
        </p:nvSpPr>
        <p:spPr bwMode="auto">
          <a:xfrm>
            <a:off x="1979613" y="2997200"/>
            <a:ext cx="649287" cy="433388"/>
          </a:xfrm>
          <a:prstGeom prst="ellipse">
            <a:avLst/>
          </a:prstGeom>
          <a:noFill/>
          <a:ln w="222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46" name="Oval 14"/>
          <p:cNvSpPr>
            <a:spLocks noChangeArrowheads="1"/>
          </p:cNvSpPr>
          <p:nvPr/>
        </p:nvSpPr>
        <p:spPr bwMode="auto">
          <a:xfrm>
            <a:off x="3059113" y="2997200"/>
            <a:ext cx="576262" cy="433388"/>
          </a:xfrm>
          <a:prstGeom prst="ellipse">
            <a:avLst/>
          </a:prstGeom>
          <a:noFill/>
          <a:ln w="222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47" name="Oval 15"/>
          <p:cNvSpPr>
            <a:spLocks noChangeArrowheads="1"/>
          </p:cNvSpPr>
          <p:nvPr/>
        </p:nvSpPr>
        <p:spPr bwMode="auto">
          <a:xfrm>
            <a:off x="2051050" y="4149725"/>
            <a:ext cx="576263" cy="433388"/>
          </a:xfrm>
          <a:prstGeom prst="ellipse">
            <a:avLst/>
          </a:prstGeom>
          <a:noFill/>
          <a:ln w="222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48" name="Oval 16"/>
          <p:cNvSpPr>
            <a:spLocks noChangeArrowheads="1"/>
          </p:cNvSpPr>
          <p:nvPr/>
        </p:nvSpPr>
        <p:spPr bwMode="auto">
          <a:xfrm>
            <a:off x="3059113" y="4149725"/>
            <a:ext cx="576262" cy="433388"/>
          </a:xfrm>
          <a:prstGeom prst="ellipse">
            <a:avLst/>
          </a:prstGeom>
          <a:noFill/>
          <a:ln w="222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9649" name="AutoShape 17"/>
          <p:cNvSpPr>
            <a:spLocks noChangeArrowheads="1"/>
          </p:cNvSpPr>
          <p:nvPr/>
        </p:nvSpPr>
        <p:spPr bwMode="auto">
          <a:xfrm>
            <a:off x="3635375" y="4005263"/>
            <a:ext cx="865188" cy="215900"/>
          </a:xfrm>
          <a:prstGeom prst="rightArrow">
            <a:avLst>
              <a:gd name="adj1" fmla="val 50000"/>
              <a:gd name="adj2" fmla="val 100184"/>
            </a:avLst>
          </a:prstGeom>
          <a:solidFill>
            <a:schemeClr val="accent1"/>
          </a:solidFill>
          <a:ln w="9525">
            <a:solidFill>
              <a:schemeClr val="tx1"/>
            </a:solidFill>
            <a:miter lim="800000"/>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69650" name="Object 18"/>
          <p:cNvGraphicFramePr>
            <a:graphicFrameLocks noChangeAspect="1"/>
          </p:cNvGraphicFramePr>
          <p:nvPr/>
        </p:nvGraphicFramePr>
        <p:xfrm>
          <a:off x="4643438" y="3789363"/>
          <a:ext cx="1008062" cy="981075"/>
        </p:xfrm>
        <a:graphic>
          <a:graphicData uri="http://schemas.openxmlformats.org/presentationml/2006/ole">
            <mc:AlternateContent xmlns:mc="http://schemas.openxmlformats.org/markup-compatibility/2006">
              <mc:Choice xmlns:v="urn:schemas-microsoft-com:vml" Requires="v">
                <p:oleObj spid="_x0000_s2070" name="公式" r:id="rId5" imgW="614045" imgH="588010" progId="Equation.3">
                  <p:embed/>
                </p:oleObj>
              </mc:Choice>
              <mc:Fallback>
                <p:oleObj name="公式" r:id="rId5" imgW="614045" imgH="58801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3789363"/>
                        <a:ext cx="1008062"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1" name="Text Box 19"/>
          <p:cNvSpPr txBox="1">
            <a:spLocks noChangeArrowheads="1"/>
          </p:cNvSpPr>
          <p:nvPr/>
        </p:nvSpPr>
        <p:spPr bwMode="auto">
          <a:xfrm>
            <a:off x="539750" y="4941888"/>
            <a:ext cx="2303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ea typeface="楷体_GB2312" pitchFamily="49" charset="-122"/>
              </a:rPr>
              <a:t>共有</a:t>
            </a:r>
            <a:r>
              <a:rPr lang="en-US" altLang="zh-CN" sz="2800" b="1">
                <a:ea typeface="楷体_GB2312" pitchFamily="49" charset="-122"/>
              </a:rPr>
              <a:t>2</a:t>
            </a:r>
            <a:r>
              <a:rPr lang="zh-CN" altLang="en-US" sz="2800" b="1">
                <a:ea typeface="楷体_GB2312" pitchFamily="49" charset="-122"/>
              </a:rPr>
              <a:t>阶子式</a:t>
            </a:r>
            <a:endParaRPr lang="zh-CN" altLang="en-US" sz="2800" b="1">
              <a:ea typeface="楷体_GB2312" pitchFamily="49" charset="-122"/>
            </a:endParaRPr>
          </a:p>
        </p:txBody>
      </p:sp>
      <p:graphicFrame>
        <p:nvGraphicFramePr>
          <p:cNvPr id="69652" name="Object 20"/>
          <p:cNvGraphicFramePr>
            <a:graphicFrameLocks noChangeAspect="1"/>
          </p:cNvGraphicFramePr>
          <p:nvPr/>
        </p:nvGraphicFramePr>
        <p:xfrm>
          <a:off x="2755900" y="4868863"/>
          <a:ext cx="1303338" cy="665162"/>
        </p:xfrm>
        <a:graphic>
          <a:graphicData uri="http://schemas.openxmlformats.org/presentationml/2006/ole">
            <mc:AlternateContent xmlns:mc="http://schemas.openxmlformats.org/markup-compatibility/2006">
              <mc:Choice xmlns:v="urn:schemas-microsoft-com:vml" Requires="v">
                <p:oleObj spid="_x0000_s2071" name="公式" r:id="rId7" imgW="584200" imgH="228600" progId="Equation.3">
                  <p:embed/>
                </p:oleObj>
              </mc:Choice>
              <mc:Fallback>
                <p:oleObj name="公式" r:id="rId7" imgW="584200" imgH="22860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5900" y="4868863"/>
                        <a:ext cx="1303338"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3" name="Text Box 21"/>
          <p:cNvSpPr txBox="1">
            <a:spLocks noChangeArrowheads="1"/>
          </p:cNvSpPr>
          <p:nvPr/>
        </p:nvSpPr>
        <p:spPr bwMode="auto">
          <a:xfrm>
            <a:off x="4211638" y="4941888"/>
            <a:ext cx="2303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ea typeface="楷体_GB2312" pitchFamily="49" charset="-122"/>
              </a:rPr>
              <a:t>共有</a:t>
            </a:r>
            <a:r>
              <a:rPr lang="en-US" altLang="zh-CN" sz="2800" b="1">
                <a:ea typeface="楷体_GB2312" pitchFamily="49" charset="-122"/>
              </a:rPr>
              <a:t>1</a:t>
            </a:r>
            <a:r>
              <a:rPr lang="zh-CN" altLang="en-US" sz="2800" b="1">
                <a:ea typeface="楷体_GB2312" pitchFamily="49" charset="-122"/>
              </a:rPr>
              <a:t>阶子式</a:t>
            </a:r>
            <a:endParaRPr lang="zh-CN" altLang="en-US" sz="2800" b="1">
              <a:ea typeface="楷体_GB2312" pitchFamily="49" charset="-122"/>
            </a:endParaRPr>
          </a:p>
        </p:txBody>
      </p:sp>
      <p:graphicFrame>
        <p:nvGraphicFramePr>
          <p:cNvPr id="69654" name="Object 22"/>
          <p:cNvGraphicFramePr>
            <a:graphicFrameLocks noChangeAspect="1"/>
          </p:cNvGraphicFramePr>
          <p:nvPr/>
        </p:nvGraphicFramePr>
        <p:xfrm>
          <a:off x="6443663" y="4868863"/>
          <a:ext cx="1303337" cy="665162"/>
        </p:xfrm>
        <a:graphic>
          <a:graphicData uri="http://schemas.openxmlformats.org/presentationml/2006/ole">
            <mc:AlternateContent xmlns:mc="http://schemas.openxmlformats.org/markup-compatibility/2006">
              <mc:Choice xmlns:v="urn:schemas-microsoft-com:vml" Requires="v">
                <p:oleObj spid="_x0000_s2072" name="公式" r:id="rId9" imgW="584200" imgH="228600" progId="Equation.3">
                  <p:embed/>
                </p:oleObj>
              </mc:Choice>
              <mc:Fallback>
                <p:oleObj name="公式" r:id="rId9" imgW="584200" imgH="228600"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43663" y="4868863"/>
                        <a:ext cx="1303337" cy="665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5" name="Text Box 23"/>
          <p:cNvSpPr txBox="1">
            <a:spLocks noChangeArrowheads="1"/>
          </p:cNvSpPr>
          <p:nvPr/>
        </p:nvSpPr>
        <p:spPr bwMode="auto">
          <a:xfrm>
            <a:off x="539750" y="5445125"/>
            <a:ext cx="2303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ea typeface="楷体_GB2312" pitchFamily="49" charset="-122"/>
              </a:rPr>
              <a:t>共有</a:t>
            </a:r>
            <a:r>
              <a:rPr lang="en-US" altLang="zh-CN" sz="2800" b="1">
                <a:ea typeface="楷体_GB2312" pitchFamily="49" charset="-122"/>
              </a:rPr>
              <a:t>3</a:t>
            </a:r>
            <a:r>
              <a:rPr lang="zh-CN" altLang="en-US" sz="2800" b="1">
                <a:ea typeface="楷体_GB2312" pitchFamily="49" charset="-122"/>
              </a:rPr>
              <a:t>阶子式</a:t>
            </a:r>
            <a:endParaRPr lang="zh-CN" altLang="en-US" sz="2800" b="1">
              <a:ea typeface="楷体_GB2312" pitchFamily="49" charset="-122"/>
            </a:endParaRPr>
          </a:p>
        </p:txBody>
      </p:sp>
      <p:graphicFrame>
        <p:nvGraphicFramePr>
          <p:cNvPr id="69656" name="Object 24"/>
          <p:cNvGraphicFramePr>
            <a:graphicFrameLocks noChangeAspect="1"/>
          </p:cNvGraphicFramePr>
          <p:nvPr/>
        </p:nvGraphicFramePr>
        <p:xfrm>
          <a:off x="2771775" y="5445125"/>
          <a:ext cx="1303338" cy="665163"/>
        </p:xfrm>
        <a:graphic>
          <a:graphicData uri="http://schemas.openxmlformats.org/presentationml/2006/ole">
            <mc:AlternateContent xmlns:mc="http://schemas.openxmlformats.org/markup-compatibility/2006">
              <mc:Choice xmlns:v="urn:schemas-microsoft-com:vml" Requires="v">
                <p:oleObj spid="_x0000_s2073" name="公式" r:id="rId11" imgW="584200" imgH="228600" progId="Equation.3">
                  <p:embed/>
                </p:oleObj>
              </mc:Choice>
              <mc:Fallback>
                <p:oleObj name="公式" r:id="rId11" imgW="584200" imgH="228600" progId="Equation.3">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71775" y="5445125"/>
                        <a:ext cx="1303338" cy="665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57" name="Text Box 25"/>
          <p:cNvSpPr txBox="1">
            <a:spLocks noChangeArrowheads="1"/>
          </p:cNvSpPr>
          <p:nvPr/>
        </p:nvSpPr>
        <p:spPr bwMode="auto">
          <a:xfrm>
            <a:off x="4211638" y="5516563"/>
            <a:ext cx="2665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ea typeface="楷体_GB2312" pitchFamily="49" charset="-122"/>
              </a:rPr>
              <a:t>没有</a:t>
            </a:r>
            <a:r>
              <a:rPr lang="en-US" altLang="zh-CN" sz="2800" b="1">
                <a:ea typeface="楷体_GB2312" pitchFamily="49" charset="-122"/>
              </a:rPr>
              <a:t>4</a:t>
            </a:r>
            <a:r>
              <a:rPr lang="zh-CN" altLang="en-US" sz="2800" b="1">
                <a:ea typeface="楷体_GB2312" pitchFamily="49" charset="-122"/>
              </a:rPr>
              <a:t>阶子式。</a:t>
            </a:r>
            <a:endParaRPr lang="zh-CN" altLang="en-US" sz="2800" b="1">
              <a:ea typeface="楷体_GB2312"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9634"/>
                                        </p:tgtEl>
                                        <p:attrNameLst>
                                          <p:attrName>style.visibility</p:attrName>
                                        </p:attrNameLst>
                                      </p:cBhvr>
                                      <p:to>
                                        <p:strVal val="visible"/>
                                      </p:to>
                                    </p:set>
                                    <p:animEffect transition="in" filter="wipe(left)">
                                      <p:cBhvr>
                                        <p:cTn id="7" dur="1000"/>
                                        <p:tgtEl>
                                          <p:spTgt spid="696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9635"/>
                                        </p:tgtEl>
                                        <p:attrNameLst>
                                          <p:attrName>style.visibility</p:attrName>
                                        </p:attrNameLst>
                                      </p:cBhvr>
                                      <p:to>
                                        <p:strVal val="visible"/>
                                      </p:to>
                                    </p:set>
                                    <p:animEffect transition="in" filter="wipe(left)">
                                      <p:cBhvr>
                                        <p:cTn id="12" dur="2000"/>
                                        <p:tgtEl>
                                          <p:spTgt spid="696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9636"/>
                                        </p:tgtEl>
                                        <p:attrNameLst>
                                          <p:attrName>style.visibility</p:attrName>
                                        </p:attrNameLst>
                                      </p:cBhvr>
                                      <p:to>
                                        <p:strVal val="visible"/>
                                      </p:to>
                                    </p:set>
                                    <p:animEffect transition="in" filter="wipe(left)">
                                      <p:cBhvr>
                                        <p:cTn id="17" dur="500"/>
                                        <p:tgtEl>
                                          <p:spTgt spid="696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9637"/>
                                        </p:tgtEl>
                                        <p:attrNameLst>
                                          <p:attrName>style.visibility</p:attrName>
                                        </p:attrNameLst>
                                      </p:cBhvr>
                                      <p:to>
                                        <p:strVal val="visible"/>
                                      </p:to>
                                    </p:set>
                                    <p:animEffect transition="in" filter="wipe(left)">
                                      <p:cBhvr>
                                        <p:cTn id="22" dur="1000"/>
                                        <p:tgtEl>
                                          <p:spTgt spid="696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9638"/>
                                        </p:tgtEl>
                                        <p:attrNameLst>
                                          <p:attrName>style.visibility</p:attrName>
                                        </p:attrNameLst>
                                      </p:cBhvr>
                                      <p:to>
                                        <p:strVal val="visible"/>
                                      </p:to>
                                    </p:set>
                                    <p:animEffect transition="in" filter="wipe(left)">
                                      <p:cBhvr>
                                        <p:cTn id="27" dur="2000"/>
                                        <p:tgtEl>
                                          <p:spTgt spid="696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up)">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9645"/>
                                        </p:tgtEl>
                                        <p:attrNameLst>
                                          <p:attrName>style.visibility</p:attrName>
                                        </p:attrNameLst>
                                      </p:cBhvr>
                                      <p:to>
                                        <p:strVal val="visible"/>
                                      </p:to>
                                    </p:set>
                                    <p:animEffect transition="in" filter="wipe(left)">
                                      <p:cBhvr>
                                        <p:cTn id="42" dur="500"/>
                                        <p:tgtEl>
                                          <p:spTgt spid="6964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9646"/>
                                        </p:tgtEl>
                                        <p:attrNameLst>
                                          <p:attrName>style.visibility</p:attrName>
                                        </p:attrNameLst>
                                      </p:cBhvr>
                                      <p:to>
                                        <p:strVal val="visible"/>
                                      </p:to>
                                    </p:set>
                                    <p:animEffect transition="in" filter="wipe(left)">
                                      <p:cBhvr>
                                        <p:cTn id="47" dur="500"/>
                                        <p:tgtEl>
                                          <p:spTgt spid="696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9647"/>
                                        </p:tgtEl>
                                        <p:attrNameLst>
                                          <p:attrName>style.visibility</p:attrName>
                                        </p:attrNameLst>
                                      </p:cBhvr>
                                      <p:to>
                                        <p:strVal val="visible"/>
                                      </p:to>
                                    </p:set>
                                    <p:animEffect transition="in" filter="wipe(left)">
                                      <p:cBhvr>
                                        <p:cTn id="52" dur="500"/>
                                        <p:tgtEl>
                                          <p:spTgt spid="6964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9648"/>
                                        </p:tgtEl>
                                        <p:attrNameLst>
                                          <p:attrName>style.visibility</p:attrName>
                                        </p:attrNameLst>
                                      </p:cBhvr>
                                      <p:to>
                                        <p:strVal val="visible"/>
                                      </p:to>
                                    </p:set>
                                    <p:animEffect transition="in" filter="wipe(left)">
                                      <p:cBhvr>
                                        <p:cTn id="57" dur="500"/>
                                        <p:tgtEl>
                                          <p:spTgt spid="6964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9649"/>
                                        </p:tgtEl>
                                        <p:attrNameLst>
                                          <p:attrName>style.visibility</p:attrName>
                                        </p:attrNameLst>
                                      </p:cBhvr>
                                      <p:to>
                                        <p:strVal val="visible"/>
                                      </p:to>
                                    </p:set>
                                    <p:animEffect transition="in" filter="wipe(left)">
                                      <p:cBhvr>
                                        <p:cTn id="62" dur="500"/>
                                        <p:tgtEl>
                                          <p:spTgt spid="6964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9650"/>
                                        </p:tgtEl>
                                        <p:attrNameLst>
                                          <p:attrName>style.visibility</p:attrName>
                                        </p:attrNameLst>
                                      </p:cBhvr>
                                      <p:to>
                                        <p:strVal val="visible"/>
                                      </p:to>
                                    </p:set>
                                    <p:animEffect transition="in" filter="wipe(left)">
                                      <p:cBhvr>
                                        <p:cTn id="67" dur="1000"/>
                                        <p:tgtEl>
                                          <p:spTgt spid="6965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9651"/>
                                        </p:tgtEl>
                                        <p:attrNameLst>
                                          <p:attrName>style.visibility</p:attrName>
                                        </p:attrNameLst>
                                      </p:cBhvr>
                                      <p:to>
                                        <p:strVal val="visible"/>
                                      </p:to>
                                    </p:set>
                                    <p:animEffect transition="in" filter="wipe(left)">
                                      <p:cBhvr>
                                        <p:cTn id="72" dur="2000"/>
                                        <p:tgtEl>
                                          <p:spTgt spid="6965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9652"/>
                                        </p:tgtEl>
                                        <p:attrNameLst>
                                          <p:attrName>style.visibility</p:attrName>
                                        </p:attrNameLst>
                                      </p:cBhvr>
                                      <p:to>
                                        <p:strVal val="visible"/>
                                      </p:to>
                                    </p:set>
                                    <p:animEffect transition="in" filter="wipe(left)">
                                      <p:cBhvr>
                                        <p:cTn id="77" dur="500"/>
                                        <p:tgtEl>
                                          <p:spTgt spid="6965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9653"/>
                                        </p:tgtEl>
                                        <p:attrNameLst>
                                          <p:attrName>style.visibility</p:attrName>
                                        </p:attrNameLst>
                                      </p:cBhvr>
                                      <p:to>
                                        <p:strVal val="visible"/>
                                      </p:to>
                                    </p:set>
                                    <p:animEffect transition="in" filter="wipe(left)">
                                      <p:cBhvr>
                                        <p:cTn id="82" dur="2000"/>
                                        <p:tgtEl>
                                          <p:spTgt spid="6965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69654"/>
                                        </p:tgtEl>
                                        <p:attrNameLst>
                                          <p:attrName>style.visibility</p:attrName>
                                        </p:attrNameLst>
                                      </p:cBhvr>
                                      <p:to>
                                        <p:strVal val="visible"/>
                                      </p:to>
                                    </p:set>
                                    <p:animEffect transition="in" filter="wipe(left)">
                                      <p:cBhvr>
                                        <p:cTn id="87" dur="500"/>
                                        <p:tgtEl>
                                          <p:spTgt spid="6965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9655"/>
                                        </p:tgtEl>
                                        <p:attrNameLst>
                                          <p:attrName>style.visibility</p:attrName>
                                        </p:attrNameLst>
                                      </p:cBhvr>
                                      <p:to>
                                        <p:strVal val="visible"/>
                                      </p:to>
                                    </p:set>
                                    <p:animEffect transition="in" filter="wipe(left)">
                                      <p:cBhvr>
                                        <p:cTn id="92" dur="2000"/>
                                        <p:tgtEl>
                                          <p:spTgt spid="6965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69656"/>
                                        </p:tgtEl>
                                        <p:attrNameLst>
                                          <p:attrName>style.visibility</p:attrName>
                                        </p:attrNameLst>
                                      </p:cBhvr>
                                      <p:to>
                                        <p:strVal val="visible"/>
                                      </p:to>
                                    </p:set>
                                    <p:animEffect transition="in" filter="wipe(left)">
                                      <p:cBhvr>
                                        <p:cTn id="97" dur="500"/>
                                        <p:tgtEl>
                                          <p:spTgt spid="69656"/>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69657"/>
                                        </p:tgtEl>
                                        <p:attrNameLst>
                                          <p:attrName>style.visibility</p:attrName>
                                        </p:attrNameLst>
                                      </p:cBhvr>
                                      <p:to>
                                        <p:strVal val="visible"/>
                                      </p:to>
                                    </p:set>
                                    <p:animEffect transition="in" filter="wipe(left)">
                                      <p:cBhvr>
                                        <p:cTn id="102" dur="2000"/>
                                        <p:tgtEl>
                                          <p:spTgt spid="69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animBg="1"/>
      <p:bldP spid="69635" grpId="0"/>
      <p:bldP spid="69638" grpId="0"/>
      <p:bldP spid="69645" grpId="0" animBg="1"/>
      <p:bldP spid="69646" grpId="0" animBg="1"/>
      <p:bldP spid="69647" grpId="0" animBg="1"/>
      <p:bldP spid="69648" grpId="0" animBg="1"/>
      <p:bldP spid="69649" grpId="0" animBg="1"/>
      <p:bldP spid="69651" grpId="0"/>
      <p:bldP spid="69653" grpId="0"/>
      <p:bldP spid="69655" grpId="0"/>
      <p:bldP spid="696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539552" y="548680"/>
            <a:ext cx="8208911" cy="1756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pPr>
              <a:lnSpc>
                <a:spcPct val="150000"/>
              </a:lnSpc>
            </a:pPr>
            <a:r>
              <a:rPr lang="zh-CN" altLang="en-US" sz="2400" b="1" dirty="0">
                <a:latin typeface="+mn-ea"/>
              </a:rPr>
              <a:t>定义</a:t>
            </a:r>
            <a:r>
              <a:rPr lang="en-US" altLang="zh-CN" sz="2400" b="1" dirty="0">
                <a:latin typeface="+mn-ea"/>
              </a:rPr>
              <a:t>2.16.2</a:t>
            </a:r>
            <a:r>
              <a:rPr lang="zh-CN" altLang="en-US" sz="2400" b="1" dirty="0">
                <a:latin typeface="+mn-ea"/>
              </a:rPr>
              <a:t>     </a:t>
            </a:r>
            <a:r>
              <a:rPr lang="zh-CN" altLang="en-US" sz="2400" dirty="0">
                <a:latin typeface="+mn-ea"/>
              </a:rPr>
              <a:t>如</a:t>
            </a:r>
            <a:r>
              <a:rPr kumimoji="0" lang="zh-CN" altLang="en-US" sz="2400" dirty="0">
                <a:latin typeface="+mn-ea"/>
              </a:rPr>
              <a:t>果矩阵 </a:t>
            </a:r>
            <a:r>
              <a:rPr kumimoji="0" lang="en-US" altLang="zh-CN" sz="2400" i="1" dirty="0">
                <a:latin typeface="Times New Roman" panose="02020603050405020304" pitchFamily="18" charset="0"/>
                <a:cs typeface="Times New Roman" panose="02020603050405020304" pitchFamily="18" charset="0"/>
              </a:rPr>
              <a:t>A</a:t>
            </a:r>
            <a:r>
              <a:rPr kumimoji="0" lang="en-US" altLang="zh-CN" sz="2400" dirty="0">
                <a:latin typeface="+mn-ea"/>
              </a:rPr>
              <a:t> </a:t>
            </a:r>
            <a:r>
              <a:rPr kumimoji="0" lang="zh-CN" altLang="en-US" sz="2400" dirty="0">
                <a:latin typeface="+mn-ea"/>
              </a:rPr>
              <a:t>中至少有一个 </a:t>
            </a:r>
            <a:r>
              <a:rPr lang="en-US" altLang="zh-CN" sz="2400" i="1" dirty="0">
                <a:latin typeface="Times New Roman" panose="02020603050405020304" pitchFamily="18" charset="0"/>
                <a:cs typeface="Times New Roman" panose="02020603050405020304" pitchFamily="18" charset="0"/>
              </a:rPr>
              <a:t>r</a:t>
            </a:r>
            <a:r>
              <a:rPr kumimoji="0" lang="en-US" altLang="zh-CN" sz="2400" dirty="0">
                <a:latin typeface="+mn-ea"/>
              </a:rPr>
              <a:t> </a:t>
            </a:r>
            <a:r>
              <a:rPr kumimoji="0" lang="zh-CN" altLang="en-US" sz="2400" dirty="0">
                <a:latin typeface="+mn-ea"/>
              </a:rPr>
              <a:t>阶子式不等于零，所有 </a:t>
            </a:r>
            <a:r>
              <a:rPr lang="en-US" altLang="zh-CN" sz="2400" i="1" dirty="0">
                <a:latin typeface="Times New Roman" panose="02020603050405020304" pitchFamily="18" charset="0"/>
                <a:cs typeface="Times New Roman" panose="02020603050405020304" pitchFamily="18" charset="0"/>
              </a:rPr>
              <a:t>r</a:t>
            </a:r>
            <a:r>
              <a:rPr lang="en-US" altLang="zh-CN" sz="2400" dirty="0">
                <a:latin typeface="+mn-ea"/>
              </a:rPr>
              <a:t> +</a:t>
            </a:r>
            <a:r>
              <a:rPr kumimoji="0" lang="en-US" altLang="zh-CN" sz="2400" dirty="0">
                <a:latin typeface="+mn-ea"/>
              </a:rPr>
              <a:t>1 </a:t>
            </a:r>
            <a:r>
              <a:rPr kumimoji="0" lang="zh-CN" altLang="en-US" sz="2400" dirty="0">
                <a:latin typeface="+mn-ea"/>
              </a:rPr>
              <a:t>阶的子式都为零，即矩阵</a:t>
            </a:r>
            <a:r>
              <a:rPr lang="zh-CN" altLang="en-US" sz="2400" dirty="0">
                <a:latin typeface="+mn-ea"/>
              </a:rPr>
              <a:t> </a:t>
            </a:r>
            <a:r>
              <a:rPr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mn-ea"/>
              </a:rPr>
              <a:t>中所有不为零的子式的最高阶数为 </a:t>
            </a:r>
            <a:r>
              <a:rPr kumimoji="0" lang="en-US" altLang="zh-CN" sz="2400" i="1" dirty="0">
                <a:latin typeface="Times New Roman" panose="02020603050405020304" pitchFamily="18" charset="0"/>
                <a:cs typeface="Times New Roman" panose="02020603050405020304" pitchFamily="18" charset="0"/>
              </a:rPr>
              <a:t>r</a:t>
            </a:r>
            <a:r>
              <a:rPr lang="zh-CN" altLang="en-US" sz="2400" i="1" dirty="0">
                <a:latin typeface="Times New Roman" panose="02020603050405020304" pitchFamily="18" charset="0"/>
                <a:cs typeface="Times New Roman" panose="02020603050405020304" pitchFamily="18" charset="0"/>
              </a:rPr>
              <a:t> </a:t>
            </a:r>
            <a:r>
              <a:rPr kumimoji="0" lang="zh-CN" altLang="en-US" sz="2400" dirty="0">
                <a:latin typeface="+mn-ea"/>
              </a:rPr>
              <a:t>，称 </a:t>
            </a:r>
            <a:r>
              <a:rPr lang="en-US" altLang="zh-CN" sz="2400" i="1" dirty="0">
                <a:latin typeface="Times New Roman" panose="02020603050405020304" pitchFamily="18" charset="0"/>
                <a:cs typeface="Times New Roman" panose="02020603050405020304" pitchFamily="18" charset="0"/>
              </a:rPr>
              <a:t> r</a:t>
            </a:r>
            <a:r>
              <a:rPr kumimoji="0" lang="en-US" altLang="zh-CN" sz="2400" dirty="0">
                <a:latin typeface="+mn-ea"/>
              </a:rPr>
              <a:t> </a:t>
            </a:r>
            <a:r>
              <a:rPr kumimoji="0" lang="zh-CN" altLang="en-US" sz="2400" dirty="0">
                <a:latin typeface="+mn-ea"/>
              </a:rPr>
              <a:t>为矩阵</a:t>
            </a:r>
            <a:r>
              <a:rPr kumimoji="0" lang="zh-CN" altLang="en-US" sz="2400" i="1" dirty="0">
                <a:latin typeface="Times New Roman" panose="02020603050405020304" pitchFamily="18" charset="0"/>
                <a:cs typeface="Times New Roman" panose="02020603050405020304" pitchFamily="18" charset="0"/>
              </a:rPr>
              <a:t> </a:t>
            </a:r>
            <a:r>
              <a:rPr kumimoji="0"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mn-ea"/>
              </a:rPr>
              <a:t>的</a:t>
            </a:r>
            <a:r>
              <a:rPr kumimoji="0" lang="zh-CN" altLang="en-US" sz="2400" b="1" dirty="0">
                <a:solidFill>
                  <a:srgbClr val="0000FF"/>
                </a:solidFill>
                <a:latin typeface="+mn-ea"/>
              </a:rPr>
              <a:t>秩</a:t>
            </a:r>
            <a:r>
              <a:rPr kumimoji="0" lang="en-US" altLang="zh-CN" sz="2400" dirty="0">
                <a:solidFill>
                  <a:srgbClr val="0000FF"/>
                </a:solidFill>
                <a:latin typeface="+mn-ea"/>
              </a:rPr>
              <a:t>(Rank)</a:t>
            </a:r>
            <a:r>
              <a:rPr kumimoji="0" lang="zh-CN" altLang="en-US" sz="2400" dirty="0">
                <a:latin typeface="+mn-ea"/>
              </a:rPr>
              <a:t>，记作 </a:t>
            </a:r>
            <a:r>
              <a:rPr lang="en-US" altLang="zh-CN" sz="2400" i="1" dirty="0">
                <a:solidFill>
                  <a:srgbClr val="0000FF"/>
                </a:solidFill>
                <a:latin typeface="Times New Roman" panose="02020603050405020304" pitchFamily="18" charset="0"/>
                <a:cs typeface="Times New Roman" panose="02020603050405020304" pitchFamily="18" charset="0"/>
              </a:rPr>
              <a:t>r</a:t>
            </a:r>
            <a:r>
              <a:rPr kumimoji="0" lang="en-US" altLang="zh-CN" sz="2400" dirty="0">
                <a:solidFill>
                  <a:srgbClr val="0000FF"/>
                </a:solidFill>
                <a:latin typeface="+mn-ea"/>
              </a:rPr>
              <a:t>(</a:t>
            </a:r>
            <a:r>
              <a:rPr kumimoji="0" lang="en-US" altLang="zh-CN" sz="2400" i="1" dirty="0">
                <a:solidFill>
                  <a:srgbClr val="0000FF"/>
                </a:solidFill>
                <a:latin typeface="Times New Roman" panose="02020603050405020304" pitchFamily="18" charset="0"/>
                <a:cs typeface="Times New Roman" panose="02020603050405020304" pitchFamily="18" charset="0"/>
              </a:rPr>
              <a:t>A</a:t>
            </a:r>
            <a:r>
              <a:rPr kumimoji="0" lang="en-US" altLang="zh-CN" sz="2400" dirty="0">
                <a:solidFill>
                  <a:srgbClr val="0000FF"/>
                </a:solidFill>
                <a:latin typeface="+mn-ea"/>
              </a:rPr>
              <a:t>)=</a:t>
            </a:r>
            <a:r>
              <a:rPr kumimoji="0" lang="en-US" altLang="zh-CN" sz="2400" i="1" dirty="0">
                <a:solidFill>
                  <a:srgbClr val="0000FF"/>
                </a:solidFill>
                <a:latin typeface="Times New Roman" panose="02020603050405020304" pitchFamily="18" charset="0"/>
                <a:cs typeface="Times New Roman" panose="02020603050405020304" pitchFamily="18" charset="0"/>
              </a:rPr>
              <a:t>r</a:t>
            </a:r>
            <a:r>
              <a:rPr kumimoji="0" lang="en-US" altLang="zh-CN" sz="2400" dirty="0">
                <a:solidFill>
                  <a:srgbClr val="0000FF"/>
                </a:solidFill>
                <a:latin typeface="+mn-ea"/>
              </a:rPr>
              <a:t>  </a:t>
            </a:r>
            <a:r>
              <a:rPr kumimoji="0" lang="zh-CN" altLang="en-US" sz="2400" dirty="0">
                <a:latin typeface="+mn-ea"/>
              </a:rPr>
              <a:t>。</a:t>
            </a:r>
            <a:endParaRPr kumimoji="0" lang="zh-CN" altLang="en-US" sz="2400" dirty="0">
              <a:latin typeface="+mn-ea"/>
            </a:endParaRPr>
          </a:p>
        </p:txBody>
      </p:sp>
      <p:sp>
        <p:nvSpPr>
          <p:cNvPr id="7" name="Text Box 29"/>
          <p:cNvSpPr txBox="1">
            <a:spLocks noChangeArrowheads="1"/>
          </p:cNvSpPr>
          <p:nvPr/>
        </p:nvSpPr>
        <p:spPr bwMode="auto">
          <a:xfrm>
            <a:off x="3685733" y="2782568"/>
            <a:ext cx="4283545" cy="579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sz="2400" dirty="0"/>
              <a:t>矩阵</a:t>
            </a:r>
            <a:r>
              <a:rPr lang="en-US" altLang="zh-CN" sz="2400" dirty="0"/>
              <a:t>A</a:t>
            </a:r>
            <a:r>
              <a:rPr lang="zh-CN" altLang="en-US" sz="2400" dirty="0"/>
              <a:t>有一个</a:t>
            </a:r>
            <a:r>
              <a:rPr lang="en-US" altLang="zh-CN" sz="2400" dirty="0"/>
              <a:t>5</a:t>
            </a:r>
            <a:r>
              <a:rPr lang="zh-CN" altLang="en-US" sz="2400" dirty="0"/>
              <a:t>阶子式不为零，</a:t>
            </a:r>
            <a:endParaRPr lang="zh-CN" altLang="en-US" sz="2400" dirty="0"/>
          </a:p>
        </p:txBody>
      </p:sp>
      <p:sp>
        <p:nvSpPr>
          <p:cNvPr id="8" name="AutoShape 30"/>
          <p:cNvSpPr>
            <a:spLocks noChangeArrowheads="1"/>
          </p:cNvSpPr>
          <p:nvPr/>
        </p:nvSpPr>
        <p:spPr bwMode="auto">
          <a:xfrm>
            <a:off x="2699792" y="3019441"/>
            <a:ext cx="863600" cy="215900"/>
          </a:xfrm>
          <a:prstGeom prst="leftRightArrow">
            <a:avLst>
              <a:gd name="adj1" fmla="val 50000"/>
              <a:gd name="adj2" fmla="val 800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30"/>
          <p:cNvSpPr txBox="1">
            <a:spLocks noChangeArrowheads="1"/>
          </p:cNvSpPr>
          <p:nvPr/>
        </p:nvSpPr>
        <p:spPr bwMode="auto">
          <a:xfrm>
            <a:off x="527964" y="2893442"/>
            <a:ext cx="105251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b="1" dirty="0">
                <a:solidFill>
                  <a:srgbClr val="0000FF"/>
                </a:solidFill>
                <a:latin typeface="Arial" panose="020B0604020202020204" pitchFamily="34" charset="0"/>
              </a:rPr>
              <a:t>例如</a:t>
            </a:r>
            <a:r>
              <a:rPr kumimoji="0" lang="zh-CN" altLang="en-US" sz="2400" b="1" dirty="0">
                <a:latin typeface="Arial" panose="020B0604020202020204" pitchFamily="34" charset="0"/>
              </a:rPr>
              <a:t> </a:t>
            </a:r>
            <a:r>
              <a:rPr kumimoji="0" lang="zh-CN" altLang="en-US" sz="2400" dirty="0">
                <a:latin typeface="Arial" panose="020B0604020202020204" pitchFamily="34" charset="0"/>
              </a:rPr>
              <a:t>  </a:t>
            </a:r>
            <a:endParaRPr kumimoji="0" lang="zh-CN" altLang="en-US" sz="2400" dirty="0">
              <a:latin typeface="Arial" panose="020B0604020202020204" pitchFamily="34" charset="0"/>
            </a:endParaRPr>
          </a:p>
        </p:txBody>
      </p:sp>
      <p:graphicFrame>
        <p:nvGraphicFramePr>
          <p:cNvPr id="10" name="对象 9"/>
          <p:cNvGraphicFramePr>
            <a:graphicFrameLocks noChangeAspect="1"/>
          </p:cNvGraphicFramePr>
          <p:nvPr/>
        </p:nvGraphicFramePr>
        <p:xfrm>
          <a:off x="1508125" y="2967038"/>
          <a:ext cx="1016000" cy="317500"/>
        </p:xfrm>
        <a:graphic>
          <a:graphicData uri="http://schemas.openxmlformats.org/presentationml/2006/ole">
            <mc:AlternateContent xmlns:mc="http://schemas.openxmlformats.org/markup-compatibility/2006">
              <mc:Choice xmlns:v="urn:schemas-microsoft-com:vml" Requires="v">
                <p:oleObj spid="_x0000_s3080" name="Equation" r:id="rId1" imgW="24384000" imgH="7620000" progId="Equation.DSMT4">
                  <p:embed/>
                </p:oleObj>
              </mc:Choice>
              <mc:Fallback>
                <p:oleObj name="Equation" r:id="rId1" imgW="24384000" imgH="7620000" progId="Equation.DSMT4">
                  <p:embed/>
                  <p:pic>
                    <p:nvPicPr>
                      <p:cNvPr id="0" name="对象 15"/>
                      <p:cNvPicPr/>
                      <p:nvPr/>
                    </p:nvPicPr>
                    <p:blipFill>
                      <a:blip r:embed="rId2"/>
                      <a:stretch>
                        <a:fillRect/>
                      </a:stretch>
                    </p:blipFill>
                    <p:spPr>
                      <a:xfrm>
                        <a:off x="1508125" y="2967038"/>
                        <a:ext cx="1016000" cy="317500"/>
                      </a:xfrm>
                      <a:prstGeom prst="rect">
                        <a:avLst/>
                      </a:prstGeom>
                    </p:spPr>
                  </p:pic>
                </p:oleObj>
              </mc:Fallback>
            </mc:AlternateContent>
          </a:graphicData>
        </a:graphic>
      </p:graphicFrame>
      <p:sp>
        <p:nvSpPr>
          <p:cNvPr id="11" name="矩形 10"/>
          <p:cNvSpPr/>
          <p:nvPr/>
        </p:nvSpPr>
        <p:spPr>
          <a:xfrm>
            <a:off x="3685733" y="3356992"/>
            <a:ext cx="5742384" cy="646331"/>
          </a:xfrm>
          <a:prstGeom prst="rect">
            <a:avLst/>
          </a:prstGeom>
        </p:spPr>
        <p:txBody>
          <a:bodyPr wrap="square">
            <a:spAutoFit/>
          </a:bodyPr>
          <a:lstStyle/>
          <a:p>
            <a:pPr lvl="0">
              <a:lnSpc>
                <a:spcPct val="150000"/>
              </a:lnSpc>
            </a:pPr>
            <a:r>
              <a:rPr lang="zh-CN" altLang="en-US" sz="2400" dirty="0">
                <a:solidFill>
                  <a:prstClr val="black"/>
                </a:solidFill>
              </a:rPr>
              <a:t>所有</a:t>
            </a:r>
            <a:r>
              <a:rPr lang="en-US" altLang="zh-CN" sz="2400" dirty="0">
                <a:solidFill>
                  <a:prstClr val="black"/>
                </a:solidFill>
              </a:rPr>
              <a:t>6</a:t>
            </a:r>
            <a:r>
              <a:rPr lang="zh-CN" altLang="en-US" sz="2400" dirty="0">
                <a:solidFill>
                  <a:prstClr val="black"/>
                </a:solidFill>
              </a:rPr>
              <a:t>阶，</a:t>
            </a:r>
            <a:r>
              <a:rPr lang="en-US" altLang="zh-CN" sz="2400" dirty="0">
                <a:solidFill>
                  <a:prstClr val="black"/>
                </a:solidFill>
              </a:rPr>
              <a:t>7</a:t>
            </a:r>
            <a:r>
              <a:rPr lang="zh-CN" altLang="en-US" sz="2400" dirty="0">
                <a:solidFill>
                  <a:prstClr val="black"/>
                </a:solidFill>
              </a:rPr>
              <a:t>阶等高于</a:t>
            </a:r>
            <a:r>
              <a:rPr lang="en-US" altLang="zh-CN" sz="2400" dirty="0">
                <a:solidFill>
                  <a:prstClr val="black"/>
                </a:solidFill>
              </a:rPr>
              <a:t>5</a:t>
            </a:r>
            <a:r>
              <a:rPr lang="zh-CN" altLang="en-US" sz="2400" dirty="0">
                <a:solidFill>
                  <a:prstClr val="black"/>
                </a:solidFill>
              </a:rPr>
              <a:t>阶子式全为零</a:t>
            </a:r>
            <a:r>
              <a:rPr lang="en-US" altLang="zh-CN" sz="2400" dirty="0">
                <a:solidFill>
                  <a:prstClr val="black"/>
                </a:solidFill>
              </a:rPr>
              <a:t>.</a:t>
            </a:r>
            <a:endParaRPr lang="zh-CN" altLang="en-US" sz="2400" dirty="0">
              <a:solidFill>
                <a:prstClr val="black"/>
              </a:solidFill>
            </a:endParaRPr>
          </a:p>
        </p:txBody>
      </p:sp>
      <p:sp>
        <p:nvSpPr>
          <p:cNvPr id="12" name="Text Box 16"/>
          <p:cNvSpPr txBox="1">
            <a:spLocks noChangeArrowheads="1"/>
          </p:cNvSpPr>
          <p:nvPr/>
        </p:nvSpPr>
        <p:spPr bwMode="auto">
          <a:xfrm>
            <a:off x="541272" y="4330051"/>
            <a:ext cx="800219" cy="461665"/>
          </a:xfrm>
          <a:prstGeom prst="rect">
            <a:avLst/>
          </a:prstGeom>
          <a:solidFill>
            <a:srgbClr val="FFFFFF"/>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mn-ea"/>
              </a:rPr>
              <a:t>注：</a:t>
            </a:r>
            <a:endParaRPr kumimoji="0" lang="zh-CN" altLang="en-US" sz="2400" b="1" i="0" u="none" strike="noStrike" kern="0" cap="none" spc="0" normalizeH="0" baseline="0" noProof="0" dirty="0">
              <a:ln>
                <a:noFill/>
              </a:ln>
              <a:solidFill>
                <a:srgbClr val="0000FF"/>
              </a:solidFill>
              <a:effectLst/>
              <a:uLnTx/>
              <a:uFillTx/>
              <a:latin typeface="+mn-ea"/>
            </a:endParaRPr>
          </a:p>
        </p:txBody>
      </p:sp>
      <p:sp>
        <p:nvSpPr>
          <p:cNvPr id="18" name="矩形 17"/>
          <p:cNvSpPr/>
          <p:nvPr/>
        </p:nvSpPr>
        <p:spPr>
          <a:xfrm>
            <a:off x="1475656" y="4310501"/>
            <a:ext cx="5004896" cy="461665"/>
          </a:xfrm>
          <a:prstGeom prst="rect">
            <a:avLst/>
          </a:prstGeom>
        </p:spPr>
        <p:txBody>
          <a:bodyPr wrap="none">
            <a:spAutoFit/>
          </a:bodyPr>
          <a:lstStyle/>
          <a:p>
            <a:r>
              <a:rPr lang="en-US" altLang="zh-CN" sz="2400" dirty="0">
                <a:solidFill>
                  <a:srgbClr val="000000"/>
                </a:solidFill>
                <a:latin typeface="微软雅黑" panose="020B0503020204020204" pitchFamily="34" charset="-122"/>
              </a:rPr>
              <a:t>1.  </a:t>
            </a:r>
            <a:r>
              <a:rPr lang="zh-CN" altLang="en-US" sz="2400" dirty="0">
                <a:solidFill>
                  <a:srgbClr val="000000"/>
                </a:solidFill>
                <a:latin typeface="微软雅黑" panose="020B0503020204020204" pitchFamily="34" charset="-122"/>
              </a:rPr>
              <a:t>矩阵的秩为非零子式的最高阶数</a:t>
            </a:r>
            <a:r>
              <a:rPr lang="en-US" altLang="zh-CN" sz="2400" dirty="0">
                <a:solidFill>
                  <a:srgbClr val="000000"/>
                </a:solidFill>
                <a:latin typeface="微软雅黑" panose="020B0503020204020204" pitchFamily="34" charset="-122"/>
              </a:rPr>
              <a:t>.</a:t>
            </a:r>
            <a:endParaRPr lang="zh-CN" altLang="en-US" dirty="0"/>
          </a:p>
        </p:txBody>
      </p:sp>
      <p:grpSp>
        <p:nvGrpSpPr>
          <p:cNvPr id="21" name="组合 20"/>
          <p:cNvGrpSpPr/>
          <p:nvPr/>
        </p:nvGrpSpPr>
        <p:grpSpPr>
          <a:xfrm>
            <a:off x="1475656" y="5027470"/>
            <a:ext cx="7144905" cy="495443"/>
            <a:chOff x="1475656" y="5027470"/>
            <a:chExt cx="7144905" cy="495443"/>
          </a:xfrm>
        </p:grpSpPr>
        <p:sp>
          <p:nvSpPr>
            <p:cNvPr id="19" name="矩形 18"/>
            <p:cNvSpPr/>
            <p:nvPr/>
          </p:nvSpPr>
          <p:spPr>
            <a:xfrm>
              <a:off x="1475656" y="5027470"/>
              <a:ext cx="7144905" cy="461665"/>
            </a:xfrm>
            <a:prstGeom prst="rect">
              <a:avLst/>
            </a:prstGeom>
          </p:spPr>
          <p:txBody>
            <a:bodyPr wrap="none">
              <a:spAutoFit/>
            </a:bodyPr>
            <a:lstStyle/>
            <a:p>
              <a:r>
                <a:rPr lang="en-US" altLang="zh-CN" sz="2400" dirty="0">
                  <a:solidFill>
                    <a:srgbClr val="000000"/>
                  </a:solidFill>
                  <a:latin typeface="微软雅黑" panose="020B0503020204020204" pitchFamily="34" charset="-122"/>
                </a:rPr>
                <a:t>2.  </a:t>
              </a:r>
              <a:r>
                <a:rPr lang="zh-CN" altLang="en-US" sz="2400" dirty="0">
                  <a:solidFill>
                    <a:srgbClr val="000000"/>
                  </a:solidFill>
                  <a:latin typeface="微软雅黑" panose="020B0503020204020204" pitchFamily="34" charset="-122"/>
                </a:rPr>
                <a:t>如果 </a:t>
              </a:r>
              <a:r>
                <a:rPr lang="en-US" altLang="zh-CN" sz="2400" i="1" dirty="0">
                  <a:latin typeface="Times New Roman" panose="02020603050405020304" pitchFamily="18" charset="0"/>
                  <a:cs typeface="Times New Roman" panose="02020603050405020304" pitchFamily="18" charset="0"/>
                </a:rPr>
                <a:t>A</a:t>
              </a:r>
              <a:r>
                <a:rPr lang="zh-CN" altLang="en-US" sz="2400" dirty="0">
                  <a:solidFill>
                    <a:srgbClr val="000000"/>
                  </a:solidFill>
                  <a:latin typeface="微软雅黑" panose="020B0503020204020204" pitchFamily="34" charset="-122"/>
                </a:rPr>
                <a:t> 为 </a:t>
              </a:r>
              <a:r>
                <a:rPr lang="en-US" altLang="zh-CN" sz="2400" i="1" dirty="0">
                  <a:latin typeface="Times New Roman" panose="02020603050405020304" pitchFamily="18" charset="0"/>
                  <a:cs typeface="Times New Roman" panose="02020603050405020304" pitchFamily="18" charset="0"/>
                </a:rPr>
                <a:t>n</a:t>
              </a:r>
              <a:r>
                <a:rPr lang="zh-CN" altLang="en-US" sz="2400" dirty="0">
                  <a:solidFill>
                    <a:srgbClr val="000000"/>
                  </a:solidFill>
                  <a:latin typeface="微软雅黑" panose="020B0503020204020204" pitchFamily="34" charset="-122"/>
                </a:rPr>
                <a:t> 阶方阵，        ，则称 </a:t>
              </a:r>
              <a:r>
                <a:rPr lang="en-US" altLang="zh-CN" sz="2400" i="1" dirty="0">
                  <a:latin typeface="Times New Roman" panose="02020603050405020304" pitchFamily="18" charset="0"/>
                  <a:cs typeface="Times New Roman" panose="02020603050405020304" pitchFamily="18" charset="0"/>
                </a:rPr>
                <a:t>A</a:t>
              </a:r>
              <a:r>
                <a:rPr lang="zh-CN" altLang="en-US" sz="2400" dirty="0">
                  <a:solidFill>
                    <a:srgbClr val="000000"/>
                  </a:solidFill>
                  <a:latin typeface="微软雅黑" panose="020B0503020204020204" pitchFamily="34" charset="-122"/>
                </a:rPr>
                <a:t> 为</a:t>
              </a:r>
              <a:r>
                <a:rPr lang="zh-CN" altLang="en-US" sz="2400" b="1" dirty="0">
                  <a:solidFill>
                    <a:srgbClr val="0000FF"/>
                  </a:solidFill>
                  <a:latin typeface="微软雅黑" panose="020B0503020204020204" pitchFamily="34" charset="-122"/>
                </a:rPr>
                <a:t>满秩矩阵</a:t>
              </a:r>
              <a:r>
                <a:rPr lang="en-US" altLang="zh-CN" sz="2400" dirty="0">
                  <a:solidFill>
                    <a:srgbClr val="000000"/>
                  </a:solidFill>
                  <a:latin typeface="微软雅黑" panose="020B0503020204020204" pitchFamily="34" charset="-122"/>
                </a:rPr>
                <a:t>.</a:t>
              </a:r>
              <a:endParaRPr lang="zh-CN" altLang="en-US" dirty="0"/>
            </a:p>
          </p:txBody>
        </p:sp>
        <p:graphicFrame>
          <p:nvGraphicFramePr>
            <p:cNvPr id="20" name="对象 19"/>
            <p:cNvGraphicFramePr>
              <a:graphicFrameLocks noChangeAspect="1"/>
            </p:cNvGraphicFramePr>
            <p:nvPr/>
          </p:nvGraphicFramePr>
          <p:xfrm>
            <a:off x="4770438" y="5078413"/>
            <a:ext cx="850900" cy="444500"/>
          </p:xfrm>
          <a:graphic>
            <a:graphicData uri="http://schemas.openxmlformats.org/presentationml/2006/ole">
              <mc:AlternateContent xmlns:mc="http://schemas.openxmlformats.org/markup-compatibility/2006">
                <mc:Choice xmlns:v="urn:schemas-microsoft-com:vml" Requires="v">
                  <p:oleObj spid="_x0000_s3081" name="Equation" r:id="rId3" imgW="20421600" imgH="10668000" progId="Equation.DSMT4">
                    <p:embed/>
                  </p:oleObj>
                </mc:Choice>
                <mc:Fallback>
                  <p:oleObj name="Equation" r:id="rId3" imgW="20421600" imgH="10668000" progId="Equation.DSMT4">
                    <p:embed/>
                    <p:pic>
                      <p:nvPicPr>
                        <p:cNvPr id="0" name="对象 14"/>
                        <p:cNvPicPr/>
                        <p:nvPr/>
                      </p:nvPicPr>
                      <p:blipFill>
                        <a:blip r:embed="rId4"/>
                        <a:stretch>
                          <a:fillRect/>
                        </a:stretch>
                      </p:blipFill>
                      <p:spPr>
                        <a:xfrm>
                          <a:off x="4770438" y="5078413"/>
                          <a:ext cx="850900" cy="444500"/>
                        </a:xfrm>
                        <a:prstGeom prst="rect">
                          <a:avLst/>
                        </a:prstGeom>
                      </p:spPr>
                    </p:pic>
                  </p:oleObj>
                </mc:Fallback>
              </mc:AlternateContent>
            </a:graphicData>
          </a:graphic>
        </p:graphicFrame>
      </p:grpSp>
      <p:sp>
        <p:nvSpPr>
          <p:cNvPr id="13" name="直角三角形 12"/>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直角三角形 13"/>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10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left)">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animBg="1"/>
      <p:bldP spid="9" grpId="0"/>
      <p:bldP spid="11" grpId="0"/>
      <p:bldP spid="12" grpId="0" animBg="1"/>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755576" y="502072"/>
            <a:ext cx="8229600" cy="1778000"/>
            <a:chOff x="755576" y="502072"/>
            <a:chExt cx="8229600" cy="1778000"/>
          </a:xfrm>
        </p:grpSpPr>
        <p:sp>
          <p:nvSpPr>
            <p:cNvPr id="5" name="内容占位符 2"/>
            <p:cNvSpPr txBox="1"/>
            <p:nvPr/>
          </p:nvSpPr>
          <p:spPr>
            <a:xfrm>
              <a:off x="755576" y="1124744"/>
              <a:ext cx="8229600"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1</a:t>
              </a:r>
              <a:r>
                <a:rPr lang="en-US" altLang="zh-CN" sz="2400" dirty="0"/>
                <a:t>   </a:t>
              </a:r>
              <a:r>
                <a:rPr lang="zh-CN" altLang="en-US" sz="2400" dirty="0"/>
                <a:t>计算矩阵                              的秩</a:t>
              </a:r>
              <a:r>
                <a:rPr lang="en-US" altLang="zh-CN" sz="2400" dirty="0"/>
                <a:t>.</a:t>
              </a:r>
              <a:endParaRPr lang="zh-CN" altLang="en-US" sz="2400" dirty="0"/>
            </a:p>
          </p:txBody>
        </p:sp>
        <p:graphicFrame>
          <p:nvGraphicFramePr>
            <p:cNvPr id="4" name="对象 3"/>
            <p:cNvGraphicFramePr>
              <a:graphicFrameLocks noChangeAspect="1"/>
            </p:cNvGraphicFramePr>
            <p:nvPr/>
          </p:nvGraphicFramePr>
          <p:xfrm>
            <a:off x="2930054" y="502072"/>
            <a:ext cx="3060700" cy="1778000"/>
          </p:xfrm>
          <a:graphic>
            <a:graphicData uri="http://schemas.openxmlformats.org/presentationml/2006/ole">
              <mc:AlternateContent xmlns:mc="http://schemas.openxmlformats.org/markup-compatibility/2006">
                <mc:Choice xmlns:v="urn:schemas-microsoft-com:vml" Requires="v">
                  <p:oleObj spid="_x0000_s4116" name="Equation" r:id="rId1" imgW="73456800" imgH="42672000" progId="Equation.DSMT4">
                    <p:embed/>
                  </p:oleObj>
                </mc:Choice>
                <mc:Fallback>
                  <p:oleObj name="Equation" r:id="rId1" imgW="73456800" imgH="42672000" progId="Equation.DSMT4">
                    <p:embed/>
                    <p:pic>
                      <p:nvPicPr>
                        <p:cNvPr id="0" name="对象 3"/>
                        <p:cNvPicPr/>
                        <p:nvPr/>
                      </p:nvPicPr>
                      <p:blipFill>
                        <a:blip r:embed="rId2"/>
                        <a:stretch>
                          <a:fillRect/>
                        </a:stretch>
                      </p:blipFill>
                      <p:spPr>
                        <a:xfrm>
                          <a:off x="2930054" y="502072"/>
                          <a:ext cx="3060700" cy="1778000"/>
                        </a:xfrm>
                        <a:prstGeom prst="rect">
                          <a:avLst/>
                        </a:prstGeom>
                        <a:noFill/>
                        <a:ln>
                          <a:noFill/>
                          <a:prstDash val="sysDash"/>
                        </a:ln>
                      </p:spPr>
                    </p:pic>
                  </p:oleObj>
                </mc:Fallback>
              </mc:AlternateContent>
            </a:graphicData>
          </a:graphic>
        </p:graphicFrame>
      </p:grpSp>
      <p:sp>
        <p:nvSpPr>
          <p:cNvPr id="8" name="Text Box 4"/>
          <p:cNvSpPr txBox="1">
            <a:spLocks noChangeArrowheads="1"/>
          </p:cNvSpPr>
          <p:nvPr/>
        </p:nvSpPr>
        <p:spPr bwMode="auto">
          <a:xfrm>
            <a:off x="683427" y="2534852"/>
            <a:ext cx="81892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FF"/>
                </a:solidFill>
                <a:latin typeface="Times New Roman" panose="02020603050405020304" pitchFamily="18" charset="0"/>
              </a:rPr>
              <a:t>解</a:t>
            </a:r>
            <a:r>
              <a:rPr kumimoji="1" lang="zh-CN" altLang="en-US" sz="2400" dirty="0">
                <a:latin typeface="Times New Roman" panose="02020603050405020304" pitchFamily="18" charset="0"/>
              </a:rPr>
              <a:t>   取 </a:t>
            </a:r>
            <a:r>
              <a:rPr lang="en-US" altLang="zh-CN" sz="2400" i="1" dirty="0">
                <a:latin typeface="Times New Roman" panose="02020603050405020304" pitchFamily="18" charset="0"/>
                <a:cs typeface="Times New Roman" panose="02020603050405020304" pitchFamily="18" charset="0"/>
              </a:rPr>
              <a:t>A </a:t>
            </a:r>
            <a:r>
              <a:rPr kumimoji="1" lang="zh-CN" altLang="en-US" sz="2400" dirty="0">
                <a:latin typeface="Times New Roman" panose="02020603050405020304" pitchFamily="18" charset="0"/>
              </a:rPr>
              <a:t>的第</a:t>
            </a: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a:t>
            </a:r>
            <a:r>
              <a:rPr kumimoji="1" lang="zh-CN" altLang="en-US" sz="2400" dirty="0">
                <a:latin typeface="Times New Roman" panose="02020603050405020304" pitchFamily="18" charset="0"/>
              </a:rPr>
              <a:t>行，第</a:t>
            </a:r>
            <a:r>
              <a:rPr kumimoji="1" lang="en-US" altLang="zh-CN" sz="2400" dirty="0">
                <a:latin typeface="Times New Roman" panose="02020603050405020304" pitchFamily="18" charset="0"/>
              </a:rPr>
              <a:t>1</a:t>
            </a:r>
            <a:r>
              <a:rPr kumimoji="1" lang="zh-CN" altLang="en-US" sz="2400" dirty="0">
                <a:latin typeface="Times New Roman" panose="02020603050405020304" pitchFamily="18" charset="0"/>
              </a:rPr>
              <a:t>，</a:t>
            </a:r>
            <a:r>
              <a:rPr kumimoji="1" lang="en-US" altLang="zh-CN" sz="2400" dirty="0">
                <a:latin typeface="Times New Roman" panose="02020603050405020304" pitchFamily="18" charset="0"/>
              </a:rPr>
              <a:t>2</a:t>
            </a:r>
            <a:r>
              <a:rPr kumimoji="1" lang="zh-CN" altLang="en-US" sz="2400" dirty="0">
                <a:latin typeface="Times New Roman" panose="02020603050405020304" pitchFamily="18" charset="0"/>
              </a:rPr>
              <a:t>列，则交叉位置的元素构成</a:t>
            </a:r>
            <a:r>
              <a:rPr kumimoji="1" lang="zh-CN" altLang="en-US" sz="2800" dirty="0">
                <a:latin typeface="Times New Roman" panose="02020603050405020304" pitchFamily="18" charset="0"/>
              </a:rPr>
              <a:t>    </a:t>
            </a:r>
            <a:endParaRPr kumimoji="1" lang="zh-CN" altLang="en-US" sz="2800" dirty="0">
              <a:latin typeface="Times New Roman" panose="02020603050405020304" pitchFamily="18" charset="0"/>
            </a:endParaRPr>
          </a:p>
        </p:txBody>
      </p:sp>
      <p:sp>
        <p:nvSpPr>
          <p:cNvPr id="10" name="矩形 9"/>
          <p:cNvSpPr/>
          <p:nvPr/>
        </p:nvSpPr>
        <p:spPr>
          <a:xfrm>
            <a:off x="755576" y="3240840"/>
            <a:ext cx="2339102" cy="461665"/>
          </a:xfrm>
          <a:prstGeom prst="rect">
            <a:avLst/>
          </a:prstGeom>
        </p:spPr>
        <p:txBody>
          <a:bodyPr wrap="none">
            <a:spAutoFit/>
          </a:bodyPr>
          <a:lstStyle/>
          <a:p>
            <a:r>
              <a:rPr kumimoji="1" lang="zh-CN" altLang="en-US" sz="2400" dirty="0">
                <a:solidFill>
                  <a:prstClr val="black"/>
                </a:solidFill>
                <a:latin typeface="Times New Roman" panose="02020603050405020304" pitchFamily="18" charset="0"/>
              </a:rPr>
              <a:t>一个二阶子式为</a:t>
            </a:r>
            <a:endParaRPr lang="zh-CN" altLang="en-US" dirty="0"/>
          </a:p>
        </p:txBody>
      </p:sp>
      <p:sp>
        <p:nvSpPr>
          <p:cNvPr id="11" name="矩形 10"/>
          <p:cNvSpPr/>
          <p:nvPr/>
        </p:nvSpPr>
        <p:spPr>
          <a:xfrm>
            <a:off x="3563888" y="476672"/>
            <a:ext cx="1008112" cy="817488"/>
          </a:xfrm>
          <a:prstGeom prst="rect">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 name="对象 11"/>
          <p:cNvGraphicFramePr>
            <a:graphicFrameLocks noChangeAspect="1"/>
          </p:cNvGraphicFramePr>
          <p:nvPr/>
        </p:nvGraphicFramePr>
        <p:xfrm>
          <a:off x="3235657" y="3690118"/>
          <a:ext cx="901700" cy="952500"/>
        </p:xfrm>
        <a:graphic>
          <a:graphicData uri="http://schemas.openxmlformats.org/presentationml/2006/ole">
            <mc:AlternateContent xmlns:mc="http://schemas.openxmlformats.org/markup-compatibility/2006">
              <mc:Choice xmlns:v="urn:schemas-microsoft-com:vml" Requires="v">
                <p:oleObj spid="_x0000_s4117" name="Equation" r:id="rId3" imgW="21640800" imgH="22860000" progId="Equation.DSMT4">
                  <p:embed/>
                </p:oleObj>
              </mc:Choice>
              <mc:Fallback>
                <p:oleObj name="Equation" r:id="rId3" imgW="21640800" imgH="22860000" progId="Equation.DSMT4">
                  <p:embed/>
                  <p:pic>
                    <p:nvPicPr>
                      <p:cNvPr id="0" name="对象 19"/>
                      <p:cNvPicPr/>
                      <p:nvPr/>
                    </p:nvPicPr>
                    <p:blipFill>
                      <a:blip r:embed="rId4"/>
                      <a:stretch>
                        <a:fillRect/>
                      </a:stretch>
                    </p:blipFill>
                    <p:spPr>
                      <a:xfrm>
                        <a:off x="3235657" y="3690118"/>
                        <a:ext cx="901700" cy="95250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4183228" y="3977781"/>
          <a:ext cx="342900" cy="279400"/>
        </p:xfrm>
        <a:graphic>
          <a:graphicData uri="http://schemas.openxmlformats.org/presentationml/2006/ole">
            <mc:AlternateContent xmlns:mc="http://schemas.openxmlformats.org/markup-compatibility/2006">
              <mc:Choice xmlns:v="urn:schemas-microsoft-com:vml" Requires="v">
                <p:oleObj spid="_x0000_s4118" name="Equation" r:id="rId5" imgW="8229600" imgH="6705600" progId="Equation.DSMT4">
                  <p:embed/>
                </p:oleObj>
              </mc:Choice>
              <mc:Fallback>
                <p:oleObj name="Equation" r:id="rId5" imgW="8229600" imgH="6705600" progId="Equation.DSMT4">
                  <p:embed/>
                  <p:pic>
                    <p:nvPicPr>
                      <p:cNvPr id="0" name="对象 11"/>
                      <p:cNvPicPr/>
                      <p:nvPr/>
                    </p:nvPicPr>
                    <p:blipFill>
                      <a:blip r:embed="rId6"/>
                      <a:stretch>
                        <a:fillRect/>
                      </a:stretch>
                    </p:blipFill>
                    <p:spPr>
                      <a:xfrm>
                        <a:off x="4183228" y="3977781"/>
                        <a:ext cx="342900" cy="279400"/>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4570293" y="3958831"/>
          <a:ext cx="457200" cy="292100"/>
        </p:xfrm>
        <a:graphic>
          <a:graphicData uri="http://schemas.openxmlformats.org/presentationml/2006/ole">
            <mc:AlternateContent xmlns:mc="http://schemas.openxmlformats.org/markup-compatibility/2006">
              <mc:Choice xmlns:v="urn:schemas-microsoft-com:vml" Requires="v">
                <p:oleObj spid="_x0000_s4119" name="Equation" r:id="rId7" imgW="10972800" imgH="7010400" progId="Equation.DSMT4">
                  <p:embed/>
                </p:oleObj>
              </mc:Choice>
              <mc:Fallback>
                <p:oleObj name="Equation" r:id="rId7" imgW="10972800" imgH="7010400" progId="Equation.DSMT4">
                  <p:embed/>
                  <p:pic>
                    <p:nvPicPr>
                      <p:cNvPr id="0" name="对象 12"/>
                      <p:cNvPicPr/>
                      <p:nvPr/>
                    </p:nvPicPr>
                    <p:blipFill>
                      <a:blip r:embed="rId8"/>
                      <a:stretch>
                        <a:fillRect/>
                      </a:stretch>
                    </p:blipFill>
                    <p:spPr>
                      <a:xfrm>
                        <a:off x="4570293" y="3958831"/>
                        <a:ext cx="457200" cy="292100"/>
                      </a:xfrm>
                      <a:prstGeom prst="rect">
                        <a:avLst/>
                      </a:prstGeom>
                    </p:spPr>
                  </p:pic>
                </p:oleObj>
              </mc:Fallback>
            </mc:AlternateContent>
          </a:graphicData>
        </a:graphic>
      </p:graphicFrame>
      <p:grpSp>
        <p:nvGrpSpPr>
          <p:cNvPr id="21" name="组合 20"/>
          <p:cNvGrpSpPr/>
          <p:nvPr/>
        </p:nvGrpSpPr>
        <p:grpSpPr>
          <a:xfrm>
            <a:off x="704508" y="4811857"/>
            <a:ext cx="5604419" cy="474365"/>
            <a:chOff x="722413" y="4872345"/>
            <a:chExt cx="5604419" cy="474365"/>
          </a:xfrm>
        </p:grpSpPr>
        <p:sp>
          <p:nvSpPr>
            <p:cNvPr id="15" name="矩形 14"/>
            <p:cNvSpPr/>
            <p:nvPr/>
          </p:nvSpPr>
          <p:spPr>
            <a:xfrm>
              <a:off x="722413" y="4872345"/>
              <a:ext cx="5604419" cy="461665"/>
            </a:xfrm>
            <a:prstGeom prst="rect">
              <a:avLst/>
            </a:prstGeom>
          </p:spPr>
          <p:txBody>
            <a:bodyPr wrap="none">
              <a:spAutoFit/>
            </a:bodyPr>
            <a:lstStyle/>
            <a:p>
              <a:r>
                <a:rPr kumimoji="1" lang="zh-CN" altLang="en-US" sz="2400" dirty="0">
                  <a:solidFill>
                    <a:prstClr val="black"/>
                  </a:solidFill>
                  <a:latin typeface="Times New Roman" panose="02020603050405020304" pitchFamily="18" charset="0"/>
                </a:rPr>
                <a:t>而 </a:t>
              </a:r>
              <a:r>
                <a:rPr lang="en-US" altLang="zh-CN" sz="2400" i="1" dirty="0">
                  <a:latin typeface="Times New Roman" panose="02020603050405020304" pitchFamily="18" charset="0"/>
                  <a:cs typeface="Times New Roman" panose="02020603050405020304" pitchFamily="18" charset="0"/>
                </a:rPr>
                <a:t>A</a:t>
              </a:r>
              <a:r>
                <a:rPr kumimoji="1" lang="zh-CN" altLang="en-US" sz="2400" dirty="0">
                  <a:solidFill>
                    <a:prstClr val="black"/>
                  </a:solidFill>
                  <a:latin typeface="Times New Roman" panose="02020603050405020304" pitchFamily="18" charset="0"/>
                </a:rPr>
                <a:t> 的所有三阶子式共有                  个，</a:t>
              </a:r>
              <a:endParaRPr lang="zh-CN" altLang="en-US" dirty="0"/>
            </a:p>
          </p:txBody>
        </p:sp>
        <p:graphicFrame>
          <p:nvGraphicFramePr>
            <p:cNvPr id="16" name="对象 15"/>
            <p:cNvGraphicFramePr>
              <a:graphicFrameLocks noChangeAspect="1"/>
            </p:cNvGraphicFramePr>
            <p:nvPr/>
          </p:nvGraphicFramePr>
          <p:xfrm>
            <a:off x="4241726" y="4902210"/>
            <a:ext cx="1257300" cy="444500"/>
          </p:xfrm>
          <a:graphic>
            <a:graphicData uri="http://schemas.openxmlformats.org/presentationml/2006/ole">
              <mc:AlternateContent xmlns:mc="http://schemas.openxmlformats.org/markup-compatibility/2006">
                <mc:Choice xmlns:v="urn:schemas-microsoft-com:vml" Requires="v">
                  <p:oleObj spid="_x0000_s4120" name="Equation" r:id="rId9" imgW="30175200" imgH="10668000" progId="Equation.DSMT4">
                    <p:embed/>
                  </p:oleObj>
                </mc:Choice>
                <mc:Fallback>
                  <p:oleObj name="Equation" r:id="rId9" imgW="30175200" imgH="10668000" progId="Equation.DSMT4">
                    <p:embed/>
                    <p:pic>
                      <p:nvPicPr>
                        <p:cNvPr id="0" name="对象 11"/>
                        <p:cNvPicPr/>
                        <p:nvPr/>
                      </p:nvPicPr>
                      <p:blipFill>
                        <a:blip r:embed="rId10"/>
                        <a:stretch>
                          <a:fillRect/>
                        </a:stretch>
                      </p:blipFill>
                      <p:spPr>
                        <a:xfrm>
                          <a:off x="4241726" y="4902210"/>
                          <a:ext cx="1257300" cy="444500"/>
                        </a:xfrm>
                        <a:prstGeom prst="rect">
                          <a:avLst/>
                        </a:prstGeom>
                      </p:spPr>
                    </p:pic>
                  </p:oleObj>
                </mc:Fallback>
              </mc:AlternateContent>
            </a:graphicData>
          </a:graphic>
        </p:graphicFrame>
      </p:grpSp>
      <p:sp>
        <p:nvSpPr>
          <p:cNvPr id="18" name="矩形 17"/>
          <p:cNvSpPr/>
          <p:nvPr/>
        </p:nvSpPr>
        <p:spPr>
          <a:xfrm>
            <a:off x="6069519" y="4824557"/>
            <a:ext cx="2954655" cy="461665"/>
          </a:xfrm>
          <a:prstGeom prst="rect">
            <a:avLst/>
          </a:prstGeom>
        </p:spPr>
        <p:txBody>
          <a:bodyPr wrap="none">
            <a:spAutoFit/>
          </a:bodyPr>
          <a:lstStyle/>
          <a:p>
            <a:r>
              <a:rPr kumimoji="1" lang="zh-CN" altLang="en-US" sz="2400" dirty="0">
                <a:solidFill>
                  <a:prstClr val="black"/>
                </a:solidFill>
                <a:latin typeface="Times New Roman" panose="02020603050405020304" pitchFamily="18" charset="0"/>
              </a:rPr>
              <a:t>经验算全部等于零，</a:t>
            </a:r>
            <a:endParaRPr lang="zh-CN" altLang="en-US" dirty="0"/>
          </a:p>
        </p:txBody>
      </p:sp>
      <p:grpSp>
        <p:nvGrpSpPr>
          <p:cNvPr id="25" name="组合 24"/>
          <p:cNvGrpSpPr/>
          <p:nvPr/>
        </p:nvGrpSpPr>
        <p:grpSpPr>
          <a:xfrm>
            <a:off x="776657" y="5418062"/>
            <a:ext cx="2031325" cy="461665"/>
            <a:chOff x="776657" y="5418062"/>
            <a:chExt cx="2031325" cy="461665"/>
          </a:xfrm>
        </p:grpSpPr>
        <p:sp>
          <p:nvSpPr>
            <p:cNvPr id="19" name="矩形 18"/>
            <p:cNvSpPr/>
            <p:nvPr/>
          </p:nvSpPr>
          <p:spPr>
            <a:xfrm>
              <a:off x="776657" y="5418062"/>
              <a:ext cx="2031325" cy="461665"/>
            </a:xfrm>
            <a:prstGeom prst="rect">
              <a:avLst/>
            </a:prstGeom>
          </p:spPr>
          <p:txBody>
            <a:bodyPr wrap="none">
              <a:spAutoFit/>
            </a:bodyPr>
            <a:lstStyle/>
            <a:p>
              <a:r>
                <a:rPr kumimoji="1" lang="zh-CN" altLang="en-US" sz="2400" dirty="0">
                  <a:solidFill>
                    <a:prstClr val="black"/>
                  </a:solidFill>
                  <a:latin typeface="Times New Roman" panose="02020603050405020304" pitchFamily="18" charset="0"/>
                </a:rPr>
                <a:t>故                  </a:t>
              </a:r>
              <a:r>
                <a:rPr kumimoji="1" lang="en-US" altLang="zh-CN" sz="2400" dirty="0">
                  <a:solidFill>
                    <a:prstClr val="black"/>
                  </a:solidFill>
                  <a:latin typeface="Times New Roman" panose="02020603050405020304" pitchFamily="18" charset="0"/>
                </a:rPr>
                <a:t>.</a:t>
              </a:r>
              <a:endParaRPr lang="zh-CN" altLang="en-US" dirty="0"/>
            </a:p>
          </p:txBody>
        </p:sp>
        <p:graphicFrame>
          <p:nvGraphicFramePr>
            <p:cNvPr id="20" name="对象 19"/>
            <p:cNvGraphicFramePr>
              <a:graphicFrameLocks noChangeAspect="1"/>
            </p:cNvGraphicFramePr>
            <p:nvPr/>
          </p:nvGraphicFramePr>
          <p:xfrm>
            <a:off x="1227169" y="5464744"/>
            <a:ext cx="1130300" cy="368300"/>
          </p:xfrm>
          <a:graphic>
            <a:graphicData uri="http://schemas.openxmlformats.org/presentationml/2006/ole">
              <mc:AlternateContent xmlns:mc="http://schemas.openxmlformats.org/markup-compatibility/2006">
                <mc:Choice xmlns:v="urn:schemas-microsoft-com:vml" Requires="v">
                  <p:oleObj spid="_x0000_s4121" name="Equation" r:id="rId11" imgW="27127200" imgH="8839200" progId="Equation.DSMT4">
                    <p:embed/>
                  </p:oleObj>
                </mc:Choice>
                <mc:Fallback>
                  <p:oleObj name="Equation" r:id="rId11" imgW="27127200" imgH="8839200" progId="Equation.DSMT4">
                    <p:embed/>
                    <p:pic>
                      <p:nvPicPr>
                        <p:cNvPr id="0" name="对象 15"/>
                        <p:cNvPicPr/>
                        <p:nvPr/>
                      </p:nvPicPr>
                      <p:blipFill>
                        <a:blip r:embed="rId12"/>
                        <a:stretch>
                          <a:fillRect/>
                        </a:stretch>
                      </p:blipFill>
                      <p:spPr>
                        <a:xfrm>
                          <a:off x="1227169" y="5464744"/>
                          <a:ext cx="1130300" cy="368300"/>
                        </a:xfrm>
                        <a:prstGeom prst="rect">
                          <a:avLst/>
                        </a:prstGeom>
                      </p:spPr>
                    </p:pic>
                  </p:oleObj>
                </mc:Fallback>
              </mc:AlternateContent>
            </a:graphicData>
          </a:graphic>
        </p:graphicFrame>
      </p:grpSp>
      <p:sp>
        <p:nvSpPr>
          <p:cNvPr id="22" name="云形标注 21"/>
          <p:cNvSpPr/>
          <p:nvPr/>
        </p:nvSpPr>
        <p:spPr>
          <a:xfrm>
            <a:off x="5796136" y="3227312"/>
            <a:ext cx="2664296" cy="1248538"/>
          </a:xfrm>
          <a:prstGeom prst="cloudCallout">
            <a:avLst>
              <a:gd name="adj1" fmla="val -66339"/>
              <a:gd name="adj2" fmla="val 8278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文本框 22"/>
          <p:cNvSpPr txBox="1"/>
          <p:nvPr/>
        </p:nvSpPr>
        <p:spPr>
          <a:xfrm>
            <a:off x="6187665" y="3390315"/>
            <a:ext cx="2114681" cy="939360"/>
          </a:xfrm>
          <a:prstGeom prst="rect">
            <a:avLst/>
          </a:prstGeom>
          <a:noFill/>
        </p:spPr>
        <p:txBody>
          <a:bodyPr wrap="none" rtlCol="0">
            <a:spAutoFit/>
          </a:bodyPr>
          <a:lstStyle/>
          <a:p>
            <a:pPr>
              <a:lnSpc>
                <a:spcPct val="120000"/>
              </a:lnSpc>
            </a:pPr>
            <a:r>
              <a:rPr lang="zh-CN" altLang="en-US" sz="2400" dirty="0">
                <a:solidFill>
                  <a:srgbClr val="0000FF"/>
                </a:solidFill>
              </a:rPr>
              <a:t>计算</a:t>
            </a:r>
            <a:r>
              <a:rPr lang="en-US" altLang="zh-CN" sz="2400" dirty="0">
                <a:solidFill>
                  <a:srgbClr val="0000FF"/>
                </a:solidFill>
              </a:rPr>
              <a:t>40</a:t>
            </a:r>
            <a:r>
              <a:rPr lang="zh-CN" altLang="en-US" sz="2400" dirty="0">
                <a:solidFill>
                  <a:srgbClr val="0000FF"/>
                </a:solidFill>
              </a:rPr>
              <a:t>个三阶</a:t>
            </a:r>
            <a:endParaRPr lang="en-US" altLang="zh-CN" sz="2400" dirty="0">
              <a:solidFill>
                <a:srgbClr val="0000FF"/>
              </a:solidFill>
            </a:endParaRPr>
          </a:p>
          <a:p>
            <a:pPr>
              <a:lnSpc>
                <a:spcPct val="120000"/>
              </a:lnSpc>
            </a:pPr>
            <a:r>
              <a:rPr lang="zh-CN" altLang="en-US" sz="2400" dirty="0">
                <a:solidFill>
                  <a:srgbClr val="0000FF"/>
                </a:solidFill>
              </a:rPr>
              <a:t>行列式为零 </a:t>
            </a:r>
            <a:endParaRPr lang="zh-CN" altLang="en-US" sz="2400" dirty="0">
              <a:solidFill>
                <a:srgbClr val="0000FF"/>
              </a:solidFill>
            </a:endParaRPr>
          </a:p>
        </p:txBody>
      </p:sp>
      <p:sp>
        <p:nvSpPr>
          <p:cNvPr id="26" name="直角三角形 2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7" name="直角三角形 2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lef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left)">
                                      <p:cBhvr>
                                        <p:cTn id="41" dur="10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down)">
                                      <p:cBhvr>
                                        <p:cTn id="56" dur="500"/>
                                        <p:tgtEl>
                                          <p:spTgt spid="22"/>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21"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barn(inVertical)">
                                      <p:cBhvr>
                                        <p:cTn id="6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animBg="1"/>
      <p:bldP spid="18" grpId="0"/>
      <p:bldP spid="22"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1FEBCB-B912-4FE6-98C2-7B58732A7D78}" type="datetime3">
              <a:rPr lang="zh-CN" altLang="en-US" smtClean="0"/>
            </a:fld>
            <a:endParaRPr lang="en-US" altLang="zh-CN"/>
          </a:p>
        </p:txBody>
      </p:sp>
      <p:sp>
        <p:nvSpPr>
          <p:cNvPr id="11269"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112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7067897-0015-4696-BFFD-E64D39D6AC37}" type="slidenum">
              <a:rPr lang="en-US" altLang="zh-CN"/>
            </a:fld>
            <a:endParaRPr lang="en-US" altLang="zh-CN"/>
          </a:p>
        </p:txBody>
      </p:sp>
      <p:graphicFrame>
        <p:nvGraphicFramePr>
          <p:cNvPr id="76802" name="Object 2"/>
          <p:cNvGraphicFramePr>
            <a:graphicFrameLocks noChangeAspect="1"/>
          </p:cNvGraphicFramePr>
          <p:nvPr/>
        </p:nvGraphicFramePr>
        <p:xfrm>
          <a:off x="827088" y="2924175"/>
          <a:ext cx="2232025" cy="1787525"/>
        </p:xfrm>
        <a:graphic>
          <a:graphicData uri="http://schemas.openxmlformats.org/presentationml/2006/ole">
            <mc:AlternateContent xmlns:mc="http://schemas.openxmlformats.org/markup-compatibility/2006">
              <mc:Choice xmlns:v="urn:schemas-microsoft-com:vml" Requires="v">
                <p:oleObj spid="_x0000_s5128" name="Equation" r:id="rId1" imgW="1143000" imgH="914400" progId="Equation.DSMT4">
                  <p:embed/>
                </p:oleObj>
              </mc:Choice>
              <mc:Fallback>
                <p:oleObj name="Equation" r:id="rId1" imgW="1143000" imgH="9144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924175"/>
                        <a:ext cx="2232025" cy="178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3" name="Text Box 3"/>
          <p:cNvSpPr txBox="1">
            <a:spLocks noChangeArrowheads="1"/>
          </p:cNvSpPr>
          <p:nvPr/>
        </p:nvSpPr>
        <p:spPr bwMode="auto">
          <a:xfrm>
            <a:off x="395288" y="419100"/>
            <a:ext cx="8278812"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FF"/>
                </a:solidFill>
              </a:rPr>
              <a:t>定义：设</a:t>
            </a:r>
            <a:r>
              <a:rPr lang="en-US" altLang="zh-CN" sz="2400" b="1" dirty="0">
                <a:solidFill>
                  <a:srgbClr val="0000FF"/>
                </a:solidFill>
              </a:rPr>
              <a:t>A</a:t>
            </a:r>
            <a:r>
              <a:rPr lang="zh-CN" altLang="en-US" sz="2400" b="1" dirty="0">
                <a:solidFill>
                  <a:srgbClr val="0000FF"/>
                </a:solidFill>
              </a:rPr>
              <a:t>为</a:t>
            </a:r>
            <a:r>
              <a:rPr lang="en-US" altLang="zh-CN" sz="2400" b="1" dirty="0" err="1">
                <a:solidFill>
                  <a:srgbClr val="0000FF"/>
                </a:solidFill>
              </a:rPr>
              <a:t>m</a:t>
            </a:r>
            <a:r>
              <a:rPr lang="en-US" altLang="zh-CN" sz="2400" b="1" dirty="0" err="1">
                <a:solidFill>
                  <a:srgbClr val="0000FF"/>
                </a:solidFill>
                <a:sym typeface="Symbol" panose="05050102010706020507" pitchFamily="18" charset="2"/>
              </a:rPr>
              <a:t></a:t>
            </a:r>
            <a:r>
              <a:rPr lang="en-US" altLang="zh-CN" sz="2400" b="1" dirty="0" err="1">
                <a:solidFill>
                  <a:srgbClr val="0000FF"/>
                </a:solidFill>
              </a:rPr>
              <a:t>n</a:t>
            </a:r>
            <a:r>
              <a:rPr lang="zh-CN" altLang="en-US" sz="2400" b="1" dirty="0">
                <a:solidFill>
                  <a:srgbClr val="0000FF"/>
                </a:solidFill>
              </a:rPr>
              <a:t>矩阵，若</a:t>
            </a:r>
            <a:r>
              <a:rPr lang="en-US" altLang="zh-CN" sz="2400" b="1" dirty="0">
                <a:solidFill>
                  <a:srgbClr val="0000FF"/>
                </a:solidFill>
              </a:rPr>
              <a:t>A</a:t>
            </a:r>
            <a:r>
              <a:rPr lang="zh-CN" altLang="en-US" sz="2400" b="1" dirty="0">
                <a:solidFill>
                  <a:srgbClr val="0000FF"/>
                </a:solidFill>
              </a:rPr>
              <a:t>满足下列三个条件：</a:t>
            </a:r>
            <a:endParaRPr lang="zh-CN" altLang="en-US" sz="2400" b="1" dirty="0">
              <a:solidFill>
                <a:srgbClr val="0000FF"/>
              </a:solidFill>
            </a:endParaRPr>
          </a:p>
          <a:p>
            <a:pPr eaLnBrk="1" hangingPunct="1">
              <a:buFontTx/>
              <a:buAutoNum type="arabicParenBoth"/>
            </a:pPr>
            <a:r>
              <a:rPr lang="en-US" altLang="zh-CN" sz="2400" b="1" dirty="0">
                <a:solidFill>
                  <a:srgbClr val="0000FF"/>
                </a:solidFill>
              </a:rPr>
              <a:t>a</a:t>
            </a:r>
            <a:r>
              <a:rPr lang="en-US" altLang="zh-CN" sz="2400" b="1" baseline="-25000" dirty="0">
                <a:solidFill>
                  <a:srgbClr val="0000FF"/>
                </a:solidFill>
              </a:rPr>
              <a:t>11</a:t>
            </a:r>
            <a:r>
              <a:rPr lang="en-US" altLang="zh-CN" sz="2400" b="1" dirty="0">
                <a:solidFill>
                  <a:srgbClr val="0000FF"/>
                </a:solidFill>
              </a:rPr>
              <a:t>,a</a:t>
            </a:r>
            <a:r>
              <a:rPr lang="en-US" altLang="zh-CN" sz="2400" b="1" baseline="-25000" dirty="0">
                <a:solidFill>
                  <a:srgbClr val="0000FF"/>
                </a:solidFill>
              </a:rPr>
              <a:t>22</a:t>
            </a:r>
            <a:r>
              <a:rPr lang="en-US" altLang="zh-CN" sz="2400" b="1" dirty="0">
                <a:solidFill>
                  <a:srgbClr val="0000FF"/>
                </a:solidFill>
              </a:rPr>
              <a:t>,…,</a:t>
            </a:r>
            <a:r>
              <a:rPr lang="en-US" altLang="zh-CN" sz="2400" b="1" dirty="0" err="1">
                <a:solidFill>
                  <a:srgbClr val="0000FF"/>
                </a:solidFill>
              </a:rPr>
              <a:t>a</a:t>
            </a:r>
            <a:r>
              <a:rPr lang="en-US" altLang="zh-CN" sz="2400" b="1" baseline="-25000" dirty="0" err="1">
                <a:solidFill>
                  <a:srgbClr val="0000FF"/>
                </a:solidFill>
              </a:rPr>
              <a:t>mm</a:t>
            </a:r>
            <a:r>
              <a:rPr lang="en-US" altLang="zh-CN" sz="2400" b="1" dirty="0">
                <a:solidFill>
                  <a:srgbClr val="0000FF"/>
                </a:solidFill>
              </a:rPr>
              <a:t> </a:t>
            </a:r>
            <a:r>
              <a:rPr lang="zh-CN" altLang="en-US" sz="2400" b="1" dirty="0">
                <a:solidFill>
                  <a:srgbClr val="0000FF"/>
                </a:solidFill>
              </a:rPr>
              <a:t>以下的元素全为零；</a:t>
            </a:r>
            <a:endParaRPr lang="zh-CN" altLang="en-US" sz="2400" b="1" dirty="0">
              <a:solidFill>
                <a:srgbClr val="0000FF"/>
              </a:solidFill>
            </a:endParaRPr>
          </a:p>
          <a:p>
            <a:pPr eaLnBrk="1" hangingPunct="1">
              <a:buFontTx/>
              <a:buAutoNum type="arabicParenBoth"/>
            </a:pPr>
            <a:r>
              <a:rPr lang="zh-CN" altLang="en-US" sz="2400" b="1" dirty="0">
                <a:solidFill>
                  <a:srgbClr val="0000FF"/>
                </a:solidFill>
              </a:rPr>
              <a:t>每一行的第一个非零元素前面的零元素个数大于前一行</a:t>
            </a:r>
            <a:endParaRPr lang="zh-CN" altLang="en-US" sz="2400" b="1" dirty="0">
              <a:solidFill>
                <a:srgbClr val="0000FF"/>
              </a:solidFill>
            </a:endParaRPr>
          </a:p>
          <a:p>
            <a:pPr eaLnBrk="1" hangingPunct="1"/>
            <a:r>
              <a:rPr lang="zh-CN" altLang="en-US" sz="2400" b="1" dirty="0">
                <a:solidFill>
                  <a:srgbClr val="0000FF"/>
                </a:solidFill>
              </a:rPr>
              <a:t>    这种零元素的个数</a:t>
            </a:r>
            <a:endParaRPr lang="zh-CN" altLang="en-US" sz="2400" b="1" dirty="0">
              <a:solidFill>
                <a:srgbClr val="0000FF"/>
              </a:solidFill>
            </a:endParaRPr>
          </a:p>
          <a:p>
            <a:pPr eaLnBrk="1" hangingPunct="1"/>
            <a:r>
              <a:rPr lang="zh-CN" altLang="en-US" sz="2400" b="1" dirty="0">
                <a:solidFill>
                  <a:srgbClr val="0000FF"/>
                </a:solidFill>
              </a:rPr>
              <a:t>（</a:t>
            </a:r>
            <a:r>
              <a:rPr lang="en-US" altLang="zh-CN" sz="2400" b="1" dirty="0">
                <a:solidFill>
                  <a:srgbClr val="0000FF"/>
                </a:solidFill>
              </a:rPr>
              <a:t>3</a:t>
            </a:r>
            <a:r>
              <a:rPr lang="zh-CN" altLang="en-US" sz="2400" b="1" dirty="0">
                <a:solidFill>
                  <a:srgbClr val="0000FF"/>
                </a:solidFill>
              </a:rPr>
              <a:t>）如果某一行的元素全为零，则以下所有行的元素为零，</a:t>
            </a:r>
            <a:endParaRPr lang="zh-CN" altLang="en-US" sz="2400" b="1" dirty="0">
              <a:solidFill>
                <a:srgbClr val="0000FF"/>
              </a:solidFill>
            </a:endParaRPr>
          </a:p>
          <a:p>
            <a:pPr eaLnBrk="1" hangingPunct="1"/>
            <a:r>
              <a:rPr lang="zh-CN" altLang="en-US" sz="2400" b="1" dirty="0">
                <a:solidFill>
                  <a:srgbClr val="0000FF"/>
                </a:solidFill>
              </a:rPr>
              <a:t>则称</a:t>
            </a:r>
            <a:r>
              <a:rPr lang="en-US" altLang="zh-CN" sz="2400" b="1" dirty="0">
                <a:solidFill>
                  <a:srgbClr val="0000FF"/>
                </a:solidFill>
              </a:rPr>
              <a:t>A</a:t>
            </a:r>
            <a:r>
              <a:rPr lang="zh-CN" altLang="en-US" sz="2400" b="1" dirty="0">
                <a:solidFill>
                  <a:srgbClr val="0000FF"/>
                </a:solidFill>
              </a:rPr>
              <a:t>为行阶梯形矩阵。</a:t>
            </a:r>
            <a:endParaRPr lang="zh-CN" altLang="en-US" sz="2400" b="1" dirty="0">
              <a:solidFill>
                <a:srgbClr val="0000FF"/>
              </a:solidFill>
            </a:endParaRPr>
          </a:p>
        </p:txBody>
      </p:sp>
      <p:sp>
        <p:nvSpPr>
          <p:cNvPr id="76804" name="Text Box 4"/>
          <p:cNvSpPr txBox="1">
            <a:spLocks noChangeArrowheads="1"/>
          </p:cNvSpPr>
          <p:nvPr/>
        </p:nvSpPr>
        <p:spPr bwMode="auto">
          <a:xfrm>
            <a:off x="1116013" y="5445125"/>
            <a:ext cx="2951162" cy="466725"/>
          </a:xfrm>
          <a:prstGeom prst="rect">
            <a:avLst/>
          </a:prstGeom>
          <a:noFill/>
          <a:ln w="95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都是行阶梯形矩阵</a:t>
            </a:r>
            <a:r>
              <a:rPr lang="zh-CN" altLang="en-US" sz="2400" b="1">
                <a:solidFill>
                  <a:srgbClr val="0000FF"/>
                </a:solidFill>
              </a:rPr>
              <a:t>。</a:t>
            </a:r>
            <a:endParaRPr lang="zh-CN" altLang="en-US" sz="2400" b="1">
              <a:solidFill>
                <a:srgbClr val="0000FF"/>
              </a:solidFill>
            </a:endParaRPr>
          </a:p>
        </p:txBody>
      </p:sp>
      <p:graphicFrame>
        <p:nvGraphicFramePr>
          <p:cNvPr id="76805" name="Object 5"/>
          <p:cNvGraphicFramePr>
            <a:graphicFrameLocks noChangeAspect="1"/>
          </p:cNvGraphicFramePr>
          <p:nvPr/>
        </p:nvGraphicFramePr>
        <p:xfrm>
          <a:off x="3779838" y="2997200"/>
          <a:ext cx="2505075" cy="1787525"/>
        </p:xfrm>
        <a:graphic>
          <a:graphicData uri="http://schemas.openxmlformats.org/presentationml/2006/ole">
            <mc:AlternateContent xmlns:mc="http://schemas.openxmlformats.org/markup-compatibility/2006">
              <mc:Choice xmlns:v="urn:schemas-microsoft-com:vml" Requires="v">
                <p:oleObj spid="_x0000_s5129" name="Equation" r:id="rId3" imgW="1282700" imgH="914400" progId="Equation.DSMT4">
                  <p:embed/>
                </p:oleObj>
              </mc:Choice>
              <mc:Fallback>
                <p:oleObj name="Equation" r:id="rId3" imgW="1282700" imgH="9144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2997200"/>
                        <a:ext cx="2505075" cy="178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3"/>
                                        </p:tgtEl>
                                        <p:attrNameLst>
                                          <p:attrName>style.visibility</p:attrName>
                                        </p:attrNameLst>
                                      </p:cBhvr>
                                      <p:to>
                                        <p:strVal val="visible"/>
                                      </p:to>
                                    </p:set>
                                    <p:anim calcmode="lin" valueType="num">
                                      <p:cBhvr additive="base">
                                        <p:cTn id="7" dur="500" fill="hold"/>
                                        <p:tgtEl>
                                          <p:spTgt spid="76803"/>
                                        </p:tgtEl>
                                        <p:attrNameLst>
                                          <p:attrName>ppt_x</p:attrName>
                                        </p:attrNameLst>
                                      </p:cBhvr>
                                      <p:tavLst>
                                        <p:tav tm="0">
                                          <p:val>
                                            <p:strVal val="0-#ppt_w/2"/>
                                          </p:val>
                                        </p:tav>
                                        <p:tav tm="100000">
                                          <p:val>
                                            <p:strVal val="#ppt_x"/>
                                          </p:val>
                                        </p:tav>
                                      </p:tavLst>
                                    </p:anim>
                                    <p:anim calcmode="lin" valueType="num">
                                      <p:cBhvr additive="base">
                                        <p:cTn id="8" dur="500" fill="hold"/>
                                        <p:tgtEl>
                                          <p:spTgt spid="7680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76802"/>
                                        </p:tgtEl>
                                        <p:attrNameLst>
                                          <p:attrName>style.visibility</p:attrName>
                                        </p:attrNameLst>
                                      </p:cBhvr>
                                      <p:to>
                                        <p:strVal val="visible"/>
                                      </p:to>
                                    </p:set>
                                    <p:animEffect transition="in" filter="diamond(in)">
                                      <p:cBhvr>
                                        <p:cTn id="13" dur="2000"/>
                                        <p:tgtEl>
                                          <p:spTgt spid="76802"/>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76805"/>
                                        </p:tgtEl>
                                        <p:attrNameLst>
                                          <p:attrName>style.visibility</p:attrName>
                                        </p:attrNameLst>
                                      </p:cBhvr>
                                      <p:to>
                                        <p:strVal val="visible"/>
                                      </p:to>
                                    </p:set>
                                    <p:animEffect transition="in" filter="diamond(in)">
                                      <p:cBhvr>
                                        <p:cTn id="18" dur="2000"/>
                                        <p:tgtEl>
                                          <p:spTgt spid="7680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76804"/>
                                        </p:tgtEl>
                                        <p:attrNameLst>
                                          <p:attrName>style.visibility</p:attrName>
                                        </p:attrNameLst>
                                      </p:cBhvr>
                                      <p:to>
                                        <p:strVal val="visible"/>
                                      </p:to>
                                    </p:set>
                                    <p:animEffect transition="in" filter="box(in)">
                                      <p:cBhvr>
                                        <p:cTn id="23" dur="500"/>
                                        <p:tgtEl>
                                          <p:spTgt spid="76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p:bldP spid="7680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B68EDD-EC77-4A35-B9A3-C01FC10429B1}" type="datetime3">
              <a:rPr lang="zh-CN" altLang="en-US" smtClean="0"/>
            </a:fld>
            <a:endParaRPr lang="en-US" altLang="zh-CN"/>
          </a:p>
        </p:txBody>
      </p:sp>
      <p:sp>
        <p:nvSpPr>
          <p:cNvPr id="1229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122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832A10-3274-4CB5-87B9-23E8848C6CB4}" type="slidenum">
              <a:rPr lang="en-US" altLang="zh-CN"/>
            </a:fld>
            <a:endParaRPr lang="en-US" altLang="zh-CN"/>
          </a:p>
        </p:txBody>
      </p:sp>
      <p:graphicFrame>
        <p:nvGraphicFramePr>
          <p:cNvPr id="77826" name="Object 2"/>
          <p:cNvGraphicFramePr>
            <a:graphicFrameLocks noChangeAspect="1"/>
          </p:cNvGraphicFramePr>
          <p:nvPr/>
        </p:nvGraphicFramePr>
        <p:xfrm>
          <a:off x="1187450" y="1628775"/>
          <a:ext cx="1909763" cy="1787525"/>
        </p:xfrm>
        <a:graphic>
          <a:graphicData uri="http://schemas.openxmlformats.org/presentationml/2006/ole">
            <mc:AlternateContent xmlns:mc="http://schemas.openxmlformats.org/markup-compatibility/2006">
              <mc:Choice xmlns:v="urn:schemas-microsoft-com:vml" Requires="v">
                <p:oleObj spid="_x0000_s6152" name="Equation" r:id="rId1" imgW="977900" imgH="914400" progId="Equation.DSMT4">
                  <p:embed/>
                </p:oleObj>
              </mc:Choice>
              <mc:Fallback>
                <p:oleObj name="Equation" r:id="rId1" imgW="977900" imgH="9144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628775"/>
                        <a:ext cx="1909763" cy="178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27" name="Text Box 3"/>
          <p:cNvSpPr txBox="1">
            <a:spLocks noChangeArrowheads="1"/>
          </p:cNvSpPr>
          <p:nvPr/>
        </p:nvSpPr>
        <p:spPr bwMode="auto">
          <a:xfrm>
            <a:off x="395288" y="423863"/>
            <a:ext cx="8143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FF"/>
                </a:solidFill>
              </a:rPr>
              <a:t>非零行的第一个非零元素为</a:t>
            </a:r>
            <a:r>
              <a:rPr lang="en-US" altLang="zh-CN" sz="2400" b="1">
                <a:solidFill>
                  <a:srgbClr val="0000FF"/>
                </a:solidFill>
              </a:rPr>
              <a:t>1</a:t>
            </a:r>
            <a:r>
              <a:rPr lang="zh-CN" altLang="en-US" sz="2400" b="1">
                <a:solidFill>
                  <a:srgbClr val="0000FF"/>
                </a:solidFill>
              </a:rPr>
              <a:t>，且这些非零元</a:t>
            </a:r>
            <a:r>
              <a:rPr lang="en-US" altLang="zh-CN" sz="2400" b="1">
                <a:solidFill>
                  <a:srgbClr val="0000FF"/>
                </a:solidFill>
              </a:rPr>
              <a:t>1</a:t>
            </a:r>
            <a:r>
              <a:rPr lang="zh-CN" altLang="en-US" sz="2400" b="1">
                <a:solidFill>
                  <a:srgbClr val="0000FF"/>
                </a:solidFill>
              </a:rPr>
              <a:t>所在列的其他</a:t>
            </a:r>
            <a:endParaRPr lang="zh-CN" altLang="en-US" sz="2400" b="1">
              <a:solidFill>
                <a:srgbClr val="0000FF"/>
              </a:solidFill>
            </a:endParaRPr>
          </a:p>
          <a:p>
            <a:pPr eaLnBrk="1" hangingPunct="1"/>
            <a:r>
              <a:rPr lang="zh-CN" altLang="en-US" sz="2400" b="1">
                <a:solidFill>
                  <a:srgbClr val="0000FF"/>
                </a:solidFill>
              </a:rPr>
              <a:t>元素都为零的行阶梯形矩阵称为行最简形矩阵。</a:t>
            </a:r>
            <a:endParaRPr lang="zh-CN" altLang="en-US" sz="2400" b="1">
              <a:solidFill>
                <a:srgbClr val="0000FF"/>
              </a:solidFill>
            </a:endParaRPr>
          </a:p>
        </p:txBody>
      </p:sp>
      <p:sp>
        <p:nvSpPr>
          <p:cNvPr id="77828" name="Text Box 4"/>
          <p:cNvSpPr txBox="1">
            <a:spLocks noChangeArrowheads="1"/>
          </p:cNvSpPr>
          <p:nvPr/>
        </p:nvSpPr>
        <p:spPr bwMode="auto">
          <a:xfrm>
            <a:off x="1763713" y="3644900"/>
            <a:ext cx="2951162" cy="466725"/>
          </a:xfrm>
          <a:prstGeom prst="rect">
            <a:avLst/>
          </a:prstGeom>
          <a:noFill/>
          <a:ln w="9525">
            <a:solidFill>
              <a:srgbClr val="00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chemeClr val="tx2"/>
                </a:solidFill>
              </a:rPr>
              <a:t>都是行最简形矩阵</a:t>
            </a:r>
            <a:r>
              <a:rPr lang="zh-CN" altLang="en-US" sz="2400" b="1">
                <a:solidFill>
                  <a:srgbClr val="0000FF"/>
                </a:solidFill>
              </a:rPr>
              <a:t>。</a:t>
            </a:r>
            <a:endParaRPr lang="zh-CN" altLang="en-US" sz="2400" b="1">
              <a:solidFill>
                <a:srgbClr val="0000FF"/>
              </a:solidFill>
            </a:endParaRPr>
          </a:p>
        </p:txBody>
      </p:sp>
      <p:graphicFrame>
        <p:nvGraphicFramePr>
          <p:cNvPr id="77829" name="Object 5"/>
          <p:cNvGraphicFramePr>
            <a:graphicFrameLocks noChangeAspect="1"/>
          </p:cNvGraphicFramePr>
          <p:nvPr/>
        </p:nvGraphicFramePr>
        <p:xfrm>
          <a:off x="3419475" y="1628775"/>
          <a:ext cx="2332038" cy="1787525"/>
        </p:xfrm>
        <a:graphic>
          <a:graphicData uri="http://schemas.openxmlformats.org/presentationml/2006/ole">
            <mc:AlternateContent xmlns:mc="http://schemas.openxmlformats.org/markup-compatibility/2006">
              <mc:Choice xmlns:v="urn:schemas-microsoft-com:vml" Requires="v">
                <p:oleObj spid="_x0000_s6153" name="Equation" r:id="rId3" imgW="1193800" imgH="914400" progId="Equation.DSMT4">
                  <p:embed/>
                </p:oleObj>
              </mc:Choice>
              <mc:Fallback>
                <p:oleObj name="Equation" r:id="rId3" imgW="1193800" imgH="9144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1628775"/>
                        <a:ext cx="2332038" cy="178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30" name="Text Box 6"/>
          <p:cNvSpPr txBox="1">
            <a:spLocks noChangeArrowheads="1"/>
          </p:cNvSpPr>
          <p:nvPr/>
        </p:nvSpPr>
        <p:spPr bwMode="auto">
          <a:xfrm>
            <a:off x="323850" y="4724400"/>
            <a:ext cx="784383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chemeClr val="tx2"/>
                </a:solidFill>
              </a:rPr>
              <a:t>注意：</a:t>
            </a:r>
            <a:endParaRPr lang="zh-CN" altLang="en-US" sz="2400" b="1" dirty="0">
              <a:solidFill>
                <a:schemeClr val="tx2"/>
              </a:solidFill>
            </a:endParaRPr>
          </a:p>
          <a:p>
            <a:pPr eaLnBrk="1" hangingPunct="1"/>
            <a:r>
              <a:rPr lang="zh-CN" altLang="en-US" sz="2400" b="1" dirty="0">
                <a:solidFill>
                  <a:srgbClr val="0000FF"/>
                </a:solidFill>
              </a:rPr>
              <a:t>任何非零矩阵都可以通过初等行变换化为行阶梯形矩阵，</a:t>
            </a:r>
            <a:endParaRPr lang="zh-CN" altLang="en-US" sz="2400" b="1" dirty="0">
              <a:solidFill>
                <a:srgbClr val="0000FF"/>
              </a:solidFill>
            </a:endParaRPr>
          </a:p>
          <a:p>
            <a:pPr eaLnBrk="1" hangingPunct="1"/>
            <a:r>
              <a:rPr lang="zh-CN" altLang="en-US" sz="2400" b="1" dirty="0">
                <a:solidFill>
                  <a:srgbClr val="0000FF"/>
                </a:solidFill>
              </a:rPr>
              <a:t>也可以化为行最简形矩阵。</a:t>
            </a:r>
            <a:endParaRPr lang="zh-CN" altLang="en-US" sz="2400" b="1" dirty="0">
              <a:solidFill>
                <a:srgbClr val="0000FF"/>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additive="base">
                                        <p:cTn id="7" dur="500" fill="hold"/>
                                        <p:tgtEl>
                                          <p:spTgt spid="77827"/>
                                        </p:tgtEl>
                                        <p:attrNameLst>
                                          <p:attrName>ppt_x</p:attrName>
                                        </p:attrNameLst>
                                      </p:cBhvr>
                                      <p:tavLst>
                                        <p:tav tm="0">
                                          <p:val>
                                            <p:strVal val="0-#ppt_w/2"/>
                                          </p:val>
                                        </p:tav>
                                        <p:tav tm="100000">
                                          <p:val>
                                            <p:strVal val="#ppt_x"/>
                                          </p:val>
                                        </p:tav>
                                      </p:tavLst>
                                    </p:anim>
                                    <p:anim calcmode="lin" valueType="num">
                                      <p:cBhvr additive="base">
                                        <p:cTn id="8" dur="500" fill="hold"/>
                                        <p:tgtEl>
                                          <p:spTgt spid="778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77826"/>
                                        </p:tgtEl>
                                        <p:attrNameLst>
                                          <p:attrName>style.visibility</p:attrName>
                                        </p:attrNameLst>
                                      </p:cBhvr>
                                      <p:to>
                                        <p:strVal val="visible"/>
                                      </p:to>
                                    </p:set>
                                    <p:animEffect transition="in" filter="diamond(in)">
                                      <p:cBhvr>
                                        <p:cTn id="13" dur="2000"/>
                                        <p:tgtEl>
                                          <p:spTgt spid="77826"/>
                                        </p:tgtEl>
                                      </p:cBhvr>
                                    </p:animEffect>
                                  </p:childTnLst>
                                </p:cTn>
                              </p:par>
                            </p:childTnLst>
                          </p:cTn>
                        </p:par>
                      </p:childTnLst>
                    </p:cTn>
                  </p:par>
                  <p:par>
                    <p:cTn id="14" fill="hold">
                      <p:stCondLst>
                        <p:cond delay="indefinite"/>
                      </p:stCondLst>
                      <p:childTnLst>
                        <p:par>
                          <p:cTn id="15" fill="hold">
                            <p:stCondLst>
                              <p:cond delay="0"/>
                            </p:stCondLst>
                            <p:childTnLst>
                              <p:par>
                                <p:cTn id="16" presetID="8" presetClass="entr" presetSubtype="16" fill="hold" nodeType="clickEffect">
                                  <p:stCondLst>
                                    <p:cond delay="0"/>
                                  </p:stCondLst>
                                  <p:childTnLst>
                                    <p:set>
                                      <p:cBhvr>
                                        <p:cTn id="17" dur="1" fill="hold">
                                          <p:stCondLst>
                                            <p:cond delay="0"/>
                                          </p:stCondLst>
                                        </p:cTn>
                                        <p:tgtEl>
                                          <p:spTgt spid="77829"/>
                                        </p:tgtEl>
                                        <p:attrNameLst>
                                          <p:attrName>style.visibility</p:attrName>
                                        </p:attrNameLst>
                                      </p:cBhvr>
                                      <p:to>
                                        <p:strVal val="visible"/>
                                      </p:to>
                                    </p:set>
                                    <p:animEffect transition="in" filter="diamond(in)">
                                      <p:cBhvr>
                                        <p:cTn id="18" dur="2000"/>
                                        <p:tgtEl>
                                          <p:spTgt spid="7782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77828"/>
                                        </p:tgtEl>
                                        <p:attrNameLst>
                                          <p:attrName>style.visibility</p:attrName>
                                        </p:attrNameLst>
                                      </p:cBhvr>
                                      <p:to>
                                        <p:strVal val="visible"/>
                                      </p:to>
                                    </p:set>
                                    <p:animEffect transition="in" filter="box(in)">
                                      <p:cBhvr>
                                        <p:cTn id="23" dur="500"/>
                                        <p:tgtEl>
                                          <p:spTgt spid="7782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77830"/>
                                        </p:tgtEl>
                                        <p:attrNameLst>
                                          <p:attrName>style.visibility</p:attrName>
                                        </p:attrNameLst>
                                      </p:cBhvr>
                                      <p:to>
                                        <p:strVal val="visible"/>
                                      </p:to>
                                    </p:set>
                                    <p:anim calcmode="lin" valueType="num">
                                      <p:cBhvr additive="base">
                                        <p:cTn id="28" dur="500" fill="hold"/>
                                        <p:tgtEl>
                                          <p:spTgt spid="77830"/>
                                        </p:tgtEl>
                                        <p:attrNameLst>
                                          <p:attrName>ppt_x</p:attrName>
                                        </p:attrNameLst>
                                      </p:cBhvr>
                                      <p:tavLst>
                                        <p:tav tm="0">
                                          <p:val>
                                            <p:strVal val="0-#ppt_w/2"/>
                                          </p:val>
                                        </p:tav>
                                        <p:tav tm="100000">
                                          <p:val>
                                            <p:strVal val="#ppt_x"/>
                                          </p:val>
                                        </p:tav>
                                      </p:tavLst>
                                    </p:anim>
                                    <p:anim calcmode="lin" valueType="num">
                                      <p:cBhvr additive="base">
                                        <p:cTn id="29" dur="500" fill="hold"/>
                                        <p:tgtEl>
                                          <p:spTgt spid="778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p:bldP spid="77828" grpId="0" animBg="1"/>
      <p:bldP spid="7783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FE1E34-C54D-415B-AE79-2B5B50498940}" type="datetime3">
              <a:rPr lang="zh-CN" altLang="en-US" smtClean="0"/>
            </a:fld>
            <a:endParaRPr lang="en-US" altLang="zh-CN"/>
          </a:p>
        </p:txBody>
      </p:sp>
      <p:sp>
        <p:nvSpPr>
          <p:cNvPr id="13317"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133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5A8D533-951B-4D7F-B1C2-123F4EED278B}" type="slidenum">
              <a:rPr lang="en-US" altLang="zh-CN"/>
            </a:fld>
            <a:endParaRPr lang="en-US" altLang="zh-CN"/>
          </a:p>
        </p:txBody>
      </p:sp>
      <p:sp>
        <p:nvSpPr>
          <p:cNvPr id="34820" name="Text Box 4"/>
          <p:cNvSpPr txBox="1">
            <a:spLocks noChangeArrowheads="1"/>
          </p:cNvSpPr>
          <p:nvPr/>
        </p:nvSpPr>
        <p:spPr bwMode="auto">
          <a:xfrm>
            <a:off x="396875" y="996950"/>
            <a:ext cx="4875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例</a:t>
            </a:r>
            <a:r>
              <a:rPr lang="en-US" altLang="zh-CN" sz="2400" b="1"/>
              <a:t>2.6, </a:t>
            </a:r>
            <a:r>
              <a:rPr lang="zh-CN" altLang="en-US" sz="2400" b="1"/>
              <a:t>计算例</a:t>
            </a:r>
            <a:r>
              <a:rPr lang="en-US" altLang="zh-CN" sz="2400" b="1"/>
              <a:t>2.5</a:t>
            </a:r>
            <a:r>
              <a:rPr lang="zh-CN" altLang="en-US" sz="2400" b="1"/>
              <a:t>中系数矩阵</a:t>
            </a:r>
            <a:r>
              <a:rPr lang="en-US" altLang="zh-CN" sz="2400" b="1"/>
              <a:t>A</a:t>
            </a:r>
            <a:r>
              <a:rPr lang="zh-CN" altLang="en-US" sz="2400" b="1"/>
              <a:t>的秩</a:t>
            </a:r>
            <a:r>
              <a:rPr lang="en-US" altLang="zh-CN" sz="2400" b="1"/>
              <a:t>.</a:t>
            </a:r>
            <a:endParaRPr lang="en-US" altLang="zh-CN" sz="2400" b="1"/>
          </a:p>
        </p:txBody>
      </p:sp>
      <p:sp>
        <p:nvSpPr>
          <p:cNvPr id="34821" name="Text Box 5"/>
          <p:cNvSpPr txBox="1">
            <a:spLocks noChangeArrowheads="1"/>
          </p:cNvSpPr>
          <p:nvPr/>
        </p:nvSpPr>
        <p:spPr bwMode="auto">
          <a:xfrm>
            <a:off x="382588" y="1562100"/>
            <a:ext cx="500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FF"/>
                </a:solidFill>
              </a:rPr>
              <a:t>解：</a:t>
            </a:r>
            <a:r>
              <a:rPr lang="zh-CN" altLang="en-US" sz="2400" b="1"/>
              <a:t>对系数矩阵</a:t>
            </a:r>
            <a:r>
              <a:rPr lang="en-US" altLang="zh-CN" sz="2400" b="1"/>
              <a:t>A</a:t>
            </a:r>
            <a:r>
              <a:rPr lang="zh-CN" altLang="en-US" sz="2400" b="1"/>
              <a:t>进行初等行变换：</a:t>
            </a:r>
            <a:endParaRPr lang="zh-CN" altLang="en-US" sz="2400" b="1"/>
          </a:p>
        </p:txBody>
      </p:sp>
      <p:graphicFrame>
        <p:nvGraphicFramePr>
          <p:cNvPr id="34822" name="Object 6"/>
          <p:cNvGraphicFramePr>
            <a:graphicFrameLocks noChangeAspect="1"/>
          </p:cNvGraphicFramePr>
          <p:nvPr/>
        </p:nvGraphicFramePr>
        <p:xfrm>
          <a:off x="971550" y="2133600"/>
          <a:ext cx="6624638" cy="1746250"/>
        </p:xfrm>
        <a:graphic>
          <a:graphicData uri="http://schemas.openxmlformats.org/presentationml/2006/ole">
            <mc:AlternateContent xmlns:mc="http://schemas.openxmlformats.org/markup-compatibility/2006">
              <mc:Choice xmlns:v="urn:schemas-microsoft-com:vml" Requires="v">
                <p:oleObj spid="_x0000_s7176" name="Equation" r:id="rId1" imgW="3467100" imgH="914400" progId="Equation.DSMT4">
                  <p:embed/>
                </p:oleObj>
              </mc:Choice>
              <mc:Fallback>
                <p:oleObj name="Equation" r:id="rId1" imgW="3467100" imgH="914400"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133600"/>
                        <a:ext cx="6624638" cy="174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Text Box 7"/>
          <p:cNvSpPr txBox="1">
            <a:spLocks noChangeArrowheads="1"/>
          </p:cNvSpPr>
          <p:nvPr/>
        </p:nvSpPr>
        <p:spPr bwMode="auto">
          <a:xfrm>
            <a:off x="323850" y="5765800"/>
            <a:ext cx="7113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t>容易看出上述行阶梯形矩阵的秩等于</a:t>
            </a:r>
            <a:r>
              <a:rPr lang="en-US" altLang="zh-CN" sz="2400" b="1" dirty="0"/>
              <a:t>2, </a:t>
            </a:r>
            <a:r>
              <a:rPr lang="zh-CN" altLang="en-US" sz="2400" b="1" dirty="0"/>
              <a:t>因此</a:t>
            </a:r>
            <a:r>
              <a:rPr lang="en-US" altLang="zh-CN" sz="2400" b="1" dirty="0"/>
              <a:t>R(A)=2.</a:t>
            </a:r>
            <a:endParaRPr lang="en-US" altLang="zh-CN" sz="2400" b="1" dirty="0"/>
          </a:p>
        </p:txBody>
      </p:sp>
      <p:sp>
        <p:nvSpPr>
          <p:cNvPr id="34824" name="Text Box 8"/>
          <p:cNvSpPr txBox="1">
            <a:spLocks noChangeArrowheads="1"/>
          </p:cNvSpPr>
          <p:nvPr/>
        </p:nvSpPr>
        <p:spPr bwMode="auto">
          <a:xfrm>
            <a:off x="461963" y="133350"/>
            <a:ext cx="787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FF"/>
                </a:solidFill>
              </a:rPr>
              <a:t>定理</a:t>
            </a:r>
            <a:r>
              <a:rPr lang="en-US" altLang="zh-CN" sz="2400" b="1">
                <a:solidFill>
                  <a:srgbClr val="0000FF"/>
                </a:solidFill>
              </a:rPr>
              <a:t>2.6</a:t>
            </a:r>
            <a:r>
              <a:rPr lang="en-US" altLang="zh-CN" sz="2400" b="1"/>
              <a:t> </a:t>
            </a:r>
            <a:r>
              <a:rPr lang="zh-CN" altLang="en-US" sz="2400" b="1"/>
              <a:t>矩阵</a:t>
            </a:r>
            <a:r>
              <a:rPr lang="en-US" altLang="zh-CN" sz="2400" b="1"/>
              <a:t>A</a:t>
            </a:r>
            <a:r>
              <a:rPr lang="zh-CN" altLang="en-US" sz="2400" b="1"/>
              <a:t>的秩等于</a:t>
            </a:r>
            <a:r>
              <a:rPr lang="en-US" altLang="zh-CN" sz="2400" b="1"/>
              <a:t>A</a:t>
            </a:r>
            <a:r>
              <a:rPr lang="zh-CN" altLang="en-US" sz="2400" b="1"/>
              <a:t>经过初等行变换所得行阶梯形矩</a:t>
            </a:r>
            <a:endParaRPr lang="zh-CN" altLang="en-US" sz="2400" b="1"/>
          </a:p>
          <a:p>
            <a:pPr eaLnBrk="1" hangingPunct="1"/>
            <a:r>
              <a:rPr lang="zh-CN" altLang="en-US" sz="2400" b="1"/>
              <a:t>阵的非零行的行数。</a:t>
            </a:r>
            <a:endParaRPr lang="zh-CN" altLang="en-US" sz="2400" b="1"/>
          </a:p>
        </p:txBody>
      </p:sp>
      <p:graphicFrame>
        <p:nvGraphicFramePr>
          <p:cNvPr id="34825" name="Object 9"/>
          <p:cNvGraphicFramePr>
            <a:graphicFrameLocks noChangeAspect="1"/>
          </p:cNvGraphicFramePr>
          <p:nvPr/>
        </p:nvGraphicFramePr>
        <p:xfrm>
          <a:off x="1187450" y="3933825"/>
          <a:ext cx="3744913" cy="1873250"/>
        </p:xfrm>
        <a:graphic>
          <a:graphicData uri="http://schemas.openxmlformats.org/presentationml/2006/ole">
            <mc:AlternateContent xmlns:mc="http://schemas.openxmlformats.org/markup-compatibility/2006">
              <mc:Choice xmlns:v="urn:schemas-microsoft-com:vml" Requires="v">
                <p:oleObj spid="_x0000_s7177" name="Equation" r:id="rId3" imgW="1828800" imgH="914400" progId="Equation.DSMT4">
                  <p:embed/>
                </p:oleObj>
              </mc:Choice>
              <mc:Fallback>
                <p:oleObj name="Equation" r:id="rId3" imgW="1828800" imgH="914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3933825"/>
                        <a:ext cx="3744913" cy="187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4824"/>
                                        </p:tgtEl>
                                        <p:attrNameLst>
                                          <p:attrName>style.visibility</p:attrName>
                                        </p:attrNameLst>
                                      </p:cBhvr>
                                      <p:to>
                                        <p:strVal val="visible"/>
                                      </p:to>
                                    </p:set>
                                    <p:anim calcmode="lin" valueType="num">
                                      <p:cBhvr additive="base">
                                        <p:cTn id="7" dur="500" fill="hold"/>
                                        <p:tgtEl>
                                          <p:spTgt spid="34824"/>
                                        </p:tgtEl>
                                        <p:attrNameLst>
                                          <p:attrName>ppt_x</p:attrName>
                                        </p:attrNameLst>
                                      </p:cBhvr>
                                      <p:tavLst>
                                        <p:tav tm="0">
                                          <p:val>
                                            <p:strVal val="0-#ppt_w/2"/>
                                          </p:val>
                                        </p:tav>
                                        <p:tav tm="100000">
                                          <p:val>
                                            <p:strVal val="#ppt_x"/>
                                          </p:val>
                                        </p:tav>
                                      </p:tavLst>
                                    </p:anim>
                                    <p:anim calcmode="lin" valueType="num">
                                      <p:cBhvr additive="base">
                                        <p:cTn id="8" dur="500" fill="hold"/>
                                        <p:tgtEl>
                                          <p:spTgt spid="3482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4820"/>
                                        </p:tgtEl>
                                        <p:attrNameLst>
                                          <p:attrName>style.visibility</p:attrName>
                                        </p:attrNameLst>
                                      </p:cBhvr>
                                      <p:to>
                                        <p:strVal val="visible"/>
                                      </p:to>
                                    </p:set>
                                    <p:anim calcmode="lin" valueType="num">
                                      <p:cBhvr additive="base">
                                        <p:cTn id="13" dur="500" fill="hold"/>
                                        <p:tgtEl>
                                          <p:spTgt spid="34820"/>
                                        </p:tgtEl>
                                        <p:attrNameLst>
                                          <p:attrName>ppt_x</p:attrName>
                                        </p:attrNameLst>
                                      </p:cBhvr>
                                      <p:tavLst>
                                        <p:tav tm="0">
                                          <p:val>
                                            <p:strVal val="0-#ppt_w/2"/>
                                          </p:val>
                                        </p:tav>
                                        <p:tav tm="100000">
                                          <p:val>
                                            <p:strVal val="#ppt_x"/>
                                          </p:val>
                                        </p:tav>
                                      </p:tavLst>
                                    </p:anim>
                                    <p:anim calcmode="lin" valueType="num">
                                      <p:cBhvr additive="base">
                                        <p:cTn id="14" dur="500" fill="hold"/>
                                        <p:tgtEl>
                                          <p:spTgt spid="3482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4821"/>
                                        </p:tgtEl>
                                        <p:attrNameLst>
                                          <p:attrName>style.visibility</p:attrName>
                                        </p:attrNameLst>
                                      </p:cBhvr>
                                      <p:to>
                                        <p:strVal val="visible"/>
                                      </p:to>
                                    </p:set>
                                    <p:anim calcmode="lin" valueType="num">
                                      <p:cBhvr additive="base">
                                        <p:cTn id="19" dur="500" fill="hold"/>
                                        <p:tgtEl>
                                          <p:spTgt spid="34821"/>
                                        </p:tgtEl>
                                        <p:attrNameLst>
                                          <p:attrName>ppt_x</p:attrName>
                                        </p:attrNameLst>
                                      </p:cBhvr>
                                      <p:tavLst>
                                        <p:tav tm="0">
                                          <p:val>
                                            <p:strVal val="0-#ppt_w/2"/>
                                          </p:val>
                                        </p:tav>
                                        <p:tav tm="100000">
                                          <p:val>
                                            <p:strVal val="#ppt_x"/>
                                          </p:val>
                                        </p:tav>
                                      </p:tavLst>
                                    </p:anim>
                                    <p:anim calcmode="lin" valueType="num">
                                      <p:cBhvr additive="base">
                                        <p:cTn id="20" dur="500" fill="hold"/>
                                        <p:tgtEl>
                                          <p:spTgt spid="3482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4822"/>
                                        </p:tgtEl>
                                        <p:attrNameLst>
                                          <p:attrName>style.visibility</p:attrName>
                                        </p:attrNameLst>
                                      </p:cBhvr>
                                      <p:to>
                                        <p:strVal val="visible"/>
                                      </p:to>
                                    </p:set>
                                    <p:animEffect transition="in" filter="box(in)">
                                      <p:cBhvr>
                                        <p:cTn id="25" dur="500"/>
                                        <p:tgtEl>
                                          <p:spTgt spid="348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4825"/>
                                        </p:tgtEl>
                                        <p:attrNameLst>
                                          <p:attrName>style.visibility</p:attrName>
                                        </p:attrNameLst>
                                      </p:cBhvr>
                                      <p:to>
                                        <p:strVal val="visible"/>
                                      </p:to>
                                    </p:set>
                                    <p:animEffect transition="in" filter="wipe(left)">
                                      <p:cBhvr>
                                        <p:cTn id="30" dur="500"/>
                                        <p:tgtEl>
                                          <p:spTgt spid="3482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4823"/>
                                        </p:tgtEl>
                                        <p:attrNameLst>
                                          <p:attrName>style.visibility</p:attrName>
                                        </p:attrNameLst>
                                      </p:cBhvr>
                                      <p:to>
                                        <p:strVal val="visible"/>
                                      </p:to>
                                    </p:set>
                                    <p:anim calcmode="lin" valueType="num">
                                      <p:cBhvr additive="base">
                                        <p:cTn id="35" dur="500" fill="hold"/>
                                        <p:tgtEl>
                                          <p:spTgt spid="34823"/>
                                        </p:tgtEl>
                                        <p:attrNameLst>
                                          <p:attrName>ppt_x</p:attrName>
                                        </p:attrNameLst>
                                      </p:cBhvr>
                                      <p:tavLst>
                                        <p:tav tm="0">
                                          <p:val>
                                            <p:strVal val="0-#ppt_w/2"/>
                                          </p:val>
                                        </p:tav>
                                        <p:tav tm="100000">
                                          <p:val>
                                            <p:strVal val="#ppt_x"/>
                                          </p:val>
                                        </p:tav>
                                      </p:tavLst>
                                    </p:anim>
                                    <p:anim calcmode="lin" valueType="num">
                                      <p:cBhvr additive="base">
                                        <p:cTn id="36" dur="500" fill="hold"/>
                                        <p:tgtEl>
                                          <p:spTgt spid="348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p:bldP spid="34821" grpId="0"/>
      <p:bldP spid="34823" grpId="0"/>
      <p:bldP spid="348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4959372" y="3380799"/>
            <a:ext cx="3757616" cy="1200329"/>
          </a:xfrm>
          <a:prstGeom prst="rect">
            <a:avLst/>
          </a:prstGeom>
        </p:spPr>
        <p:txBody>
          <a:bodyPr wrap="square">
            <a:spAutoFit/>
          </a:bodyPr>
          <a:lstStyle/>
          <a:p>
            <a:pPr>
              <a:lnSpc>
                <a:spcPct val="150000"/>
              </a:lnSpc>
            </a:pPr>
            <a:r>
              <a:rPr lang="zh-CN" altLang="en-US" sz="2400" dirty="0">
                <a:solidFill>
                  <a:prstClr val="black"/>
                </a:solidFill>
              </a:rPr>
              <a:t>    易知 </a:t>
            </a:r>
            <a:r>
              <a:rPr lang="en-US" altLang="zh-CN" sz="2400" i="1" dirty="0">
                <a:latin typeface="Times New Roman" panose="02020603050405020304" pitchFamily="18" charset="0"/>
                <a:cs typeface="Times New Roman" panose="02020603050405020304" pitchFamily="18" charset="0"/>
              </a:rPr>
              <a:t>A </a:t>
            </a:r>
            <a:r>
              <a:rPr lang="zh-CN" altLang="en-US" sz="2400" dirty="0">
                <a:solidFill>
                  <a:prstClr val="black"/>
                </a:solidFill>
              </a:rPr>
              <a:t>的所有</a:t>
            </a:r>
            <a:r>
              <a:rPr lang="en-US" altLang="zh-CN" sz="2400" dirty="0">
                <a:solidFill>
                  <a:prstClr val="black"/>
                </a:solidFill>
              </a:rPr>
              <a:t>4</a:t>
            </a:r>
            <a:r>
              <a:rPr lang="zh-CN" altLang="en-US" sz="2400" dirty="0">
                <a:solidFill>
                  <a:prstClr val="black"/>
                </a:solidFill>
              </a:rPr>
              <a:t>阶子式</a:t>
            </a:r>
            <a:endParaRPr lang="en-US" altLang="zh-CN" sz="2400" dirty="0">
              <a:solidFill>
                <a:prstClr val="black"/>
              </a:solidFill>
            </a:endParaRPr>
          </a:p>
          <a:p>
            <a:pPr>
              <a:lnSpc>
                <a:spcPct val="150000"/>
              </a:lnSpc>
            </a:pPr>
            <a:r>
              <a:rPr lang="zh-CN" altLang="en-US" sz="2400" dirty="0">
                <a:solidFill>
                  <a:prstClr val="black"/>
                </a:solidFill>
              </a:rPr>
              <a:t>为零，</a:t>
            </a:r>
            <a:endParaRPr lang="zh-CN" altLang="en-US" dirty="0"/>
          </a:p>
        </p:txBody>
      </p:sp>
      <p:sp>
        <p:nvSpPr>
          <p:cNvPr id="4" name="标题 1"/>
          <p:cNvSpPr>
            <a:spLocks noGrp="1"/>
          </p:cNvSpPr>
          <p:nvPr>
            <p:ph type="title"/>
          </p:nvPr>
        </p:nvSpPr>
        <p:spPr>
          <a:xfrm>
            <a:off x="487388" y="53293"/>
            <a:ext cx="8229600" cy="1143000"/>
          </a:xfrm>
        </p:spPr>
        <p:txBody>
          <a:bodyPr>
            <a:normAutofit/>
          </a:bodyPr>
          <a:lstStyle/>
          <a:p>
            <a:pPr algn="l"/>
            <a:r>
              <a:rPr lang="zh-CN" altLang="en-US" sz="3600" dirty="0"/>
              <a:t>二、矩阵的秩（</a:t>
            </a:r>
            <a:r>
              <a:rPr lang="en-US" altLang="zh-CN" sz="3600" dirty="0"/>
              <a:t>2</a:t>
            </a:r>
            <a:r>
              <a:rPr lang="zh-CN" altLang="en-US" sz="3600" dirty="0"/>
              <a:t>）</a:t>
            </a:r>
            <a:endParaRPr lang="zh-CN" altLang="en-US" sz="3600" dirty="0"/>
          </a:p>
        </p:txBody>
      </p:sp>
      <p:sp>
        <p:nvSpPr>
          <p:cNvPr id="5" name="Text Box 2"/>
          <p:cNvSpPr txBox="1">
            <a:spLocks noChangeArrowheads="1"/>
          </p:cNvSpPr>
          <p:nvPr/>
        </p:nvSpPr>
        <p:spPr bwMode="auto">
          <a:xfrm>
            <a:off x="512409" y="1126485"/>
            <a:ext cx="84276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spcBef>
                <a:spcPct val="50000"/>
              </a:spcBef>
            </a:pPr>
            <a:r>
              <a:rPr lang="zh-CN" altLang="en-US" sz="2400" b="1" dirty="0">
                <a:latin typeface="+mn-ea"/>
              </a:rPr>
              <a:t>定理</a:t>
            </a:r>
            <a:r>
              <a:rPr lang="en-US" altLang="zh-CN" sz="2400" b="1" dirty="0">
                <a:latin typeface="+mn-ea"/>
              </a:rPr>
              <a:t>2.17.1   </a:t>
            </a:r>
            <a:r>
              <a:rPr lang="zh-CN" altLang="en-US" sz="2400" dirty="0">
                <a:latin typeface="+mn-ea"/>
              </a:rPr>
              <a:t>若矩阵 </a:t>
            </a:r>
            <a:r>
              <a:rPr lang="en-US" altLang="zh-CN" sz="2400" i="1" dirty="0">
                <a:latin typeface="Times New Roman" panose="02020603050405020304" pitchFamily="18" charset="0"/>
                <a:cs typeface="Times New Roman" panose="02020603050405020304" pitchFamily="18" charset="0"/>
              </a:rPr>
              <a:t>A </a:t>
            </a:r>
            <a:r>
              <a:rPr lang="zh-CN" altLang="en-US" sz="2400" dirty="0">
                <a:latin typeface="+mn-ea"/>
              </a:rPr>
              <a:t>与</a:t>
            </a:r>
            <a:r>
              <a:rPr lang="en-US" altLang="zh-CN" sz="2400" i="1" dirty="0">
                <a:latin typeface="Times New Roman" panose="02020603050405020304" pitchFamily="18" charset="0"/>
                <a:cs typeface="Times New Roman" panose="02020603050405020304" pitchFamily="18" charset="0"/>
              </a:rPr>
              <a:t> B </a:t>
            </a:r>
            <a:r>
              <a:rPr lang="zh-CN" altLang="en-US" sz="2400" dirty="0">
                <a:latin typeface="+mn-ea"/>
              </a:rPr>
              <a:t>等价，则</a:t>
            </a:r>
            <a:endParaRPr lang="zh-CN" altLang="en-US" sz="2400" dirty="0">
              <a:latin typeface="+mn-ea"/>
            </a:endParaRPr>
          </a:p>
        </p:txBody>
      </p:sp>
      <p:graphicFrame>
        <p:nvGraphicFramePr>
          <p:cNvPr id="8" name="对象 7"/>
          <p:cNvGraphicFramePr>
            <a:graphicFrameLocks noChangeAspect="1"/>
          </p:cNvGraphicFramePr>
          <p:nvPr/>
        </p:nvGraphicFramePr>
        <p:xfrm>
          <a:off x="5548313" y="1301904"/>
          <a:ext cx="1638300" cy="368300"/>
        </p:xfrm>
        <a:graphic>
          <a:graphicData uri="http://schemas.openxmlformats.org/presentationml/2006/ole">
            <mc:AlternateContent xmlns:mc="http://schemas.openxmlformats.org/markup-compatibility/2006">
              <mc:Choice xmlns:v="urn:schemas-microsoft-com:vml" Requires="v">
                <p:oleObj spid="_x0000_s8212" name="Equation" r:id="rId1" imgW="39319200" imgH="8839200" progId="Equation.DSMT4">
                  <p:embed/>
                </p:oleObj>
              </mc:Choice>
              <mc:Fallback>
                <p:oleObj name="Equation" r:id="rId1" imgW="39319200" imgH="8839200" progId="Equation.DSMT4">
                  <p:embed/>
                  <p:pic>
                    <p:nvPicPr>
                      <p:cNvPr id="0" name="对象 11"/>
                      <p:cNvPicPr/>
                      <p:nvPr/>
                    </p:nvPicPr>
                    <p:blipFill>
                      <a:blip r:embed="rId2"/>
                      <a:stretch>
                        <a:fillRect/>
                      </a:stretch>
                    </p:blipFill>
                    <p:spPr>
                      <a:xfrm>
                        <a:off x="5548313" y="1301904"/>
                        <a:ext cx="1638300" cy="368300"/>
                      </a:xfrm>
                      <a:prstGeom prst="rect">
                        <a:avLst/>
                      </a:prstGeom>
                    </p:spPr>
                  </p:pic>
                </p:oleObj>
              </mc:Fallback>
            </mc:AlternateContent>
          </a:graphicData>
        </a:graphic>
      </p:graphicFrame>
      <p:sp>
        <p:nvSpPr>
          <p:cNvPr id="9" name="Text Box 16"/>
          <p:cNvSpPr txBox="1">
            <a:spLocks noChangeArrowheads="1"/>
          </p:cNvSpPr>
          <p:nvPr/>
        </p:nvSpPr>
        <p:spPr bwMode="auto">
          <a:xfrm>
            <a:off x="587163" y="1974063"/>
            <a:ext cx="800219" cy="461665"/>
          </a:xfrm>
          <a:prstGeom prst="rect">
            <a:avLst/>
          </a:prstGeom>
          <a:solidFill>
            <a:srgbClr val="FFFFFF"/>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mn-ea"/>
              </a:rPr>
              <a:t>注：</a:t>
            </a:r>
            <a:endParaRPr kumimoji="0" lang="zh-CN" altLang="en-US" sz="2400" b="1" i="0" u="none" strike="noStrike" kern="0" cap="none" spc="0" normalizeH="0" baseline="0" noProof="0" dirty="0">
              <a:ln>
                <a:noFill/>
              </a:ln>
              <a:solidFill>
                <a:srgbClr val="0000FF"/>
              </a:solidFill>
              <a:effectLst/>
              <a:uLnTx/>
              <a:uFillTx/>
              <a:latin typeface="+mn-ea"/>
            </a:endParaRPr>
          </a:p>
        </p:txBody>
      </p:sp>
      <p:sp>
        <p:nvSpPr>
          <p:cNvPr id="11" name="矩形 10"/>
          <p:cNvSpPr/>
          <p:nvPr/>
        </p:nvSpPr>
        <p:spPr>
          <a:xfrm>
            <a:off x="1595275" y="1976624"/>
            <a:ext cx="7089633"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任意非零矩阵 </a:t>
            </a:r>
            <a:r>
              <a:rPr lang="en-US" altLang="zh-CN" sz="2400" i="1" dirty="0">
                <a:latin typeface="Times New Roman" panose="02020603050405020304" pitchFamily="18" charset="0"/>
                <a:cs typeface="Times New Roman" panose="02020603050405020304" pitchFamily="18" charset="0"/>
              </a:rPr>
              <a:t>A </a:t>
            </a:r>
            <a:r>
              <a:rPr lang="zh-CN" altLang="en-US" sz="2400" dirty="0">
                <a:solidFill>
                  <a:prstClr val="black"/>
                </a:solidFill>
                <a:latin typeface="微软雅黑" panose="020B0503020204020204" pitchFamily="34" charset="-122"/>
              </a:rPr>
              <a:t>都可以通过</a:t>
            </a:r>
            <a:r>
              <a:rPr lang="zh-CN" altLang="en-US" sz="2400" dirty="0">
                <a:solidFill>
                  <a:srgbClr val="FF0000"/>
                </a:solidFill>
                <a:latin typeface="微软雅黑" panose="020B0503020204020204" pitchFamily="34" charset="-122"/>
              </a:rPr>
              <a:t>行</a:t>
            </a:r>
            <a:r>
              <a:rPr lang="zh-CN" altLang="en-US" sz="2400" dirty="0">
                <a:solidFill>
                  <a:prstClr val="black"/>
                </a:solidFill>
                <a:latin typeface="微软雅黑" panose="020B0503020204020204" pitchFamily="34" charset="-122"/>
              </a:rPr>
              <a:t>初等变换化为行阶梯 </a:t>
            </a:r>
            <a:endParaRPr lang="zh-CN" altLang="en-US" dirty="0"/>
          </a:p>
        </p:txBody>
      </p:sp>
      <p:grpSp>
        <p:nvGrpSpPr>
          <p:cNvPr id="15" name="组合 14"/>
          <p:cNvGrpSpPr/>
          <p:nvPr/>
        </p:nvGrpSpPr>
        <p:grpSpPr>
          <a:xfrm>
            <a:off x="611330" y="2590923"/>
            <a:ext cx="5846467" cy="463078"/>
            <a:chOff x="641243" y="2741952"/>
            <a:chExt cx="5846467" cy="463078"/>
          </a:xfrm>
        </p:grpSpPr>
        <p:sp>
          <p:nvSpPr>
            <p:cNvPr id="12" name="矩形 11"/>
            <p:cNvSpPr/>
            <p:nvPr/>
          </p:nvSpPr>
          <p:spPr>
            <a:xfrm>
              <a:off x="641243" y="2743365"/>
              <a:ext cx="1694695"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形矩阵 </a:t>
              </a:r>
              <a:r>
                <a:rPr lang="en-US" altLang="zh-CN" sz="2400" i="1" dirty="0">
                  <a:latin typeface="Times New Roman" panose="02020603050405020304" pitchFamily="18" charset="0"/>
                  <a:cs typeface="Times New Roman" panose="02020603050405020304" pitchFamily="18" charset="0"/>
                </a:rPr>
                <a:t>B</a:t>
              </a:r>
              <a:r>
                <a:rPr lang="zh-CN" altLang="en-US" sz="2400" dirty="0">
                  <a:solidFill>
                    <a:prstClr val="black"/>
                  </a:solidFill>
                  <a:latin typeface="微软雅黑" panose="020B0503020204020204" pitchFamily="34" charset="-122"/>
                </a:rPr>
                <a:t>，</a:t>
              </a:r>
              <a:endParaRPr lang="zh-CN" altLang="en-US" dirty="0"/>
            </a:p>
          </p:txBody>
        </p:sp>
        <p:sp>
          <p:nvSpPr>
            <p:cNvPr id="13" name="矩形 12"/>
            <p:cNvSpPr/>
            <p:nvPr/>
          </p:nvSpPr>
          <p:spPr>
            <a:xfrm>
              <a:off x="2195736" y="2741952"/>
              <a:ext cx="2737481"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即 </a:t>
              </a:r>
              <a:r>
                <a:rPr lang="en-US" altLang="zh-CN" sz="2400" i="1" dirty="0">
                  <a:latin typeface="Times New Roman" panose="02020603050405020304" pitchFamily="18" charset="0"/>
                  <a:cs typeface="Times New Roman" panose="02020603050405020304" pitchFamily="18" charset="0"/>
                </a:rPr>
                <a:t>A </a:t>
              </a:r>
              <a:r>
                <a:rPr lang="zh-CN" altLang="en-US" sz="2400" dirty="0">
                  <a:solidFill>
                    <a:prstClr val="black"/>
                  </a:solidFill>
                  <a:latin typeface="微软雅黑" panose="020B0503020204020204" pitchFamily="34" charset="-122"/>
                </a:rPr>
                <a:t>与 </a:t>
              </a:r>
              <a:r>
                <a:rPr lang="en-US" altLang="zh-CN" sz="2400" i="1" dirty="0">
                  <a:latin typeface="Times New Roman" panose="02020603050405020304" pitchFamily="18" charset="0"/>
                  <a:cs typeface="Times New Roman" panose="02020603050405020304" pitchFamily="18" charset="0"/>
                </a:rPr>
                <a:t>B </a:t>
              </a:r>
              <a:r>
                <a:rPr lang="zh-CN" altLang="en-US" sz="2400" dirty="0">
                  <a:solidFill>
                    <a:prstClr val="black"/>
                  </a:solidFill>
                  <a:latin typeface="微软雅黑" panose="020B0503020204020204" pitchFamily="34" charset="-122"/>
                </a:rPr>
                <a:t>等价，有</a:t>
              </a:r>
              <a:endParaRPr lang="zh-CN" altLang="en-US" dirty="0"/>
            </a:p>
          </p:txBody>
        </p:sp>
        <p:graphicFrame>
          <p:nvGraphicFramePr>
            <p:cNvPr id="14" name="对象 13"/>
            <p:cNvGraphicFramePr>
              <a:graphicFrameLocks noChangeAspect="1"/>
            </p:cNvGraphicFramePr>
            <p:nvPr/>
          </p:nvGraphicFramePr>
          <p:xfrm>
            <a:off x="4849410" y="2817823"/>
            <a:ext cx="1638300" cy="368300"/>
          </p:xfrm>
          <a:graphic>
            <a:graphicData uri="http://schemas.openxmlformats.org/presentationml/2006/ole">
              <mc:AlternateContent xmlns:mc="http://schemas.openxmlformats.org/markup-compatibility/2006">
                <mc:Choice xmlns:v="urn:schemas-microsoft-com:vml" Requires="v">
                  <p:oleObj spid="_x0000_s8213" name="Equation" r:id="rId3" imgW="39319200" imgH="8839200" progId="Equation.DSMT4">
                    <p:embed/>
                  </p:oleObj>
                </mc:Choice>
                <mc:Fallback>
                  <p:oleObj name="Equation" r:id="rId3" imgW="39319200" imgH="8839200" progId="Equation.DSMT4">
                    <p:embed/>
                    <p:pic>
                      <p:nvPicPr>
                        <p:cNvPr id="0" name="对象 7"/>
                        <p:cNvPicPr/>
                        <p:nvPr/>
                      </p:nvPicPr>
                      <p:blipFill>
                        <a:blip r:embed="rId2"/>
                        <a:stretch>
                          <a:fillRect/>
                        </a:stretch>
                      </p:blipFill>
                      <p:spPr>
                        <a:xfrm>
                          <a:off x="4849410" y="2817823"/>
                          <a:ext cx="1638300" cy="368300"/>
                        </a:xfrm>
                        <a:prstGeom prst="rect">
                          <a:avLst/>
                        </a:prstGeom>
                      </p:spPr>
                    </p:pic>
                  </p:oleObj>
                </mc:Fallback>
              </mc:AlternateContent>
            </a:graphicData>
          </a:graphic>
        </p:graphicFrame>
      </p:grpSp>
      <p:grpSp>
        <p:nvGrpSpPr>
          <p:cNvPr id="17" name="组合 16"/>
          <p:cNvGrpSpPr/>
          <p:nvPr/>
        </p:nvGrpSpPr>
        <p:grpSpPr>
          <a:xfrm>
            <a:off x="561037" y="3487249"/>
            <a:ext cx="4390895" cy="2407300"/>
            <a:chOff x="639514" y="1155676"/>
            <a:chExt cx="4807801" cy="2407300"/>
          </a:xfrm>
        </p:grpSpPr>
        <p:sp>
          <p:nvSpPr>
            <p:cNvPr id="18" name="内容占位符 2"/>
            <p:cNvSpPr txBox="1"/>
            <p:nvPr/>
          </p:nvSpPr>
          <p:spPr>
            <a:xfrm>
              <a:off x="639514" y="1155676"/>
              <a:ext cx="4807801"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2</a:t>
              </a:r>
              <a:r>
                <a:rPr lang="en-US" altLang="zh-CN" sz="2400" dirty="0"/>
                <a:t>   </a:t>
              </a:r>
              <a:r>
                <a:rPr lang="zh-CN" altLang="en-US" sz="2400" dirty="0"/>
                <a:t>计算行阶梯形矩阵的秩</a:t>
              </a:r>
              <a:r>
                <a:rPr lang="en-US" altLang="zh-CN" sz="2400" dirty="0"/>
                <a:t>.</a:t>
              </a:r>
              <a:endParaRPr lang="zh-CN" altLang="en-US" sz="2400" dirty="0"/>
            </a:p>
          </p:txBody>
        </p:sp>
        <p:graphicFrame>
          <p:nvGraphicFramePr>
            <p:cNvPr id="19" name="对象 18"/>
            <p:cNvGraphicFramePr>
              <a:graphicFrameLocks noChangeAspect="1"/>
            </p:cNvGraphicFramePr>
            <p:nvPr/>
          </p:nvGraphicFramePr>
          <p:xfrm>
            <a:off x="758794" y="1784976"/>
            <a:ext cx="3225800" cy="1778000"/>
          </p:xfrm>
          <a:graphic>
            <a:graphicData uri="http://schemas.openxmlformats.org/presentationml/2006/ole">
              <mc:AlternateContent xmlns:mc="http://schemas.openxmlformats.org/markup-compatibility/2006">
                <mc:Choice xmlns:v="urn:schemas-microsoft-com:vml" Requires="v">
                  <p:oleObj spid="_x0000_s8214" name="Equation" r:id="rId4" imgW="77419200" imgH="42672000" progId="Equation.DSMT4">
                    <p:embed/>
                  </p:oleObj>
                </mc:Choice>
                <mc:Fallback>
                  <p:oleObj name="Equation" r:id="rId4" imgW="77419200" imgH="42672000" progId="Equation.DSMT4">
                    <p:embed/>
                    <p:pic>
                      <p:nvPicPr>
                        <p:cNvPr id="0" name="对象 3"/>
                        <p:cNvPicPr/>
                        <p:nvPr/>
                      </p:nvPicPr>
                      <p:blipFill>
                        <a:blip r:embed="rId5"/>
                        <a:stretch>
                          <a:fillRect/>
                        </a:stretch>
                      </p:blipFill>
                      <p:spPr>
                        <a:xfrm>
                          <a:off x="758794" y="1784976"/>
                          <a:ext cx="3225800" cy="1778000"/>
                        </a:xfrm>
                        <a:prstGeom prst="rect">
                          <a:avLst/>
                        </a:prstGeom>
                        <a:noFill/>
                        <a:ln>
                          <a:noFill/>
                          <a:prstDash val="sysDash"/>
                        </a:ln>
                      </p:spPr>
                    </p:pic>
                  </p:oleObj>
                </mc:Fallback>
              </mc:AlternateContent>
            </a:graphicData>
          </a:graphic>
        </p:graphicFrame>
      </p:grpSp>
      <p:sp>
        <p:nvSpPr>
          <p:cNvPr id="21" name="矩形 20"/>
          <p:cNvSpPr/>
          <p:nvPr/>
        </p:nvSpPr>
        <p:spPr>
          <a:xfrm>
            <a:off x="4959372" y="3484742"/>
            <a:ext cx="492443" cy="461665"/>
          </a:xfrm>
          <a:prstGeom prst="rect">
            <a:avLst/>
          </a:prstGeom>
        </p:spPr>
        <p:txBody>
          <a:bodyPr wrap="none">
            <a:spAutoFit/>
          </a:bodyPr>
          <a:lstStyle/>
          <a:p>
            <a:r>
              <a:rPr kumimoji="1" lang="zh-CN" altLang="en-US" sz="2400" b="1" dirty="0">
                <a:solidFill>
                  <a:srgbClr val="0000FF"/>
                </a:solidFill>
                <a:latin typeface="Times New Roman" panose="02020603050405020304" pitchFamily="18" charset="0"/>
              </a:rPr>
              <a:t>解</a:t>
            </a:r>
            <a:endParaRPr lang="zh-CN" altLang="en-US" dirty="0"/>
          </a:p>
        </p:txBody>
      </p:sp>
      <p:graphicFrame>
        <p:nvGraphicFramePr>
          <p:cNvPr id="25" name="对象 24"/>
          <p:cNvGraphicFramePr>
            <a:graphicFrameLocks noChangeAspect="1"/>
          </p:cNvGraphicFramePr>
          <p:nvPr/>
        </p:nvGraphicFramePr>
        <p:xfrm>
          <a:off x="5048097" y="4586188"/>
          <a:ext cx="1409700" cy="1435100"/>
        </p:xfrm>
        <a:graphic>
          <a:graphicData uri="http://schemas.openxmlformats.org/presentationml/2006/ole">
            <mc:AlternateContent xmlns:mc="http://schemas.openxmlformats.org/markup-compatibility/2006">
              <mc:Choice xmlns:v="urn:schemas-microsoft-com:vml" Requires="v">
                <p:oleObj spid="_x0000_s8215" name="Equation" r:id="rId6" imgW="33832800" imgH="34442400" progId="Equation.DSMT4">
                  <p:embed/>
                </p:oleObj>
              </mc:Choice>
              <mc:Fallback>
                <p:oleObj name="Equation" r:id="rId6" imgW="33832800" imgH="34442400" progId="Equation.DSMT4">
                  <p:embed/>
                  <p:pic>
                    <p:nvPicPr>
                      <p:cNvPr id="0" name="对象 13"/>
                      <p:cNvPicPr/>
                      <p:nvPr/>
                    </p:nvPicPr>
                    <p:blipFill>
                      <a:blip r:embed="rId7"/>
                      <a:stretch>
                        <a:fillRect/>
                      </a:stretch>
                    </p:blipFill>
                    <p:spPr>
                      <a:xfrm>
                        <a:off x="5048097" y="4586188"/>
                        <a:ext cx="1409700" cy="1435100"/>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6487020" y="5130695"/>
          <a:ext cx="685800" cy="304800"/>
        </p:xfrm>
        <a:graphic>
          <a:graphicData uri="http://schemas.openxmlformats.org/presentationml/2006/ole">
            <mc:AlternateContent xmlns:mc="http://schemas.openxmlformats.org/markup-compatibility/2006">
              <mc:Choice xmlns:v="urn:schemas-microsoft-com:vml" Requires="v">
                <p:oleObj spid="_x0000_s8216" name="Equation" r:id="rId8" imgW="16459200" imgH="7315200" progId="Equation.DSMT4">
                  <p:embed/>
                </p:oleObj>
              </mc:Choice>
              <mc:Fallback>
                <p:oleObj name="Equation" r:id="rId8" imgW="16459200" imgH="7315200" progId="Equation.DSMT4">
                  <p:embed/>
                  <p:pic>
                    <p:nvPicPr>
                      <p:cNvPr id="0" name="对象 24"/>
                      <p:cNvPicPr/>
                      <p:nvPr/>
                    </p:nvPicPr>
                    <p:blipFill>
                      <a:blip r:embed="rId9"/>
                      <a:stretch>
                        <a:fillRect/>
                      </a:stretch>
                    </p:blipFill>
                    <p:spPr>
                      <a:xfrm>
                        <a:off x="6487020" y="5130695"/>
                        <a:ext cx="685800" cy="304800"/>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7308304" y="5124345"/>
          <a:ext cx="1092200" cy="317500"/>
        </p:xfrm>
        <a:graphic>
          <a:graphicData uri="http://schemas.openxmlformats.org/presentationml/2006/ole">
            <mc:AlternateContent xmlns:mc="http://schemas.openxmlformats.org/markup-compatibility/2006">
              <mc:Choice xmlns:v="urn:schemas-microsoft-com:vml" Requires="v">
                <p:oleObj spid="_x0000_s8217" name="Equation" r:id="rId10" imgW="26212800" imgH="7620000" progId="Equation.DSMT4">
                  <p:embed/>
                </p:oleObj>
              </mc:Choice>
              <mc:Fallback>
                <p:oleObj name="Equation" r:id="rId10" imgW="26212800" imgH="7620000" progId="Equation.DSMT4">
                  <p:embed/>
                  <p:pic>
                    <p:nvPicPr>
                      <p:cNvPr id="0" name="对象 24"/>
                      <p:cNvPicPr/>
                      <p:nvPr/>
                    </p:nvPicPr>
                    <p:blipFill>
                      <a:blip r:embed="rId11"/>
                      <a:stretch>
                        <a:fillRect/>
                      </a:stretch>
                    </p:blipFill>
                    <p:spPr>
                      <a:xfrm>
                        <a:off x="7308304" y="5124345"/>
                        <a:ext cx="1092200" cy="317500"/>
                      </a:xfrm>
                      <a:prstGeom prst="rect">
                        <a:avLst/>
                      </a:prstGeom>
                    </p:spPr>
                  </p:pic>
                </p:oleObj>
              </mc:Fallback>
            </mc:AlternateContent>
          </a:graphicData>
        </a:graphic>
      </p:graphicFrame>
      <p:cxnSp>
        <p:nvCxnSpPr>
          <p:cNvPr id="29" name="直接连接符 28"/>
          <p:cNvCxnSpPr/>
          <p:nvPr/>
        </p:nvCxnSpPr>
        <p:spPr>
          <a:xfrm>
            <a:off x="0" y="3284984"/>
            <a:ext cx="9144000" cy="0"/>
          </a:xfrm>
          <a:prstGeom prst="line">
            <a:avLst/>
          </a:prstGeom>
          <a:ln w="12700">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5826127" y="3934797"/>
            <a:ext cx="2339102" cy="646331"/>
          </a:xfrm>
          <a:prstGeom prst="rect">
            <a:avLst/>
          </a:prstGeom>
        </p:spPr>
        <p:txBody>
          <a:bodyPr wrap="none">
            <a:spAutoFit/>
          </a:bodyPr>
          <a:lstStyle/>
          <a:p>
            <a:pPr lvl="0">
              <a:lnSpc>
                <a:spcPct val="150000"/>
              </a:lnSpc>
            </a:pPr>
            <a:r>
              <a:rPr lang="zh-CN" altLang="en-US" sz="2400" dirty="0">
                <a:solidFill>
                  <a:prstClr val="black"/>
                </a:solidFill>
              </a:rPr>
              <a:t>有一个三阶子式</a:t>
            </a:r>
            <a:endParaRPr lang="zh-CN" altLang="en-US" sz="2400" dirty="0">
              <a:solidFill>
                <a:prstClr val="black"/>
              </a:solidFill>
            </a:endParaRPr>
          </a:p>
        </p:txBody>
      </p:sp>
      <p:sp>
        <p:nvSpPr>
          <p:cNvPr id="22" name="直角三角形 2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直角三角形 23"/>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10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1000"/>
                                        <p:tgtEl>
                                          <p:spTgt spid="11"/>
                                        </p:tgtEl>
                                      </p:cBhvr>
                                    </p:animEffect>
                                  </p:childTnLst>
                                </p:cTn>
                              </p:par>
                            </p:childTnLst>
                          </p:cTn>
                        </p:par>
                        <p:par>
                          <p:cTn id="22" fill="hold">
                            <p:stCondLst>
                              <p:cond delay="1000"/>
                            </p:stCondLst>
                            <p:childTnLst>
                              <p:par>
                                <p:cTn id="23" presetID="22" presetClass="entr" presetSubtype="8"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10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down)">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left)">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down)">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left)">
                                      <p:cBhvr>
                                        <p:cTn id="6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5" grpId="0"/>
      <p:bldP spid="9" grpId="0" animBg="1"/>
      <p:bldP spid="11" grpId="0"/>
      <p:bldP spid="21" grpId="0"/>
      <p:bldP spid="3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54872" y="1102408"/>
            <a:ext cx="84276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spcBef>
                <a:spcPct val="50000"/>
              </a:spcBef>
            </a:pPr>
            <a:r>
              <a:rPr lang="zh-CN" altLang="en-US" sz="2400" b="1" dirty="0">
                <a:latin typeface="+mn-ea"/>
              </a:rPr>
              <a:t>定理</a:t>
            </a:r>
            <a:r>
              <a:rPr lang="en-US" altLang="zh-CN" sz="2400" b="1" dirty="0">
                <a:latin typeface="+mn-ea"/>
              </a:rPr>
              <a:t>2.17.2   </a:t>
            </a:r>
            <a:r>
              <a:rPr lang="zh-CN" altLang="en-US" sz="2400" dirty="0">
                <a:latin typeface="+mn-ea"/>
              </a:rPr>
              <a:t>行阶梯形矩阵的</a:t>
            </a:r>
            <a:r>
              <a:rPr lang="zh-CN" altLang="en-US" sz="2400" dirty="0">
                <a:solidFill>
                  <a:srgbClr val="FF0000"/>
                </a:solidFill>
                <a:latin typeface="+mn-ea"/>
              </a:rPr>
              <a:t>秩</a:t>
            </a:r>
            <a:r>
              <a:rPr lang="zh-CN" altLang="en-US" sz="2400" dirty="0">
                <a:latin typeface="+mn-ea"/>
              </a:rPr>
              <a:t>等于其非零行的个数</a:t>
            </a:r>
            <a:r>
              <a:rPr lang="en-US" altLang="zh-CN" sz="2400" dirty="0">
                <a:latin typeface="+mn-ea"/>
              </a:rPr>
              <a:t>.</a:t>
            </a:r>
            <a:endParaRPr lang="zh-CN" altLang="en-US" sz="2400" dirty="0">
              <a:latin typeface="+mn-ea"/>
            </a:endParaRPr>
          </a:p>
        </p:txBody>
      </p:sp>
      <p:sp>
        <p:nvSpPr>
          <p:cNvPr id="3" name="Text Box 16"/>
          <p:cNvSpPr txBox="1">
            <a:spLocks noChangeArrowheads="1"/>
          </p:cNvSpPr>
          <p:nvPr/>
        </p:nvSpPr>
        <p:spPr bwMode="auto">
          <a:xfrm>
            <a:off x="580254" y="2194512"/>
            <a:ext cx="2646878" cy="461665"/>
          </a:xfrm>
          <a:prstGeom prst="rect">
            <a:avLst/>
          </a:prstGeom>
          <a:solidFill>
            <a:srgbClr val="FFFFFF"/>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mn-ea"/>
              </a:rPr>
              <a:t>求矩阵秩的方法：</a:t>
            </a:r>
            <a:endParaRPr kumimoji="0" lang="zh-CN" altLang="en-US" sz="2400" b="1" i="0" u="none" strike="noStrike" kern="0" cap="none" spc="0" normalizeH="0" baseline="0" noProof="0" dirty="0">
              <a:ln>
                <a:noFill/>
              </a:ln>
              <a:solidFill>
                <a:srgbClr val="0000FF"/>
              </a:solidFill>
              <a:effectLst/>
              <a:uLnTx/>
              <a:uFillTx/>
              <a:latin typeface="+mn-ea"/>
            </a:endParaRPr>
          </a:p>
        </p:txBody>
      </p:sp>
      <p:sp>
        <p:nvSpPr>
          <p:cNvPr id="5" name="矩形 4"/>
          <p:cNvSpPr/>
          <p:nvPr/>
        </p:nvSpPr>
        <p:spPr>
          <a:xfrm>
            <a:off x="683944" y="2929294"/>
            <a:ext cx="7196201"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      为了计算一个矩阵的秩，只要用初等行变换把它</a:t>
            </a:r>
            <a:endParaRPr lang="zh-CN" altLang="en-US" dirty="0"/>
          </a:p>
        </p:txBody>
      </p:sp>
      <p:sp>
        <p:nvSpPr>
          <p:cNvPr id="6" name="矩形 5"/>
          <p:cNvSpPr/>
          <p:nvPr/>
        </p:nvSpPr>
        <p:spPr>
          <a:xfrm>
            <a:off x="683944" y="3615407"/>
            <a:ext cx="3575740" cy="461665"/>
          </a:xfrm>
          <a:prstGeom prst="rect">
            <a:avLst/>
          </a:prstGeom>
        </p:spPr>
        <p:txBody>
          <a:bodyPr wrap="square">
            <a:spAutoFit/>
          </a:bodyPr>
          <a:lstStyle/>
          <a:p>
            <a:r>
              <a:rPr lang="zh-CN" altLang="en-US" sz="2400" dirty="0">
                <a:solidFill>
                  <a:prstClr val="black"/>
                </a:solidFill>
                <a:latin typeface="微软雅黑" panose="020B0503020204020204" pitchFamily="34" charset="-122"/>
              </a:rPr>
              <a:t>化为行阶梯形矩阵，</a:t>
            </a:r>
            <a:endParaRPr lang="zh-CN" altLang="en-US" dirty="0"/>
          </a:p>
        </p:txBody>
      </p:sp>
      <p:sp>
        <p:nvSpPr>
          <p:cNvPr id="8" name="矩形 7"/>
          <p:cNvSpPr/>
          <p:nvPr/>
        </p:nvSpPr>
        <p:spPr>
          <a:xfrm>
            <a:off x="3491880" y="3615406"/>
            <a:ext cx="4493538" cy="461665"/>
          </a:xfrm>
          <a:prstGeom prst="rect">
            <a:avLst/>
          </a:prstGeom>
        </p:spPr>
        <p:txBody>
          <a:bodyPr wrap="none">
            <a:spAutoFit/>
          </a:bodyPr>
          <a:lstStyle/>
          <a:p>
            <a:pPr lvl="0"/>
            <a:r>
              <a:rPr lang="zh-CN" altLang="en-US" sz="2400" dirty="0">
                <a:solidFill>
                  <a:prstClr val="black"/>
                </a:solidFill>
                <a:latin typeface="微软雅黑" panose="020B0503020204020204" pitchFamily="34" charset="-122"/>
              </a:rPr>
              <a:t>则这个行阶梯形矩阵的非零行数</a:t>
            </a:r>
            <a:endParaRPr lang="zh-CN" altLang="en-US" dirty="0">
              <a:solidFill>
                <a:prstClr val="black"/>
              </a:solidFill>
            </a:endParaRPr>
          </a:p>
        </p:txBody>
      </p:sp>
      <p:sp>
        <p:nvSpPr>
          <p:cNvPr id="10" name="矩形 9"/>
          <p:cNvSpPr/>
          <p:nvPr/>
        </p:nvSpPr>
        <p:spPr>
          <a:xfrm>
            <a:off x="722920" y="4335487"/>
            <a:ext cx="2504212"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等于矩阵</a:t>
            </a:r>
            <a:r>
              <a:rPr lang="en-US" altLang="zh-CN" sz="2400" i="1" dirty="0">
                <a:solidFill>
                  <a:prstClr val="black"/>
                </a:solidFill>
                <a:latin typeface="Times New Roman" panose="02020603050405020304" pitchFamily="18" charset="0"/>
                <a:cs typeface="Times New Roman" panose="02020603050405020304" pitchFamily="18" charset="0"/>
              </a:rPr>
              <a:t> A </a:t>
            </a:r>
            <a:r>
              <a:rPr lang="zh-CN" altLang="en-US" sz="2400" dirty="0">
                <a:solidFill>
                  <a:prstClr val="black"/>
                </a:solidFill>
                <a:latin typeface="微软雅黑" panose="020B0503020204020204" pitchFamily="34" charset="-122"/>
              </a:rPr>
              <a:t>的秩</a:t>
            </a:r>
            <a:r>
              <a:rPr lang="en-US" altLang="zh-CN" sz="2400" dirty="0">
                <a:solidFill>
                  <a:prstClr val="black"/>
                </a:solidFill>
                <a:latin typeface="微软雅黑" panose="020B0503020204020204" pitchFamily="34" charset="-122"/>
              </a:rPr>
              <a:t>.</a:t>
            </a:r>
            <a:endParaRPr lang="zh-CN" altLang="en-US" dirty="0"/>
          </a:p>
        </p:txBody>
      </p:sp>
      <p:sp>
        <p:nvSpPr>
          <p:cNvPr id="9" name="直角三角形 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直角三角形 10"/>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5" grpId="0"/>
      <p:bldP spid="6" grpId="0"/>
      <p:bldP spid="8"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11560" y="466725"/>
            <a:ext cx="6336704" cy="1943100"/>
            <a:chOff x="539552" y="204093"/>
            <a:chExt cx="6336704" cy="1943100"/>
          </a:xfrm>
        </p:grpSpPr>
        <p:sp>
          <p:nvSpPr>
            <p:cNvPr id="2" name="内容占位符 2"/>
            <p:cNvSpPr txBox="1"/>
            <p:nvPr/>
          </p:nvSpPr>
          <p:spPr>
            <a:xfrm>
              <a:off x="539552" y="908720"/>
              <a:ext cx="6336704" cy="5326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3</a:t>
              </a:r>
              <a:r>
                <a:rPr lang="en-US" altLang="zh-CN" sz="2400" dirty="0"/>
                <a:t>   </a:t>
              </a:r>
              <a:r>
                <a:rPr lang="zh-CN" altLang="en-US" sz="2400" dirty="0"/>
                <a:t>计算矩阵                                的秩</a:t>
              </a:r>
              <a:r>
                <a:rPr lang="en-US" altLang="zh-CN" sz="2400" dirty="0"/>
                <a:t>.</a:t>
              </a:r>
              <a:endParaRPr lang="zh-CN" altLang="en-US" sz="2400" dirty="0"/>
            </a:p>
          </p:txBody>
        </p:sp>
        <p:graphicFrame>
          <p:nvGraphicFramePr>
            <p:cNvPr id="3" name="对象 2"/>
            <p:cNvGraphicFramePr>
              <a:graphicFrameLocks noChangeAspect="1"/>
            </p:cNvGraphicFramePr>
            <p:nvPr/>
          </p:nvGraphicFramePr>
          <p:xfrm>
            <a:off x="2710160" y="204093"/>
            <a:ext cx="3302000" cy="1943100"/>
          </p:xfrm>
          <a:graphic>
            <a:graphicData uri="http://schemas.openxmlformats.org/presentationml/2006/ole">
              <mc:AlternateContent xmlns:mc="http://schemas.openxmlformats.org/markup-compatibility/2006">
                <mc:Choice xmlns:v="urn:schemas-microsoft-com:vml" Requires="v">
                  <p:oleObj spid="_x0000_s9248" name="Equation" r:id="rId1" imgW="79248000" imgH="46634400" progId="Equation.DSMT4">
                    <p:embed/>
                  </p:oleObj>
                </mc:Choice>
                <mc:Fallback>
                  <p:oleObj name="Equation" r:id="rId1" imgW="79248000" imgH="46634400" progId="Equation.DSMT4">
                    <p:embed/>
                    <p:pic>
                      <p:nvPicPr>
                        <p:cNvPr id="0" name="对象 3"/>
                        <p:cNvPicPr/>
                        <p:nvPr/>
                      </p:nvPicPr>
                      <p:blipFill>
                        <a:blip r:embed="rId2"/>
                        <a:stretch>
                          <a:fillRect/>
                        </a:stretch>
                      </p:blipFill>
                      <p:spPr>
                        <a:xfrm>
                          <a:off x="2710160" y="204093"/>
                          <a:ext cx="3302000" cy="1943100"/>
                        </a:xfrm>
                        <a:prstGeom prst="rect">
                          <a:avLst/>
                        </a:prstGeom>
                        <a:noFill/>
                        <a:ln>
                          <a:noFill/>
                          <a:prstDash val="sysDash"/>
                        </a:ln>
                      </p:spPr>
                    </p:pic>
                  </p:oleObj>
                </mc:Fallback>
              </mc:AlternateContent>
            </a:graphicData>
          </a:graphic>
        </p:graphicFrame>
      </p:grpSp>
      <p:sp>
        <p:nvSpPr>
          <p:cNvPr id="5" name="Text Box 6"/>
          <p:cNvSpPr txBox="1">
            <a:spLocks noChangeArrowheads="1"/>
          </p:cNvSpPr>
          <p:nvPr/>
        </p:nvSpPr>
        <p:spPr bwMode="auto">
          <a:xfrm>
            <a:off x="626697" y="2661223"/>
            <a:ext cx="612973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b="1" dirty="0">
                <a:solidFill>
                  <a:srgbClr val="0000FF"/>
                </a:solidFill>
                <a:latin typeface="Arial" panose="020B0604020202020204" pitchFamily="34" charset="0"/>
              </a:rPr>
              <a:t>解</a:t>
            </a:r>
            <a:r>
              <a:rPr kumimoji="0" lang="zh-CN" altLang="en-US" sz="2400" b="1" dirty="0">
                <a:latin typeface="Arial" panose="020B0604020202020204" pitchFamily="34" charset="0"/>
              </a:rPr>
              <a:t> </a:t>
            </a:r>
            <a:r>
              <a:rPr kumimoji="0" lang="zh-CN" altLang="en-US" sz="2400" dirty="0">
                <a:latin typeface="Arial" panose="020B0604020202020204" pitchFamily="34" charset="0"/>
              </a:rPr>
              <a:t>  用初等</a:t>
            </a:r>
            <a:r>
              <a:rPr kumimoji="0" lang="zh-CN" altLang="en-US" sz="2400" dirty="0">
                <a:solidFill>
                  <a:srgbClr val="0000CC"/>
                </a:solidFill>
                <a:latin typeface="Arial" panose="020B0604020202020204" pitchFamily="34" charset="0"/>
              </a:rPr>
              <a:t>行</a:t>
            </a:r>
            <a:r>
              <a:rPr kumimoji="0" lang="zh-CN" altLang="en-US" sz="2400" dirty="0">
                <a:latin typeface="Arial" panose="020B0604020202020204" pitchFamily="34" charset="0"/>
              </a:rPr>
              <a:t>变换把 </a:t>
            </a:r>
            <a:r>
              <a:rPr kumimoji="0"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Arial" panose="020B0604020202020204" pitchFamily="34" charset="0"/>
              </a:rPr>
              <a:t>化为行阶梯形矩阵</a:t>
            </a:r>
            <a:r>
              <a:rPr kumimoji="0" lang="en-US" altLang="zh-CN" sz="2400" dirty="0">
                <a:latin typeface="Arial" panose="020B0604020202020204" pitchFamily="34" charset="0"/>
              </a:rPr>
              <a:t>.</a:t>
            </a:r>
            <a:r>
              <a:rPr kumimoji="0" lang="zh-CN" altLang="en-US" sz="2400" dirty="0">
                <a:latin typeface="Arial" panose="020B0604020202020204" pitchFamily="34" charset="0"/>
              </a:rPr>
              <a:t>    </a:t>
            </a:r>
            <a:endParaRPr kumimoji="0" lang="zh-CN" altLang="en-US" sz="2400" dirty="0">
              <a:latin typeface="Arial" panose="020B0604020202020204" pitchFamily="34" charset="0"/>
            </a:endParaRPr>
          </a:p>
        </p:txBody>
      </p:sp>
      <p:graphicFrame>
        <p:nvGraphicFramePr>
          <p:cNvPr id="6" name="对象 5"/>
          <p:cNvGraphicFramePr>
            <a:graphicFrameLocks noChangeAspect="1"/>
          </p:cNvGraphicFramePr>
          <p:nvPr/>
        </p:nvGraphicFramePr>
        <p:xfrm>
          <a:off x="639763" y="4089400"/>
          <a:ext cx="254000" cy="279400"/>
        </p:xfrm>
        <a:graphic>
          <a:graphicData uri="http://schemas.openxmlformats.org/presentationml/2006/ole">
            <mc:AlternateContent xmlns:mc="http://schemas.openxmlformats.org/markup-compatibility/2006">
              <mc:Choice xmlns:v="urn:schemas-microsoft-com:vml" Requires="v">
                <p:oleObj spid="_x0000_s9249" name="Equation" r:id="rId3" imgW="6096000" imgH="6705600" progId="Equation.DSMT4">
                  <p:embed/>
                </p:oleObj>
              </mc:Choice>
              <mc:Fallback>
                <p:oleObj name="Equation" r:id="rId3" imgW="6096000" imgH="6705600" progId="Equation.DSMT4">
                  <p:embed/>
                  <p:pic>
                    <p:nvPicPr>
                      <p:cNvPr id="0" name="对象 2"/>
                      <p:cNvPicPr/>
                      <p:nvPr/>
                    </p:nvPicPr>
                    <p:blipFill>
                      <a:blip r:embed="rId4"/>
                      <a:stretch>
                        <a:fillRect/>
                      </a:stretch>
                    </p:blipFill>
                    <p:spPr>
                      <a:xfrm>
                        <a:off x="639763" y="4089400"/>
                        <a:ext cx="254000" cy="279400"/>
                      </a:xfrm>
                      <a:prstGeom prst="rect">
                        <a:avLst/>
                      </a:prstGeom>
                      <a:noFill/>
                      <a:ln>
                        <a:noFill/>
                        <a:prstDash val="sysDash"/>
                      </a:ln>
                    </p:spPr>
                  </p:pic>
                </p:oleObj>
              </mc:Fallback>
            </mc:AlternateContent>
          </a:graphicData>
        </a:graphic>
      </p:graphicFrame>
      <p:sp>
        <p:nvSpPr>
          <p:cNvPr id="8" name="Line 24"/>
          <p:cNvSpPr>
            <a:spLocks noChangeShapeType="1"/>
          </p:cNvSpPr>
          <p:nvPr/>
        </p:nvSpPr>
        <p:spPr bwMode="auto">
          <a:xfrm>
            <a:off x="1042640" y="4274596"/>
            <a:ext cx="108108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9" name="Object 26"/>
          <p:cNvGraphicFramePr>
            <a:graphicFrameLocks noChangeAspect="1"/>
          </p:cNvGraphicFramePr>
          <p:nvPr/>
        </p:nvGraphicFramePr>
        <p:xfrm>
          <a:off x="1187103" y="3412583"/>
          <a:ext cx="733425" cy="454025"/>
        </p:xfrm>
        <a:graphic>
          <a:graphicData uri="http://schemas.openxmlformats.org/presentationml/2006/ole">
            <mc:AlternateContent xmlns:mc="http://schemas.openxmlformats.org/markup-compatibility/2006">
              <mc:Choice xmlns:v="urn:schemas-microsoft-com:vml" Requires="v">
                <p:oleObj spid="_x0000_s9250" name="Equation" r:id="rId5" imgW="8839200" imgH="5486400" progId="Equation.DSMT4">
                  <p:embed/>
                </p:oleObj>
              </mc:Choice>
              <mc:Fallback>
                <p:oleObj name="Equation" r:id="rId5" imgW="8839200" imgH="5486400" progId="Equation.DSMT4">
                  <p:embed/>
                  <p:pic>
                    <p:nvPicPr>
                      <p:cNvPr id="0" name="Object 26"/>
                      <p:cNvPicPr>
                        <a:picLocks noChangeAspect="1" noChangeArrowheads="1"/>
                      </p:cNvPicPr>
                      <p:nvPr/>
                    </p:nvPicPr>
                    <p:blipFill>
                      <a:blip r:embed="rId6"/>
                      <a:srcRect/>
                      <a:stretch>
                        <a:fillRect/>
                      </a:stretch>
                    </p:blipFill>
                    <p:spPr bwMode="auto">
                      <a:xfrm>
                        <a:off x="1187103" y="3412583"/>
                        <a:ext cx="7334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6"/>
          <p:cNvGraphicFramePr>
            <a:graphicFrameLocks noChangeAspect="1"/>
          </p:cNvGraphicFramePr>
          <p:nvPr/>
        </p:nvGraphicFramePr>
        <p:xfrm>
          <a:off x="1112437" y="3822654"/>
          <a:ext cx="885825" cy="454025"/>
        </p:xfrm>
        <a:graphic>
          <a:graphicData uri="http://schemas.openxmlformats.org/presentationml/2006/ole">
            <mc:AlternateContent xmlns:mc="http://schemas.openxmlformats.org/markup-compatibility/2006">
              <mc:Choice xmlns:v="urn:schemas-microsoft-com:vml" Requires="v">
                <p:oleObj spid="_x0000_s9251" name="Equation" r:id="rId7" imgW="10668000" imgH="5486400" progId="Equation.DSMT4">
                  <p:embed/>
                </p:oleObj>
              </mc:Choice>
              <mc:Fallback>
                <p:oleObj name="Equation" r:id="rId7" imgW="10668000" imgH="5486400" progId="Equation.DSMT4">
                  <p:embed/>
                  <p:pic>
                    <p:nvPicPr>
                      <p:cNvPr id="0" name="Object 26"/>
                      <p:cNvPicPr>
                        <a:picLocks noChangeAspect="1" noChangeArrowheads="1"/>
                      </p:cNvPicPr>
                      <p:nvPr/>
                    </p:nvPicPr>
                    <p:blipFill>
                      <a:blip r:embed="rId8"/>
                      <a:srcRect/>
                      <a:stretch>
                        <a:fillRect/>
                      </a:stretch>
                    </p:blipFill>
                    <p:spPr bwMode="auto">
                      <a:xfrm>
                        <a:off x="1112437" y="3822654"/>
                        <a:ext cx="8858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6"/>
          <p:cNvGraphicFramePr>
            <a:graphicFrameLocks noChangeAspect="1"/>
          </p:cNvGraphicFramePr>
          <p:nvPr/>
        </p:nvGraphicFramePr>
        <p:xfrm>
          <a:off x="1188636" y="4319557"/>
          <a:ext cx="733425" cy="454025"/>
        </p:xfrm>
        <a:graphic>
          <a:graphicData uri="http://schemas.openxmlformats.org/presentationml/2006/ole">
            <mc:AlternateContent xmlns:mc="http://schemas.openxmlformats.org/markup-compatibility/2006">
              <mc:Choice xmlns:v="urn:schemas-microsoft-com:vml" Requires="v">
                <p:oleObj spid="_x0000_s9252" name="Equation" r:id="rId9" imgW="8839200" imgH="5486400" progId="Equation.DSMT4">
                  <p:embed/>
                </p:oleObj>
              </mc:Choice>
              <mc:Fallback>
                <p:oleObj name="Equation" r:id="rId9" imgW="8839200" imgH="5486400" progId="Equation.DSMT4">
                  <p:embed/>
                  <p:pic>
                    <p:nvPicPr>
                      <p:cNvPr id="0" name="Object 26"/>
                      <p:cNvPicPr>
                        <a:picLocks noChangeAspect="1" noChangeArrowheads="1"/>
                      </p:cNvPicPr>
                      <p:nvPr/>
                    </p:nvPicPr>
                    <p:blipFill>
                      <a:blip r:embed="rId10"/>
                      <a:srcRect/>
                      <a:stretch>
                        <a:fillRect/>
                      </a:stretch>
                    </p:blipFill>
                    <p:spPr bwMode="auto">
                      <a:xfrm>
                        <a:off x="1188636" y="4319557"/>
                        <a:ext cx="7334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对象 11"/>
          <p:cNvGraphicFramePr>
            <a:graphicFrameLocks noChangeAspect="1"/>
          </p:cNvGraphicFramePr>
          <p:nvPr/>
        </p:nvGraphicFramePr>
        <p:xfrm>
          <a:off x="2123728" y="3275013"/>
          <a:ext cx="2921000" cy="1943100"/>
        </p:xfrm>
        <a:graphic>
          <a:graphicData uri="http://schemas.openxmlformats.org/presentationml/2006/ole">
            <mc:AlternateContent xmlns:mc="http://schemas.openxmlformats.org/markup-compatibility/2006">
              <mc:Choice xmlns:v="urn:schemas-microsoft-com:vml" Requires="v">
                <p:oleObj spid="_x0000_s9253" name="Equation" r:id="rId11" imgW="70104000" imgH="46634400" progId="Equation.DSMT4">
                  <p:embed/>
                </p:oleObj>
              </mc:Choice>
              <mc:Fallback>
                <p:oleObj name="Equation" r:id="rId11" imgW="70104000" imgH="46634400" progId="Equation.DSMT4">
                  <p:embed/>
                  <p:pic>
                    <p:nvPicPr>
                      <p:cNvPr id="0" name="对象 5"/>
                      <p:cNvPicPr/>
                      <p:nvPr/>
                    </p:nvPicPr>
                    <p:blipFill>
                      <a:blip r:embed="rId12"/>
                      <a:stretch>
                        <a:fillRect/>
                      </a:stretch>
                    </p:blipFill>
                    <p:spPr>
                      <a:xfrm>
                        <a:off x="2123728" y="3275013"/>
                        <a:ext cx="2921000" cy="1943100"/>
                      </a:xfrm>
                      <a:prstGeom prst="rect">
                        <a:avLst/>
                      </a:prstGeom>
                      <a:noFill/>
                      <a:ln>
                        <a:noFill/>
                        <a:prstDash val="sysDash"/>
                      </a:ln>
                    </p:spPr>
                  </p:pic>
                </p:oleObj>
              </mc:Fallback>
            </mc:AlternateContent>
          </a:graphicData>
        </a:graphic>
      </p:graphicFrame>
      <p:graphicFrame>
        <p:nvGraphicFramePr>
          <p:cNvPr id="13" name="对象 12"/>
          <p:cNvGraphicFramePr>
            <a:graphicFrameLocks noChangeAspect="1"/>
          </p:cNvGraphicFramePr>
          <p:nvPr/>
        </p:nvGraphicFramePr>
        <p:xfrm>
          <a:off x="6119813" y="3303588"/>
          <a:ext cx="2755900" cy="1943100"/>
        </p:xfrm>
        <a:graphic>
          <a:graphicData uri="http://schemas.openxmlformats.org/presentationml/2006/ole">
            <mc:AlternateContent xmlns:mc="http://schemas.openxmlformats.org/markup-compatibility/2006">
              <mc:Choice xmlns:v="urn:schemas-microsoft-com:vml" Requires="v">
                <p:oleObj spid="_x0000_s9254" name="Equation" r:id="rId13" imgW="66141600" imgH="46634400" progId="Equation.DSMT4">
                  <p:embed/>
                </p:oleObj>
              </mc:Choice>
              <mc:Fallback>
                <p:oleObj name="Equation" r:id="rId13" imgW="66141600" imgH="46634400" progId="Equation.DSMT4">
                  <p:embed/>
                  <p:pic>
                    <p:nvPicPr>
                      <p:cNvPr id="0" name="对象 11"/>
                      <p:cNvPicPr/>
                      <p:nvPr/>
                    </p:nvPicPr>
                    <p:blipFill>
                      <a:blip r:embed="rId14"/>
                      <a:stretch>
                        <a:fillRect/>
                      </a:stretch>
                    </p:blipFill>
                    <p:spPr>
                      <a:xfrm>
                        <a:off x="6119813" y="3303588"/>
                        <a:ext cx="2755900" cy="1943100"/>
                      </a:xfrm>
                      <a:prstGeom prst="rect">
                        <a:avLst/>
                      </a:prstGeom>
                      <a:noFill/>
                      <a:ln>
                        <a:noFill/>
                        <a:prstDash val="sysDash"/>
                      </a:ln>
                    </p:spPr>
                  </p:pic>
                </p:oleObj>
              </mc:Fallback>
            </mc:AlternateContent>
          </a:graphicData>
        </a:graphic>
      </p:graphicFrame>
      <p:sp>
        <p:nvSpPr>
          <p:cNvPr id="15" name="Line 24"/>
          <p:cNvSpPr>
            <a:spLocks noChangeShapeType="1"/>
          </p:cNvSpPr>
          <p:nvPr/>
        </p:nvSpPr>
        <p:spPr bwMode="auto">
          <a:xfrm>
            <a:off x="5044728" y="4272396"/>
            <a:ext cx="108108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16" name="Object 26"/>
          <p:cNvGraphicFramePr>
            <a:graphicFrameLocks noChangeAspect="1"/>
          </p:cNvGraphicFramePr>
          <p:nvPr/>
        </p:nvGraphicFramePr>
        <p:xfrm>
          <a:off x="5135504" y="3390154"/>
          <a:ext cx="758825" cy="454025"/>
        </p:xfrm>
        <a:graphic>
          <a:graphicData uri="http://schemas.openxmlformats.org/presentationml/2006/ole">
            <mc:AlternateContent xmlns:mc="http://schemas.openxmlformats.org/markup-compatibility/2006">
              <mc:Choice xmlns:v="urn:schemas-microsoft-com:vml" Requires="v">
                <p:oleObj spid="_x0000_s9255" name="Equation" r:id="rId15" imgW="9144000" imgH="5486400" progId="Equation.DSMT4">
                  <p:embed/>
                </p:oleObj>
              </mc:Choice>
              <mc:Fallback>
                <p:oleObj name="Equation" r:id="rId15" imgW="9144000" imgH="5486400" progId="Equation.DSMT4">
                  <p:embed/>
                  <p:pic>
                    <p:nvPicPr>
                      <p:cNvPr id="0" name="Object 26"/>
                      <p:cNvPicPr>
                        <a:picLocks noChangeAspect="1" noChangeArrowheads="1"/>
                      </p:cNvPicPr>
                      <p:nvPr/>
                    </p:nvPicPr>
                    <p:blipFill>
                      <a:blip r:embed="rId16"/>
                      <a:srcRect/>
                      <a:stretch>
                        <a:fillRect/>
                      </a:stretch>
                    </p:blipFill>
                    <p:spPr bwMode="auto">
                      <a:xfrm>
                        <a:off x="5135504" y="3390154"/>
                        <a:ext cx="7588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26"/>
          <p:cNvGraphicFramePr>
            <a:graphicFrameLocks noChangeAspect="1"/>
          </p:cNvGraphicFramePr>
          <p:nvPr/>
        </p:nvGraphicFramePr>
        <p:xfrm>
          <a:off x="5180013" y="3772623"/>
          <a:ext cx="682625" cy="454025"/>
        </p:xfrm>
        <a:graphic>
          <a:graphicData uri="http://schemas.openxmlformats.org/presentationml/2006/ole">
            <mc:AlternateContent xmlns:mc="http://schemas.openxmlformats.org/markup-compatibility/2006">
              <mc:Choice xmlns:v="urn:schemas-microsoft-com:vml" Requires="v">
                <p:oleObj spid="_x0000_s9256" name="Equation" r:id="rId17" imgW="8229600" imgH="5486400" progId="Equation.DSMT4">
                  <p:embed/>
                </p:oleObj>
              </mc:Choice>
              <mc:Fallback>
                <p:oleObj name="Equation" r:id="rId17" imgW="8229600" imgH="5486400" progId="Equation.DSMT4">
                  <p:embed/>
                  <p:pic>
                    <p:nvPicPr>
                      <p:cNvPr id="0" name="Object 26"/>
                      <p:cNvPicPr>
                        <a:picLocks noChangeAspect="1" noChangeArrowheads="1"/>
                      </p:cNvPicPr>
                      <p:nvPr/>
                    </p:nvPicPr>
                    <p:blipFill>
                      <a:blip r:embed="rId18"/>
                      <a:srcRect/>
                      <a:stretch>
                        <a:fillRect/>
                      </a:stretch>
                    </p:blipFill>
                    <p:spPr bwMode="auto">
                      <a:xfrm>
                        <a:off x="5180013" y="3772623"/>
                        <a:ext cx="6826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Text Box 37"/>
          <p:cNvSpPr txBox="1">
            <a:spLocks noChangeArrowheads="1"/>
          </p:cNvSpPr>
          <p:nvPr/>
        </p:nvSpPr>
        <p:spPr bwMode="auto">
          <a:xfrm>
            <a:off x="6516216" y="5287083"/>
            <a:ext cx="1412864"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solidFill>
                  <a:schemeClr val="bg1"/>
                </a:solidFill>
                <a:latin typeface="Arial" panose="020B0604020202020204" pitchFamily="34" charset="0"/>
              </a:rPr>
              <a:t>行阶梯形</a:t>
            </a:r>
            <a:endParaRPr kumimoji="0" lang="en-US" altLang="zh-CN" sz="2400" dirty="0">
              <a:solidFill>
                <a:schemeClr val="bg1"/>
              </a:solidFill>
              <a:latin typeface="Arial" panose="020B0604020202020204" pitchFamily="34" charset="0"/>
            </a:endParaRPr>
          </a:p>
        </p:txBody>
      </p:sp>
      <p:grpSp>
        <p:nvGrpSpPr>
          <p:cNvPr id="21" name="组合 20"/>
          <p:cNvGrpSpPr/>
          <p:nvPr/>
        </p:nvGrpSpPr>
        <p:grpSpPr>
          <a:xfrm>
            <a:off x="746553" y="5514526"/>
            <a:ext cx="1795035" cy="463846"/>
            <a:chOff x="746553" y="5514526"/>
            <a:chExt cx="1795035" cy="463846"/>
          </a:xfrm>
        </p:grpSpPr>
        <p:sp>
          <p:nvSpPr>
            <p:cNvPr id="19" name="Text Box 38"/>
            <p:cNvSpPr txBox="1">
              <a:spLocks noChangeArrowheads="1"/>
            </p:cNvSpPr>
            <p:nvPr/>
          </p:nvSpPr>
          <p:spPr bwMode="auto">
            <a:xfrm>
              <a:off x="746553" y="5514526"/>
              <a:ext cx="797311"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latin typeface="Arial" panose="020B0604020202020204" pitchFamily="34" charset="0"/>
                </a:rPr>
                <a:t>所以</a:t>
              </a:r>
              <a:endParaRPr kumimoji="0" lang="en-US" altLang="zh-CN" sz="2400" dirty="0">
                <a:latin typeface="Arial" panose="020B0604020202020204" pitchFamily="34" charset="0"/>
              </a:endParaRPr>
            </a:p>
          </p:txBody>
        </p:sp>
        <p:graphicFrame>
          <p:nvGraphicFramePr>
            <p:cNvPr id="20" name="对象 19"/>
            <p:cNvGraphicFramePr>
              <a:graphicFrameLocks noChangeAspect="1"/>
            </p:cNvGraphicFramePr>
            <p:nvPr/>
          </p:nvGraphicFramePr>
          <p:xfrm>
            <a:off x="1462088" y="5580063"/>
            <a:ext cx="1079500" cy="317500"/>
          </p:xfrm>
          <a:graphic>
            <a:graphicData uri="http://schemas.openxmlformats.org/presentationml/2006/ole">
              <mc:AlternateContent xmlns:mc="http://schemas.openxmlformats.org/markup-compatibility/2006">
                <mc:Choice xmlns:v="urn:schemas-microsoft-com:vml" Requires="v">
                  <p:oleObj spid="_x0000_s9257" name="Equation" r:id="rId19" imgW="25908000" imgH="7620000" progId="Equation.DSMT4">
                    <p:embed/>
                  </p:oleObj>
                </mc:Choice>
                <mc:Fallback>
                  <p:oleObj name="Equation" r:id="rId19" imgW="25908000" imgH="7620000" progId="Equation.DSMT4">
                    <p:embed/>
                    <p:pic>
                      <p:nvPicPr>
                        <p:cNvPr id="0" name="对象 26"/>
                        <p:cNvPicPr/>
                        <p:nvPr/>
                      </p:nvPicPr>
                      <p:blipFill>
                        <a:blip r:embed="rId20"/>
                        <a:stretch>
                          <a:fillRect/>
                        </a:stretch>
                      </p:blipFill>
                      <p:spPr>
                        <a:xfrm>
                          <a:off x="1462088" y="5580063"/>
                          <a:ext cx="1079500" cy="317500"/>
                        </a:xfrm>
                        <a:prstGeom prst="rect">
                          <a:avLst/>
                        </a:prstGeom>
                      </p:spPr>
                    </p:pic>
                  </p:oleObj>
                </mc:Fallback>
              </mc:AlternateContent>
            </a:graphicData>
          </a:graphic>
        </p:graphicFrame>
      </p:grpSp>
      <p:sp>
        <p:nvSpPr>
          <p:cNvPr id="22" name="直角三角形 2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直角三角形 2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ipe(left)">
                                      <p:cBhvr>
                                        <p:cTn id="31" dur="500"/>
                                        <p:tgtEl>
                                          <p:spTgt spid="10"/>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left)">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par>
                                <p:cTn id="51" presetID="22" presetClass="entr" presetSubtype="8"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wipe(left)">
                                      <p:cBhvr>
                                        <p:cTn id="63" dur="500"/>
                                        <p:tgtEl>
                                          <p:spTgt spid="1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5"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72753" y="720700"/>
            <a:ext cx="4935821" cy="1065885"/>
            <a:chOff x="483011" y="260648"/>
            <a:chExt cx="4935821" cy="1065885"/>
          </a:xfrm>
        </p:grpSpPr>
        <p:sp>
          <p:nvSpPr>
            <p:cNvPr id="2" name="波形 1"/>
            <p:cNvSpPr/>
            <p:nvPr/>
          </p:nvSpPr>
          <p:spPr>
            <a:xfrm>
              <a:off x="483011" y="260648"/>
              <a:ext cx="2216781" cy="106588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186" name="Text Box 2"/>
            <p:cNvSpPr txBox="1">
              <a:spLocks noChangeArrowheads="1"/>
            </p:cNvSpPr>
            <p:nvPr/>
          </p:nvSpPr>
          <p:spPr bwMode="auto">
            <a:xfrm>
              <a:off x="521395" y="476672"/>
              <a:ext cx="4897437"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kumimoji="0" lang="zh-CN" altLang="en-US" sz="3200" dirty="0">
                  <a:solidFill>
                    <a:schemeClr val="bg1"/>
                  </a:solidFill>
                  <a:latin typeface="Arial" panose="020B0604020202020204" pitchFamily="34" charset="0"/>
                </a:rPr>
                <a:t>课堂练习：</a:t>
              </a:r>
              <a:endParaRPr kumimoji="0" lang="zh-CN" altLang="en-US" sz="3200" dirty="0">
                <a:solidFill>
                  <a:schemeClr val="bg1"/>
                </a:solidFill>
                <a:latin typeface="Arial" panose="020B0604020202020204" pitchFamily="34" charset="0"/>
              </a:endParaRPr>
            </a:p>
          </p:txBody>
        </p:sp>
      </p:grpSp>
      <p:sp>
        <p:nvSpPr>
          <p:cNvPr id="93189" name="Text Box 5"/>
          <p:cNvSpPr txBox="1">
            <a:spLocks noChangeArrowheads="1"/>
          </p:cNvSpPr>
          <p:nvPr/>
        </p:nvSpPr>
        <p:spPr bwMode="auto">
          <a:xfrm>
            <a:off x="611137" y="1938832"/>
            <a:ext cx="7561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p>
            <a:r>
              <a:rPr kumimoji="0" lang="zh-CN" altLang="en-US" sz="2400" dirty="0">
                <a:latin typeface="Arial" panose="020B0604020202020204" pitchFamily="34" charset="0"/>
              </a:rPr>
              <a:t>利用矩阵的初等变换求下列矩阵的秩</a:t>
            </a:r>
            <a:endParaRPr kumimoji="0" lang="zh-CN" altLang="en-US" sz="2400" dirty="0">
              <a:latin typeface="Arial" panose="020B0604020202020204" pitchFamily="34" charset="0"/>
            </a:endParaRPr>
          </a:p>
        </p:txBody>
      </p:sp>
      <p:sp>
        <p:nvSpPr>
          <p:cNvPr id="93190" name="Text Box 6"/>
          <p:cNvSpPr txBox="1">
            <a:spLocks noChangeArrowheads="1"/>
          </p:cNvSpPr>
          <p:nvPr/>
        </p:nvSpPr>
        <p:spPr bwMode="auto">
          <a:xfrm>
            <a:off x="623155" y="4772000"/>
            <a:ext cx="1347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latin typeface="Arial" panose="020B0604020202020204" pitchFamily="34" charset="0"/>
              </a:rPr>
              <a:t>答案：   </a:t>
            </a:r>
            <a:endParaRPr kumimoji="0" lang="zh-CN" altLang="en-US" sz="2400" dirty="0">
              <a:latin typeface="Arial" panose="020B0604020202020204" pitchFamily="34" charset="0"/>
            </a:endParaRPr>
          </a:p>
        </p:txBody>
      </p:sp>
      <p:graphicFrame>
        <p:nvGraphicFramePr>
          <p:cNvPr id="9" name="对象 8"/>
          <p:cNvGraphicFramePr>
            <a:graphicFrameLocks noChangeAspect="1"/>
          </p:cNvGraphicFramePr>
          <p:nvPr/>
        </p:nvGraphicFramePr>
        <p:xfrm>
          <a:off x="766887" y="2845056"/>
          <a:ext cx="2514600" cy="1435100"/>
        </p:xfrm>
        <a:graphic>
          <a:graphicData uri="http://schemas.openxmlformats.org/presentationml/2006/ole">
            <mc:AlternateContent xmlns:mc="http://schemas.openxmlformats.org/markup-compatibility/2006">
              <mc:Choice xmlns:v="urn:schemas-microsoft-com:vml" Requires="v">
                <p:oleObj spid="_x0000_s10254" name="Equation" r:id="rId1" imgW="60350400" imgH="34442400" progId="Equation.DSMT4">
                  <p:embed/>
                </p:oleObj>
              </mc:Choice>
              <mc:Fallback>
                <p:oleObj name="Equation" r:id="rId1" imgW="60350400" imgH="34442400" progId="Equation.DSMT4">
                  <p:embed/>
                  <p:pic>
                    <p:nvPicPr>
                      <p:cNvPr id="0" name="对象 11"/>
                      <p:cNvPicPr/>
                      <p:nvPr/>
                    </p:nvPicPr>
                    <p:blipFill>
                      <a:blip r:embed="rId2"/>
                      <a:stretch>
                        <a:fillRect/>
                      </a:stretch>
                    </p:blipFill>
                    <p:spPr>
                      <a:xfrm>
                        <a:off x="766887" y="2845056"/>
                        <a:ext cx="2514600" cy="1435100"/>
                      </a:xfrm>
                      <a:prstGeom prst="rect">
                        <a:avLst/>
                      </a:prstGeom>
                      <a:noFill/>
                      <a:ln>
                        <a:noFill/>
                        <a:prstDash val="sysDash"/>
                      </a:ln>
                    </p:spPr>
                  </p:pic>
                </p:oleObj>
              </mc:Fallback>
            </mc:AlternateContent>
          </a:graphicData>
        </a:graphic>
      </p:graphicFrame>
      <p:graphicFrame>
        <p:nvGraphicFramePr>
          <p:cNvPr id="11" name="对象 10"/>
          <p:cNvGraphicFramePr>
            <a:graphicFrameLocks noChangeAspect="1"/>
          </p:cNvGraphicFramePr>
          <p:nvPr/>
        </p:nvGraphicFramePr>
        <p:xfrm>
          <a:off x="4055639" y="2591056"/>
          <a:ext cx="3390900" cy="1943100"/>
        </p:xfrm>
        <a:graphic>
          <a:graphicData uri="http://schemas.openxmlformats.org/presentationml/2006/ole">
            <mc:AlternateContent xmlns:mc="http://schemas.openxmlformats.org/markup-compatibility/2006">
              <mc:Choice xmlns:v="urn:schemas-microsoft-com:vml" Requires="v">
                <p:oleObj spid="_x0000_s10255" name="Equation" r:id="rId3" imgW="81381600" imgH="46634400" progId="Equation.DSMT4">
                  <p:embed/>
                </p:oleObj>
              </mc:Choice>
              <mc:Fallback>
                <p:oleObj name="Equation" r:id="rId3" imgW="81381600" imgH="46634400" progId="Equation.DSMT4">
                  <p:embed/>
                  <p:pic>
                    <p:nvPicPr>
                      <p:cNvPr id="0" name="对象 8"/>
                      <p:cNvPicPr/>
                      <p:nvPr/>
                    </p:nvPicPr>
                    <p:blipFill>
                      <a:blip r:embed="rId4"/>
                      <a:stretch>
                        <a:fillRect/>
                      </a:stretch>
                    </p:blipFill>
                    <p:spPr>
                      <a:xfrm>
                        <a:off x="4055639" y="2591056"/>
                        <a:ext cx="3390900" cy="1943100"/>
                      </a:xfrm>
                      <a:prstGeom prst="rect">
                        <a:avLst/>
                      </a:prstGeom>
                      <a:noFill/>
                      <a:ln>
                        <a:noFill/>
                        <a:prstDash val="sysDash"/>
                      </a:ln>
                    </p:spPr>
                  </p:pic>
                </p:oleObj>
              </mc:Fallback>
            </mc:AlternateContent>
          </a:graphicData>
        </a:graphic>
      </p:graphicFrame>
      <p:graphicFrame>
        <p:nvGraphicFramePr>
          <p:cNvPr id="14" name="对象 13"/>
          <p:cNvGraphicFramePr>
            <a:graphicFrameLocks noChangeAspect="1"/>
          </p:cNvGraphicFramePr>
          <p:nvPr/>
        </p:nvGraphicFramePr>
        <p:xfrm>
          <a:off x="1781422" y="4860900"/>
          <a:ext cx="1181100" cy="368300"/>
        </p:xfrm>
        <a:graphic>
          <a:graphicData uri="http://schemas.openxmlformats.org/presentationml/2006/ole">
            <mc:AlternateContent xmlns:mc="http://schemas.openxmlformats.org/markup-compatibility/2006">
              <mc:Choice xmlns:v="urn:schemas-microsoft-com:vml" Requires="v">
                <p:oleObj spid="_x0000_s10256" name="Equation" r:id="rId5" imgW="28346400" imgH="8839200" progId="Equation.DSMT4">
                  <p:embed/>
                </p:oleObj>
              </mc:Choice>
              <mc:Fallback>
                <p:oleObj name="Equation" r:id="rId5" imgW="28346400" imgH="8839200" progId="Equation.DSMT4">
                  <p:embed/>
                  <p:pic>
                    <p:nvPicPr>
                      <p:cNvPr id="0" name="对象 8"/>
                      <p:cNvPicPr/>
                      <p:nvPr/>
                    </p:nvPicPr>
                    <p:blipFill>
                      <a:blip r:embed="rId6"/>
                      <a:stretch>
                        <a:fillRect/>
                      </a:stretch>
                    </p:blipFill>
                    <p:spPr>
                      <a:xfrm>
                        <a:off x="1781422" y="4860900"/>
                        <a:ext cx="1181100" cy="368300"/>
                      </a:xfrm>
                      <a:prstGeom prst="rect">
                        <a:avLst/>
                      </a:prstGeom>
                      <a:noFill/>
                      <a:ln>
                        <a:noFill/>
                        <a:prstDash val="sysDash"/>
                      </a:ln>
                    </p:spPr>
                  </p:pic>
                </p:oleObj>
              </mc:Fallback>
            </mc:AlternateContent>
          </a:graphicData>
        </a:graphic>
      </p:graphicFrame>
      <p:graphicFrame>
        <p:nvGraphicFramePr>
          <p:cNvPr id="15" name="对象 14"/>
          <p:cNvGraphicFramePr>
            <a:graphicFrameLocks noChangeAspect="1"/>
          </p:cNvGraphicFramePr>
          <p:nvPr/>
        </p:nvGraphicFramePr>
        <p:xfrm>
          <a:off x="3465089" y="4860900"/>
          <a:ext cx="1181100" cy="368300"/>
        </p:xfrm>
        <a:graphic>
          <a:graphicData uri="http://schemas.openxmlformats.org/presentationml/2006/ole">
            <mc:AlternateContent xmlns:mc="http://schemas.openxmlformats.org/markup-compatibility/2006">
              <mc:Choice xmlns:v="urn:schemas-microsoft-com:vml" Requires="v">
                <p:oleObj spid="_x0000_s10257" name="Equation" r:id="rId7" imgW="28346400" imgH="8839200" progId="Equation.DSMT4">
                  <p:embed/>
                </p:oleObj>
              </mc:Choice>
              <mc:Fallback>
                <p:oleObj name="Equation" r:id="rId7" imgW="28346400" imgH="8839200" progId="Equation.DSMT4">
                  <p:embed/>
                  <p:pic>
                    <p:nvPicPr>
                      <p:cNvPr id="0" name="对象 13"/>
                      <p:cNvPicPr/>
                      <p:nvPr/>
                    </p:nvPicPr>
                    <p:blipFill>
                      <a:blip r:embed="rId8"/>
                      <a:stretch>
                        <a:fillRect/>
                      </a:stretch>
                    </p:blipFill>
                    <p:spPr>
                      <a:xfrm>
                        <a:off x="3465089" y="4860900"/>
                        <a:ext cx="1181100" cy="368300"/>
                      </a:xfrm>
                      <a:prstGeom prst="rect">
                        <a:avLst/>
                      </a:prstGeom>
                      <a:noFill/>
                      <a:ln>
                        <a:noFill/>
                        <a:prstDash val="sysDash"/>
                      </a:ln>
                    </p:spPr>
                  </p:pic>
                </p:oleObj>
              </mc:Fallback>
            </mc:AlternateContent>
          </a:graphicData>
        </a:graphic>
      </p:graphicFrame>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3" name="直角三角形 12"/>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3189"/>
                                        </p:tgtEl>
                                        <p:attrNameLst>
                                          <p:attrName>style.visibility</p:attrName>
                                        </p:attrNameLst>
                                      </p:cBhvr>
                                      <p:to>
                                        <p:strVal val="visible"/>
                                      </p:to>
                                    </p:set>
                                    <p:animEffect transition="in" filter="wipe(left)">
                                      <p:cBhvr>
                                        <p:cTn id="11" dur="500"/>
                                        <p:tgtEl>
                                          <p:spTgt spid="9318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3190"/>
                                        </p:tgtEl>
                                        <p:attrNameLst>
                                          <p:attrName>style.visibility</p:attrName>
                                        </p:attrNameLst>
                                      </p:cBhvr>
                                      <p:to>
                                        <p:strVal val="visible"/>
                                      </p:to>
                                    </p:set>
                                    <p:animEffect transition="in" filter="wipe(left)">
                                      <p:cBhvr>
                                        <p:cTn id="24" dur="500"/>
                                        <p:tgtEl>
                                          <p:spTgt spid="9319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p:bldP spid="9319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25760"/>
            <a:ext cx="8229600" cy="1143000"/>
          </a:xfrm>
        </p:spPr>
        <p:txBody>
          <a:bodyPr>
            <a:normAutofit/>
          </a:bodyPr>
          <a:lstStyle/>
          <a:p>
            <a:pPr algn="l"/>
            <a:r>
              <a:rPr lang="zh-CN" altLang="en-US" sz="3600" dirty="0"/>
              <a:t>三、向量组与矩阵的秩</a:t>
            </a:r>
            <a:endParaRPr lang="zh-CN" altLang="en-US" sz="3600" dirty="0"/>
          </a:p>
        </p:txBody>
      </p:sp>
      <p:grpSp>
        <p:nvGrpSpPr>
          <p:cNvPr id="13" name="组合 12"/>
          <p:cNvGrpSpPr/>
          <p:nvPr/>
        </p:nvGrpSpPr>
        <p:grpSpPr>
          <a:xfrm>
            <a:off x="554872" y="1136909"/>
            <a:ext cx="8427690" cy="646331"/>
            <a:chOff x="554872" y="1136909"/>
            <a:chExt cx="8427690" cy="646331"/>
          </a:xfrm>
        </p:grpSpPr>
        <p:sp>
          <p:nvSpPr>
            <p:cNvPr id="3" name="Text Box 2"/>
            <p:cNvSpPr txBox="1">
              <a:spLocks noChangeArrowheads="1"/>
            </p:cNvSpPr>
            <p:nvPr/>
          </p:nvSpPr>
          <p:spPr bwMode="auto">
            <a:xfrm>
              <a:off x="554872" y="1136909"/>
              <a:ext cx="84276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spcBef>
                  <a:spcPct val="50000"/>
                </a:spcBef>
              </a:pPr>
              <a:r>
                <a:rPr lang="zh-CN" altLang="en-US" sz="2400" b="1" dirty="0">
                  <a:latin typeface="+mn-ea"/>
                </a:rPr>
                <a:t>引理</a:t>
              </a:r>
              <a:r>
                <a:rPr lang="en-US" altLang="zh-CN" sz="2400" b="1" dirty="0">
                  <a:latin typeface="+mn-ea"/>
                </a:rPr>
                <a:t>2.18.1</a:t>
              </a:r>
              <a:r>
                <a:rPr lang="zh-CN" altLang="en-US" sz="2400" b="1" dirty="0">
                  <a:latin typeface="+mn-ea"/>
                </a:rPr>
                <a:t>   </a:t>
              </a:r>
              <a:r>
                <a:rPr lang="zh-CN" altLang="en-US" sz="2400" dirty="0">
                  <a:latin typeface="+mn-ea"/>
                </a:rPr>
                <a:t>设有 </a:t>
              </a:r>
              <a:r>
                <a:rPr lang="en-US" altLang="zh-CN" sz="2400" i="1" dirty="0">
                  <a:latin typeface="Times New Roman" panose="02020603050405020304" pitchFamily="18" charset="0"/>
                  <a:cs typeface="Times New Roman" panose="02020603050405020304" pitchFamily="18" charset="0"/>
                </a:rPr>
                <a:t>n </a:t>
              </a:r>
              <a:r>
                <a:rPr lang="zh-CN" altLang="en-US" sz="2400" dirty="0">
                  <a:latin typeface="+mn-ea"/>
                </a:rPr>
                <a:t>个 </a:t>
              </a:r>
              <a:r>
                <a:rPr lang="en-US" altLang="zh-CN" sz="2400" i="1" dirty="0">
                  <a:latin typeface="Times New Roman" panose="02020603050405020304" pitchFamily="18" charset="0"/>
                  <a:cs typeface="Times New Roman" panose="02020603050405020304" pitchFamily="18" charset="0"/>
                </a:rPr>
                <a:t>n </a:t>
              </a:r>
              <a:r>
                <a:rPr lang="zh-CN" altLang="en-US" sz="2400" dirty="0">
                  <a:latin typeface="+mn-ea"/>
                </a:rPr>
                <a:t>维向量</a:t>
              </a:r>
              <a:endParaRPr lang="zh-CN" altLang="en-US" sz="2400" dirty="0">
                <a:latin typeface="+mn-ea"/>
              </a:endParaRPr>
            </a:p>
          </p:txBody>
        </p:sp>
        <p:graphicFrame>
          <p:nvGraphicFramePr>
            <p:cNvPr id="4" name="对象 3"/>
            <p:cNvGraphicFramePr>
              <a:graphicFrameLocks noChangeAspect="1"/>
            </p:cNvGraphicFramePr>
            <p:nvPr/>
          </p:nvGraphicFramePr>
          <p:xfrm>
            <a:off x="5004048" y="1193374"/>
            <a:ext cx="2870200" cy="533400"/>
          </p:xfrm>
          <a:graphic>
            <a:graphicData uri="http://schemas.openxmlformats.org/presentationml/2006/ole">
              <mc:AlternateContent xmlns:mc="http://schemas.openxmlformats.org/markup-compatibility/2006">
                <mc:Choice xmlns:v="urn:schemas-microsoft-com:vml" Requires="v">
                  <p:oleObj spid="_x0000_s11278" name="Equation" r:id="rId1" imgW="68884800" imgH="12801600" progId="Equation.DSMT4">
                    <p:embed/>
                  </p:oleObj>
                </mc:Choice>
                <mc:Fallback>
                  <p:oleObj name="Equation" r:id="rId1" imgW="68884800" imgH="12801600" progId="Equation.DSMT4">
                    <p:embed/>
                    <p:pic>
                      <p:nvPicPr>
                        <p:cNvPr id="0" name="对象 8"/>
                        <p:cNvPicPr/>
                        <p:nvPr/>
                      </p:nvPicPr>
                      <p:blipFill>
                        <a:blip r:embed="rId2"/>
                        <a:stretch>
                          <a:fillRect/>
                        </a:stretch>
                      </p:blipFill>
                      <p:spPr>
                        <a:xfrm>
                          <a:off x="5004048" y="1193374"/>
                          <a:ext cx="2870200" cy="533400"/>
                        </a:xfrm>
                        <a:prstGeom prst="rect">
                          <a:avLst/>
                        </a:prstGeom>
                        <a:noFill/>
                        <a:ln>
                          <a:noFill/>
                          <a:prstDash val="sysDash"/>
                        </a:ln>
                      </p:spPr>
                    </p:pic>
                  </p:oleObj>
                </mc:Fallback>
              </mc:AlternateContent>
            </a:graphicData>
          </a:graphic>
        </p:graphicFrame>
      </p:grpSp>
      <p:sp>
        <p:nvSpPr>
          <p:cNvPr id="6" name="矩形 5"/>
          <p:cNvSpPr/>
          <p:nvPr/>
        </p:nvSpPr>
        <p:spPr>
          <a:xfrm>
            <a:off x="2323484" y="1844824"/>
            <a:ext cx="5416868"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则向量组</a:t>
            </a:r>
            <a:r>
              <a:rPr lang="zh-CN" altLang="en-US" sz="2400" dirty="0">
                <a:solidFill>
                  <a:srgbClr val="FF0000"/>
                </a:solidFill>
                <a:latin typeface="微软雅黑" panose="020B0503020204020204" pitchFamily="34" charset="-122"/>
              </a:rPr>
              <a:t>线性无关</a:t>
            </a:r>
            <a:r>
              <a:rPr lang="zh-CN" altLang="en-US" sz="2400" dirty="0">
                <a:solidFill>
                  <a:prstClr val="black"/>
                </a:solidFill>
                <a:latin typeface="微软雅黑" panose="020B0503020204020204" pitchFamily="34" charset="-122"/>
              </a:rPr>
              <a:t>的充分必要条件是由</a:t>
            </a:r>
            <a:endParaRPr lang="zh-CN" altLang="en-US" dirty="0"/>
          </a:p>
        </p:txBody>
      </p:sp>
      <p:graphicFrame>
        <p:nvGraphicFramePr>
          <p:cNvPr id="7" name="对象 6"/>
          <p:cNvGraphicFramePr>
            <a:graphicFrameLocks noChangeAspect="1"/>
          </p:cNvGraphicFramePr>
          <p:nvPr/>
        </p:nvGraphicFramePr>
        <p:xfrm>
          <a:off x="646113" y="1916584"/>
          <a:ext cx="1625600" cy="342900"/>
        </p:xfrm>
        <a:graphic>
          <a:graphicData uri="http://schemas.openxmlformats.org/presentationml/2006/ole">
            <mc:AlternateContent xmlns:mc="http://schemas.openxmlformats.org/markup-compatibility/2006">
              <mc:Choice xmlns:v="urn:schemas-microsoft-com:vml" Requires="v">
                <p:oleObj spid="_x0000_s11279" name="Equation" r:id="rId3" imgW="39014400" imgH="8229600" progId="Equation.DSMT4">
                  <p:embed/>
                </p:oleObj>
              </mc:Choice>
              <mc:Fallback>
                <p:oleObj name="Equation" r:id="rId3" imgW="39014400" imgH="8229600" progId="Equation.DSMT4">
                  <p:embed/>
                  <p:pic>
                    <p:nvPicPr>
                      <p:cNvPr id="0" name="对象 3"/>
                      <p:cNvPicPr/>
                      <p:nvPr/>
                    </p:nvPicPr>
                    <p:blipFill>
                      <a:blip r:embed="rId4"/>
                      <a:stretch>
                        <a:fillRect/>
                      </a:stretch>
                    </p:blipFill>
                    <p:spPr>
                      <a:xfrm>
                        <a:off x="646113" y="1916584"/>
                        <a:ext cx="1625600" cy="342900"/>
                      </a:xfrm>
                      <a:prstGeom prst="rect">
                        <a:avLst/>
                      </a:prstGeom>
                      <a:noFill/>
                      <a:ln>
                        <a:noFill/>
                        <a:prstDash val="sysDash"/>
                      </a:ln>
                    </p:spPr>
                  </p:pic>
                </p:oleObj>
              </mc:Fallback>
            </mc:AlternateContent>
          </a:graphicData>
        </a:graphic>
      </p:graphicFrame>
      <p:graphicFrame>
        <p:nvGraphicFramePr>
          <p:cNvPr id="8" name="对象 7"/>
          <p:cNvGraphicFramePr>
            <a:graphicFrameLocks noChangeAspect="1"/>
          </p:cNvGraphicFramePr>
          <p:nvPr/>
        </p:nvGraphicFramePr>
        <p:xfrm>
          <a:off x="908050" y="3146425"/>
          <a:ext cx="5562600" cy="1943100"/>
        </p:xfrm>
        <a:graphic>
          <a:graphicData uri="http://schemas.openxmlformats.org/presentationml/2006/ole">
            <mc:AlternateContent xmlns:mc="http://schemas.openxmlformats.org/markup-compatibility/2006">
              <mc:Choice xmlns:v="urn:schemas-microsoft-com:vml" Requires="v">
                <p:oleObj spid="_x0000_s11280" name="Equation" r:id="rId5" imgW="133502400" imgH="46634400" progId="Equation.DSMT4">
                  <p:embed/>
                </p:oleObj>
              </mc:Choice>
              <mc:Fallback>
                <p:oleObj name="Equation" r:id="rId5" imgW="133502400" imgH="46634400" progId="Equation.DSMT4">
                  <p:embed/>
                  <p:pic>
                    <p:nvPicPr>
                      <p:cNvPr id="0" name="对象 3"/>
                      <p:cNvPicPr/>
                      <p:nvPr/>
                    </p:nvPicPr>
                    <p:blipFill>
                      <a:blip r:embed="rId6"/>
                      <a:stretch>
                        <a:fillRect/>
                      </a:stretch>
                    </p:blipFill>
                    <p:spPr>
                      <a:xfrm>
                        <a:off x="908050" y="3146425"/>
                        <a:ext cx="5562600" cy="1943100"/>
                      </a:xfrm>
                      <a:prstGeom prst="rect">
                        <a:avLst/>
                      </a:prstGeom>
                      <a:noFill/>
                      <a:ln>
                        <a:noFill/>
                        <a:prstDash val="sysDash"/>
                      </a:ln>
                    </p:spPr>
                  </p:pic>
                </p:oleObj>
              </mc:Fallback>
            </mc:AlternateContent>
          </a:graphicData>
        </a:graphic>
      </p:graphicFrame>
      <p:grpSp>
        <p:nvGrpSpPr>
          <p:cNvPr id="14" name="组合 13"/>
          <p:cNvGrpSpPr/>
          <p:nvPr/>
        </p:nvGrpSpPr>
        <p:grpSpPr>
          <a:xfrm>
            <a:off x="646113" y="2439833"/>
            <a:ext cx="6133565" cy="461665"/>
            <a:chOff x="646113" y="2439833"/>
            <a:chExt cx="6133565" cy="461665"/>
          </a:xfrm>
        </p:grpSpPr>
        <p:graphicFrame>
          <p:nvGraphicFramePr>
            <p:cNvPr id="9" name="对象 8"/>
            <p:cNvGraphicFramePr>
              <a:graphicFrameLocks noChangeAspect="1"/>
            </p:cNvGraphicFramePr>
            <p:nvPr/>
          </p:nvGraphicFramePr>
          <p:xfrm>
            <a:off x="646113" y="2475259"/>
            <a:ext cx="1625600" cy="393700"/>
          </p:xfrm>
          <a:graphic>
            <a:graphicData uri="http://schemas.openxmlformats.org/presentationml/2006/ole">
              <mc:AlternateContent xmlns:mc="http://schemas.openxmlformats.org/markup-compatibility/2006">
                <mc:Choice xmlns:v="urn:schemas-microsoft-com:vml" Requires="v">
                  <p:oleObj spid="_x0000_s11281" name="Equation" r:id="rId7" imgW="39014400" imgH="9448800" progId="Equation.DSMT4">
                    <p:embed/>
                  </p:oleObj>
                </mc:Choice>
                <mc:Fallback>
                  <p:oleObj name="Equation" r:id="rId7" imgW="39014400" imgH="9448800" progId="Equation.DSMT4">
                    <p:embed/>
                    <p:pic>
                      <p:nvPicPr>
                        <p:cNvPr id="0" name="对象 3"/>
                        <p:cNvPicPr/>
                        <p:nvPr/>
                      </p:nvPicPr>
                      <p:blipFill>
                        <a:blip r:embed="rId8"/>
                        <a:stretch>
                          <a:fillRect/>
                        </a:stretch>
                      </p:blipFill>
                      <p:spPr>
                        <a:xfrm>
                          <a:off x="646113" y="2475259"/>
                          <a:ext cx="1625600" cy="393700"/>
                        </a:xfrm>
                        <a:prstGeom prst="rect">
                          <a:avLst/>
                        </a:prstGeom>
                        <a:noFill/>
                        <a:ln>
                          <a:noFill/>
                          <a:prstDash val="sysDash"/>
                        </a:ln>
                      </p:spPr>
                    </p:pic>
                  </p:oleObj>
                </mc:Fallback>
              </mc:AlternateContent>
            </a:graphicData>
          </a:graphic>
        </p:graphicFrame>
        <p:sp>
          <p:nvSpPr>
            <p:cNvPr id="11" name="矩形 10"/>
            <p:cNvSpPr/>
            <p:nvPr/>
          </p:nvSpPr>
          <p:spPr>
            <a:xfrm>
              <a:off x="2271713" y="2439833"/>
              <a:ext cx="4507965" cy="461665"/>
            </a:xfrm>
            <a:prstGeom prst="rect">
              <a:avLst/>
            </a:prstGeom>
          </p:spPr>
          <p:txBody>
            <a:bodyPr wrap="none">
              <a:spAutoFit/>
            </a:bodyPr>
            <a:lstStyle/>
            <a:p>
              <a:r>
                <a:rPr lang="zh-CN" altLang="en-US" sz="2400" dirty="0">
                  <a:solidFill>
                    <a:prstClr val="black"/>
                  </a:solidFill>
                  <a:latin typeface="微软雅黑" panose="020B0503020204020204" pitchFamily="34" charset="-122"/>
                </a:rPr>
                <a:t>构成的 </a:t>
              </a:r>
              <a:r>
                <a:rPr lang="en-US" altLang="zh-CN" sz="2400" i="1" dirty="0">
                  <a:latin typeface="Times New Roman" panose="02020603050405020304" pitchFamily="18" charset="0"/>
                  <a:cs typeface="Times New Roman" panose="02020603050405020304" pitchFamily="18" charset="0"/>
                </a:rPr>
                <a:t>n </a:t>
              </a:r>
              <a:r>
                <a:rPr lang="zh-CN" altLang="en-US" sz="2400" dirty="0">
                  <a:solidFill>
                    <a:prstClr val="black"/>
                  </a:solidFill>
                  <a:latin typeface="微软雅黑" panose="020B0503020204020204" pitchFamily="34" charset="-122"/>
                </a:rPr>
                <a:t>阶行列式不等于零，即</a:t>
              </a:r>
              <a:endParaRPr lang="zh-CN" altLang="en-US" dirty="0"/>
            </a:p>
          </p:txBody>
        </p:sp>
      </p:grpSp>
      <p:sp>
        <p:nvSpPr>
          <p:cNvPr id="12" name="直角三角形 11"/>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5" name="直角三角形 1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10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p:nvPr/>
        </p:nvSpPr>
        <p:spPr>
          <a:xfrm>
            <a:off x="611560" y="944120"/>
            <a:ext cx="828092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4</a:t>
            </a:r>
            <a:r>
              <a:rPr lang="en-US" altLang="zh-CN" sz="2400" dirty="0"/>
              <a:t>   </a:t>
            </a:r>
            <a:r>
              <a:rPr lang="zh-CN" altLang="en-US" sz="2400" dirty="0"/>
              <a:t>讨论向量组</a:t>
            </a:r>
            <a:endParaRPr lang="zh-CN" altLang="en-US" sz="2400" dirty="0"/>
          </a:p>
        </p:txBody>
      </p:sp>
      <p:graphicFrame>
        <p:nvGraphicFramePr>
          <p:cNvPr id="6" name="对象 5"/>
          <p:cNvGraphicFramePr>
            <a:graphicFrameLocks noChangeAspect="1"/>
          </p:cNvGraphicFramePr>
          <p:nvPr/>
        </p:nvGraphicFramePr>
        <p:xfrm>
          <a:off x="3131840" y="956192"/>
          <a:ext cx="5054600" cy="469900"/>
        </p:xfrm>
        <a:graphic>
          <a:graphicData uri="http://schemas.openxmlformats.org/presentationml/2006/ole">
            <mc:AlternateContent xmlns:mc="http://schemas.openxmlformats.org/markup-compatibility/2006">
              <mc:Choice xmlns:v="urn:schemas-microsoft-com:vml" Requires="v">
                <p:oleObj spid="_x0000_s12305" name="Equation" r:id="rId1" imgW="121310400" imgH="11277600" progId="Equation.DSMT4">
                  <p:embed/>
                </p:oleObj>
              </mc:Choice>
              <mc:Fallback>
                <p:oleObj name="Equation" r:id="rId1" imgW="121310400" imgH="11277600" progId="Equation.DSMT4">
                  <p:embed/>
                  <p:pic>
                    <p:nvPicPr>
                      <p:cNvPr id="0" name="对象 2"/>
                      <p:cNvPicPr/>
                      <p:nvPr/>
                    </p:nvPicPr>
                    <p:blipFill>
                      <a:blip r:embed="rId2"/>
                      <a:stretch>
                        <a:fillRect/>
                      </a:stretch>
                    </p:blipFill>
                    <p:spPr>
                      <a:xfrm>
                        <a:off x="3131840" y="956192"/>
                        <a:ext cx="5054600" cy="469900"/>
                      </a:xfrm>
                      <a:prstGeom prst="rect">
                        <a:avLst/>
                      </a:prstGeom>
                      <a:noFill/>
                      <a:ln>
                        <a:noFill/>
                        <a:prstDash val="sysDash"/>
                      </a:ln>
                    </p:spPr>
                  </p:pic>
                </p:oleObj>
              </mc:Fallback>
            </mc:AlternateContent>
          </a:graphicData>
        </a:graphic>
      </p:graphicFrame>
      <p:sp>
        <p:nvSpPr>
          <p:cNvPr id="10" name="矩形 9"/>
          <p:cNvSpPr/>
          <p:nvPr/>
        </p:nvSpPr>
        <p:spPr>
          <a:xfrm>
            <a:off x="611560" y="1575605"/>
            <a:ext cx="2143536" cy="461665"/>
          </a:xfrm>
          <a:prstGeom prst="rect">
            <a:avLst/>
          </a:prstGeom>
        </p:spPr>
        <p:txBody>
          <a:bodyPr wrap="none">
            <a:spAutoFit/>
          </a:bodyPr>
          <a:lstStyle/>
          <a:p>
            <a:pPr lvl="0"/>
            <a:r>
              <a:rPr lang="zh-CN" altLang="en-US" sz="2400" dirty="0">
                <a:solidFill>
                  <a:prstClr val="black"/>
                </a:solidFill>
              </a:rPr>
              <a:t>的线性相关性</a:t>
            </a:r>
            <a:r>
              <a:rPr lang="en-US" altLang="zh-CN" sz="2400" dirty="0">
                <a:solidFill>
                  <a:prstClr val="black"/>
                </a:solidFill>
              </a:rPr>
              <a:t>.</a:t>
            </a:r>
            <a:endParaRPr lang="zh-CN" altLang="en-US" sz="2400" dirty="0">
              <a:solidFill>
                <a:prstClr val="black"/>
              </a:solidFill>
            </a:endParaRPr>
          </a:p>
        </p:txBody>
      </p:sp>
      <p:sp>
        <p:nvSpPr>
          <p:cNvPr id="11" name="Text Box 6"/>
          <p:cNvSpPr txBox="1">
            <a:spLocks noChangeArrowheads="1"/>
          </p:cNvSpPr>
          <p:nvPr/>
        </p:nvSpPr>
        <p:spPr bwMode="auto">
          <a:xfrm>
            <a:off x="611560" y="2266551"/>
            <a:ext cx="4469791"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b="1" dirty="0">
                <a:solidFill>
                  <a:srgbClr val="0000FF"/>
                </a:solidFill>
                <a:latin typeface="Arial" panose="020B0604020202020204" pitchFamily="34" charset="0"/>
              </a:rPr>
              <a:t>解</a:t>
            </a:r>
            <a:r>
              <a:rPr kumimoji="0" lang="zh-CN" altLang="en-US" sz="2400" b="1" dirty="0">
                <a:latin typeface="Arial" panose="020B0604020202020204" pitchFamily="34" charset="0"/>
              </a:rPr>
              <a:t> </a:t>
            </a:r>
            <a:r>
              <a:rPr kumimoji="0" lang="zh-CN" altLang="en-US" sz="2400" dirty="0">
                <a:latin typeface="Arial" panose="020B0604020202020204" pitchFamily="34" charset="0"/>
              </a:rPr>
              <a:t>  把向量组按</a:t>
            </a:r>
            <a:r>
              <a:rPr kumimoji="0" lang="zh-CN" altLang="en-US" sz="2400" dirty="0">
                <a:solidFill>
                  <a:srgbClr val="FF0000"/>
                </a:solidFill>
                <a:latin typeface="Arial" panose="020B0604020202020204" pitchFamily="34" charset="0"/>
              </a:rPr>
              <a:t>列</a:t>
            </a:r>
            <a:r>
              <a:rPr kumimoji="0" lang="zh-CN" altLang="en-US" sz="2400" dirty="0">
                <a:latin typeface="Arial" panose="020B0604020202020204" pitchFamily="34" charset="0"/>
              </a:rPr>
              <a:t>排成行列式    </a:t>
            </a:r>
            <a:endParaRPr kumimoji="0" lang="zh-CN" altLang="en-US" sz="2400" dirty="0">
              <a:latin typeface="Arial" panose="020B0604020202020204" pitchFamily="34" charset="0"/>
            </a:endParaRPr>
          </a:p>
        </p:txBody>
      </p:sp>
      <p:graphicFrame>
        <p:nvGraphicFramePr>
          <p:cNvPr id="12" name="对象 11"/>
          <p:cNvGraphicFramePr>
            <a:graphicFrameLocks noChangeAspect="1"/>
          </p:cNvGraphicFramePr>
          <p:nvPr/>
        </p:nvGraphicFramePr>
        <p:xfrm>
          <a:off x="2131478" y="3020792"/>
          <a:ext cx="1181100" cy="1435100"/>
        </p:xfrm>
        <a:graphic>
          <a:graphicData uri="http://schemas.openxmlformats.org/presentationml/2006/ole">
            <mc:AlternateContent xmlns:mc="http://schemas.openxmlformats.org/markup-compatibility/2006">
              <mc:Choice xmlns:v="urn:schemas-microsoft-com:vml" Requires="v">
                <p:oleObj spid="_x0000_s12306" name="Equation" r:id="rId3" imgW="28346400" imgH="34442400" progId="Equation.DSMT4">
                  <p:embed/>
                </p:oleObj>
              </mc:Choice>
              <mc:Fallback>
                <p:oleObj name="Equation" r:id="rId3" imgW="28346400" imgH="34442400" progId="Equation.DSMT4">
                  <p:embed/>
                  <p:pic>
                    <p:nvPicPr>
                      <p:cNvPr id="0" name="对象 13"/>
                      <p:cNvPicPr/>
                      <p:nvPr/>
                    </p:nvPicPr>
                    <p:blipFill>
                      <a:blip r:embed="rId4"/>
                      <a:stretch>
                        <a:fillRect/>
                      </a:stretch>
                    </p:blipFill>
                    <p:spPr>
                      <a:xfrm>
                        <a:off x="2131478" y="3020792"/>
                        <a:ext cx="1181100" cy="1435100"/>
                      </a:xfrm>
                      <a:prstGeom prst="rect">
                        <a:avLst/>
                      </a:prstGeom>
                      <a:noFill/>
                      <a:ln>
                        <a:noFill/>
                        <a:prstDash val="sysDash"/>
                      </a:ln>
                    </p:spPr>
                  </p:pic>
                </p:oleObj>
              </mc:Fallback>
            </mc:AlternateContent>
          </a:graphicData>
        </a:graphic>
      </p:graphicFrame>
      <p:graphicFrame>
        <p:nvGraphicFramePr>
          <p:cNvPr id="13" name="对象 12"/>
          <p:cNvGraphicFramePr>
            <a:graphicFrameLocks noChangeAspect="1"/>
          </p:cNvGraphicFramePr>
          <p:nvPr/>
        </p:nvGraphicFramePr>
        <p:xfrm>
          <a:off x="3312578" y="3576556"/>
          <a:ext cx="457200" cy="279400"/>
        </p:xfrm>
        <a:graphic>
          <a:graphicData uri="http://schemas.openxmlformats.org/presentationml/2006/ole">
            <mc:AlternateContent xmlns:mc="http://schemas.openxmlformats.org/markup-compatibility/2006">
              <mc:Choice xmlns:v="urn:schemas-microsoft-com:vml" Requires="v">
                <p:oleObj spid="_x0000_s12307" name="Equation" r:id="rId5" imgW="10972800" imgH="6705600" progId="Equation.DSMT4">
                  <p:embed/>
                </p:oleObj>
              </mc:Choice>
              <mc:Fallback>
                <p:oleObj name="Equation" r:id="rId5" imgW="10972800" imgH="6705600" progId="Equation.DSMT4">
                  <p:embed/>
                  <p:pic>
                    <p:nvPicPr>
                      <p:cNvPr id="0" name="对象 11"/>
                      <p:cNvPicPr/>
                      <p:nvPr/>
                    </p:nvPicPr>
                    <p:blipFill>
                      <a:blip r:embed="rId6"/>
                      <a:stretch>
                        <a:fillRect/>
                      </a:stretch>
                    </p:blipFill>
                    <p:spPr>
                      <a:xfrm>
                        <a:off x="3312578" y="3576556"/>
                        <a:ext cx="457200" cy="279400"/>
                      </a:xfrm>
                      <a:prstGeom prst="rect">
                        <a:avLst/>
                      </a:prstGeom>
                      <a:noFill/>
                      <a:ln>
                        <a:noFill/>
                        <a:prstDash val="sysDash"/>
                      </a:ln>
                    </p:spPr>
                  </p:pic>
                </p:oleObj>
              </mc:Fallback>
            </mc:AlternateContent>
          </a:graphicData>
        </a:graphic>
      </p:graphicFrame>
      <p:graphicFrame>
        <p:nvGraphicFramePr>
          <p:cNvPr id="14" name="对象 13"/>
          <p:cNvGraphicFramePr>
            <a:graphicFrameLocks noChangeAspect="1"/>
          </p:cNvGraphicFramePr>
          <p:nvPr/>
        </p:nvGraphicFramePr>
        <p:xfrm>
          <a:off x="3822576" y="3590156"/>
          <a:ext cx="533400" cy="342900"/>
        </p:xfrm>
        <a:graphic>
          <a:graphicData uri="http://schemas.openxmlformats.org/presentationml/2006/ole">
            <mc:AlternateContent xmlns:mc="http://schemas.openxmlformats.org/markup-compatibility/2006">
              <mc:Choice xmlns:v="urn:schemas-microsoft-com:vml" Requires="v">
                <p:oleObj spid="_x0000_s12308" name="Equation" r:id="rId7" imgW="12801600" imgH="8229600" progId="Equation.DSMT4">
                  <p:embed/>
                </p:oleObj>
              </mc:Choice>
              <mc:Fallback>
                <p:oleObj name="Equation" r:id="rId7" imgW="12801600" imgH="8229600" progId="Equation.DSMT4">
                  <p:embed/>
                  <p:pic>
                    <p:nvPicPr>
                      <p:cNvPr id="0" name="对象 12"/>
                      <p:cNvPicPr/>
                      <p:nvPr/>
                    </p:nvPicPr>
                    <p:blipFill>
                      <a:blip r:embed="rId8"/>
                      <a:stretch>
                        <a:fillRect/>
                      </a:stretch>
                    </p:blipFill>
                    <p:spPr>
                      <a:xfrm>
                        <a:off x="3822576" y="3590156"/>
                        <a:ext cx="533400" cy="342900"/>
                      </a:xfrm>
                      <a:prstGeom prst="rect">
                        <a:avLst/>
                      </a:prstGeom>
                      <a:noFill/>
                      <a:ln>
                        <a:noFill/>
                        <a:prstDash val="sysDash"/>
                      </a:ln>
                    </p:spPr>
                  </p:pic>
                </p:oleObj>
              </mc:Fallback>
            </mc:AlternateContent>
          </a:graphicData>
        </a:graphic>
      </p:graphicFrame>
      <p:grpSp>
        <p:nvGrpSpPr>
          <p:cNvPr id="18" name="组合 17"/>
          <p:cNvGrpSpPr/>
          <p:nvPr/>
        </p:nvGrpSpPr>
        <p:grpSpPr>
          <a:xfrm>
            <a:off x="611560" y="4734457"/>
            <a:ext cx="6740948" cy="471546"/>
            <a:chOff x="611560" y="4734457"/>
            <a:chExt cx="6740948" cy="471546"/>
          </a:xfrm>
        </p:grpSpPr>
        <p:sp>
          <p:nvSpPr>
            <p:cNvPr id="16" name="矩形 15"/>
            <p:cNvSpPr/>
            <p:nvPr/>
          </p:nvSpPr>
          <p:spPr>
            <a:xfrm>
              <a:off x="611560" y="4734457"/>
              <a:ext cx="6740948" cy="461665"/>
            </a:xfrm>
            <a:prstGeom prst="rect">
              <a:avLst/>
            </a:prstGeom>
          </p:spPr>
          <p:txBody>
            <a:bodyPr wrap="none">
              <a:spAutoFit/>
            </a:bodyPr>
            <a:lstStyle/>
            <a:p>
              <a:r>
                <a:rPr lang="zh-CN" altLang="en-US" sz="2400" dirty="0">
                  <a:solidFill>
                    <a:prstClr val="black"/>
                  </a:solidFill>
                  <a:latin typeface="Arial" panose="020B0604020202020204" pitchFamily="34" charset="0"/>
                </a:rPr>
                <a:t>由引理</a:t>
              </a:r>
              <a:r>
                <a:rPr lang="en-US" altLang="zh-CN" sz="2400" dirty="0">
                  <a:solidFill>
                    <a:prstClr val="black"/>
                  </a:solidFill>
                  <a:latin typeface="Arial" panose="020B0604020202020204" pitchFamily="34" charset="0"/>
                </a:rPr>
                <a:t>2.18.1</a:t>
              </a:r>
              <a:r>
                <a:rPr lang="zh-CN" altLang="en-US" sz="2400" dirty="0">
                  <a:solidFill>
                    <a:prstClr val="black"/>
                  </a:solidFill>
                  <a:latin typeface="Arial" panose="020B0604020202020204" pitchFamily="34" charset="0"/>
                </a:rPr>
                <a:t>可知，向量组                   线性无关</a:t>
              </a:r>
              <a:r>
                <a:rPr lang="en-US" altLang="zh-CN" sz="2400" dirty="0">
                  <a:solidFill>
                    <a:prstClr val="black"/>
                  </a:solidFill>
                  <a:latin typeface="Arial" panose="020B0604020202020204" pitchFamily="34" charset="0"/>
                </a:rPr>
                <a:t>.</a:t>
              </a:r>
              <a:endParaRPr lang="zh-CN" altLang="en-US" dirty="0"/>
            </a:p>
          </p:txBody>
        </p:sp>
        <p:graphicFrame>
          <p:nvGraphicFramePr>
            <p:cNvPr id="17" name="对象 16"/>
            <p:cNvGraphicFramePr>
              <a:graphicFrameLocks noChangeAspect="1"/>
            </p:cNvGraphicFramePr>
            <p:nvPr/>
          </p:nvGraphicFramePr>
          <p:xfrm>
            <a:off x="4355976" y="4761503"/>
            <a:ext cx="1447800" cy="444500"/>
          </p:xfrm>
          <a:graphic>
            <a:graphicData uri="http://schemas.openxmlformats.org/presentationml/2006/ole">
              <mc:AlternateContent xmlns:mc="http://schemas.openxmlformats.org/markup-compatibility/2006">
                <mc:Choice xmlns:v="urn:schemas-microsoft-com:vml" Requires="v">
                  <p:oleObj spid="_x0000_s12309" name="Equation" r:id="rId9" imgW="34747200" imgH="10668000" progId="Equation.DSMT4">
                    <p:embed/>
                  </p:oleObj>
                </mc:Choice>
                <mc:Fallback>
                  <p:oleObj name="Equation" r:id="rId9" imgW="34747200" imgH="10668000" progId="Equation.DSMT4">
                    <p:embed/>
                    <p:pic>
                      <p:nvPicPr>
                        <p:cNvPr id="0" name="对象 13"/>
                        <p:cNvPicPr/>
                        <p:nvPr/>
                      </p:nvPicPr>
                      <p:blipFill>
                        <a:blip r:embed="rId10"/>
                        <a:stretch>
                          <a:fillRect/>
                        </a:stretch>
                      </p:blipFill>
                      <p:spPr>
                        <a:xfrm>
                          <a:off x="4355976" y="4761503"/>
                          <a:ext cx="1447800" cy="444500"/>
                        </a:xfrm>
                        <a:prstGeom prst="rect">
                          <a:avLst/>
                        </a:prstGeom>
                        <a:noFill/>
                        <a:ln>
                          <a:noFill/>
                          <a:prstDash val="sysDash"/>
                        </a:ln>
                      </p:spPr>
                    </p:pic>
                  </p:oleObj>
                </mc:Fallback>
              </mc:AlternateContent>
            </a:graphicData>
          </a:graphic>
        </p:graphicFrame>
      </p:grpSp>
      <p:sp>
        <p:nvSpPr>
          <p:cNvPr id="15" name="直角三角形 1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直角三角形 18"/>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left)">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left)">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43498" y="476672"/>
            <a:ext cx="1944216" cy="648072"/>
          </a:xfrm>
          <a:prstGeom prst="rect">
            <a:avLst/>
          </a:prstGeom>
          <a:ln>
            <a:no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fontAlgn="base">
              <a:spcBef>
                <a:spcPct val="0"/>
              </a:spcBef>
              <a:spcAft>
                <a:spcPct val="0"/>
              </a:spcAft>
              <a:defRPr/>
            </a:pPr>
            <a:r>
              <a:rPr lang="zh-CN" altLang="en-US" sz="2400" b="1" kern="0" dirty="0">
                <a:solidFill>
                  <a:schemeClr val="bg1"/>
                </a:solidFill>
                <a:latin typeface="+mn-ea"/>
              </a:rPr>
              <a:t>  复习回顾</a:t>
            </a:r>
            <a:endParaRPr lang="zh-CN" altLang="en-US" sz="2400" b="1" kern="0" dirty="0">
              <a:solidFill>
                <a:schemeClr val="bg1"/>
              </a:solidFill>
              <a:latin typeface="+mn-ea"/>
            </a:endParaRPr>
          </a:p>
        </p:txBody>
      </p:sp>
      <p:grpSp>
        <p:nvGrpSpPr>
          <p:cNvPr id="12" name="组合 11"/>
          <p:cNvGrpSpPr/>
          <p:nvPr/>
        </p:nvGrpSpPr>
        <p:grpSpPr>
          <a:xfrm>
            <a:off x="587820" y="1246835"/>
            <a:ext cx="7653338" cy="2381250"/>
            <a:chOff x="611560" y="1412777"/>
            <a:chExt cx="7653338" cy="2381250"/>
          </a:xfrm>
        </p:grpSpPr>
        <p:grpSp>
          <p:nvGrpSpPr>
            <p:cNvPr id="6" name="Group 2"/>
            <p:cNvGrpSpPr/>
            <p:nvPr/>
          </p:nvGrpSpPr>
          <p:grpSpPr bwMode="auto">
            <a:xfrm>
              <a:off x="611560" y="1412777"/>
              <a:ext cx="7653338" cy="2381250"/>
              <a:chOff x="476" y="2478"/>
              <a:chExt cx="4821" cy="1500"/>
            </a:xfrm>
          </p:grpSpPr>
          <p:sp>
            <p:nvSpPr>
              <p:cNvPr id="7" name="Text Box 3"/>
              <p:cNvSpPr txBox="1">
                <a:spLocks noChangeArrowheads="1"/>
              </p:cNvSpPr>
              <p:nvPr/>
            </p:nvSpPr>
            <p:spPr bwMode="auto">
              <a:xfrm>
                <a:off x="476" y="2478"/>
                <a:ext cx="4821" cy="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0" lang="zh-CN" altLang="en-US" sz="2400" b="1" dirty="0">
                    <a:latin typeface="+mn-ea"/>
                  </a:rPr>
                  <a:t>定义</a:t>
                </a:r>
                <a:r>
                  <a:rPr kumimoji="0" lang="en-US" altLang="zh-CN" sz="2400" b="1" dirty="0">
                    <a:latin typeface="+mn-ea"/>
                  </a:rPr>
                  <a:t>1.6.1 </a:t>
                </a:r>
                <a:r>
                  <a:rPr kumimoji="0" lang="en-US" altLang="zh-CN" sz="2400" dirty="0">
                    <a:solidFill>
                      <a:srgbClr val="0000CC"/>
                    </a:solidFill>
                    <a:latin typeface="Arial" panose="020B0604020202020204" pitchFamily="34" charset="0"/>
                  </a:rPr>
                  <a:t>(P14)</a:t>
                </a:r>
                <a:r>
                  <a:rPr kumimoji="0" lang="en-US" altLang="zh-CN" sz="2400" b="0" dirty="0">
                    <a:latin typeface="Arial" panose="020B0604020202020204" pitchFamily="34" charset="0"/>
                  </a:rPr>
                  <a:t>  </a:t>
                </a:r>
                <a:r>
                  <a:rPr kumimoji="0" lang="zh-CN" altLang="en-US" sz="2400" b="0" dirty="0">
                    <a:latin typeface="Arial" panose="020B0604020202020204" pitchFamily="34" charset="0"/>
                  </a:rPr>
                  <a:t>设有向量组 </a:t>
                </a:r>
                <a:r>
                  <a:rPr kumimoji="0" lang="en-US" altLang="zh-CN" sz="2400" b="0" dirty="0">
                    <a:latin typeface="Arial" panose="020B0604020202020204" pitchFamily="34" charset="0"/>
                  </a:rPr>
                  <a:t>T</a:t>
                </a:r>
                <a:r>
                  <a:rPr kumimoji="0" lang="zh-CN" altLang="en-US" sz="2400" b="0" dirty="0">
                    <a:latin typeface="Arial" panose="020B0604020202020204" pitchFamily="34" charset="0"/>
                  </a:rPr>
                  <a:t>，如果</a:t>
                </a:r>
                <a:endParaRPr kumimoji="0" lang="zh-CN" altLang="en-US" sz="2400" b="0" dirty="0">
                  <a:latin typeface="Arial" panose="020B0604020202020204" pitchFamily="34" charset="0"/>
                </a:endParaRPr>
              </a:p>
              <a:p>
                <a:pPr>
                  <a:lnSpc>
                    <a:spcPct val="120000"/>
                  </a:lnSpc>
                </a:pPr>
                <a:endParaRPr kumimoji="0" lang="zh-CN" altLang="en-US" sz="1000" b="0" dirty="0">
                  <a:latin typeface="Arial" panose="020B0604020202020204" pitchFamily="34" charset="0"/>
                </a:endParaRPr>
              </a:p>
              <a:p>
                <a:pPr>
                  <a:lnSpc>
                    <a:spcPct val="120000"/>
                  </a:lnSpc>
                </a:pPr>
                <a:r>
                  <a:rPr kumimoji="0" lang="en-US" altLang="zh-CN" sz="2400" b="0" dirty="0">
                    <a:latin typeface="Arial" panose="020B0604020202020204" pitchFamily="34" charset="0"/>
                  </a:rPr>
                  <a:t>(1)</a:t>
                </a:r>
                <a:r>
                  <a:rPr kumimoji="0" lang="zh-CN" altLang="en-US" sz="2400" b="0" dirty="0">
                    <a:latin typeface="Arial" panose="020B0604020202020204" pitchFamily="34" charset="0"/>
                  </a:rPr>
                  <a:t>在</a:t>
                </a:r>
                <a:r>
                  <a:rPr kumimoji="0" lang="en-US" altLang="zh-CN" sz="2400" b="0" dirty="0">
                    <a:latin typeface="Arial" panose="020B0604020202020204" pitchFamily="34" charset="0"/>
                  </a:rPr>
                  <a:t>T</a:t>
                </a:r>
                <a:r>
                  <a:rPr kumimoji="0" lang="zh-CN" altLang="en-US" sz="2400" b="0" dirty="0">
                    <a:latin typeface="Arial" panose="020B0604020202020204" pitchFamily="34" charset="0"/>
                  </a:rPr>
                  <a:t>中有</a:t>
                </a:r>
                <a:r>
                  <a:rPr kumimoji="0" lang="zh-CN" altLang="en-US" sz="2400" b="1" i="1" dirty="0">
                    <a:latin typeface="Times New Roman" panose="02020603050405020304" pitchFamily="18" charset="0"/>
                    <a:cs typeface="Times New Roman" panose="02020603050405020304" pitchFamily="18" charset="0"/>
                  </a:rPr>
                  <a:t> </a:t>
                </a:r>
                <a:r>
                  <a:rPr kumimoji="0" lang="en-US" altLang="zh-CN" sz="2400" b="1" i="1" dirty="0">
                    <a:latin typeface="Times New Roman" panose="02020603050405020304" pitchFamily="18" charset="0"/>
                    <a:cs typeface="Times New Roman" panose="02020603050405020304" pitchFamily="18" charset="0"/>
                  </a:rPr>
                  <a:t>r </a:t>
                </a:r>
                <a:r>
                  <a:rPr kumimoji="0" lang="zh-CN" altLang="en-US" sz="2400" b="0" dirty="0">
                    <a:latin typeface="Arial" panose="020B0604020202020204" pitchFamily="34" charset="0"/>
                  </a:rPr>
                  <a:t>个向量                        线性无关；</a:t>
                </a:r>
                <a:endParaRPr kumimoji="0" lang="zh-CN" altLang="en-US" sz="2400" b="0" dirty="0">
                  <a:latin typeface="Arial" panose="020B0604020202020204" pitchFamily="34" charset="0"/>
                </a:endParaRPr>
              </a:p>
              <a:p>
                <a:pPr>
                  <a:lnSpc>
                    <a:spcPct val="120000"/>
                  </a:lnSpc>
                </a:pPr>
                <a:endParaRPr kumimoji="0" lang="zh-CN" altLang="en-US" sz="1000" b="0" dirty="0">
                  <a:latin typeface="Arial" panose="020B0604020202020204" pitchFamily="34" charset="0"/>
                </a:endParaRPr>
              </a:p>
              <a:p>
                <a:pPr>
                  <a:lnSpc>
                    <a:spcPct val="120000"/>
                  </a:lnSpc>
                </a:pPr>
                <a:r>
                  <a:rPr kumimoji="0" lang="en-US" altLang="zh-CN" sz="2400" b="0" dirty="0">
                    <a:latin typeface="Arial" panose="020B0604020202020204" pitchFamily="34" charset="0"/>
                  </a:rPr>
                  <a:t>(2)</a:t>
                </a:r>
                <a:r>
                  <a:rPr kumimoji="0" lang="zh-CN" altLang="en-US" sz="2400" b="0" dirty="0">
                    <a:latin typeface="Arial" panose="020B0604020202020204" pitchFamily="34" charset="0"/>
                  </a:rPr>
                  <a:t>中任意 </a:t>
                </a:r>
                <a:r>
                  <a:rPr lang="en-US" altLang="zh-CN" sz="2400" b="1" i="1" dirty="0">
                    <a:latin typeface="Times New Roman" panose="02020603050405020304" pitchFamily="18" charset="0"/>
                    <a:cs typeface="Times New Roman" panose="02020603050405020304" pitchFamily="18" charset="0"/>
                  </a:rPr>
                  <a:t>r </a:t>
                </a:r>
                <a:r>
                  <a:rPr lang="en-US" altLang="zh-CN" sz="2400" b="1" dirty="0">
                    <a:latin typeface="Times New Roman" panose="02020603050405020304" pitchFamily="18" charset="0"/>
                    <a:cs typeface="Times New Roman" panose="02020603050405020304" pitchFamily="18" charset="0"/>
                  </a:rPr>
                  <a:t>+1</a:t>
                </a:r>
                <a:r>
                  <a:rPr kumimoji="0" lang="zh-CN" altLang="en-US" sz="2400" b="0" dirty="0">
                    <a:latin typeface="Arial" panose="020B0604020202020204" pitchFamily="34" charset="0"/>
                  </a:rPr>
                  <a:t> 个向量线性相关；    </a:t>
                </a:r>
                <a:endParaRPr kumimoji="0" lang="en-US" altLang="zh-CN" sz="2400" b="0" dirty="0">
                  <a:latin typeface="Arial" panose="020B0604020202020204" pitchFamily="34" charset="0"/>
                </a:endParaRPr>
              </a:p>
              <a:p>
                <a:pPr>
                  <a:lnSpc>
                    <a:spcPct val="120000"/>
                  </a:lnSpc>
                </a:pPr>
                <a:endParaRPr kumimoji="0" lang="en-US" altLang="zh-CN" sz="1000" b="0" dirty="0">
                  <a:latin typeface="Arial" panose="020B0604020202020204" pitchFamily="34" charset="0"/>
                </a:endParaRPr>
              </a:p>
              <a:p>
                <a:pPr>
                  <a:lnSpc>
                    <a:spcPct val="120000"/>
                  </a:lnSpc>
                </a:pPr>
                <a:r>
                  <a:rPr kumimoji="0" lang="zh-CN" altLang="en-US" sz="2400" b="0" dirty="0">
                    <a:latin typeface="Arial" panose="020B0604020202020204" pitchFamily="34" charset="0"/>
                  </a:rPr>
                  <a:t>则                         是向量组</a:t>
                </a:r>
                <a:r>
                  <a:rPr kumimoji="0" lang="en-US" altLang="zh-CN" sz="2400" b="0" dirty="0">
                    <a:latin typeface="Arial" panose="020B0604020202020204" pitchFamily="34" charset="0"/>
                  </a:rPr>
                  <a:t>T</a:t>
                </a:r>
                <a:r>
                  <a:rPr kumimoji="0" lang="zh-CN" altLang="en-US" sz="2400" b="0" dirty="0">
                    <a:latin typeface="Arial" panose="020B0604020202020204" pitchFamily="34" charset="0"/>
                  </a:rPr>
                  <a:t>的一个</a:t>
                </a:r>
                <a:r>
                  <a:rPr kumimoji="0" lang="zh-CN" altLang="en-US" sz="2400" dirty="0">
                    <a:solidFill>
                      <a:srgbClr val="3333FF"/>
                    </a:solidFill>
                    <a:latin typeface="Arial" panose="020B0604020202020204" pitchFamily="34" charset="0"/>
                  </a:rPr>
                  <a:t>极大无关组</a:t>
                </a:r>
                <a:r>
                  <a:rPr kumimoji="0" lang="en-US" altLang="zh-CN" sz="2400" b="0" dirty="0">
                    <a:latin typeface="Arial" panose="020B0604020202020204" pitchFamily="34" charset="0"/>
                  </a:rPr>
                  <a:t>.</a:t>
                </a:r>
                <a:endParaRPr kumimoji="0" lang="en-US" altLang="zh-CN" sz="2400" b="0" dirty="0">
                  <a:latin typeface="Arial" panose="020B0604020202020204" pitchFamily="34" charset="0"/>
                </a:endParaRPr>
              </a:p>
            </p:txBody>
          </p:sp>
          <p:graphicFrame>
            <p:nvGraphicFramePr>
              <p:cNvPr id="8" name="Object 4"/>
              <p:cNvGraphicFramePr>
                <a:graphicFrameLocks noChangeAspect="1"/>
              </p:cNvGraphicFramePr>
              <p:nvPr/>
            </p:nvGraphicFramePr>
            <p:xfrm>
              <a:off x="2215" y="2864"/>
              <a:ext cx="1202" cy="318"/>
            </p:xfrm>
            <a:graphic>
              <a:graphicData uri="http://schemas.openxmlformats.org/presentationml/2006/ole">
                <mc:AlternateContent xmlns:mc="http://schemas.openxmlformats.org/markup-compatibility/2006">
                  <mc:Choice xmlns:v="urn:schemas-microsoft-com:vml" Requires="v">
                    <p:oleObj spid="_x0000_s13323" name="位图图像" r:id="rId1" imgW="1619250" imgH="428625" progId="Paint.Picture">
                      <p:embed/>
                    </p:oleObj>
                  </mc:Choice>
                  <mc:Fallback>
                    <p:oleObj name="位图图像" r:id="rId1" imgW="1619250" imgH="4286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5" y="2864"/>
                            <a:ext cx="1202" cy="318"/>
                          </a:xfrm>
                          <a:prstGeom prst="rect">
                            <a:avLst/>
                          </a:prstGeom>
                          <a:noFill/>
                          <a:ln>
                            <a:noFill/>
                          </a:ln>
                          <a:effectLst/>
                        </p:spPr>
                      </p:pic>
                    </p:oleObj>
                  </mc:Fallback>
                </mc:AlternateContent>
              </a:graphicData>
            </a:graphic>
          </p:graphicFrame>
        </p:grpSp>
        <p:graphicFrame>
          <p:nvGraphicFramePr>
            <p:cNvPr id="11" name="Object 4"/>
            <p:cNvGraphicFramePr>
              <a:graphicFrameLocks noChangeAspect="1"/>
            </p:cNvGraphicFramePr>
            <p:nvPr/>
          </p:nvGraphicFramePr>
          <p:xfrm>
            <a:off x="1139356" y="3270968"/>
            <a:ext cx="1908175" cy="504825"/>
          </p:xfrm>
          <a:graphic>
            <a:graphicData uri="http://schemas.openxmlformats.org/presentationml/2006/ole">
              <mc:AlternateContent xmlns:mc="http://schemas.openxmlformats.org/markup-compatibility/2006">
                <mc:Choice xmlns:v="urn:schemas-microsoft-com:vml" Requires="v">
                  <p:oleObj spid="_x0000_s13324" name="位图图像" r:id="rId3" imgW="1619250" imgH="428625" progId="Paint.Picture">
                    <p:embed/>
                  </p:oleObj>
                </mc:Choice>
                <mc:Fallback>
                  <p:oleObj name="位图图像" r:id="rId3" imgW="1619250" imgH="4286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356" y="3270968"/>
                          <a:ext cx="1908175" cy="504825"/>
                        </a:xfrm>
                        <a:prstGeom prst="rect">
                          <a:avLst/>
                        </a:prstGeom>
                        <a:noFill/>
                        <a:ln>
                          <a:noFill/>
                        </a:ln>
                        <a:effectLst/>
                      </p:spPr>
                    </p:pic>
                  </p:oleObj>
                </mc:Fallback>
              </mc:AlternateContent>
            </a:graphicData>
          </a:graphic>
        </p:graphicFrame>
      </p:grpSp>
      <p:sp>
        <p:nvSpPr>
          <p:cNvPr id="14" name="矩形 13"/>
          <p:cNvSpPr/>
          <p:nvPr/>
        </p:nvSpPr>
        <p:spPr>
          <a:xfrm>
            <a:off x="536302" y="3703574"/>
            <a:ext cx="6462464" cy="461665"/>
          </a:xfrm>
          <a:prstGeom prst="rect">
            <a:avLst/>
          </a:prstGeom>
        </p:spPr>
        <p:txBody>
          <a:bodyPr wrap="square">
            <a:spAutoFit/>
          </a:bodyPr>
          <a:lstStyle/>
          <a:p>
            <a:pPr lvl="0"/>
            <a:r>
              <a:rPr lang="zh-CN" altLang="en-US" sz="2400" dirty="0">
                <a:solidFill>
                  <a:prstClr val="black"/>
                </a:solidFill>
                <a:latin typeface="Arial" panose="020B0604020202020204" pitchFamily="34" charset="0"/>
              </a:rPr>
              <a:t>极大无关组所含向量个数 </a:t>
            </a:r>
            <a:r>
              <a:rPr lang="en-US" altLang="zh-CN" sz="2400" i="1" dirty="0">
                <a:solidFill>
                  <a:prstClr val="black"/>
                </a:solidFill>
                <a:latin typeface="Times New Roman" panose="02020603050405020304" pitchFamily="18" charset="0"/>
                <a:cs typeface="Times New Roman" panose="02020603050405020304" pitchFamily="18" charset="0"/>
              </a:rPr>
              <a:t>r</a:t>
            </a:r>
            <a:r>
              <a:rPr lang="en-US" altLang="zh-CN" sz="2400" dirty="0">
                <a:solidFill>
                  <a:prstClr val="black"/>
                </a:solidFill>
                <a:latin typeface="Arial" panose="020B0604020202020204" pitchFamily="34" charset="0"/>
              </a:rPr>
              <a:t> </a:t>
            </a:r>
            <a:r>
              <a:rPr lang="zh-CN" altLang="en-US" sz="2400" dirty="0">
                <a:solidFill>
                  <a:prstClr val="black"/>
                </a:solidFill>
                <a:latin typeface="Arial" panose="020B0604020202020204" pitchFamily="34" charset="0"/>
              </a:rPr>
              <a:t>称为向量组</a:t>
            </a:r>
            <a:r>
              <a:rPr lang="en-US" altLang="zh-CN" sz="2400" dirty="0">
                <a:solidFill>
                  <a:prstClr val="black"/>
                </a:solidFill>
                <a:latin typeface="Arial" panose="020B0604020202020204" pitchFamily="34" charset="0"/>
              </a:rPr>
              <a:t>T</a:t>
            </a:r>
            <a:r>
              <a:rPr lang="zh-CN" altLang="en-US" sz="2400" dirty="0">
                <a:solidFill>
                  <a:prstClr val="black"/>
                </a:solidFill>
                <a:latin typeface="Arial" panose="020B0604020202020204" pitchFamily="34" charset="0"/>
              </a:rPr>
              <a:t>的</a:t>
            </a:r>
            <a:r>
              <a:rPr lang="zh-CN" altLang="en-US" sz="2400" dirty="0">
                <a:solidFill>
                  <a:srgbClr val="3333FF"/>
                </a:solidFill>
                <a:latin typeface="Arial" panose="020B0604020202020204" pitchFamily="34" charset="0"/>
              </a:rPr>
              <a:t>秩</a:t>
            </a:r>
            <a:r>
              <a:rPr lang="en-US" altLang="zh-CN" sz="2400" dirty="0">
                <a:solidFill>
                  <a:prstClr val="black"/>
                </a:solidFill>
                <a:latin typeface="Arial" panose="020B0604020202020204" pitchFamily="34" charset="0"/>
              </a:rPr>
              <a:t>.</a:t>
            </a:r>
            <a:endParaRPr lang="en-US" altLang="zh-CN" sz="2400" dirty="0">
              <a:solidFill>
                <a:prstClr val="black"/>
              </a:solidFill>
              <a:latin typeface="Arial" panose="020B0604020202020204" pitchFamily="34" charset="0"/>
            </a:endParaRPr>
          </a:p>
        </p:txBody>
      </p:sp>
      <p:sp>
        <p:nvSpPr>
          <p:cNvPr id="15" name="Text Box 16"/>
          <p:cNvSpPr txBox="1">
            <a:spLocks noChangeArrowheads="1"/>
          </p:cNvSpPr>
          <p:nvPr/>
        </p:nvSpPr>
        <p:spPr bwMode="auto">
          <a:xfrm>
            <a:off x="645272" y="4430383"/>
            <a:ext cx="1107996" cy="461665"/>
          </a:xfrm>
          <a:prstGeom prst="rect">
            <a:avLst/>
          </a:prstGeom>
          <a:solidFill>
            <a:srgbClr val="FFFFFF"/>
          </a:solidFill>
          <a:ln w="9525"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FF"/>
                </a:solidFill>
                <a:effectLst/>
                <a:uLnTx/>
                <a:uFillTx/>
                <a:latin typeface="+mn-ea"/>
              </a:rPr>
              <a:t>问题：</a:t>
            </a:r>
            <a:endParaRPr kumimoji="0" lang="zh-CN" altLang="en-US" sz="2400" b="1" i="0" u="none" strike="noStrike" kern="0" cap="none" spc="0" normalizeH="0" baseline="0" noProof="0" dirty="0">
              <a:ln>
                <a:noFill/>
              </a:ln>
              <a:solidFill>
                <a:srgbClr val="0000FF"/>
              </a:solidFill>
              <a:effectLst/>
              <a:uLnTx/>
              <a:uFillTx/>
              <a:latin typeface="+mn-ea"/>
            </a:endParaRPr>
          </a:p>
        </p:txBody>
      </p:sp>
      <p:sp>
        <p:nvSpPr>
          <p:cNvPr id="17" name="矩形 16"/>
          <p:cNvSpPr/>
          <p:nvPr/>
        </p:nvSpPr>
        <p:spPr>
          <a:xfrm>
            <a:off x="1837470" y="4430383"/>
            <a:ext cx="4801314" cy="461665"/>
          </a:xfrm>
          <a:prstGeom prst="rect">
            <a:avLst/>
          </a:prstGeom>
        </p:spPr>
        <p:txBody>
          <a:bodyPr wrap="none">
            <a:spAutoFit/>
          </a:bodyPr>
          <a:lstStyle/>
          <a:p>
            <a:r>
              <a:rPr lang="zh-CN" altLang="en-US" sz="2400" dirty="0">
                <a:solidFill>
                  <a:prstClr val="black"/>
                </a:solidFill>
                <a:latin typeface="Arial" panose="020B0604020202020204" pitchFamily="34" charset="0"/>
              </a:rPr>
              <a:t>如何求向量组的秩和极大无关组？</a:t>
            </a:r>
            <a:endParaRPr lang="zh-CN" altLang="en-US" dirty="0"/>
          </a:p>
        </p:txBody>
      </p:sp>
      <p:grpSp>
        <p:nvGrpSpPr>
          <p:cNvPr id="19" name="组合 18"/>
          <p:cNvGrpSpPr/>
          <p:nvPr/>
        </p:nvGrpSpPr>
        <p:grpSpPr>
          <a:xfrm>
            <a:off x="536302" y="5013176"/>
            <a:ext cx="7704856" cy="1200329"/>
            <a:chOff x="539552" y="548680"/>
            <a:chExt cx="7704856" cy="1200329"/>
          </a:xfrm>
        </p:grpSpPr>
        <p:sp>
          <p:nvSpPr>
            <p:cNvPr id="20" name="Text Box 2"/>
            <p:cNvSpPr txBox="1">
              <a:spLocks noChangeArrowheads="1"/>
            </p:cNvSpPr>
            <p:nvPr/>
          </p:nvSpPr>
          <p:spPr bwMode="auto">
            <a:xfrm>
              <a:off x="539552" y="548680"/>
              <a:ext cx="770485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spcBef>
                  <a:spcPct val="50000"/>
                </a:spcBef>
              </a:pPr>
              <a:r>
                <a:rPr lang="zh-CN" altLang="en-US" sz="2400" b="1" dirty="0">
                  <a:latin typeface="+mn-ea"/>
                </a:rPr>
                <a:t>定理</a:t>
              </a:r>
              <a:r>
                <a:rPr lang="en-US" altLang="zh-CN" sz="2400" b="1" dirty="0">
                  <a:latin typeface="+mn-ea"/>
                </a:rPr>
                <a:t>2.18.1</a:t>
              </a:r>
              <a:r>
                <a:rPr lang="zh-CN" altLang="en-US" sz="2400" b="1" dirty="0">
                  <a:latin typeface="+mn-ea"/>
                </a:rPr>
                <a:t>   </a:t>
              </a:r>
              <a:r>
                <a:rPr lang="zh-CN" altLang="en-US" sz="2400" dirty="0">
                  <a:latin typeface="+mn-ea"/>
                </a:rPr>
                <a:t>设 </a:t>
              </a:r>
              <a:r>
                <a:rPr lang="en-US" altLang="zh-CN" sz="2400" i="1" dirty="0">
                  <a:latin typeface="Times New Roman" panose="02020603050405020304" pitchFamily="18" charset="0"/>
                  <a:cs typeface="Times New Roman" panose="02020603050405020304" pitchFamily="18" charset="0"/>
                </a:rPr>
                <a:t>A </a:t>
              </a:r>
              <a:r>
                <a:rPr lang="zh-CN" altLang="en-US" sz="2400" dirty="0">
                  <a:latin typeface="+mn-ea"/>
                </a:rPr>
                <a:t>为          矩阵，则矩阵 </a:t>
              </a:r>
              <a:r>
                <a:rPr lang="en-US" altLang="zh-CN" sz="2400" i="1" dirty="0">
                  <a:latin typeface="Times New Roman" panose="02020603050405020304" pitchFamily="18" charset="0"/>
                  <a:cs typeface="Times New Roman" panose="02020603050405020304" pitchFamily="18" charset="0"/>
                </a:rPr>
                <a:t>A </a:t>
              </a:r>
              <a:r>
                <a:rPr lang="zh-CN" altLang="en-US" sz="2400" dirty="0">
                  <a:latin typeface="+mn-ea"/>
                </a:rPr>
                <a:t>的秩等于它的</a:t>
              </a:r>
              <a:r>
                <a:rPr lang="zh-CN" altLang="en-US" sz="2400" dirty="0">
                  <a:solidFill>
                    <a:srgbClr val="FF0000"/>
                  </a:solidFill>
                  <a:latin typeface="+mn-ea"/>
                </a:rPr>
                <a:t>列向量组的秩</a:t>
              </a:r>
              <a:r>
                <a:rPr lang="en-US" altLang="zh-CN" sz="2400" dirty="0">
                  <a:latin typeface="+mn-ea"/>
                </a:rPr>
                <a:t>, </a:t>
              </a:r>
              <a:endParaRPr lang="zh-CN" altLang="en-US" sz="2400" dirty="0">
                <a:latin typeface="+mn-ea"/>
              </a:endParaRPr>
            </a:p>
          </p:txBody>
        </p:sp>
        <p:graphicFrame>
          <p:nvGraphicFramePr>
            <p:cNvPr id="21" name="对象 20"/>
            <p:cNvGraphicFramePr>
              <a:graphicFrameLocks noChangeAspect="1"/>
            </p:cNvGraphicFramePr>
            <p:nvPr/>
          </p:nvGraphicFramePr>
          <p:xfrm>
            <a:off x="3491880" y="836712"/>
            <a:ext cx="711200" cy="228600"/>
          </p:xfrm>
          <a:graphic>
            <a:graphicData uri="http://schemas.openxmlformats.org/presentationml/2006/ole">
              <mc:AlternateContent xmlns:mc="http://schemas.openxmlformats.org/markup-compatibility/2006">
                <mc:Choice xmlns:v="urn:schemas-microsoft-com:vml" Requires="v">
                  <p:oleObj spid="_x0000_s13325" name="Equation" r:id="rId4" imgW="17068800" imgH="5486400" progId="Equation.DSMT4">
                    <p:embed/>
                  </p:oleObj>
                </mc:Choice>
                <mc:Fallback>
                  <p:oleObj name="Equation" r:id="rId4" imgW="17068800" imgH="5486400" progId="Equation.DSMT4">
                    <p:embed/>
                    <p:pic>
                      <p:nvPicPr>
                        <p:cNvPr id="0" name="对象 4"/>
                        <p:cNvPicPr/>
                        <p:nvPr/>
                      </p:nvPicPr>
                      <p:blipFill>
                        <a:blip r:embed="rId5"/>
                        <a:stretch>
                          <a:fillRect/>
                        </a:stretch>
                      </p:blipFill>
                      <p:spPr>
                        <a:xfrm>
                          <a:off x="3491880" y="836712"/>
                          <a:ext cx="711200" cy="228600"/>
                        </a:xfrm>
                        <a:prstGeom prst="rect">
                          <a:avLst/>
                        </a:prstGeom>
                        <a:noFill/>
                        <a:ln>
                          <a:noFill/>
                          <a:prstDash val="sysDash"/>
                        </a:ln>
                      </p:spPr>
                    </p:pic>
                  </p:oleObj>
                </mc:Fallback>
              </mc:AlternateContent>
            </a:graphicData>
          </a:graphic>
        </p:graphicFrame>
      </p:grpSp>
      <p:sp>
        <p:nvSpPr>
          <p:cNvPr id="28" name="矩形 27"/>
          <p:cNvSpPr/>
          <p:nvPr/>
        </p:nvSpPr>
        <p:spPr>
          <a:xfrm>
            <a:off x="2843808" y="5580247"/>
            <a:ext cx="3336170" cy="646331"/>
          </a:xfrm>
          <a:prstGeom prst="rect">
            <a:avLst/>
          </a:prstGeom>
        </p:spPr>
        <p:txBody>
          <a:bodyPr wrap="none">
            <a:spAutoFit/>
          </a:bodyPr>
          <a:lstStyle/>
          <a:p>
            <a:pPr lvl="0" eaLnBrk="0" hangingPunct="0">
              <a:lnSpc>
                <a:spcPct val="150000"/>
              </a:lnSpc>
              <a:spcBef>
                <a:spcPct val="50000"/>
              </a:spcBef>
            </a:pPr>
            <a:r>
              <a:rPr lang="zh-CN" altLang="en-US" sz="2400" dirty="0">
                <a:solidFill>
                  <a:prstClr val="black"/>
                </a:solidFill>
                <a:latin typeface="微软雅黑" panose="020B0503020204020204" pitchFamily="34" charset="-122"/>
              </a:rPr>
              <a:t>也等于它</a:t>
            </a:r>
            <a:r>
              <a:rPr lang="zh-CN" altLang="en-US" sz="2400" dirty="0">
                <a:solidFill>
                  <a:srgbClr val="FF0000"/>
                </a:solidFill>
                <a:latin typeface="微软雅黑" panose="020B0503020204020204" pitchFamily="34" charset="-122"/>
              </a:rPr>
              <a:t>行向量组的秩</a:t>
            </a:r>
            <a:r>
              <a:rPr lang="en-US" altLang="zh-CN" sz="2400" dirty="0">
                <a:solidFill>
                  <a:prstClr val="black"/>
                </a:solidFill>
                <a:latin typeface="微软雅黑" panose="020B0503020204020204" pitchFamily="34" charset="-122"/>
              </a:rPr>
              <a:t>.</a:t>
            </a:r>
            <a:endParaRPr lang="zh-CN" altLang="en-US" sz="2400" dirty="0">
              <a:solidFill>
                <a:prstClr val="black"/>
              </a:solidFill>
              <a:latin typeface="微软雅黑" panose="020B0503020204020204" pitchFamily="34" charset="-122"/>
            </a:endParaRPr>
          </a:p>
        </p:txBody>
      </p:sp>
      <p:sp>
        <p:nvSpPr>
          <p:cNvPr id="16" name="直角三角形 1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直角三角形 17"/>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10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7515C8-87F5-4D19-83A4-CC665A2730CC}" type="datetime3">
              <a:rPr lang="zh-CN" altLang="en-US" smtClean="0"/>
            </a:fld>
            <a:endParaRPr lang="en-US" altLang="zh-CN"/>
          </a:p>
        </p:txBody>
      </p:sp>
      <p:sp>
        <p:nvSpPr>
          <p:cNvPr id="36867"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368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C0D16F-44BD-452E-AE82-F48718B2D556}" type="slidenum">
              <a:rPr lang="en-US" altLang="zh-CN"/>
            </a:fld>
            <a:endParaRPr lang="en-US" altLang="zh-CN"/>
          </a:p>
        </p:txBody>
      </p:sp>
      <p:sp>
        <p:nvSpPr>
          <p:cNvPr id="79874" name="Text Box 2"/>
          <p:cNvSpPr txBox="1">
            <a:spLocks noChangeArrowheads="1"/>
          </p:cNvSpPr>
          <p:nvPr/>
        </p:nvSpPr>
        <p:spPr bwMode="auto">
          <a:xfrm>
            <a:off x="468313" y="692150"/>
            <a:ext cx="7773987"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chemeClr val="tx2"/>
                </a:solidFill>
                <a:latin typeface="Times New Roman" panose="02020603050405020304" pitchFamily="18" charset="0"/>
                <a:ea typeface="楷体_GB2312" pitchFamily="49" charset="-122"/>
              </a:rPr>
              <a:t>注意：</a:t>
            </a:r>
            <a:endParaRPr lang="zh-CN" altLang="en-US" sz="2800" b="1" dirty="0">
              <a:solidFill>
                <a:schemeClr val="tx2"/>
              </a:solidFill>
              <a:latin typeface="Times New Roman" panose="02020603050405020304" pitchFamily="18" charset="0"/>
              <a:ea typeface="楷体_GB2312" pitchFamily="49" charset="-122"/>
            </a:endParaRPr>
          </a:p>
          <a:p>
            <a:pPr eaLnBrk="1" hangingPunct="1"/>
            <a:r>
              <a:rPr lang="en-US" altLang="zh-CN" sz="2800" b="1" dirty="0">
                <a:latin typeface="Times New Roman" panose="02020603050405020304" pitchFamily="18" charset="0"/>
                <a:ea typeface="楷体_GB2312" pitchFamily="49" charset="-122"/>
              </a:rPr>
              <a:t>n</a:t>
            </a:r>
            <a:r>
              <a:rPr lang="zh-CN" altLang="en-US" sz="2800" b="1" dirty="0">
                <a:latin typeface="Times New Roman" panose="02020603050405020304" pitchFamily="18" charset="0"/>
                <a:ea typeface="楷体_GB2312" pitchFamily="49" charset="-122"/>
              </a:rPr>
              <a:t>组向量</a:t>
            </a:r>
            <a:r>
              <a:rPr lang="zh-CN" altLang="en-US" sz="2800" b="1" dirty="0">
                <a:solidFill>
                  <a:srgbClr val="FF0000"/>
                </a:solidFill>
                <a:latin typeface="Times New Roman" panose="02020603050405020304" pitchFamily="18" charset="0"/>
                <a:ea typeface="楷体_GB2312" pitchFamily="49" charset="-122"/>
              </a:rPr>
              <a:t>按列的形式</a:t>
            </a:r>
            <a:r>
              <a:rPr lang="zh-CN" altLang="en-US" sz="2800" b="1" dirty="0">
                <a:latin typeface="Times New Roman" panose="02020603050405020304" pitchFamily="18" charset="0"/>
                <a:ea typeface="楷体_GB2312" pitchFamily="49" charset="-122"/>
              </a:rPr>
              <a:t>组成一个矩阵，对这个矩阵</a:t>
            </a:r>
            <a:endParaRPr lang="zh-CN" altLang="en-US" sz="2800" b="1" dirty="0">
              <a:latin typeface="Times New Roman" panose="02020603050405020304" pitchFamily="18" charset="0"/>
              <a:ea typeface="楷体_GB2312" pitchFamily="49" charset="-122"/>
            </a:endParaRPr>
          </a:p>
          <a:p>
            <a:pPr eaLnBrk="1" hangingPunct="1"/>
            <a:r>
              <a:rPr lang="zh-CN" altLang="en-US" sz="2800" b="1" dirty="0">
                <a:solidFill>
                  <a:srgbClr val="FF0000"/>
                </a:solidFill>
                <a:latin typeface="Times New Roman" panose="02020603050405020304" pitchFamily="18" charset="0"/>
                <a:ea typeface="楷体_GB2312" pitchFamily="49" charset="-122"/>
              </a:rPr>
              <a:t>进行初等行变换</a:t>
            </a:r>
            <a:r>
              <a:rPr lang="en-US" altLang="zh-CN" sz="2800" b="1" dirty="0">
                <a:latin typeface="Times New Roman" panose="02020603050405020304" pitchFamily="18" charset="0"/>
                <a:ea typeface="楷体_GB2312" pitchFamily="49" charset="-122"/>
              </a:rPr>
              <a:t>,</a:t>
            </a:r>
            <a:r>
              <a:rPr lang="zh-CN" altLang="en-US" sz="2800" b="1" dirty="0">
                <a:latin typeface="Times New Roman" panose="02020603050405020304" pitchFamily="18" charset="0"/>
                <a:ea typeface="楷体_GB2312" pitchFamily="49" charset="-122"/>
              </a:rPr>
              <a:t>得到一个新的矩阵，则新矩阵与</a:t>
            </a:r>
            <a:endParaRPr lang="zh-CN" altLang="en-US" sz="2800" b="1" dirty="0">
              <a:latin typeface="Times New Roman" panose="02020603050405020304" pitchFamily="18" charset="0"/>
              <a:ea typeface="楷体_GB2312" pitchFamily="49" charset="-122"/>
            </a:endParaRPr>
          </a:p>
          <a:p>
            <a:pPr eaLnBrk="1" hangingPunct="1"/>
            <a:r>
              <a:rPr lang="zh-CN" altLang="en-US" sz="2800" b="1" dirty="0">
                <a:latin typeface="Times New Roman" panose="02020603050405020304" pitchFamily="18" charset="0"/>
                <a:ea typeface="楷体_GB2312" pitchFamily="49" charset="-122"/>
              </a:rPr>
              <a:t>原矩阵的秩相同，并且新矩阵的</a:t>
            </a:r>
            <a:r>
              <a:rPr lang="en-US" altLang="zh-CN" sz="2800" b="1" dirty="0">
                <a:latin typeface="Times New Roman" panose="02020603050405020304" pitchFamily="18" charset="0"/>
                <a:ea typeface="楷体_GB2312" pitchFamily="49" charset="-122"/>
              </a:rPr>
              <a:t>n</a:t>
            </a:r>
            <a:r>
              <a:rPr lang="zh-CN" altLang="en-US" sz="2800" b="1" dirty="0">
                <a:latin typeface="Times New Roman" panose="02020603050405020304" pitchFamily="18" charset="0"/>
                <a:ea typeface="楷体_GB2312" pitchFamily="49" charset="-122"/>
              </a:rPr>
              <a:t>组列向量与</a:t>
            </a:r>
            <a:endParaRPr lang="zh-CN" altLang="en-US" sz="2800" b="1" dirty="0">
              <a:latin typeface="Times New Roman" panose="02020603050405020304" pitchFamily="18" charset="0"/>
              <a:ea typeface="楷体_GB2312" pitchFamily="49" charset="-122"/>
            </a:endParaRPr>
          </a:p>
          <a:p>
            <a:pPr eaLnBrk="1" hangingPunct="1"/>
            <a:r>
              <a:rPr lang="zh-CN" altLang="en-US" sz="2800" b="1" dirty="0">
                <a:latin typeface="Times New Roman" panose="02020603050405020304" pitchFamily="18" charset="0"/>
                <a:ea typeface="楷体_GB2312" pitchFamily="49" charset="-122"/>
              </a:rPr>
              <a:t>原矩阵的</a:t>
            </a:r>
            <a:r>
              <a:rPr lang="en-US" altLang="zh-CN" sz="2800" b="1" dirty="0">
                <a:latin typeface="Times New Roman" panose="02020603050405020304" pitchFamily="18" charset="0"/>
                <a:ea typeface="楷体_GB2312" pitchFamily="49" charset="-122"/>
              </a:rPr>
              <a:t>n</a:t>
            </a:r>
            <a:r>
              <a:rPr lang="zh-CN" altLang="en-US" sz="2800" b="1" dirty="0">
                <a:latin typeface="Times New Roman" panose="02020603050405020304" pitchFamily="18" charset="0"/>
                <a:ea typeface="楷体_GB2312" pitchFamily="49" charset="-122"/>
              </a:rPr>
              <a:t>组列向量</a:t>
            </a:r>
            <a:r>
              <a:rPr lang="zh-CN" altLang="en-US" sz="2800" b="1" dirty="0">
                <a:solidFill>
                  <a:srgbClr val="FF0000"/>
                </a:solidFill>
                <a:latin typeface="Times New Roman" panose="02020603050405020304" pitchFamily="18" charset="0"/>
                <a:ea typeface="楷体_GB2312" pitchFamily="49" charset="-122"/>
              </a:rPr>
              <a:t>具有相同的线性关系</a:t>
            </a:r>
            <a:r>
              <a:rPr lang="zh-CN" altLang="en-US" sz="2800" b="1" dirty="0">
                <a:latin typeface="Times New Roman" panose="02020603050405020304" pitchFamily="18" charset="0"/>
                <a:ea typeface="楷体_GB2312" pitchFamily="49" charset="-122"/>
              </a:rPr>
              <a:t>。</a:t>
            </a:r>
            <a:endParaRPr lang="zh-CN" altLang="en-US" sz="2800" b="1" dirty="0">
              <a:latin typeface="Times New Roman" panose="02020603050405020304" pitchFamily="18" charset="0"/>
              <a:ea typeface="楷体_GB2312"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anim calcmode="lin" valueType="num">
                                      <p:cBhvr additive="base">
                                        <p:cTn id="7" dur="500" fill="hold"/>
                                        <p:tgtEl>
                                          <p:spTgt spid="79874"/>
                                        </p:tgtEl>
                                        <p:attrNameLst>
                                          <p:attrName>ppt_x</p:attrName>
                                        </p:attrNameLst>
                                      </p:cBhvr>
                                      <p:tavLst>
                                        <p:tav tm="0">
                                          <p:val>
                                            <p:strVal val="0-#ppt_w/2"/>
                                          </p:val>
                                        </p:tav>
                                        <p:tav tm="100000">
                                          <p:val>
                                            <p:strVal val="#ppt_x"/>
                                          </p:val>
                                        </p:tav>
                                      </p:tavLst>
                                    </p:anim>
                                    <p:anim calcmode="lin" valueType="num">
                                      <p:cBhvr additive="base">
                                        <p:cTn id="8" dur="500" fill="hold"/>
                                        <p:tgtEl>
                                          <p:spTgt spid="798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611560" y="944120"/>
            <a:ext cx="8280920" cy="53265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zh-CN" altLang="en-US" sz="2400" b="1" dirty="0"/>
              <a:t>例</a:t>
            </a:r>
            <a:r>
              <a:rPr lang="en-US" altLang="zh-CN" sz="2400" b="1" dirty="0"/>
              <a:t>4</a:t>
            </a:r>
            <a:r>
              <a:rPr lang="en-US" altLang="zh-CN" sz="2400" dirty="0"/>
              <a:t>   </a:t>
            </a:r>
            <a:r>
              <a:rPr lang="zh-CN" altLang="en-US" sz="2400" dirty="0"/>
              <a:t>讨论向量组</a:t>
            </a:r>
            <a:endParaRPr lang="zh-CN" altLang="en-US" sz="2400" dirty="0"/>
          </a:p>
        </p:txBody>
      </p:sp>
      <p:sp>
        <p:nvSpPr>
          <p:cNvPr id="5" name="矩形 4"/>
          <p:cNvSpPr/>
          <p:nvPr/>
        </p:nvSpPr>
        <p:spPr>
          <a:xfrm>
            <a:off x="611560" y="1575605"/>
            <a:ext cx="2143536" cy="461665"/>
          </a:xfrm>
          <a:prstGeom prst="rect">
            <a:avLst/>
          </a:prstGeom>
        </p:spPr>
        <p:txBody>
          <a:bodyPr wrap="none">
            <a:spAutoFit/>
          </a:bodyPr>
          <a:lstStyle/>
          <a:p>
            <a:pPr lvl="0"/>
            <a:r>
              <a:rPr lang="zh-CN" altLang="en-US" sz="2400" dirty="0">
                <a:solidFill>
                  <a:prstClr val="black"/>
                </a:solidFill>
              </a:rPr>
              <a:t>的线性相关性</a:t>
            </a:r>
            <a:r>
              <a:rPr lang="en-US" altLang="zh-CN" sz="2400" dirty="0">
                <a:solidFill>
                  <a:prstClr val="black"/>
                </a:solidFill>
              </a:rPr>
              <a:t>.</a:t>
            </a:r>
            <a:endParaRPr lang="zh-CN" altLang="en-US" sz="2400" dirty="0">
              <a:solidFill>
                <a:prstClr val="black"/>
              </a:solidFill>
            </a:endParaRPr>
          </a:p>
        </p:txBody>
      </p:sp>
      <p:graphicFrame>
        <p:nvGraphicFramePr>
          <p:cNvPr id="6" name="对象 5"/>
          <p:cNvGraphicFramePr>
            <a:graphicFrameLocks noChangeAspect="1"/>
          </p:cNvGraphicFramePr>
          <p:nvPr/>
        </p:nvGraphicFramePr>
        <p:xfrm>
          <a:off x="3131840" y="956192"/>
          <a:ext cx="5054600" cy="469900"/>
        </p:xfrm>
        <a:graphic>
          <a:graphicData uri="http://schemas.openxmlformats.org/presentationml/2006/ole">
            <mc:AlternateContent xmlns:mc="http://schemas.openxmlformats.org/markup-compatibility/2006">
              <mc:Choice xmlns:v="urn:schemas-microsoft-com:vml" Requires="v">
                <p:oleObj spid="_x0000_s14371" name="Equation" r:id="rId1" imgW="121310400" imgH="11277600" progId="Equation.DSMT4">
                  <p:embed/>
                </p:oleObj>
              </mc:Choice>
              <mc:Fallback>
                <p:oleObj name="Equation" r:id="rId1" imgW="121310400" imgH="11277600" progId="Equation.DSMT4">
                  <p:embed/>
                  <p:pic>
                    <p:nvPicPr>
                      <p:cNvPr id="0" name="对象 5"/>
                      <p:cNvPicPr/>
                      <p:nvPr/>
                    </p:nvPicPr>
                    <p:blipFill>
                      <a:blip r:embed="rId2"/>
                      <a:stretch>
                        <a:fillRect/>
                      </a:stretch>
                    </p:blipFill>
                    <p:spPr>
                      <a:xfrm>
                        <a:off x="3131840" y="956192"/>
                        <a:ext cx="5054600" cy="469900"/>
                      </a:xfrm>
                      <a:prstGeom prst="rect">
                        <a:avLst/>
                      </a:prstGeom>
                      <a:noFill/>
                      <a:ln>
                        <a:noFill/>
                        <a:prstDash val="sysDash"/>
                      </a:ln>
                    </p:spPr>
                  </p:pic>
                </p:oleObj>
              </mc:Fallback>
            </mc:AlternateContent>
          </a:graphicData>
        </a:graphic>
      </p:graphicFrame>
      <p:grpSp>
        <p:nvGrpSpPr>
          <p:cNvPr id="26" name="组合 25"/>
          <p:cNvGrpSpPr/>
          <p:nvPr/>
        </p:nvGrpSpPr>
        <p:grpSpPr>
          <a:xfrm>
            <a:off x="611560" y="2250527"/>
            <a:ext cx="6784527" cy="479870"/>
            <a:chOff x="611560" y="2250527"/>
            <a:chExt cx="6784527" cy="479870"/>
          </a:xfrm>
        </p:grpSpPr>
        <p:sp>
          <p:nvSpPr>
            <p:cNvPr id="7" name="Text Box 6"/>
            <p:cNvSpPr txBox="1">
              <a:spLocks noChangeArrowheads="1"/>
            </p:cNvSpPr>
            <p:nvPr/>
          </p:nvSpPr>
          <p:spPr bwMode="auto">
            <a:xfrm>
              <a:off x="611560" y="2266551"/>
              <a:ext cx="6784527"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b="1" dirty="0">
                  <a:solidFill>
                    <a:srgbClr val="0000FF"/>
                  </a:solidFill>
                  <a:latin typeface="Arial" panose="020B0604020202020204" pitchFamily="34" charset="0"/>
                </a:rPr>
                <a:t>另一解法</a:t>
              </a:r>
              <a:r>
                <a:rPr kumimoji="0" lang="zh-CN" altLang="en-US" sz="2400" b="1" dirty="0">
                  <a:latin typeface="Arial" panose="020B0604020202020204" pitchFamily="34" charset="0"/>
                </a:rPr>
                <a:t> </a:t>
              </a:r>
              <a:r>
                <a:rPr kumimoji="0" lang="zh-CN" altLang="en-US" sz="2400" dirty="0">
                  <a:latin typeface="Arial" panose="020B0604020202020204" pitchFamily="34" charset="0"/>
                </a:rPr>
                <a:t>  把向量组                    按</a:t>
              </a:r>
              <a:r>
                <a:rPr kumimoji="0" lang="zh-CN" altLang="en-US" sz="2400" dirty="0">
                  <a:solidFill>
                    <a:srgbClr val="FF0000"/>
                  </a:solidFill>
                  <a:latin typeface="Arial" panose="020B0604020202020204" pitchFamily="34" charset="0"/>
                </a:rPr>
                <a:t>列</a:t>
              </a:r>
              <a:r>
                <a:rPr kumimoji="0" lang="zh-CN" altLang="en-US" sz="2400" dirty="0">
                  <a:latin typeface="Arial" panose="020B0604020202020204" pitchFamily="34" charset="0"/>
                </a:rPr>
                <a:t>排成矩阵    </a:t>
              </a:r>
              <a:endParaRPr kumimoji="0" lang="zh-CN" altLang="en-US" sz="2400" dirty="0">
                <a:latin typeface="Arial" panose="020B0604020202020204" pitchFamily="34" charset="0"/>
              </a:endParaRPr>
            </a:p>
          </p:txBody>
        </p:sp>
        <p:graphicFrame>
          <p:nvGraphicFramePr>
            <p:cNvPr id="8" name="对象 7"/>
            <p:cNvGraphicFramePr>
              <a:graphicFrameLocks noChangeAspect="1"/>
            </p:cNvGraphicFramePr>
            <p:nvPr/>
          </p:nvGraphicFramePr>
          <p:xfrm>
            <a:off x="3491880" y="2250527"/>
            <a:ext cx="1447800" cy="444500"/>
          </p:xfrm>
          <a:graphic>
            <a:graphicData uri="http://schemas.openxmlformats.org/presentationml/2006/ole">
              <mc:AlternateContent xmlns:mc="http://schemas.openxmlformats.org/markup-compatibility/2006">
                <mc:Choice xmlns:v="urn:schemas-microsoft-com:vml" Requires="v">
                  <p:oleObj spid="_x0000_s14372" name="Equation" r:id="rId3" imgW="34747200" imgH="10668000" progId="Equation.DSMT4">
                    <p:embed/>
                  </p:oleObj>
                </mc:Choice>
                <mc:Fallback>
                  <p:oleObj name="Equation" r:id="rId3" imgW="34747200" imgH="10668000" progId="Equation.DSMT4">
                    <p:embed/>
                    <p:pic>
                      <p:nvPicPr>
                        <p:cNvPr id="0" name="对象 16"/>
                        <p:cNvPicPr/>
                        <p:nvPr/>
                      </p:nvPicPr>
                      <p:blipFill>
                        <a:blip r:embed="rId4"/>
                        <a:stretch>
                          <a:fillRect/>
                        </a:stretch>
                      </p:blipFill>
                      <p:spPr>
                        <a:xfrm>
                          <a:off x="3491880" y="2250527"/>
                          <a:ext cx="1447800" cy="444500"/>
                        </a:xfrm>
                        <a:prstGeom prst="rect">
                          <a:avLst/>
                        </a:prstGeom>
                        <a:noFill/>
                        <a:ln>
                          <a:noFill/>
                          <a:prstDash val="sysDash"/>
                        </a:ln>
                      </p:spPr>
                    </p:pic>
                  </p:oleObj>
                </mc:Fallback>
              </mc:AlternateContent>
            </a:graphicData>
          </a:graphic>
        </p:graphicFrame>
      </p:grpSp>
      <p:graphicFrame>
        <p:nvGraphicFramePr>
          <p:cNvPr id="9" name="对象 8"/>
          <p:cNvGraphicFramePr>
            <a:graphicFrameLocks noChangeAspect="1"/>
          </p:cNvGraphicFramePr>
          <p:nvPr/>
        </p:nvGraphicFramePr>
        <p:xfrm>
          <a:off x="793320" y="3140968"/>
          <a:ext cx="1955800" cy="1435100"/>
        </p:xfrm>
        <a:graphic>
          <a:graphicData uri="http://schemas.openxmlformats.org/presentationml/2006/ole">
            <mc:AlternateContent xmlns:mc="http://schemas.openxmlformats.org/markup-compatibility/2006">
              <mc:Choice xmlns:v="urn:schemas-microsoft-com:vml" Requires="v">
                <p:oleObj spid="_x0000_s14373" name="Equation" r:id="rId5" imgW="46939200" imgH="34442400" progId="Equation.DSMT4">
                  <p:embed/>
                </p:oleObj>
              </mc:Choice>
              <mc:Fallback>
                <p:oleObj name="Equation" r:id="rId5" imgW="46939200" imgH="34442400" progId="Equation.DSMT4">
                  <p:embed/>
                  <p:pic>
                    <p:nvPicPr>
                      <p:cNvPr id="0" name="对象 7"/>
                      <p:cNvPicPr/>
                      <p:nvPr/>
                    </p:nvPicPr>
                    <p:blipFill>
                      <a:blip r:embed="rId6"/>
                      <a:stretch>
                        <a:fillRect/>
                      </a:stretch>
                    </p:blipFill>
                    <p:spPr>
                      <a:xfrm>
                        <a:off x="793320" y="3140968"/>
                        <a:ext cx="1955800" cy="1435100"/>
                      </a:xfrm>
                      <a:prstGeom prst="rect">
                        <a:avLst/>
                      </a:prstGeom>
                      <a:noFill/>
                      <a:ln>
                        <a:noFill/>
                        <a:prstDash val="sysDash"/>
                      </a:ln>
                    </p:spPr>
                  </p:pic>
                </p:oleObj>
              </mc:Fallback>
            </mc:AlternateContent>
          </a:graphicData>
        </a:graphic>
      </p:graphicFrame>
      <p:sp>
        <p:nvSpPr>
          <p:cNvPr id="10" name="Line 24"/>
          <p:cNvSpPr>
            <a:spLocks noChangeShapeType="1"/>
          </p:cNvSpPr>
          <p:nvPr/>
        </p:nvSpPr>
        <p:spPr bwMode="auto">
          <a:xfrm>
            <a:off x="2774011" y="3808934"/>
            <a:ext cx="108108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11" name="Object 26"/>
          <p:cNvGraphicFramePr>
            <a:graphicFrameLocks noChangeAspect="1"/>
          </p:cNvGraphicFramePr>
          <p:nvPr/>
        </p:nvGraphicFramePr>
        <p:xfrm>
          <a:off x="2865438" y="3354388"/>
          <a:ext cx="733425" cy="454025"/>
        </p:xfrm>
        <a:graphic>
          <a:graphicData uri="http://schemas.openxmlformats.org/presentationml/2006/ole">
            <mc:AlternateContent xmlns:mc="http://schemas.openxmlformats.org/markup-compatibility/2006">
              <mc:Choice xmlns:v="urn:schemas-microsoft-com:vml" Requires="v">
                <p:oleObj spid="_x0000_s14374" name="Equation" r:id="rId7" imgW="8839200" imgH="5486400" progId="Equation.DSMT4">
                  <p:embed/>
                </p:oleObj>
              </mc:Choice>
              <mc:Fallback>
                <p:oleObj name="Equation" r:id="rId7" imgW="8839200" imgH="5486400" progId="Equation.DSMT4">
                  <p:embed/>
                  <p:pic>
                    <p:nvPicPr>
                      <p:cNvPr id="0" name="Object 26"/>
                      <p:cNvPicPr>
                        <a:picLocks noChangeAspect="1" noChangeArrowheads="1"/>
                      </p:cNvPicPr>
                      <p:nvPr/>
                    </p:nvPicPr>
                    <p:blipFill>
                      <a:blip r:embed="rId8"/>
                      <a:srcRect/>
                      <a:stretch>
                        <a:fillRect/>
                      </a:stretch>
                    </p:blipFill>
                    <p:spPr bwMode="auto">
                      <a:xfrm>
                        <a:off x="2865438" y="3354388"/>
                        <a:ext cx="7334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6"/>
          <p:cNvGraphicFramePr>
            <a:graphicFrameLocks noChangeAspect="1"/>
          </p:cNvGraphicFramePr>
          <p:nvPr/>
        </p:nvGraphicFramePr>
        <p:xfrm>
          <a:off x="2865437" y="3782604"/>
          <a:ext cx="733425" cy="454025"/>
        </p:xfrm>
        <a:graphic>
          <a:graphicData uri="http://schemas.openxmlformats.org/presentationml/2006/ole">
            <mc:AlternateContent xmlns:mc="http://schemas.openxmlformats.org/markup-compatibility/2006">
              <mc:Choice xmlns:v="urn:schemas-microsoft-com:vml" Requires="v">
                <p:oleObj spid="_x0000_s14375" name="Equation" r:id="rId9" imgW="8839200" imgH="5486400" progId="Equation.DSMT4">
                  <p:embed/>
                </p:oleObj>
              </mc:Choice>
              <mc:Fallback>
                <p:oleObj name="Equation" r:id="rId9" imgW="8839200" imgH="5486400" progId="Equation.DSMT4">
                  <p:embed/>
                  <p:pic>
                    <p:nvPicPr>
                      <p:cNvPr id="0" name="Object 26"/>
                      <p:cNvPicPr>
                        <a:picLocks noChangeAspect="1" noChangeArrowheads="1"/>
                      </p:cNvPicPr>
                      <p:nvPr/>
                    </p:nvPicPr>
                    <p:blipFill>
                      <a:blip r:embed="rId10"/>
                      <a:srcRect/>
                      <a:stretch>
                        <a:fillRect/>
                      </a:stretch>
                    </p:blipFill>
                    <p:spPr bwMode="auto">
                      <a:xfrm>
                        <a:off x="2865437" y="3782604"/>
                        <a:ext cx="7334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Line 24"/>
          <p:cNvSpPr>
            <a:spLocks noChangeShapeType="1"/>
          </p:cNvSpPr>
          <p:nvPr/>
        </p:nvSpPr>
        <p:spPr bwMode="auto">
          <a:xfrm>
            <a:off x="5418354" y="3808413"/>
            <a:ext cx="108108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16" name="对象 15"/>
          <p:cNvGraphicFramePr>
            <a:graphicFrameLocks noChangeAspect="1"/>
          </p:cNvGraphicFramePr>
          <p:nvPr/>
        </p:nvGraphicFramePr>
        <p:xfrm>
          <a:off x="6499442" y="3140968"/>
          <a:ext cx="1460500" cy="1435100"/>
        </p:xfrm>
        <a:graphic>
          <a:graphicData uri="http://schemas.openxmlformats.org/presentationml/2006/ole">
            <mc:AlternateContent xmlns:mc="http://schemas.openxmlformats.org/markup-compatibility/2006">
              <mc:Choice xmlns:v="urn:schemas-microsoft-com:vml" Requires="v">
                <p:oleObj spid="_x0000_s14376" name="Equation" r:id="rId11" imgW="35052000" imgH="34442400" progId="Equation.DSMT4">
                  <p:embed/>
                </p:oleObj>
              </mc:Choice>
              <mc:Fallback>
                <p:oleObj name="Equation" r:id="rId11" imgW="35052000" imgH="34442400" progId="Equation.DSMT4">
                  <p:embed/>
                  <p:pic>
                    <p:nvPicPr>
                      <p:cNvPr id="0" name="对象 12"/>
                      <p:cNvPicPr/>
                      <p:nvPr/>
                    </p:nvPicPr>
                    <p:blipFill>
                      <a:blip r:embed="rId12"/>
                      <a:stretch>
                        <a:fillRect/>
                      </a:stretch>
                    </p:blipFill>
                    <p:spPr>
                      <a:xfrm>
                        <a:off x="6499442" y="3140968"/>
                        <a:ext cx="1460500" cy="1435100"/>
                      </a:xfrm>
                      <a:prstGeom prst="rect">
                        <a:avLst/>
                      </a:prstGeom>
                      <a:noFill/>
                      <a:ln>
                        <a:noFill/>
                        <a:prstDash val="sysDash"/>
                      </a:ln>
                    </p:spPr>
                  </p:pic>
                </p:oleObj>
              </mc:Fallback>
            </mc:AlternateContent>
          </a:graphicData>
        </a:graphic>
      </p:graphicFrame>
      <p:sp>
        <p:nvSpPr>
          <p:cNvPr id="17" name="Text Box 37"/>
          <p:cNvSpPr txBox="1">
            <a:spLocks noChangeArrowheads="1"/>
          </p:cNvSpPr>
          <p:nvPr/>
        </p:nvSpPr>
        <p:spPr bwMode="auto">
          <a:xfrm>
            <a:off x="6547078" y="4725144"/>
            <a:ext cx="1412864"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solidFill>
                  <a:schemeClr val="bg1"/>
                </a:solidFill>
                <a:latin typeface="Arial" panose="020B0604020202020204" pitchFamily="34" charset="0"/>
              </a:rPr>
              <a:t>行阶梯形</a:t>
            </a:r>
            <a:endParaRPr kumimoji="0" lang="en-US" altLang="zh-CN" sz="2400" dirty="0">
              <a:solidFill>
                <a:schemeClr val="bg1"/>
              </a:solidFill>
              <a:latin typeface="Arial" panose="020B0604020202020204" pitchFamily="34" charset="0"/>
            </a:endParaRPr>
          </a:p>
        </p:txBody>
      </p:sp>
      <p:grpSp>
        <p:nvGrpSpPr>
          <p:cNvPr id="18" name="组合 17"/>
          <p:cNvGrpSpPr/>
          <p:nvPr/>
        </p:nvGrpSpPr>
        <p:grpSpPr>
          <a:xfrm>
            <a:off x="663250" y="5320901"/>
            <a:ext cx="2654419" cy="461665"/>
            <a:chOff x="611560" y="4734457"/>
            <a:chExt cx="2654419" cy="461665"/>
          </a:xfrm>
        </p:grpSpPr>
        <p:sp>
          <p:nvSpPr>
            <p:cNvPr id="19" name="矩形 18"/>
            <p:cNvSpPr/>
            <p:nvPr/>
          </p:nvSpPr>
          <p:spPr>
            <a:xfrm>
              <a:off x="611560" y="4734457"/>
              <a:ext cx="800219" cy="461665"/>
            </a:xfrm>
            <a:prstGeom prst="rect">
              <a:avLst/>
            </a:prstGeom>
          </p:spPr>
          <p:txBody>
            <a:bodyPr wrap="none">
              <a:spAutoFit/>
            </a:bodyPr>
            <a:lstStyle/>
            <a:p>
              <a:r>
                <a:rPr lang="zh-CN" altLang="en-US" sz="2400" dirty="0">
                  <a:solidFill>
                    <a:prstClr val="black"/>
                  </a:solidFill>
                  <a:latin typeface="Arial" panose="020B0604020202020204" pitchFamily="34" charset="0"/>
                </a:rPr>
                <a:t>所以</a:t>
              </a:r>
              <a:endParaRPr lang="zh-CN" altLang="en-US" dirty="0"/>
            </a:p>
          </p:txBody>
        </p:sp>
        <p:graphicFrame>
          <p:nvGraphicFramePr>
            <p:cNvPr id="20" name="对象 19"/>
            <p:cNvGraphicFramePr>
              <a:graphicFrameLocks noChangeAspect="1"/>
            </p:cNvGraphicFramePr>
            <p:nvPr/>
          </p:nvGraphicFramePr>
          <p:xfrm>
            <a:off x="1411779" y="4751622"/>
            <a:ext cx="1854200" cy="444500"/>
          </p:xfrm>
          <a:graphic>
            <a:graphicData uri="http://schemas.openxmlformats.org/presentationml/2006/ole">
              <mc:AlternateContent xmlns:mc="http://schemas.openxmlformats.org/markup-compatibility/2006">
                <mc:Choice xmlns:v="urn:schemas-microsoft-com:vml" Requires="v">
                  <p:oleObj spid="_x0000_s14377" name="Equation" r:id="rId13" imgW="44500800" imgH="10668000" progId="Equation.DSMT4">
                    <p:embed/>
                  </p:oleObj>
                </mc:Choice>
                <mc:Fallback>
                  <p:oleObj name="Equation" r:id="rId13" imgW="44500800" imgH="10668000" progId="Equation.DSMT4">
                    <p:embed/>
                    <p:pic>
                      <p:nvPicPr>
                        <p:cNvPr id="0" name="对象 16"/>
                        <p:cNvPicPr/>
                        <p:nvPr/>
                      </p:nvPicPr>
                      <p:blipFill>
                        <a:blip r:embed="rId14"/>
                        <a:stretch>
                          <a:fillRect/>
                        </a:stretch>
                      </p:blipFill>
                      <p:spPr>
                        <a:xfrm>
                          <a:off x="1411779" y="4751622"/>
                          <a:ext cx="1854200" cy="444500"/>
                        </a:xfrm>
                        <a:prstGeom prst="rect">
                          <a:avLst/>
                        </a:prstGeom>
                        <a:noFill/>
                        <a:ln>
                          <a:noFill/>
                          <a:prstDash val="sysDash"/>
                        </a:ln>
                      </p:spPr>
                    </p:pic>
                  </p:oleObj>
                </mc:Fallback>
              </mc:AlternateContent>
            </a:graphicData>
          </a:graphic>
        </p:graphicFrame>
      </p:grpSp>
      <p:graphicFrame>
        <p:nvGraphicFramePr>
          <p:cNvPr id="21" name="对象 20"/>
          <p:cNvGraphicFramePr>
            <a:graphicFrameLocks noChangeAspect="1"/>
          </p:cNvGraphicFramePr>
          <p:nvPr/>
        </p:nvGraphicFramePr>
        <p:xfrm>
          <a:off x="3362424" y="5454681"/>
          <a:ext cx="508000" cy="304800"/>
        </p:xfrm>
        <a:graphic>
          <a:graphicData uri="http://schemas.openxmlformats.org/presentationml/2006/ole">
            <mc:AlternateContent xmlns:mc="http://schemas.openxmlformats.org/markup-compatibility/2006">
              <mc:Choice xmlns:v="urn:schemas-microsoft-com:vml" Requires="v">
                <p:oleObj spid="_x0000_s14378" name="Equation" r:id="rId15" imgW="12192000" imgH="7315200" progId="Equation.DSMT4">
                  <p:embed/>
                </p:oleObj>
              </mc:Choice>
              <mc:Fallback>
                <p:oleObj name="Equation" r:id="rId15" imgW="12192000" imgH="7315200" progId="Equation.DSMT4">
                  <p:embed/>
                  <p:pic>
                    <p:nvPicPr>
                      <p:cNvPr id="0" name="对象 19"/>
                      <p:cNvPicPr/>
                      <p:nvPr/>
                    </p:nvPicPr>
                    <p:blipFill>
                      <a:blip r:embed="rId16"/>
                      <a:stretch>
                        <a:fillRect/>
                      </a:stretch>
                    </p:blipFill>
                    <p:spPr>
                      <a:xfrm>
                        <a:off x="3362424" y="5454681"/>
                        <a:ext cx="508000" cy="304800"/>
                      </a:xfrm>
                      <a:prstGeom prst="rect">
                        <a:avLst/>
                      </a:prstGeom>
                      <a:noFill/>
                      <a:ln>
                        <a:noFill/>
                        <a:prstDash val="sysDash"/>
                      </a:ln>
                    </p:spPr>
                  </p:pic>
                </p:oleObj>
              </mc:Fallback>
            </mc:AlternateContent>
          </a:graphicData>
        </a:graphic>
      </p:graphicFrame>
      <p:grpSp>
        <p:nvGrpSpPr>
          <p:cNvPr id="23" name="组合 22"/>
          <p:cNvGrpSpPr/>
          <p:nvPr/>
        </p:nvGrpSpPr>
        <p:grpSpPr>
          <a:xfrm>
            <a:off x="3908417" y="5338066"/>
            <a:ext cx="4038285" cy="461665"/>
            <a:chOff x="611560" y="4734457"/>
            <a:chExt cx="4038285" cy="461665"/>
          </a:xfrm>
        </p:grpSpPr>
        <p:sp>
          <p:nvSpPr>
            <p:cNvPr id="24" name="矩形 23"/>
            <p:cNvSpPr/>
            <p:nvPr/>
          </p:nvSpPr>
          <p:spPr>
            <a:xfrm>
              <a:off x="611560" y="4734457"/>
              <a:ext cx="4038285" cy="461665"/>
            </a:xfrm>
            <a:prstGeom prst="rect">
              <a:avLst/>
            </a:prstGeom>
          </p:spPr>
          <p:txBody>
            <a:bodyPr wrap="none">
              <a:spAutoFit/>
            </a:bodyPr>
            <a:lstStyle/>
            <a:p>
              <a:r>
                <a:rPr lang="zh-CN" altLang="en-US" sz="2400" dirty="0">
                  <a:solidFill>
                    <a:prstClr val="black"/>
                  </a:solidFill>
                  <a:latin typeface="Arial" panose="020B0604020202020204" pitchFamily="34" charset="0"/>
                </a:rPr>
                <a:t>向量组                   线性无关</a:t>
              </a:r>
              <a:r>
                <a:rPr lang="en-US" altLang="zh-CN" sz="2400" dirty="0">
                  <a:solidFill>
                    <a:prstClr val="black"/>
                  </a:solidFill>
                  <a:latin typeface="Arial" panose="020B0604020202020204" pitchFamily="34" charset="0"/>
                </a:rPr>
                <a:t>.</a:t>
              </a:r>
              <a:endParaRPr lang="zh-CN" altLang="en-US" dirty="0"/>
            </a:p>
          </p:txBody>
        </p:sp>
        <p:graphicFrame>
          <p:nvGraphicFramePr>
            <p:cNvPr id="25" name="对象 24"/>
            <p:cNvGraphicFramePr>
              <a:graphicFrameLocks noChangeAspect="1"/>
            </p:cNvGraphicFramePr>
            <p:nvPr/>
          </p:nvGraphicFramePr>
          <p:xfrm>
            <a:off x="1623447" y="4734457"/>
            <a:ext cx="1447800" cy="444500"/>
          </p:xfrm>
          <a:graphic>
            <a:graphicData uri="http://schemas.openxmlformats.org/presentationml/2006/ole">
              <mc:AlternateContent xmlns:mc="http://schemas.openxmlformats.org/markup-compatibility/2006">
                <mc:Choice xmlns:v="urn:schemas-microsoft-com:vml" Requires="v">
                  <p:oleObj spid="_x0000_s14379" name="Equation" r:id="rId17" imgW="34747200" imgH="10668000" progId="Equation.DSMT4">
                    <p:embed/>
                  </p:oleObj>
                </mc:Choice>
                <mc:Fallback>
                  <p:oleObj name="Equation" r:id="rId17" imgW="34747200" imgH="10668000" progId="Equation.DSMT4">
                    <p:embed/>
                    <p:pic>
                      <p:nvPicPr>
                        <p:cNvPr id="0" name="对象 16"/>
                        <p:cNvPicPr/>
                        <p:nvPr/>
                      </p:nvPicPr>
                      <p:blipFill>
                        <a:blip r:embed="rId4"/>
                        <a:stretch>
                          <a:fillRect/>
                        </a:stretch>
                      </p:blipFill>
                      <p:spPr>
                        <a:xfrm>
                          <a:off x="1623447" y="4734457"/>
                          <a:ext cx="1447800" cy="444500"/>
                        </a:xfrm>
                        <a:prstGeom prst="rect">
                          <a:avLst/>
                        </a:prstGeom>
                        <a:noFill/>
                        <a:ln>
                          <a:noFill/>
                          <a:prstDash val="sysDash"/>
                        </a:ln>
                      </p:spPr>
                    </p:pic>
                  </p:oleObj>
                </mc:Fallback>
              </mc:AlternateContent>
            </a:graphicData>
          </a:graphic>
        </p:graphicFrame>
      </p:grpSp>
      <p:sp>
        <p:nvSpPr>
          <p:cNvPr id="27" name="直角三角形 26"/>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8" name="直角三角形 27"/>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aphicFrame>
        <p:nvGraphicFramePr>
          <p:cNvPr id="2" name="对象 1"/>
          <p:cNvGraphicFramePr>
            <a:graphicFrameLocks noChangeAspect="1"/>
          </p:cNvGraphicFramePr>
          <p:nvPr/>
        </p:nvGraphicFramePr>
        <p:xfrm>
          <a:off x="5503798" y="3338104"/>
          <a:ext cx="864306" cy="444500"/>
        </p:xfrm>
        <a:graphic>
          <a:graphicData uri="http://schemas.openxmlformats.org/presentationml/2006/ole">
            <mc:AlternateContent xmlns:mc="http://schemas.openxmlformats.org/markup-compatibility/2006">
              <mc:Choice xmlns:v="urn:schemas-microsoft-com:vml" Requires="v">
                <p:oleObj spid="_x0000_s14380" name="Equation" r:id="rId18" imgW="10668000" imgH="5486400" progId="Equation.DSMT4">
                  <p:embed/>
                </p:oleObj>
              </mc:Choice>
              <mc:Fallback>
                <p:oleObj name="Equation" r:id="rId18" imgW="10668000" imgH="5486400" progId="Equation.DSMT4">
                  <p:embed/>
                  <p:pic>
                    <p:nvPicPr>
                      <p:cNvPr id="0" name="图片 14379"/>
                      <p:cNvPicPr/>
                      <p:nvPr/>
                    </p:nvPicPr>
                    <p:blipFill>
                      <a:blip r:embed="rId19"/>
                      <a:stretch>
                        <a:fillRect/>
                      </a:stretch>
                    </p:blipFill>
                    <p:spPr>
                      <a:xfrm>
                        <a:off x="5503798" y="3338104"/>
                        <a:ext cx="864306" cy="444500"/>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3930155" y="3065054"/>
          <a:ext cx="1447800" cy="1435100"/>
        </p:xfrm>
        <a:graphic>
          <a:graphicData uri="http://schemas.openxmlformats.org/presentationml/2006/ole">
            <mc:AlternateContent xmlns:mc="http://schemas.openxmlformats.org/markup-compatibility/2006">
              <mc:Choice xmlns:v="urn:schemas-microsoft-com:vml" Requires="v">
                <p:oleObj spid="_x0000_s14381" name="Equation" r:id="rId20" imgW="34747200" imgH="34442400" progId="Equation.DSMT4">
                  <p:embed/>
                </p:oleObj>
              </mc:Choice>
              <mc:Fallback>
                <p:oleObj name="Equation" r:id="rId20" imgW="34747200" imgH="34442400" progId="Equation.DSMT4">
                  <p:embed/>
                  <p:pic>
                    <p:nvPicPr>
                      <p:cNvPr id="0" name="图片 14380"/>
                      <p:cNvPicPr/>
                      <p:nvPr/>
                    </p:nvPicPr>
                    <p:blipFill>
                      <a:blip r:embed="rId21"/>
                      <a:stretch>
                        <a:fillRect/>
                      </a:stretch>
                    </p:blipFill>
                    <p:spPr>
                      <a:xfrm>
                        <a:off x="3930155" y="3065054"/>
                        <a:ext cx="1447800" cy="1435100"/>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1000"/>
                                        <p:tgtEl>
                                          <p:spTgt spid="2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left)">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left)">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wipe(left)">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0" grpId="0" animBg="1"/>
      <p:bldP spid="14"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534509" y="692696"/>
            <a:ext cx="7383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zh-CN" altLang="en-US" sz="2400" b="1" dirty="0">
                <a:latin typeface="+mn-ea"/>
              </a:rPr>
              <a:t>例</a:t>
            </a:r>
            <a:r>
              <a:rPr kumimoji="0" lang="en-US" altLang="zh-CN" sz="2400" b="1" dirty="0">
                <a:latin typeface="+mn-ea"/>
              </a:rPr>
              <a:t> 5  </a:t>
            </a:r>
            <a:r>
              <a:rPr kumimoji="0" lang="zh-CN" altLang="en-US" sz="2400" dirty="0">
                <a:latin typeface="+mn-ea"/>
              </a:rPr>
              <a:t>判别下列向量组的线性相关性</a:t>
            </a:r>
            <a:r>
              <a:rPr kumimoji="0" lang="en-US" altLang="zh-CN" sz="2400" dirty="0">
                <a:latin typeface="+mn-ea"/>
              </a:rPr>
              <a:t>,</a:t>
            </a:r>
            <a:endParaRPr kumimoji="0" lang="zh-CN" altLang="en-US" sz="2400" dirty="0">
              <a:latin typeface="+mn-ea"/>
            </a:endParaRPr>
          </a:p>
        </p:txBody>
      </p:sp>
      <p:graphicFrame>
        <p:nvGraphicFramePr>
          <p:cNvPr id="212995" name="Object 3"/>
          <p:cNvGraphicFramePr>
            <a:graphicFrameLocks noChangeAspect="1"/>
          </p:cNvGraphicFramePr>
          <p:nvPr/>
        </p:nvGraphicFramePr>
        <p:xfrm>
          <a:off x="1122771" y="1263229"/>
          <a:ext cx="6318250" cy="509587"/>
        </p:xfrm>
        <a:graphic>
          <a:graphicData uri="http://schemas.openxmlformats.org/presentationml/2006/ole">
            <mc:AlternateContent xmlns:mc="http://schemas.openxmlformats.org/markup-compatibility/2006">
              <mc:Choice xmlns:v="urn:schemas-microsoft-com:vml" Requires="v">
                <p:oleObj spid="_x0000_s15392" name="Equation" r:id="rId1" imgW="66141600" imgH="5486400" progId="Equation.DSMT4">
                  <p:embed/>
                </p:oleObj>
              </mc:Choice>
              <mc:Fallback>
                <p:oleObj name="Equation" r:id="rId1" imgW="66141600" imgH="5486400" progId="Equation.DSMT4">
                  <p:embed/>
                  <p:pic>
                    <p:nvPicPr>
                      <p:cNvPr id="0" name="Object 3"/>
                      <p:cNvPicPr>
                        <a:picLocks noChangeAspect="1" noChangeArrowheads="1"/>
                      </p:cNvPicPr>
                      <p:nvPr/>
                    </p:nvPicPr>
                    <p:blipFill>
                      <a:blip r:embed="rId2"/>
                      <a:srcRect/>
                      <a:stretch>
                        <a:fillRect/>
                      </a:stretch>
                    </p:blipFill>
                    <p:spPr bwMode="auto">
                      <a:xfrm>
                        <a:off x="1122771" y="1263229"/>
                        <a:ext cx="6318250" cy="50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2996" name="Text Box 4"/>
          <p:cNvSpPr txBox="1">
            <a:spLocks noChangeArrowheads="1"/>
          </p:cNvSpPr>
          <p:nvPr/>
        </p:nvSpPr>
        <p:spPr bwMode="auto">
          <a:xfrm>
            <a:off x="601662" y="1946523"/>
            <a:ext cx="1938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zh-CN" altLang="en-US" sz="2400" b="1" dirty="0">
                <a:solidFill>
                  <a:srgbClr val="0000FF"/>
                </a:solidFill>
                <a:latin typeface="Arial" panose="020B0604020202020204" pitchFamily="34" charset="0"/>
              </a:rPr>
              <a:t>解</a:t>
            </a:r>
            <a:endParaRPr kumimoji="0" lang="zh-CN" altLang="en-US" sz="2400" b="1" dirty="0">
              <a:solidFill>
                <a:srgbClr val="0000FF"/>
              </a:solidFill>
              <a:latin typeface="Arial" panose="020B0604020202020204" pitchFamily="34" charset="0"/>
            </a:endParaRPr>
          </a:p>
        </p:txBody>
      </p:sp>
      <p:graphicFrame>
        <p:nvGraphicFramePr>
          <p:cNvPr id="212997" name="Object 5"/>
          <p:cNvGraphicFramePr>
            <a:graphicFrameLocks noChangeAspect="1"/>
          </p:cNvGraphicFramePr>
          <p:nvPr/>
        </p:nvGraphicFramePr>
        <p:xfrm>
          <a:off x="627063" y="2635672"/>
          <a:ext cx="2535237" cy="2041525"/>
        </p:xfrm>
        <a:graphic>
          <a:graphicData uri="http://schemas.openxmlformats.org/presentationml/2006/ole">
            <mc:AlternateContent xmlns:mc="http://schemas.openxmlformats.org/markup-compatibility/2006">
              <mc:Choice xmlns:v="urn:schemas-microsoft-com:vml" Requires="v">
                <p:oleObj spid="_x0000_s15393" name="Equation" r:id="rId3" imgW="24688800" imgH="20421600" progId="Equation.DSMT4">
                  <p:embed/>
                </p:oleObj>
              </mc:Choice>
              <mc:Fallback>
                <p:oleObj name="Equation" r:id="rId3" imgW="24688800" imgH="20421600" progId="Equation.DSMT4">
                  <p:embed/>
                  <p:pic>
                    <p:nvPicPr>
                      <p:cNvPr id="0" name="Object 5"/>
                      <p:cNvPicPr>
                        <a:picLocks noChangeAspect="1" noChangeArrowheads="1"/>
                      </p:cNvPicPr>
                      <p:nvPr/>
                    </p:nvPicPr>
                    <p:blipFill>
                      <a:blip r:embed="rId4"/>
                      <a:srcRect/>
                      <a:stretch>
                        <a:fillRect/>
                      </a:stretch>
                    </p:blipFill>
                    <p:spPr bwMode="auto">
                      <a:xfrm>
                        <a:off x="627063" y="2635672"/>
                        <a:ext cx="2535237" cy="204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07" name="Object 15"/>
          <p:cNvGraphicFramePr>
            <a:graphicFrameLocks noChangeAspect="1"/>
          </p:cNvGraphicFramePr>
          <p:nvPr/>
        </p:nvGraphicFramePr>
        <p:xfrm>
          <a:off x="1403350" y="4650209"/>
          <a:ext cx="334963" cy="434975"/>
        </p:xfrm>
        <a:graphic>
          <a:graphicData uri="http://schemas.openxmlformats.org/presentationml/2006/ole">
            <mc:AlternateContent xmlns:mc="http://schemas.openxmlformats.org/markup-compatibility/2006">
              <mc:Choice xmlns:v="urn:schemas-microsoft-com:vml" Requires="v">
                <p:oleObj spid="_x0000_s15394" name="Equation" r:id="rId5" imgW="177800" imgH="228600" progId="Equation.DSMT4">
                  <p:embed/>
                </p:oleObj>
              </mc:Choice>
              <mc:Fallback>
                <p:oleObj name="Equation" r:id="rId5" imgW="177800" imgH="22860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650209"/>
                        <a:ext cx="334963"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08" name="Object 16"/>
          <p:cNvGraphicFramePr>
            <a:graphicFrameLocks noChangeAspect="1"/>
          </p:cNvGraphicFramePr>
          <p:nvPr/>
        </p:nvGraphicFramePr>
        <p:xfrm>
          <a:off x="2124075" y="4650209"/>
          <a:ext cx="358775" cy="434975"/>
        </p:xfrm>
        <a:graphic>
          <a:graphicData uri="http://schemas.openxmlformats.org/presentationml/2006/ole">
            <mc:AlternateContent xmlns:mc="http://schemas.openxmlformats.org/markup-compatibility/2006">
              <mc:Choice xmlns:v="urn:schemas-microsoft-com:vml" Requires="v">
                <p:oleObj spid="_x0000_s15395" name="Equation" r:id="rId7" imgW="190500" imgH="228600" progId="Equation.DSMT4">
                  <p:embed/>
                </p:oleObj>
              </mc:Choice>
              <mc:Fallback>
                <p:oleObj name="Equation" r:id="rId7" imgW="190500" imgH="228600" progId="Equation.DSMT4">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4075" y="4650209"/>
                        <a:ext cx="358775"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09" name="Object 17"/>
          <p:cNvGraphicFramePr>
            <a:graphicFrameLocks noChangeAspect="1"/>
          </p:cNvGraphicFramePr>
          <p:nvPr/>
        </p:nvGraphicFramePr>
        <p:xfrm>
          <a:off x="2700338" y="4650209"/>
          <a:ext cx="334962" cy="434975"/>
        </p:xfrm>
        <a:graphic>
          <a:graphicData uri="http://schemas.openxmlformats.org/presentationml/2006/ole">
            <mc:AlternateContent xmlns:mc="http://schemas.openxmlformats.org/markup-compatibility/2006">
              <mc:Choice xmlns:v="urn:schemas-microsoft-com:vml" Requires="v">
                <p:oleObj spid="_x0000_s15396" name="Equation" r:id="rId9" imgW="177800" imgH="228600" progId="Equation.DSMT4">
                  <p:embed/>
                </p:oleObj>
              </mc:Choice>
              <mc:Fallback>
                <p:oleObj name="Equation" r:id="rId9" imgW="177800" imgH="228600" progId="Equation.DSMT4">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0338" y="4650209"/>
                        <a:ext cx="334962"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3010" name="Object 18"/>
          <p:cNvGraphicFramePr>
            <a:graphicFrameLocks noChangeAspect="1"/>
          </p:cNvGraphicFramePr>
          <p:nvPr/>
        </p:nvGraphicFramePr>
        <p:xfrm>
          <a:off x="3092567" y="2593902"/>
          <a:ext cx="4318000" cy="2041525"/>
        </p:xfrm>
        <a:graphic>
          <a:graphicData uri="http://schemas.openxmlformats.org/presentationml/2006/ole">
            <mc:AlternateContent xmlns:mc="http://schemas.openxmlformats.org/markup-compatibility/2006">
              <mc:Choice xmlns:v="urn:schemas-microsoft-com:vml" Requires="v">
                <p:oleObj spid="_x0000_s15397" name="Equation" r:id="rId11" imgW="42062400" imgH="20421600" progId="Equation.DSMT4">
                  <p:embed/>
                </p:oleObj>
              </mc:Choice>
              <mc:Fallback>
                <p:oleObj name="Equation" r:id="rId11" imgW="42062400" imgH="20421600" progId="Equation.DSMT4">
                  <p:embed/>
                  <p:pic>
                    <p:nvPicPr>
                      <p:cNvPr id="0" name="Object 18"/>
                      <p:cNvPicPr>
                        <a:picLocks noChangeAspect="1" noChangeArrowheads="1"/>
                      </p:cNvPicPr>
                      <p:nvPr/>
                    </p:nvPicPr>
                    <p:blipFill>
                      <a:blip r:embed="rId12"/>
                      <a:srcRect/>
                      <a:stretch>
                        <a:fillRect/>
                      </a:stretch>
                    </p:blipFill>
                    <p:spPr bwMode="auto">
                      <a:xfrm>
                        <a:off x="3092567" y="2593902"/>
                        <a:ext cx="4318000" cy="204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
          <p:cNvGrpSpPr/>
          <p:nvPr/>
        </p:nvGrpSpPr>
        <p:grpSpPr>
          <a:xfrm>
            <a:off x="1221053" y="1951242"/>
            <a:ext cx="5298543" cy="469646"/>
            <a:chOff x="1187624" y="1613694"/>
            <a:chExt cx="5298543" cy="469646"/>
          </a:xfrm>
        </p:grpSpPr>
        <p:sp>
          <p:nvSpPr>
            <p:cNvPr id="21" name="Text Box 6"/>
            <p:cNvSpPr txBox="1">
              <a:spLocks noChangeArrowheads="1"/>
            </p:cNvSpPr>
            <p:nvPr/>
          </p:nvSpPr>
          <p:spPr bwMode="auto">
            <a:xfrm>
              <a:off x="1187624" y="1619494"/>
              <a:ext cx="529854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latin typeface="Arial" panose="020B0604020202020204" pitchFamily="34" charset="0"/>
                </a:rPr>
                <a:t>把向量组                    按</a:t>
              </a:r>
              <a:r>
                <a:rPr kumimoji="0" lang="zh-CN" altLang="en-US" sz="2400" dirty="0">
                  <a:solidFill>
                    <a:srgbClr val="FF0000"/>
                  </a:solidFill>
                  <a:latin typeface="Arial" panose="020B0604020202020204" pitchFamily="34" charset="0"/>
                </a:rPr>
                <a:t>列</a:t>
              </a:r>
              <a:r>
                <a:rPr kumimoji="0" lang="zh-CN" altLang="en-US" sz="2400" dirty="0">
                  <a:latin typeface="Arial" panose="020B0604020202020204" pitchFamily="34" charset="0"/>
                </a:rPr>
                <a:t>排成矩阵    </a:t>
              </a:r>
              <a:endParaRPr kumimoji="0" lang="zh-CN" altLang="en-US" sz="2400" dirty="0">
                <a:latin typeface="Arial" panose="020B0604020202020204" pitchFamily="34" charset="0"/>
              </a:endParaRPr>
            </a:p>
          </p:txBody>
        </p:sp>
        <p:graphicFrame>
          <p:nvGraphicFramePr>
            <p:cNvPr id="22" name="对象 21"/>
            <p:cNvGraphicFramePr>
              <a:graphicFrameLocks noChangeAspect="1"/>
            </p:cNvGraphicFramePr>
            <p:nvPr/>
          </p:nvGraphicFramePr>
          <p:xfrm>
            <a:off x="2581791" y="1613694"/>
            <a:ext cx="1447800" cy="444500"/>
          </p:xfrm>
          <a:graphic>
            <a:graphicData uri="http://schemas.openxmlformats.org/presentationml/2006/ole">
              <mc:AlternateContent xmlns:mc="http://schemas.openxmlformats.org/markup-compatibility/2006">
                <mc:Choice xmlns:v="urn:schemas-microsoft-com:vml" Requires="v">
                  <p:oleObj spid="_x0000_s15398" name="Equation" r:id="rId13" imgW="34747200" imgH="10668000" progId="Equation.DSMT4">
                    <p:embed/>
                  </p:oleObj>
                </mc:Choice>
                <mc:Fallback>
                  <p:oleObj name="Equation" r:id="rId13" imgW="34747200" imgH="10668000" progId="Equation.DSMT4">
                    <p:embed/>
                    <p:pic>
                      <p:nvPicPr>
                        <p:cNvPr id="0" name="对象 7"/>
                        <p:cNvPicPr/>
                        <p:nvPr/>
                      </p:nvPicPr>
                      <p:blipFill>
                        <a:blip r:embed="rId14"/>
                        <a:stretch>
                          <a:fillRect/>
                        </a:stretch>
                      </p:blipFill>
                      <p:spPr>
                        <a:xfrm>
                          <a:off x="2581791" y="1613694"/>
                          <a:ext cx="1447800" cy="444500"/>
                        </a:xfrm>
                        <a:prstGeom prst="rect">
                          <a:avLst/>
                        </a:prstGeom>
                        <a:noFill/>
                        <a:ln>
                          <a:noFill/>
                          <a:prstDash val="sysDash"/>
                        </a:ln>
                      </p:spPr>
                    </p:pic>
                  </p:oleObj>
                </mc:Fallback>
              </mc:AlternateContent>
            </a:graphicData>
          </a:graphic>
        </p:graphicFrame>
      </p:grpSp>
      <p:grpSp>
        <p:nvGrpSpPr>
          <p:cNvPr id="24" name="组合 23"/>
          <p:cNvGrpSpPr/>
          <p:nvPr/>
        </p:nvGrpSpPr>
        <p:grpSpPr>
          <a:xfrm>
            <a:off x="601662" y="5225680"/>
            <a:ext cx="2654419" cy="461665"/>
            <a:chOff x="611560" y="4734457"/>
            <a:chExt cx="2654419" cy="461665"/>
          </a:xfrm>
        </p:grpSpPr>
        <p:sp>
          <p:nvSpPr>
            <p:cNvPr id="25" name="矩形 24"/>
            <p:cNvSpPr/>
            <p:nvPr/>
          </p:nvSpPr>
          <p:spPr>
            <a:xfrm>
              <a:off x="611560" y="4734457"/>
              <a:ext cx="800219" cy="461665"/>
            </a:xfrm>
            <a:prstGeom prst="rect">
              <a:avLst/>
            </a:prstGeom>
          </p:spPr>
          <p:txBody>
            <a:bodyPr wrap="none">
              <a:spAutoFit/>
            </a:bodyPr>
            <a:lstStyle/>
            <a:p>
              <a:r>
                <a:rPr lang="zh-CN" altLang="en-US" sz="2400" dirty="0">
                  <a:solidFill>
                    <a:prstClr val="black"/>
                  </a:solidFill>
                  <a:latin typeface="Arial" panose="020B0604020202020204" pitchFamily="34" charset="0"/>
                </a:rPr>
                <a:t>所以</a:t>
              </a:r>
              <a:endParaRPr lang="zh-CN" altLang="en-US" dirty="0"/>
            </a:p>
          </p:txBody>
        </p:sp>
        <p:graphicFrame>
          <p:nvGraphicFramePr>
            <p:cNvPr id="26" name="对象 25"/>
            <p:cNvGraphicFramePr>
              <a:graphicFrameLocks noChangeAspect="1"/>
            </p:cNvGraphicFramePr>
            <p:nvPr/>
          </p:nvGraphicFramePr>
          <p:xfrm>
            <a:off x="1411779" y="4751622"/>
            <a:ext cx="1854200" cy="444500"/>
          </p:xfrm>
          <a:graphic>
            <a:graphicData uri="http://schemas.openxmlformats.org/presentationml/2006/ole">
              <mc:AlternateContent xmlns:mc="http://schemas.openxmlformats.org/markup-compatibility/2006">
                <mc:Choice xmlns:v="urn:schemas-microsoft-com:vml" Requires="v">
                  <p:oleObj spid="_x0000_s15399" name="Equation" r:id="rId15" imgW="44500800" imgH="10668000" progId="Equation.DSMT4">
                    <p:embed/>
                  </p:oleObj>
                </mc:Choice>
                <mc:Fallback>
                  <p:oleObj name="Equation" r:id="rId15" imgW="44500800" imgH="10668000" progId="Equation.DSMT4">
                    <p:embed/>
                    <p:pic>
                      <p:nvPicPr>
                        <p:cNvPr id="0" name="对象 19"/>
                        <p:cNvPicPr/>
                        <p:nvPr/>
                      </p:nvPicPr>
                      <p:blipFill>
                        <a:blip r:embed="rId16"/>
                        <a:stretch>
                          <a:fillRect/>
                        </a:stretch>
                      </p:blipFill>
                      <p:spPr>
                        <a:xfrm>
                          <a:off x="1411779" y="4751622"/>
                          <a:ext cx="1854200" cy="444500"/>
                        </a:xfrm>
                        <a:prstGeom prst="rect">
                          <a:avLst/>
                        </a:prstGeom>
                        <a:noFill/>
                        <a:ln>
                          <a:noFill/>
                          <a:prstDash val="sysDash"/>
                        </a:ln>
                      </p:spPr>
                    </p:pic>
                  </p:oleObj>
                </mc:Fallback>
              </mc:AlternateContent>
            </a:graphicData>
          </a:graphic>
        </p:graphicFrame>
      </p:grpSp>
      <p:graphicFrame>
        <p:nvGraphicFramePr>
          <p:cNvPr id="27" name="对象 26"/>
          <p:cNvGraphicFramePr>
            <a:graphicFrameLocks noChangeAspect="1"/>
          </p:cNvGraphicFramePr>
          <p:nvPr/>
        </p:nvGraphicFramePr>
        <p:xfrm>
          <a:off x="3283380" y="5338066"/>
          <a:ext cx="508000" cy="292100"/>
        </p:xfrm>
        <a:graphic>
          <a:graphicData uri="http://schemas.openxmlformats.org/presentationml/2006/ole">
            <mc:AlternateContent xmlns:mc="http://schemas.openxmlformats.org/markup-compatibility/2006">
              <mc:Choice xmlns:v="urn:schemas-microsoft-com:vml" Requires="v">
                <p:oleObj spid="_x0000_s15400" name="Equation" r:id="rId17" imgW="12192000" imgH="7010400" progId="Equation.DSMT4">
                  <p:embed/>
                </p:oleObj>
              </mc:Choice>
              <mc:Fallback>
                <p:oleObj name="Equation" r:id="rId17" imgW="12192000" imgH="7010400" progId="Equation.DSMT4">
                  <p:embed/>
                  <p:pic>
                    <p:nvPicPr>
                      <p:cNvPr id="0" name="对象 20"/>
                      <p:cNvPicPr/>
                      <p:nvPr/>
                    </p:nvPicPr>
                    <p:blipFill>
                      <a:blip r:embed="rId18"/>
                      <a:stretch>
                        <a:fillRect/>
                      </a:stretch>
                    </p:blipFill>
                    <p:spPr>
                      <a:xfrm>
                        <a:off x="3283380" y="5338066"/>
                        <a:ext cx="508000" cy="292100"/>
                      </a:xfrm>
                      <a:prstGeom prst="rect">
                        <a:avLst/>
                      </a:prstGeom>
                      <a:noFill/>
                      <a:ln>
                        <a:noFill/>
                        <a:prstDash val="sysDash"/>
                      </a:ln>
                    </p:spPr>
                  </p:pic>
                </p:oleObj>
              </mc:Fallback>
            </mc:AlternateContent>
          </a:graphicData>
        </a:graphic>
      </p:graphicFrame>
      <p:grpSp>
        <p:nvGrpSpPr>
          <p:cNvPr id="28" name="组合 27"/>
          <p:cNvGrpSpPr/>
          <p:nvPr/>
        </p:nvGrpSpPr>
        <p:grpSpPr>
          <a:xfrm>
            <a:off x="3879686" y="5242845"/>
            <a:ext cx="4038285" cy="461665"/>
            <a:chOff x="611560" y="4734457"/>
            <a:chExt cx="4038285" cy="461665"/>
          </a:xfrm>
        </p:grpSpPr>
        <p:sp>
          <p:nvSpPr>
            <p:cNvPr id="29" name="矩形 28"/>
            <p:cNvSpPr/>
            <p:nvPr/>
          </p:nvSpPr>
          <p:spPr>
            <a:xfrm>
              <a:off x="611560" y="4734457"/>
              <a:ext cx="4038285" cy="461665"/>
            </a:xfrm>
            <a:prstGeom prst="rect">
              <a:avLst/>
            </a:prstGeom>
          </p:spPr>
          <p:txBody>
            <a:bodyPr wrap="none">
              <a:spAutoFit/>
            </a:bodyPr>
            <a:lstStyle/>
            <a:p>
              <a:r>
                <a:rPr lang="zh-CN" altLang="en-US" sz="2400" dirty="0">
                  <a:solidFill>
                    <a:prstClr val="black"/>
                  </a:solidFill>
                  <a:latin typeface="Arial" panose="020B0604020202020204" pitchFamily="34" charset="0"/>
                </a:rPr>
                <a:t>向量组                   线性相关</a:t>
              </a:r>
              <a:r>
                <a:rPr lang="en-US" altLang="zh-CN" sz="2400" dirty="0">
                  <a:solidFill>
                    <a:prstClr val="black"/>
                  </a:solidFill>
                  <a:latin typeface="Arial" panose="020B0604020202020204" pitchFamily="34" charset="0"/>
                </a:rPr>
                <a:t>.</a:t>
              </a:r>
              <a:endParaRPr lang="zh-CN" altLang="en-US" dirty="0"/>
            </a:p>
          </p:txBody>
        </p:sp>
        <p:graphicFrame>
          <p:nvGraphicFramePr>
            <p:cNvPr id="30" name="对象 29"/>
            <p:cNvGraphicFramePr>
              <a:graphicFrameLocks noChangeAspect="1"/>
            </p:cNvGraphicFramePr>
            <p:nvPr/>
          </p:nvGraphicFramePr>
          <p:xfrm>
            <a:off x="1623447" y="4734457"/>
            <a:ext cx="1447800" cy="444500"/>
          </p:xfrm>
          <a:graphic>
            <a:graphicData uri="http://schemas.openxmlformats.org/presentationml/2006/ole">
              <mc:AlternateContent xmlns:mc="http://schemas.openxmlformats.org/markup-compatibility/2006">
                <mc:Choice xmlns:v="urn:schemas-microsoft-com:vml" Requires="v">
                  <p:oleObj spid="_x0000_s15401" name="Equation" r:id="rId19" imgW="34747200" imgH="10668000" progId="Equation.DSMT4">
                    <p:embed/>
                  </p:oleObj>
                </mc:Choice>
                <mc:Fallback>
                  <p:oleObj name="Equation" r:id="rId19" imgW="34747200" imgH="10668000" progId="Equation.DSMT4">
                    <p:embed/>
                    <p:pic>
                      <p:nvPicPr>
                        <p:cNvPr id="0" name="对象 24"/>
                        <p:cNvPicPr/>
                        <p:nvPr/>
                      </p:nvPicPr>
                      <p:blipFill>
                        <a:blip r:embed="rId14"/>
                        <a:stretch>
                          <a:fillRect/>
                        </a:stretch>
                      </p:blipFill>
                      <p:spPr>
                        <a:xfrm>
                          <a:off x="1623447" y="4734457"/>
                          <a:ext cx="1447800" cy="444500"/>
                        </a:xfrm>
                        <a:prstGeom prst="rect">
                          <a:avLst/>
                        </a:prstGeom>
                        <a:noFill/>
                        <a:ln>
                          <a:noFill/>
                          <a:prstDash val="sysDash"/>
                        </a:ln>
                      </p:spPr>
                    </p:pic>
                  </p:oleObj>
                </mc:Fallback>
              </mc:AlternateContent>
            </a:graphicData>
          </a:graphic>
        </p:graphicFrame>
      </p:grpSp>
      <p:sp>
        <p:nvSpPr>
          <p:cNvPr id="31" name="Text Box 37"/>
          <p:cNvSpPr txBox="1">
            <a:spLocks noChangeArrowheads="1"/>
          </p:cNvSpPr>
          <p:nvPr/>
        </p:nvSpPr>
        <p:spPr bwMode="auto">
          <a:xfrm>
            <a:off x="5997703" y="4650209"/>
            <a:ext cx="1412864"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solidFill>
                  <a:schemeClr val="bg1"/>
                </a:solidFill>
                <a:latin typeface="Arial" panose="020B0604020202020204" pitchFamily="34" charset="0"/>
              </a:rPr>
              <a:t>行阶梯形</a:t>
            </a:r>
            <a:endParaRPr kumimoji="0" lang="en-US" altLang="zh-CN" sz="2400" dirty="0">
              <a:solidFill>
                <a:schemeClr val="bg1"/>
              </a:solidFill>
              <a:latin typeface="Arial" panose="020B0604020202020204" pitchFamily="34" charset="0"/>
            </a:endParaRPr>
          </a:p>
        </p:txBody>
      </p:sp>
      <p:sp>
        <p:nvSpPr>
          <p:cNvPr id="23" name="直角三角形 22"/>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2" name="直角三角形 31"/>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wipe(left)">
                                      <p:cBhvr>
                                        <p:cTn id="7" dur="500"/>
                                        <p:tgtEl>
                                          <p:spTgt spid="21299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12995"/>
                                        </p:tgtEl>
                                        <p:attrNameLst>
                                          <p:attrName>style.visibility</p:attrName>
                                        </p:attrNameLst>
                                      </p:cBhvr>
                                      <p:to>
                                        <p:strVal val="visible"/>
                                      </p:to>
                                    </p:set>
                                    <p:animEffect transition="in" filter="wipe(left)">
                                      <p:cBhvr>
                                        <p:cTn id="11" dur="500"/>
                                        <p:tgtEl>
                                          <p:spTgt spid="21299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12996"/>
                                        </p:tgtEl>
                                        <p:attrNameLst>
                                          <p:attrName>style.visibility</p:attrName>
                                        </p:attrNameLst>
                                      </p:cBhvr>
                                      <p:to>
                                        <p:strVal val="visible"/>
                                      </p:to>
                                    </p:set>
                                    <p:animEffect transition="in" filter="wipe(left)">
                                      <p:cBhvr>
                                        <p:cTn id="16" dur="500"/>
                                        <p:tgtEl>
                                          <p:spTgt spid="21299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12997"/>
                                        </p:tgtEl>
                                        <p:attrNameLst>
                                          <p:attrName>style.visibility</p:attrName>
                                        </p:attrNameLst>
                                      </p:cBhvr>
                                      <p:to>
                                        <p:strVal val="visible"/>
                                      </p:to>
                                    </p:set>
                                    <p:animEffect transition="in" filter="wipe(left)">
                                      <p:cBhvr>
                                        <p:cTn id="26" dur="500"/>
                                        <p:tgtEl>
                                          <p:spTgt spid="21299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13007"/>
                                        </p:tgtEl>
                                        <p:attrNameLst>
                                          <p:attrName>style.visibility</p:attrName>
                                        </p:attrNameLst>
                                      </p:cBhvr>
                                      <p:to>
                                        <p:strVal val="visible"/>
                                      </p:to>
                                    </p:set>
                                    <p:animEffect transition="in" filter="wipe(left)">
                                      <p:cBhvr>
                                        <p:cTn id="31" dur="500"/>
                                        <p:tgtEl>
                                          <p:spTgt spid="21300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13008"/>
                                        </p:tgtEl>
                                        <p:attrNameLst>
                                          <p:attrName>style.visibility</p:attrName>
                                        </p:attrNameLst>
                                      </p:cBhvr>
                                      <p:to>
                                        <p:strVal val="visible"/>
                                      </p:to>
                                    </p:set>
                                    <p:animEffect transition="in" filter="wipe(left)">
                                      <p:cBhvr>
                                        <p:cTn id="36" dur="500"/>
                                        <p:tgtEl>
                                          <p:spTgt spid="21300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13009"/>
                                        </p:tgtEl>
                                        <p:attrNameLst>
                                          <p:attrName>style.visibility</p:attrName>
                                        </p:attrNameLst>
                                      </p:cBhvr>
                                      <p:to>
                                        <p:strVal val="visible"/>
                                      </p:to>
                                    </p:set>
                                    <p:animEffect transition="in" filter="wipe(left)">
                                      <p:cBhvr>
                                        <p:cTn id="41" dur="500"/>
                                        <p:tgtEl>
                                          <p:spTgt spid="21300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13010"/>
                                        </p:tgtEl>
                                        <p:attrNameLst>
                                          <p:attrName>style.visibility</p:attrName>
                                        </p:attrNameLst>
                                      </p:cBhvr>
                                      <p:to>
                                        <p:strVal val="visible"/>
                                      </p:to>
                                    </p:set>
                                    <p:animEffect transition="in" filter="wipe(left)">
                                      <p:cBhvr>
                                        <p:cTn id="46" dur="500"/>
                                        <p:tgtEl>
                                          <p:spTgt spid="21301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wipe(left)">
                                      <p:cBhvr>
                                        <p:cTn id="61" dur="5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left)">
                                      <p:cBhvr>
                                        <p:cTn id="6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p:bldP spid="212996" grpId="0"/>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472206" y="1185945"/>
            <a:ext cx="8274253" cy="1200329"/>
          </a:xfrm>
          <a:prstGeom prst="rect">
            <a:avLst/>
          </a:prstGeom>
        </p:spPr>
        <p:txBody>
          <a:bodyPr wrap="none">
            <a:spAutoFit/>
          </a:bodyPr>
          <a:lstStyle/>
          <a:p>
            <a:pPr>
              <a:lnSpc>
                <a:spcPct val="150000"/>
              </a:lnSpc>
            </a:pPr>
            <a:r>
              <a:rPr lang="zh-CN" altLang="en-US" sz="2400" dirty="0">
                <a:solidFill>
                  <a:prstClr val="black"/>
                </a:solidFill>
                <a:latin typeface="微软雅黑" panose="020B0503020204020204" pitchFamily="34" charset="-122"/>
              </a:rPr>
              <a:t>       可以证明：若对矩阵 </a:t>
            </a:r>
            <a:r>
              <a:rPr lang="en-US" altLang="zh-CN" sz="2400" i="1" dirty="0">
                <a:latin typeface="Times New Roman" panose="02020603050405020304" pitchFamily="18" charset="0"/>
                <a:cs typeface="Times New Roman" panose="02020603050405020304" pitchFamily="18" charset="0"/>
              </a:rPr>
              <a:t>A </a:t>
            </a:r>
            <a:r>
              <a:rPr lang="zh-CN" altLang="en-US" sz="2400" dirty="0">
                <a:solidFill>
                  <a:prstClr val="black"/>
                </a:solidFill>
                <a:latin typeface="微软雅黑" panose="020B0503020204020204" pitchFamily="34" charset="-122"/>
              </a:rPr>
              <a:t>仅仅施行初等</a:t>
            </a:r>
            <a:r>
              <a:rPr lang="zh-CN" altLang="en-US" sz="2400" dirty="0">
                <a:solidFill>
                  <a:srgbClr val="FF0000"/>
                </a:solidFill>
                <a:latin typeface="微软雅黑" panose="020B0503020204020204" pitchFamily="34" charset="-122"/>
              </a:rPr>
              <a:t>行</a:t>
            </a:r>
            <a:r>
              <a:rPr lang="zh-CN" altLang="en-US" sz="2400" dirty="0">
                <a:solidFill>
                  <a:prstClr val="black"/>
                </a:solidFill>
                <a:latin typeface="微软雅黑" panose="020B0503020204020204" pitchFamily="34" charset="-122"/>
              </a:rPr>
              <a:t>变换，得到</a:t>
            </a:r>
            <a:endParaRPr lang="en-US" altLang="zh-CN" sz="2400" dirty="0">
              <a:solidFill>
                <a:prstClr val="black"/>
              </a:solidFill>
              <a:latin typeface="微软雅黑" panose="020B0503020204020204" pitchFamily="34" charset="-122"/>
            </a:endParaRPr>
          </a:p>
          <a:p>
            <a:pPr>
              <a:lnSpc>
                <a:spcPct val="150000"/>
              </a:lnSpc>
            </a:pPr>
            <a:r>
              <a:rPr lang="zh-CN" altLang="en-US" sz="2400" dirty="0">
                <a:solidFill>
                  <a:prstClr val="black"/>
                </a:solidFill>
                <a:latin typeface="微软雅黑" panose="020B0503020204020204" pitchFamily="34" charset="-122"/>
              </a:rPr>
              <a:t>矩阵 </a:t>
            </a:r>
            <a:r>
              <a:rPr lang="en-US" altLang="zh-CN" sz="2400" i="1" dirty="0">
                <a:latin typeface="Times New Roman" panose="02020603050405020304" pitchFamily="18" charset="0"/>
                <a:cs typeface="Times New Roman" panose="02020603050405020304" pitchFamily="18" charset="0"/>
              </a:rPr>
              <a:t>B </a:t>
            </a:r>
            <a:r>
              <a:rPr lang="zh-CN" altLang="en-US" sz="2400" dirty="0">
                <a:solidFill>
                  <a:prstClr val="black"/>
                </a:solidFill>
                <a:latin typeface="微软雅黑" panose="020B0503020204020204" pitchFamily="34" charset="-122"/>
              </a:rPr>
              <a:t>，</a:t>
            </a:r>
            <a:r>
              <a:rPr lang="zh-CN" altLang="en-US" sz="2400" dirty="0"/>
              <a:t>则 </a:t>
            </a:r>
            <a:r>
              <a:rPr lang="en-US" altLang="zh-CN" sz="2400" i="1" dirty="0">
                <a:solidFill>
                  <a:srgbClr val="FF0000"/>
                </a:solidFill>
                <a:latin typeface="Times New Roman" panose="02020603050405020304" pitchFamily="18" charset="0"/>
                <a:cs typeface="Times New Roman" panose="02020603050405020304" pitchFamily="18" charset="0"/>
              </a:rPr>
              <a:t>A</a:t>
            </a:r>
            <a:r>
              <a:rPr lang="en-US" altLang="zh-CN" sz="2400" i="1" dirty="0">
                <a:latin typeface="Times New Roman" panose="02020603050405020304" pitchFamily="18" charset="0"/>
                <a:cs typeface="Times New Roman" panose="02020603050405020304" pitchFamily="18" charset="0"/>
              </a:rPr>
              <a:t> </a:t>
            </a:r>
            <a:r>
              <a:rPr lang="zh-CN" altLang="en-US" sz="2400" dirty="0"/>
              <a:t>的列向量组与</a:t>
            </a:r>
            <a:r>
              <a:rPr lang="zh-CN" altLang="en-US" sz="2400" dirty="0">
                <a:solidFill>
                  <a:srgbClr val="FF0000"/>
                </a:solidFill>
              </a:rPr>
              <a:t> </a:t>
            </a:r>
            <a:r>
              <a:rPr lang="en-US" altLang="zh-CN" sz="2400" i="1" dirty="0">
                <a:solidFill>
                  <a:srgbClr val="FF0000"/>
                </a:solidFill>
                <a:latin typeface="Times New Roman" panose="02020603050405020304" pitchFamily="18" charset="0"/>
                <a:cs typeface="Times New Roman" panose="02020603050405020304" pitchFamily="18" charset="0"/>
              </a:rPr>
              <a:t>B </a:t>
            </a:r>
            <a:r>
              <a:rPr lang="zh-CN" altLang="en-US" sz="2400" dirty="0"/>
              <a:t>的列向量组有相同的相关性</a:t>
            </a:r>
            <a:r>
              <a:rPr lang="en-US" altLang="zh-CN" sz="2400" dirty="0"/>
              <a:t>.</a:t>
            </a:r>
            <a:endParaRPr lang="zh-CN" altLang="en-US" sz="2400" dirty="0"/>
          </a:p>
        </p:txBody>
      </p:sp>
      <p:sp>
        <p:nvSpPr>
          <p:cNvPr id="38" name="矩形 37"/>
          <p:cNvSpPr/>
          <p:nvPr/>
        </p:nvSpPr>
        <p:spPr>
          <a:xfrm>
            <a:off x="570319" y="2533606"/>
            <a:ext cx="6654386" cy="579261"/>
          </a:xfrm>
          <a:prstGeom prst="rect">
            <a:avLst/>
          </a:prstGeom>
        </p:spPr>
        <p:txBody>
          <a:bodyPr wrap="none">
            <a:spAutoFit/>
          </a:bodyPr>
          <a:lstStyle/>
          <a:p>
            <a:pPr>
              <a:lnSpc>
                <a:spcPct val="150000"/>
              </a:lnSpc>
            </a:pPr>
            <a:r>
              <a:rPr lang="zh-CN" altLang="en-US" sz="2400" dirty="0">
                <a:solidFill>
                  <a:prstClr val="black"/>
                </a:solidFill>
                <a:latin typeface="微软雅黑" panose="020B0503020204020204" pitchFamily="34" charset="-122"/>
              </a:rPr>
              <a:t>      即初等行变换不改变列向量组的线性相关性</a:t>
            </a:r>
            <a:r>
              <a:rPr lang="en-US" altLang="zh-CN" sz="2400" dirty="0">
                <a:solidFill>
                  <a:prstClr val="black"/>
                </a:solidFill>
                <a:latin typeface="微软雅黑" panose="020B0503020204020204" pitchFamily="34" charset="-122"/>
              </a:rPr>
              <a:t>.</a:t>
            </a:r>
            <a:endParaRPr lang="zh-CN" altLang="en-US" sz="2400" dirty="0"/>
          </a:p>
        </p:txBody>
      </p:sp>
      <p:sp>
        <p:nvSpPr>
          <p:cNvPr id="42" name="矩形 41"/>
          <p:cNvSpPr/>
          <p:nvPr/>
        </p:nvSpPr>
        <p:spPr>
          <a:xfrm>
            <a:off x="539552" y="3260199"/>
            <a:ext cx="7879080" cy="1754326"/>
          </a:xfrm>
          <a:prstGeom prst="rect">
            <a:avLst/>
          </a:prstGeom>
        </p:spPr>
        <p:txBody>
          <a:bodyPr wrap="none">
            <a:spAutoFit/>
          </a:bodyPr>
          <a:lstStyle/>
          <a:p>
            <a:pPr>
              <a:lnSpc>
                <a:spcPct val="150000"/>
              </a:lnSpc>
            </a:pPr>
            <a:r>
              <a:rPr lang="zh-CN" altLang="en-US" sz="2400" dirty="0">
                <a:solidFill>
                  <a:prstClr val="black"/>
                </a:solidFill>
                <a:latin typeface="微软雅黑" panose="020B0503020204020204" pitchFamily="34" charset="-122"/>
              </a:rPr>
              <a:t>      利用该结论以及引理</a:t>
            </a:r>
            <a:r>
              <a:rPr lang="en-US" altLang="zh-CN" sz="2400" dirty="0">
                <a:solidFill>
                  <a:prstClr val="black"/>
                </a:solidFill>
                <a:latin typeface="微软雅黑" panose="020B0503020204020204" pitchFamily="34" charset="-122"/>
              </a:rPr>
              <a:t>2.18.1</a:t>
            </a:r>
            <a:r>
              <a:rPr lang="zh-CN" altLang="en-US" sz="2400" dirty="0">
                <a:solidFill>
                  <a:prstClr val="black"/>
                </a:solidFill>
                <a:latin typeface="微软雅黑" panose="020B0503020204020204" pitchFamily="34" charset="-122"/>
              </a:rPr>
              <a:t>，不仅可以得到求向量组</a:t>
            </a:r>
            <a:endParaRPr lang="en-US" altLang="zh-CN" sz="2400" dirty="0">
              <a:solidFill>
                <a:prstClr val="black"/>
              </a:solidFill>
              <a:latin typeface="微软雅黑" panose="020B0503020204020204" pitchFamily="34" charset="-122"/>
            </a:endParaRPr>
          </a:p>
          <a:p>
            <a:pPr>
              <a:lnSpc>
                <a:spcPct val="150000"/>
              </a:lnSpc>
            </a:pPr>
            <a:r>
              <a:rPr lang="zh-CN" altLang="en-US" sz="2400" dirty="0"/>
              <a:t>的一个极大无关组的方法，也可以得到用该极大无关组来</a:t>
            </a:r>
            <a:endParaRPr lang="en-US" altLang="zh-CN" sz="2400" dirty="0"/>
          </a:p>
          <a:p>
            <a:pPr>
              <a:lnSpc>
                <a:spcPct val="150000"/>
              </a:lnSpc>
            </a:pPr>
            <a:r>
              <a:rPr lang="zh-CN" altLang="en-US" sz="2400" dirty="0"/>
              <a:t>表示此向量组中的其它向量的具体方法</a:t>
            </a:r>
            <a:r>
              <a:rPr lang="en-US" altLang="zh-CN" sz="2400" dirty="0"/>
              <a:t>.</a:t>
            </a:r>
            <a:endParaRPr lang="zh-CN" altLang="en-US" sz="2400" dirty="0"/>
          </a:p>
        </p:txBody>
      </p:sp>
      <p:sp>
        <p:nvSpPr>
          <p:cNvPr id="2" name="文本框 1"/>
          <p:cNvSpPr txBox="1"/>
          <p:nvPr/>
        </p:nvSpPr>
        <p:spPr>
          <a:xfrm>
            <a:off x="947420" y="5327650"/>
            <a:ext cx="6350635" cy="460375"/>
          </a:xfrm>
          <a:prstGeom prst="rect">
            <a:avLst/>
          </a:prstGeom>
          <a:noFill/>
        </p:spPr>
        <p:txBody>
          <a:bodyPr wrap="square" rtlCol="0">
            <a:spAutoFit/>
          </a:bodyPr>
          <a:lstStyle/>
          <a:p>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观看</a:t>
            </a:r>
            <a:r>
              <a:rPr lang="en-US" alt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P71</a:t>
            </a: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动画：向量组的秩与线性关系</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10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wipe(left)">
                                      <p:cBhvr>
                                        <p:cTn id="12" dur="10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left)">
                                      <p:cBhvr>
                                        <p:cTn id="17" dur="10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8" grpId="0"/>
      <p:bldP spid="42" grpId="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534509" y="673100"/>
            <a:ext cx="7383462" cy="495300"/>
            <a:chOff x="534509" y="673100"/>
            <a:chExt cx="7383462" cy="495300"/>
          </a:xfrm>
        </p:grpSpPr>
        <p:sp>
          <p:nvSpPr>
            <p:cNvPr id="4" name="Text Box 2"/>
            <p:cNvSpPr txBox="1">
              <a:spLocks noChangeArrowheads="1"/>
            </p:cNvSpPr>
            <p:nvPr/>
          </p:nvSpPr>
          <p:spPr bwMode="auto">
            <a:xfrm>
              <a:off x="534509" y="692696"/>
              <a:ext cx="7383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zh-CN" altLang="en-US" sz="2400" b="1" dirty="0">
                  <a:latin typeface="+mn-ea"/>
                </a:rPr>
                <a:t>例</a:t>
              </a:r>
              <a:r>
                <a:rPr kumimoji="0" lang="en-US" altLang="zh-CN" sz="2400" b="1" dirty="0">
                  <a:latin typeface="+mn-ea"/>
                </a:rPr>
                <a:t> 6 </a:t>
              </a:r>
              <a:r>
                <a:rPr lang="zh-CN" altLang="en-US" sz="2400" dirty="0">
                  <a:latin typeface="+mn-ea"/>
                </a:rPr>
                <a:t>  </a:t>
              </a:r>
              <a:r>
                <a:rPr kumimoji="0" lang="zh-CN" altLang="en-US" sz="2400" dirty="0">
                  <a:latin typeface="+mn-ea"/>
                </a:rPr>
                <a:t>求向量组</a:t>
              </a:r>
              <a:endParaRPr kumimoji="0" lang="zh-CN" altLang="en-US" sz="2400" dirty="0">
                <a:latin typeface="+mn-ea"/>
              </a:endParaRPr>
            </a:p>
          </p:txBody>
        </p:sp>
        <p:graphicFrame>
          <p:nvGraphicFramePr>
            <p:cNvPr id="11" name="对象 10"/>
            <p:cNvGraphicFramePr>
              <a:graphicFrameLocks noChangeAspect="1"/>
            </p:cNvGraphicFramePr>
            <p:nvPr/>
          </p:nvGraphicFramePr>
          <p:xfrm>
            <a:off x="2884488" y="673100"/>
            <a:ext cx="1866900" cy="495300"/>
          </p:xfrm>
          <a:graphic>
            <a:graphicData uri="http://schemas.openxmlformats.org/presentationml/2006/ole">
              <mc:AlternateContent xmlns:mc="http://schemas.openxmlformats.org/markup-compatibility/2006">
                <mc:Choice xmlns:v="urn:schemas-microsoft-com:vml" Requires="v">
                  <p:oleObj spid="_x0000_s16416" name="Equation" r:id="rId1" imgW="44805600" imgH="11887200" progId="Equation.DSMT4">
                    <p:embed/>
                  </p:oleObj>
                </mc:Choice>
                <mc:Fallback>
                  <p:oleObj name="Equation" r:id="rId1" imgW="44805600" imgH="11887200" progId="Equation.DSMT4">
                    <p:embed/>
                    <p:pic>
                      <p:nvPicPr>
                        <p:cNvPr id="0" name="对象 20"/>
                        <p:cNvPicPr/>
                        <p:nvPr/>
                      </p:nvPicPr>
                      <p:blipFill>
                        <a:blip r:embed="rId2"/>
                        <a:stretch>
                          <a:fillRect/>
                        </a:stretch>
                      </p:blipFill>
                      <p:spPr>
                        <a:xfrm>
                          <a:off x="2884488" y="673100"/>
                          <a:ext cx="1866900" cy="495300"/>
                        </a:xfrm>
                        <a:prstGeom prst="rect">
                          <a:avLst/>
                        </a:prstGeom>
                        <a:noFill/>
                        <a:ln>
                          <a:noFill/>
                          <a:prstDash val="sysDash"/>
                        </a:ln>
                      </p:spPr>
                    </p:pic>
                  </p:oleObj>
                </mc:Fallback>
              </mc:AlternateContent>
            </a:graphicData>
          </a:graphic>
        </p:graphicFrame>
        <p:graphicFrame>
          <p:nvGraphicFramePr>
            <p:cNvPr id="12" name="对象 11"/>
            <p:cNvGraphicFramePr>
              <a:graphicFrameLocks noChangeAspect="1"/>
            </p:cNvGraphicFramePr>
            <p:nvPr/>
          </p:nvGraphicFramePr>
          <p:xfrm>
            <a:off x="5021263" y="673100"/>
            <a:ext cx="2222500" cy="495300"/>
          </p:xfrm>
          <a:graphic>
            <a:graphicData uri="http://schemas.openxmlformats.org/presentationml/2006/ole">
              <mc:AlternateContent xmlns:mc="http://schemas.openxmlformats.org/markup-compatibility/2006">
                <mc:Choice xmlns:v="urn:schemas-microsoft-com:vml" Requires="v">
                  <p:oleObj spid="_x0000_s16417" name="Equation" r:id="rId3" imgW="53340000" imgH="11887200" progId="Equation.DSMT4">
                    <p:embed/>
                  </p:oleObj>
                </mc:Choice>
                <mc:Fallback>
                  <p:oleObj name="Equation" r:id="rId3" imgW="53340000" imgH="11887200" progId="Equation.DSMT4">
                    <p:embed/>
                    <p:pic>
                      <p:nvPicPr>
                        <p:cNvPr id="0" name="对象 10"/>
                        <p:cNvPicPr/>
                        <p:nvPr/>
                      </p:nvPicPr>
                      <p:blipFill>
                        <a:blip r:embed="rId4"/>
                        <a:stretch>
                          <a:fillRect/>
                        </a:stretch>
                      </p:blipFill>
                      <p:spPr>
                        <a:xfrm>
                          <a:off x="5021263" y="673100"/>
                          <a:ext cx="2222500" cy="495300"/>
                        </a:xfrm>
                        <a:prstGeom prst="rect">
                          <a:avLst/>
                        </a:prstGeom>
                        <a:noFill/>
                        <a:ln>
                          <a:noFill/>
                          <a:prstDash val="sysDash"/>
                        </a:ln>
                      </p:spPr>
                    </p:pic>
                  </p:oleObj>
                </mc:Fallback>
              </mc:AlternateContent>
            </a:graphicData>
          </a:graphic>
        </p:graphicFrame>
      </p:grpSp>
      <p:grpSp>
        <p:nvGrpSpPr>
          <p:cNvPr id="28" name="组合 27"/>
          <p:cNvGrpSpPr/>
          <p:nvPr/>
        </p:nvGrpSpPr>
        <p:grpSpPr>
          <a:xfrm>
            <a:off x="774700" y="1258801"/>
            <a:ext cx="7061200" cy="495387"/>
            <a:chOff x="774700" y="1258801"/>
            <a:chExt cx="7061200" cy="495387"/>
          </a:xfrm>
        </p:grpSpPr>
        <p:graphicFrame>
          <p:nvGraphicFramePr>
            <p:cNvPr id="10" name="对象 9"/>
            <p:cNvGraphicFramePr>
              <a:graphicFrameLocks noChangeAspect="1"/>
            </p:cNvGraphicFramePr>
            <p:nvPr/>
          </p:nvGraphicFramePr>
          <p:xfrm>
            <a:off x="774700" y="1258801"/>
            <a:ext cx="2438400" cy="495300"/>
          </p:xfrm>
          <a:graphic>
            <a:graphicData uri="http://schemas.openxmlformats.org/presentationml/2006/ole">
              <mc:AlternateContent xmlns:mc="http://schemas.openxmlformats.org/markup-compatibility/2006">
                <mc:Choice xmlns:v="urn:schemas-microsoft-com:vml" Requires="v">
                  <p:oleObj spid="_x0000_s16418" name="Equation" r:id="rId5" imgW="58521600" imgH="11887200" progId="Equation.DSMT4">
                    <p:embed/>
                  </p:oleObj>
                </mc:Choice>
                <mc:Fallback>
                  <p:oleObj name="Equation" r:id="rId5" imgW="58521600" imgH="11887200" progId="Equation.DSMT4">
                    <p:embed/>
                    <p:pic>
                      <p:nvPicPr>
                        <p:cNvPr id="0" name="对象 20"/>
                        <p:cNvPicPr/>
                        <p:nvPr/>
                      </p:nvPicPr>
                      <p:blipFill>
                        <a:blip r:embed="rId6"/>
                        <a:stretch>
                          <a:fillRect/>
                        </a:stretch>
                      </p:blipFill>
                      <p:spPr>
                        <a:xfrm>
                          <a:off x="774700" y="1258801"/>
                          <a:ext cx="2438400" cy="495300"/>
                        </a:xfrm>
                        <a:prstGeom prst="rect">
                          <a:avLst/>
                        </a:prstGeom>
                        <a:noFill/>
                        <a:ln>
                          <a:noFill/>
                          <a:prstDash val="sysDash"/>
                        </a:ln>
                      </p:spPr>
                    </p:pic>
                  </p:oleObj>
                </mc:Fallback>
              </mc:AlternateContent>
            </a:graphicData>
          </a:graphic>
        </p:graphicFrame>
        <p:graphicFrame>
          <p:nvGraphicFramePr>
            <p:cNvPr id="13" name="对象 12"/>
            <p:cNvGraphicFramePr>
              <a:graphicFrameLocks noChangeAspect="1"/>
            </p:cNvGraphicFramePr>
            <p:nvPr/>
          </p:nvGraphicFramePr>
          <p:xfrm>
            <a:off x="3557588" y="1258801"/>
            <a:ext cx="2032000" cy="495300"/>
          </p:xfrm>
          <a:graphic>
            <a:graphicData uri="http://schemas.openxmlformats.org/presentationml/2006/ole">
              <mc:AlternateContent xmlns:mc="http://schemas.openxmlformats.org/markup-compatibility/2006">
                <mc:Choice xmlns:v="urn:schemas-microsoft-com:vml" Requires="v">
                  <p:oleObj spid="_x0000_s16419" name="Equation" r:id="rId7" imgW="48768000" imgH="11887200" progId="Equation.DSMT4">
                    <p:embed/>
                  </p:oleObj>
                </mc:Choice>
                <mc:Fallback>
                  <p:oleObj name="Equation" r:id="rId7" imgW="48768000" imgH="11887200" progId="Equation.DSMT4">
                    <p:embed/>
                    <p:pic>
                      <p:nvPicPr>
                        <p:cNvPr id="0" name="对象 9"/>
                        <p:cNvPicPr/>
                        <p:nvPr/>
                      </p:nvPicPr>
                      <p:blipFill>
                        <a:blip r:embed="rId8"/>
                        <a:stretch>
                          <a:fillRect/>
                        </a:stretch>
                      </p:blipFill>
                      <p:spPr>
                        <a:xfrm>
                          <a:off x="3557588" y="1258801"/>
                          <a:ext cx="2032000" cy="495300"/>
                        </a:xfrm>
                        <a:prstGeom prst="rect">
                          <a:avLst/>
                        </a:prstGeom>
                        <a:noFill/>
                        <a:ln>
                          <a:noFill/>
                          <a:prstDash val="sysDash"/>
                        </a:ln>
                      </p:spPr>
                    </p:pic>
                  </p:oleObj>
                </mc:Fallback>
              </mc:AlternateContent>
            </a:graphicData>
          </a:graphic>
        </p:graphicFrame>
        <p:graphicFrame>
          <p:nvGraphicFramePr>
            <p:cNvPr id="14" name="对象 13"/>
            <p:cNvGraphicFramePr>
              <a:graphicFrameLocks noChangeAspect="1"/>
            </p:cNvGraphicFramePr>
            <p:nvPr/>
          </p:nvGraphicFramePr>
          <p:xfrm>
            <a:off x="5880100" y="1258888"/>
            <a:ext cx="1955800" cy="495300"/>
          </p:xfrm>
          <a:graphic>
            <a:graphicData uri="http://schemas.openxmlformats.org/presentationml/2006/ole">
              <mc:AlternateContent xmlns:mc="http://schemas.openxmlformats.org/markup-compatibility/2006">
                <mc:Choice xmlns:v="urn:schemas-microsoft-com:vml" Requires="v">
                  <p:oleObj spid="_x0000_s16420" name="Equation" r:id="rId9" imgW="46939200" imgH="11887200" progId="Equation.DSMT4">
                    <p:embed/>
                  </p:oleObj>
                </mc:Choice>
                <mc:Fallback>
                  <p:oleObj name="Equation" r:id="rId9" imgW="46939200" imgH="11887200" progId="Equation.DSMT4">
                    <p:embed/>
                    <p:pic>
                      <p:nvPicPr>
                        <p:cNvPr id="0" name="对象 12"/>
                        <p:cNvPicPr/>
                        <p:nvPr/>
                      </p:nvPicPr>
                      <p:blipFill>
                        <a:blip r:embed="rId10"/>
                        <a:stretch>
                          <a:fillRect/>
                        </a:stretch>
                      </p:blipFill>
                      <p:spPr>
                        <a:xfrm>
                          <a:off x="5880100" y="1258888"/>
                          <a:ext cx="1955800" cy="495300"/>
                        </a:xfrm>
                        <a:prstGeom prst="rect">
                          <a:avLst/>
                        </a:prstGeom>
                        <a:noFill/>
                        <a:ln>
                          <a:noFill/>
                          <a:prstDash val="sysDash"/>
                        </a:ln>
                      </p:spPr>
                    </p:pic>
                  </p:oleObj>
                </mc:Fallback>
              </mc:AlternateContent>
            </a:graphicData>
          </a:graphic>
        </p:graphicFrame>
      </p:grpSp>
      <p:sp>
        <p:nvSpPr>
          <p:cNvPr id="16" name="矩形 15"/>
          <p:cNvSpPr/>
          <p:nvPr/>
        </p:nvSpPr>
        <p:spPr>
          <a:xfrm>
            <a:off x="560778" y="1861868"/>
            <a:ext cx="7879080" cy="461665"/>
          </a:xfrm>
          <a:prstGeom prst="rect">
            <a:avLst/>
          </a:prstGeom>
        </p:spPr>
        <p:txBody>
          <a:bodyPr wrap="none">
            <a:spAutoFit/>
          </a:bodyPr>
          <a:lstStyle/>
          <a:p>
            <a:pPr lvl="0"/>
            <a:r>
              <a:rPr lang="zh-CN" altLang="en-US" sz="2400" dirty="0">
                <a:solidFill>
                  <a:prstClr val="black"/>
                </a:solidFill>
                <a:latin typeface="微软雅黑" panose="020B0503020204020204" pitchFamily="34" charset="-122"/>
              </a:rPr>
              <a:t>的一个极大无关组，并且把其它向量用此极大无关组表示</a:t>
            </a:r>
            <a:r>
              <a:rPr lang="en-US" altLang="zh-CN" sz="2400" dirty="0">
                <a:solidFill>
                  <a:prstClr val="black"/>
                </a:solidFill>
                <a:latin typeface="微软雅黑" panose="020B0503020204020204" pitchFamily="34" charset="-122"/>
              </a:rPr>
              <a:t>.</a:t>
            </a:r>
            <a:endParaRPr lang="zh-CN" altLang="en-US" sz="2400" dirty="0">
              <a:solidFill>
                <a:prstClr val="black"/>
              </a:solidFill>
              <a:latin typeface="微软雅黑" panose="020B0503020204020204" pitchFamily="34" charset="-122"/>
            </a:endParaRPr>
          </a:p>
        </p:txBody>
      </p:sp>
      <p:sp>
        <p:nvSpPr>
          <p:cNvPr id="17" name="Text Box 4"/>
          <p:cNvSpPr txBox="1">
            <a:spLocks noChangeArrowheads="1"/>
          </p:cNvSpPr>
          <p:nvPr/>
        </p:nvSpPr>
        <p:spPr bwMode="auto">
          <a:xfrm>
            <a:off x="583594" y="2522746"/>
            <a:ext cx="1938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zh-CN" altLang="en-US" sz="2400" b="1" dirty="0">
                <a:solidFill>
                  <a:srgbClr val="0000FF"/>
                </a:solidFill>
                <a:latin typeface="Arial" panose="020B0604020202020204" pitchFamily="34" charset="0"/>
              </a:rPr>
              <a:t>解</a:t>
            </a:r>
            <a:endParaRPr kumimoji="0" lang="zh-CN" altLang="en-US" sz="2400" b="1" dirty="0">
              <a:solidFill>
                <a:srgbClr val="0000FF"/>
              </a:solidFill>
              <a:latin typeface="Arial" panose="020B0604020202020204" pitchFamily="34" charset="0"/>
            </a:endParaRPr>
          </a:p>
        </p:txBody>
      </p:sp>
      <p:sp>
        <p:nvSpPr>
          <p:cNvPr id="19" name="Text Box 6"/>
          <p:cNvSpPr txBox="1">
            <a:spLocks noChangeArrowheads="1"/>
          </p:cNvSpPr>
          <p:nvPr/>
        </p:nvSpPr>
        <p:spPr bwMode="auto">
          <a:xfrm>
            <a:off x="1202985" y="2533265"/>
            <a:ext cx="7636556"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latin typeface="Arial" panose="020B0604020202020204" pitchFamily="34" charset="0"/>
              </a:rPr>
              <a:t>把向量组按</a:t>
            </a:r>
            <a:r>
              <a:rPr kumimoji="0" lang="zh-CN" altLang="en-US" sz="2400" dirty="0">
                <a:solidFill>
                  <a:srgbClr val="FF0000"/>
                </a:solidFill>
                <a:latin typeface="Arial" panose="020B0604020202020204" pitchFamily="34" charset="0"/>
              </a:rPr>
              <a:t>列</a:t>
            </a:r>
            <a:r>
              <a:rPr kumimoji="0" lang="zh-CN" altLang="en-US" sz="2400" dirty="0">
                <a:latin typeface="Arial" panose="020B0604020202020204" pitchFamily="34" charset="0"/>
              </a:rPr>
              <a:t>排成矩阵 </a:t>
            </a:r>
            <a:r>
              <a:rPr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Arial" panose="020B0604020202020204" pitchFamily="34" charset="0"/>
              </a:rPr>
              <a:t>，</a:t>
            </a:r>
            <a:r>
              <a:rPr lang="zh-CN" altLang="en-US" sz="2400" dirty="0">
                <a:latin typeface="Arial" panose="020B0604020202020204" pitchFamily="34" charset="0"/>
              </a:rPr>
              <a:t>再作行变换化为行最简形</a:t>
            </a:r>
            <a:r>
              <a:rPr lang="en-US" altLang="zh-CN" sz="2400" dirty="0">
                <a:latin typeface="Arial" panose="020B0604020202020204" pitchFamily="34" charset="0"/>
              </a:rPr>
              <a:t>.</a:t>
            </a:r>
            <a:r>
              <a:rPr kumimoji="0" lang="zh-CN" altLang="en-US" sz="2400" dirty="0">
                <a:latin typeface="Arial" panose="020B0604020202020204" pitchFamily="34" charset="0"/>
              </a:rPr>
              <a:t>   </a:t>
            </a:r>
            <a:endParaRPr kumimoji="0" lang="zh-CN" altLang="en-US" sz="2400" dirty="0">
              <a:latin typeface="Arial" panose="020B0604020202020204" pitchFamily="34" charset="0"/>
            </a:endParaRPr>
          </a:p>
        </p:txBody>
      </p:sp>
      <p:graphicFrame>
        <p:nvGraphicFramePr>
          <p:cNvPr id="21" name="对象 20"/>
          <p:cNvGraphicFramePr>
            <a:graphicFrameLocks noChangeAspect="1"/>
          </p:cNvGraphicFramePr>
          <p:nvPr/>
        </p:nvGraphicFramePr>
        <p:xfrm>
          <a:off x="668288" y="3140968"/>
          <a:ext cx="2895600" cy="508000"/>
        </p:xfrm>
        <a:graphic>
          <a:graphicData uri="http://schemas.openxmlformats.org/presentationml/2006/ole">
            <mc:AlternateContent xmlns:mc="http://schemas.openxmlformats.org/markup-compatibility/2006">
              <mc:Choice xmlns:v="urn:schemas-microsoft-com:vml" Requires="v">
                <p:oleObj spid="_x0000_s16421" name="Equation" r:id="rId11" imgW="69494400" imgH="12192000" progId="Equation.DSMT4">
                  <p:embed/>
                </p:oleObj>
              </mc:Choice>
              <mc:Fallback>
                <p:oleObj name="Equation" r:id="rId11" imgW="69494400" imgH="12192000" progId="Equation.DSMT4">
                  <p:embed/>
                  <p:pic>
                    <p:nvPicPr>
                      <p:cNvPr id="0" name="对象 9"/>
                      <p:cNvPicPr/>
                      <p:nvPr/>
                    </p:nvPicPr>
                    <p:blipFill>
                      <a:blip r:embed="rId12"/>
                      <a:stretch>
                        <a:fillRect/>
                      </a:stretch>
                    </p:blipFill>
                    <p:spPr>
                      <a:xfrm>
                        <a:off x="668288" y="3140968"/>
                        <a:ext cx="2895600" cy="508000"/>
                      </a:xfrm>
                      <a:prstGeom prst="rect">
                        <a:avLst/>
                      </a:prstGeom>
                      <a:noFill/>
                      <a:ln>
                        <a:noFill/>
                        <a:prstDash val="sysDash"/>
                      </a:ln>
                    </p:spPr>
                  </p:pic>
                </p:oleObj>
              </mc:Fallback>
            </mc:AlternateContent>
          </a:graphicData>
        </a:graphic>
      </p:graphicFrame>
      <p:graphicFrame>
        <p:nvGraphicFramePr>
          <p:cNvPr id="22" name="对象 21"/>
          <p:cNvGraphicFramePr>
            <a:graphicFrameLocks noChangeAspect="1"/>
          </p:cNvGraphicFramePr>
          <p:nvPr/>
        </p:nvGraphicFramePr>
        <p:xfrm>
          <a:off x="5089424" y="3902821"/>
          <a:ext cx="2933700" cy="1943100"/>
        </p:xfrm>
        <a:graphic>
          <a:graphicData uri="http://schemas.openxmlformats.org/presentationml/2006/ole">
            <mc:AlternateContent xmlns:mc="http://schemas.openxmlformats.org/markup-compatibility/2006">
              <mc:Choice xmlns:v="urn:schemas-microsoft-com:vml" Requires="v">
                <p:oleObj spid="_x0000_s16422" name="Equation" r:id="rId13" imgW="70408800" imgH="46634400" progId="Equation.DSMT4">
                  <p:embed/>
                </p:oleObj>
              </mc:Choice>
              <mc:Fallback>
                <p:oleObj name="Equation" r:id="rId13" imgW="70408800" imgH="46634400" progId="Equation.DSMT4">
                  <p:embed/>
                  <p:pic>
                    <p:nvPicPr>
                      <p:cNvPr id="0" name="对象 20"/>
                      <p:cNvPicPr/>
                      <p:nvPr/>
                    </p:nvPicPr>
                    <p:blipFill>
                      <a:blip r:embed="rId14"/>
                      <a:stretch>
                        <a:fillRect/>
                      </a:stretch>
                    </p:blipFill>
                    <p:spPr>
                      <a:xfrm>
                        <a:off x="5089424" y="3902821"/>
                        <a:ext cx="2933700" cy="1943100"/>
                      </a:xfrm>
                      <a:prstGeom prst="rect">
                        <a:avLst/>
                      </a:prstGeom>
                      <a:noFill/>
                      <a:ln>
                        <a:noFill/>
                        <a:prstDash val="sysDash"/>
                      </a:ln>
                    </p:spPr>
                  </p:pic>
                </p:oleObj>
              </mc:Fallback>
            </mc:AlternateContent>
          </a:graphicData>
        </a:graphic>
      </p:graphicFrame>
      <p:graphicFrame>
        <p:nvGraphicFramePr>
          <p:cNvPr id="23" name="对象 22"/>
          <p:cNvGraphicFramePr>
            <a:graphicFrameLocks noChangeAspect="1"/>
          </p:cNvGraphicFramePr>
          <p:nvPr/>
        </p:nvGraphicFramePr>
        <p:xfrm>
          <a:off x="802261" y="3927908"/>
          <a:ext cx="2959100" cy="1778000"/>
        </p:xfrm>
        <a:graphic>
          <a:graphicData uri="http://schemas.openxmlformats.org/presentationml/2006/ole">
            <mc:AlternateContent xmlns:mc="http://schemas.openxmlformats.org/markup-compatibility/2006">
              <mc:Choice xmlns:v="urn:schemas-microsoft-com:vml" Requires="v">
                <p:oleObj spid="_x0000_s16423" name="Equation" r:id="rId15" imgW="71018400" imgH="42672000" progId="Equation.DSMT4">
                  <p:embed/>
                </p:oleObj>
              </mc:Choice>
              <mc:Fallback>
                <p:oleObj name="Equation" r:id="rId15" imgW="71018400" imgH="42672000" progId="Equation.DSMT4">
                  <p:embed/>
                  <p:pic>
                    <p:nvPicPr>
                      <p:cNvPr id="0" name="对象 21"/>
                      <p:cNvPicPr/>
                      <p:nvPr/>
                    </p:nvPicPr>
                    <p:blipFill>
                      <a:blip r:embed="rId16"/>
                      <a:stretch>
                        <a:fillRect/>
                      </a:stretch>
                    </p:blipFill>
                    <p:spPr>
                      <a:xfrm>
                        <a:off x="802261" y="3927908"/>
                        <a:ext cx="2959100" cy="1778000"/>
                      </a:xfrm>
                      <a:prstGeom prst="rect">
                        <a:avLst/>
                      </a:prstGeom>
                      <a:noFill/>
                      <a:ln>
                        <a:noFill/>
                        <a:prstDash val="sysDash"/>
                      </a:ln>
                    </p:spPr>
                  </p:pic>
                </p:oleObj>
              </mc:Fallback>
            </mc:AlternateContent>
          </a:graphicData>
        </a:graphic>
      </p:graphicFrame>
      <p:sp>
        <p:nvSpPr>
          <p:cNvPr id="24" name="Line 24"/>
          <p:cNvSpPr>
            <a:spLocks noChangeShapeType="1"/>
          </p:cNvSpPr>
          <p:nvPr/>
        </p:nvSpPr>
        <p:spPr bwMode="auto">
          <a:xfrm>
            <a:off x="3817938" y="4787044"/>
            <a:ext cx="1081088"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25" name="Object 26"/>
          <p:cNvGraphicFramePr>
            <a:graphicFrameLocks noChangeAspect="1"/>
          </p:cNvGraphicFramePr>
          <p:nvPr/>
        </p:nvGraphicFramePr>
        <p:xfrm>
          <a:off x="3957874" y="4282988"/>
          <a:ext cx="935037" cy="454025"/>
        </p:xfrm>
        <a:graphic>
          <a:graphicData uri="http://schemas.openxmlformats.org/presentationml/2006/ole">
            <mc:AlternateContent xmlns:mc="http://schemas.openxmlformats.org/markup-compatibility/2006">
              <mc:Choice xmlns:v="urn:schemas-microsoft-com:vml" Requires="v">
                <p:oleObj spid="_x0000_s16424" name="Equation" r:id="rId17" imgW="11277600" imgH="5486400" progId="Equation.DSMT4">
                  <p:embed/>
                </p:oleObj>
              </mc:Choice>
              <mc:Fallback>
                <p:oleObj name="Equation" r:id="rId17" imgW="11277600" imgH="5486400" progId="Equation.DSMT4">
                  <p:embed/>
                  <p:pic>
                    <p:nvPicPr>
                      <p:cNvPr id="0" name="Object 26"/>
                      <p:cNvPicPr>
                        <a:picLocks noChangeAspect="1" noChangeArrowheads="1"/>
                      </p:cNvPicPr>
                      <p:nvPr/>
                    </p:nvPicPr>
                    <p:blipFill>
                      <a:blip r:embed="rId18"/>
                      <a:srcRect/>
                      <a:stretch>
                        <a:fillRect/>
                      </a:stretch>
                    </p:blipFill>
                    <p:spPr bwMode="auto">
                      <a:xfrm>
                        <a:off x="3957874" y="4282988"/>
                        <a:ext cx="93503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6"/>
          <p:cNvGraphicFramePr>
            <a:graphicFrameLocks noChangeAspect="1"/>
          </p:cNvGraphicFramePr>
          <p:nvPr/>
        </p:nvGraphicFramePr>
        <p:xfrm>
          <a:off x="4211447" y="4866031"/>
          <a:ext cx="504825" cy="781050"/>
        </p:xfrm>
        <a:graphic>
          <a:graphicData uri="http://schemas.openxmlformats.org/presentationml/2006/ole">
            <mc:AlternateContent xmlns:mc="http://schemas.openxmlformats.org/markup-compatibility/2006">
              <mc:Choice xmlns:v="urn:schemas-microsoft-com:vml" Requires="v">
                <p:oleObj spid="_x0000_s16425" name="Equation" r:id="rId19" imgW="6096000" imgH="9448800" progId="Equation.DSMT4">
                  <p:embed/>
                </p:oleObj>
              </mc:Choice>
              <mc:Fallback>
                <p:oleObj name="Equation" r:id="rId19" imgW="6096000" imgH="9448800" progId="Equation.DSMT4">
                  <p:embed/>
                  <p:pic>
                    <p:nvPicPr>
                      <p:cNvPr id="0" name="Object 26"/>
                      <p:cNvPicPr>
                        <a:picLocks noChangeAspect="1" noChangeArrowheads="1"/>
                      </p:cNvPicPr>
                      <p:nvPr/>
                    </p:nvPicPr>
                    <p:blipFill>
                      <a:blip r:embed="rId20"/>
                      <a:srcRect/>
                      <a:stretch>
                        <a:fillRect/>
                      </a:stretch>
                    </p:blipFill>
                    <p:spPr bwMode="auto">
                      <a:xfrm>
                        <a:off x="4211447" y="4866031"/>
                        <a:ext cx="504825"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直角三角形 19"/>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9" name="直角三角形 28"/>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10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wipe(left)">
                                      <p:cBhvr>
                                        <p:cTn id="40" dur="500"/>
                                        <p:tgtEl>
                                          <p:spTgt spid="24"/>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childTnLst>
                          </p:cTn>
                        </p:par>
                        <p:par>
                          <p:cTn id="45" fill="hold">
                            <p:stCondLst>
                              <p:cond delay="1000"/>
                            </p:stCondLst>
                            <p:childTnLst>
                              <p:par>
                                <p:cTn id="46" presetID="22" presetClass="entr" presetSubtype="8" fill="hold" nodeType="after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wipe(left)">
                                      <p:cBhvr>
                                        <p:cTn id="48" dur="500"/>
                                        <p:tgtEl>
                                          <p:spTgt spid="2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574707" y="1488733"/>
            <a:ext cx="900949" cy="950407"/>
            <a:chOff x="564355" y="649541"/>
            <a:chExt cx="900949" cy="950407"/>
          </a:xfrm>
        </p:grpSpPr>
        <p:sp>
          <p:nvSpPr>
            <p:cNvPr id="2" name="Line 24"/>
            <p:cNvSpPr>
              <a:spLocks noChangeShapeType="1"/>
            </p:cNvSpPr>
            <p:nvPr/>
          </p:nvSpPr>
          <p:spPr bwMode="auto">
            <a:xfrm>
              <a:off x="564355" y="1124744"/>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5" name="Object 26"/>
            <p:cNvGraphicFramePr>
              <a:graphicFrameLocks noChangeAspect="1"/>
            </p:cNvGraphicFramePr>
            <p:nvPr/>
          </p:nvGraphicFramePr>
          <p:xfrm>
            <a:off x="572710" y="649541"/>
            <a:ext cx="884237" cy="454025"/>
          </p:xfrm>
          <a:graphic>
            <a:graphicData uri="http://schemas.openxmlformats.org/presentationml/2006/ole">
              <mc:AlternateContent xmlns:mc="http://schemas.openxmlformats.org/markup-compatibility/2006">
                <mc:Choice xmlns:v="urn:schemas-microsoft-com:vml" Requires="v">
                  <p:oleObj spid="_x0000_s17455" name="Equation" r:id="rId1" imgW="10668000" imgH="5486400" progId="Equation.DSMT4">
                    <p:embed/>
                  </p:oleObj>
                </mc:Choice>
                <mc:Fallback>
                  <p:oleObj name="Equation" r:id="rId1" imgW="10668000" imgH="5486400" progId="Equation.DSMT4">
                    <p:embed/>
                    <p:pic>
                      <p:nvPicPr>
                        <p:cNvPr id="0" name="Object 26"/>
                        <p:cNvPicPr>
                          <a:picLocks noChangeAspect="1" noChangeArrowheads="1"/>
                        </p:cNvPicPr>
                        <p:nvPr/>
                      </p:nvPicPr>
                      <p:blipFill>
                        <a:blip r:embed="rId2"/>
                        <a:srcRect/>
                        <a:stretch>
                          <a:fillRect/>
                        </a:stretch>
                      </p:blipFill>
                      <p:spPr bwMode="auto">
                        <a:xfrm>
                          <a:off x="572710" y="649541"/>
                          <a:ext cx="88423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26"/>
            <p:cNvGraphicFramePr>
              <a:graphicFrameLocks noChangeAspect="1"/>
            </p:cNvGraphicFramePr>
            <p:nvPr/>
          </p:nvGraphicFramePr>
          <p:xfrm>
            <a:off x="595238" y="1145923"/>
            <a:ext cx="858837" cy="454025"/>
          </p:xfrm>
          <a:graphic>
            <a:graphicData uri="http://schemas.openxmlformats.org/presentationml/2006/ole">
              <mc:AlternateContent xmlns:mc="http://schemas.openxmlformats.org/markup-compatibility/2006">
                <mc:Choice xmlns:v="urn:schemas-microsoft-com:vml" Requires="v">
                  <p:oleObj spid="_x0000_s17456" name="Equation" r:id="rId3" imgW="10363200" imgH="5486400" progId="Equation.DSMT4">
                    <p:embed/>
                  </p:oleObj>
                </mc:Choice>
                <mc:Fallback>
                  <p:oleObj name="Equation" r:id="rId3" imgW="10363200" imgH="5486400" progId="Equation.DSMT4">
                    <p:embed/>
                    <p:pic>
                      <p:nvPicPr>
                        <p:cNvPr id="0" name="Object 26"/>
                        <p:cNvPicPr>
                          <a:picLocks noChangeAspect="1" noChangeArrowheads="1"/>
                        </p:cNvPicPr>
                        <p:nvPr/>
                      </p:nvPicPr>
                      <p:blipFill>
                        <a:blip r:embed="rId4"/>
                        <a:srcRect/>
                        <a:stretch>
                          <a:fillRect/>
                        </a:stretch>
                      </p:blipFill>
                      <p:spPr bwMode="auto">
                        <a:xfrm>
                          <a:off x="595238" y="1145923"/>
                          <a:ext cx="858837"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7" name="对象 6"/>
          <p:cNvGraphicFramePr>
            <a:graphicFrameLocks noChangeAspect="1"/>
          </p:cNvGraphicFramePr>
          <p:nvPr/>
        </p:nvGraphicFramePr>
        <p:xfrm>
          <a:off x="1617092" y="1053758"/>
          <a:ext cx="2882900" cy="1778000"/>
        </p:xfrm>
        <a:graphic>
          <a:graphicData uri="http://schemas.openxmlformats.org/presentationml/2006/ole">
            <mc:AlternateContent xmlns:mc="http://schemas.openxmlformats.org/markup-compatibility/2006">
              <mc:Choice xmlns:v="urn:schemas-microsoft-com:vml" Requires="v">
                <p:oleObj spid="_x0000_s17457" name="Equation" r:id="rId5" imgW="69189600" imgH="42672000" progId="Equation.DSMT4">
                  <p:embed/>
                </p:oleObj>
              </mc:Choice>
              <mc:Fallback>
                <p:oleObj name="Equation" r:id="rId5" imgW="69189600" imgH="42672000" progId="Equation.DSMT4">
                  <p:embed/>
                  <p:pic>
                    <p:nvPicPr>
                      <p:cNvPr id="0" name="对象 20"/>
                      <p:cNvPicPr/>
                      <p:nvPr/>
                    </p:nvPicPr>
                    <p:blipFill>
                      <a:blip r:embed="rId6"/>
                      <a:stretch>
                        <a:fillRect/>
                      </a:stretch>
                    </p:blipFill>
                    <p:spPr>
                      <a:xfrm>
                        <a:off x="1617092" y="1053758"/>
                        <a:ext cx="2882900" cy="1778000"/>
                      </a:xfrm>
                      <a:prstGeom prst="rect">
                        <a:avLst/>
                      </a:prstGeom>
                      <a:noFill/>
                      <a:ln>
                        <a:noFill/>
                        <a:prstDash val="sysDash"/>
                      </a:ln>
                    </p:spPr>
                  </p:pic>
                </p:oleObj>
              </mc:Fallback>
            </mc:AlternateContent>
          </a:graphicData>
        </a:graphic>
      </p:graphicFrame>
      <p:graphicFrame>
        <p:nvGraphicFramePr>
          <p:cNvPr id="8" name="对象 7"/>
          <p:cNvGraphicFramePr>
            <a:graphicFrameLocks noChangeAspect="1"/>
          </p:cNvGraphicFramePr>
          <p:nvPr/>
        </p:nvGraphicFramePr>
        <p:xfrm>
          <a:off x="5771560" y="1074936"/>
          <a:ext cx="2565400" cy="1778000"/>
        </p:xfrm>
        <a:graphic>
          <a:graphicData uri="http://schemas.openxmlformats.org/presentationml/2006/ole">
            <mc:AlternateContent xmlns:mc="http://schemas.openxmlformats.org/markup-compatibility/2006">
              <mc:Choice xmlns:v="urn:schemas-microsoft-com:vml" Requires="v">
                <p:oleObj spid="_x0000_s17458" name="Equation" r:id="rId7" imgW="61569600" imgH="42672000" progId="Equation.DSMT4">
                  <p:embed/>
                </p:oleObj>
              </mc:Choice>
              <mc:Fallback>
                <p:oleObj name="Equation" r:id="rId7" imgW="61569600" imgH="42672000" progId="Equation.DSMT4">
                  <p:embed/>
                  <p:pic>
                    <p:nvPicPr>
                      <p:cNvPr id="0" name="对象 6"/>
                      <p:cNvPicPr/>
                      <p:nvPr/>
                    </p:nvPicPr>
                    <p:blipFill>
                      <a:blip r:embed="rId8"/>
                      <a:stretch>
                        <a:fillRect/>
                      </a:stretch>
                    </p:blipFill>
                    <p:spPr>
                      <a:xfrm>
                        <a:off x="5771560" y="1074936"/>
                        <a:ext cx="2565400" cy="1778000"/>
                      </a:xfrm>
                      <a:prstGeom prst="rect">
                        <a:avLst/>
                      </a:prstGeom>
                      <a:noFill/>
                      <a:ln>
                        <a:noFill/>
                        <a:prstDash val="sysDash"/>
                      </a:ln>
                    </p:spPr>
                  </p:pic>
                </p:oleObj>
              </mc:Fallback>
            </mc:AlternateContent>
          </a:graphicData>
        </a:graphic>
      </p:graphicFrame>
      <p:grpSp>
        <p:nvGrpSpPr>
          <p:cNvPr id="10" name="组合 9"/>
          <p:cNvGrpSpPr/>
          <p:nvPr/>
        </p:nvGrpSpPr>
        <p:grpSpPr>
          <a:xfrm>
            <a:off x="4665755" y="792683"/>
            <a:ext cx="914357" cy="1660048"/>
            <a:chOff x="564355" y="-59802"/>
            <a:chExt cx="914357" cy="1660048"/>
          </a:xfrm>
        </p:grpSpPr>
        <p:sp>
          <p:nvSpPr>
            <p:cNvPr id="11" name="Line 24"/>
            <p:cNvSpPr>
              <a:spLocks noChangeShapeType="1"/>
            </p:cNvSpPr>
            <p:nvPr/>
          </p:nvSpPr>
          <p:spPr bwMode="auto">
            <a:xfrm>
              <a:off x="564355" y="1124744"/>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12" name="Object 26"/>
            <p:cNvGraphicFramePr>
              <a:graphicFrameLocks noChangeAspect="1"/>
            </p:cNvGraphicFramePr>
            <p:nvPr/>
          </p:nvGraphicFramePr>
          <p:xfrm>
            <a:off x="710467" y="-59802"/>
            <a:ext cx="530225" cy="782638"/>
          </p:xfrm>
          <a:graphic>
            <a:graphicData uri="http://schemas.openxmlformats.org/presentationml/2006/ole">
              <mc:AlternateContent xmlns:mc="http://schemas.openxmlformats.org/markup-compatibility/2006">
                <mc:Choice xmlns:v="urn:schemas-microsoft-com:vml" Requires="v">
                  <p:oleObj spid="_x0000_s17459" name="Equation" r:id="rId9" imgW="6400800" imgH="9448800" progId="Equation.DSMT4">
                    <p:embed/>
                  </p:oleObj>
                </mc:Choice>
                <mc:Fallback>
                  <p:oleObj name="Equation" r:id="rId9" imgW="6400800" imgH="9448800" progId="Equation.DSMT4">
                    <p:embed/>
                    <p:pic>
                      <p:nvPicPr>
                        <p:cNvPr id="0" name="Object 26"/>
                        <p:cNvPicPr>
                          <a:picLocks noChangeAspect="1" noChangeArrowheads="1"/>
                        </p:cNvPicPr>
                        <p:nvPr/>
                      </p:nvPicPr>
                      <p:blipFill>
                        <a:blip r:embed="rId10"/>
                        <a:srcRect/>
                        <a:stretch>
                          <a:fillRect/>
                        </a:stretch>
                      </p:blipFill>
                      <p:spPr bwMode="auto">
                        <a:xfrm>
                          <a:off x="710467" y="-59802"/>
                          <a:ext cx="530225" cy="782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26"/>
            <p:cNvGraphicFramePr>
              <a:graphicFrameLocks noChangeAspect="1"/>
            </p:cNvGraphicFramePr>
            <p:nvPr/>
          </p:nvGraphicFramePr>
          <p:xfrm>
            <a:off x="610349" y="649333"/>
            <a:ext cx="808038" cy="454025"/>
          </p:xfrm>
          <a:graphic>
            <a:graphicData uri="http://schemas.openxmlformats.org/presentationml/2006/ole">
              <mc:AlternateContent xmlns:mc="http://schemas.openxmlformats.org/markup-compatibility/2006">
                <mc:Choice xmlns:v="urn:schemas-microsoft-com:vml" Requires="v">
                  <p:oleObj spid="_x0000_s17460" name="Equation" r:id="rId11" imgW="9753600" imgH="5486400" progId="Equation.DSMT4">
                    <p:embed/>
                  </p:oleObj>
                </mc:Choice>
                <mc:Fallback>
                  <p:oleObj name="Equation" r:id="rId11" imgW="9753600" imgH="5486400" progId="Equation.DSMT4">
                    <p:embed/>
                    <p:pic>
                      <p:nvPicPr>
                        <p:cNvPr id="0" name="Object 26"/>
                        <p:cNvPicPr>
                          <a:picLocks noChangeAspect="1" noChangeArrowheads="1"/>
                        </p:cNvPicPr>
                        <p:nvPr/>
                      </p:nvPicPr>
                      <p:blipFill>
                        <a:blip r:embed="rId12"/>
                        <a:srcRect/>
                        <a:stretch>
                          <a:fillRect/>
                        </a:stretch>
                      </p:blipFill>
                      <p:spPr bwMode="auto">
                        <a:xfrm>
                          <a:off x="610349" y="649333"/>
                          <a:ext cx="80803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26"/>
            <p:cNvGraphicFramePr>
              <a:graphicFrameLocks noChangeAspect="1"/>
            </p:cNvGraphicFramePr>
            <p:nvPr/>
          </p:nvGraphicFramePr>
          <p:xfrm>
            <a:off x="569074" y="1146221"/>
            <a:ext cx="909638" cy="454025"/>
          </p:xfrm>
          <a:graphic>
            <a:graphicData uri="http://schemas.openxmlformats.org/presentationml/2006/ole">
              <mc:AlternateContent xmlns:mc="http://schemas.openxmlformats.org/markup-compatibility/2006">
                <mc:Choice xmlns:v="urn:schemas-microsoft-com:vml" Requires="v">
                  <p:oleObj spid="_x0000_s17461" name="Equation" r:id="rId13" imgW="10972800" imgH="5486400" progId="Equation.DSMT4">
                    <p:embed/>
                  </p:oleObj>
                </mc:Choice>
                <mc:Fallback>
                  <p:oleObj name="Equation" r:id="rId13" imgW="10972800" imgH="5486400" progId="Equation.DSMT4">
                    <p:embed/>
                    <p:pic>
                      <p:nvPicPr>
                        <p:cNvPr id="0" name="Object 26"/>
                        <p:cNvPicPr>
                          <a:picLocks noChangeAspect="1" noChangeArrowheads="1"/>
                        </p:cNvPicPr>
                        <p:nvPr/>
                      </p:nvPicPr>
                      <p:blipFill>
                        <a:blip r:embed="rId14"/>
                        <a:srcRect/>
                        <a:stretch>
                          <a:fillRect/>
                        </a:stretch>
                      </p:blipFill>
                      <p:spPr bwMode="auto">
                        <a:xfrm>
                          <a:off x="569074" y="1146221"/>
                          <a:ext cx="90963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6" name="组合 15"/>
          <p:cNvGrpSpPr/>
          <p:nvPr/>
        </p:nvGrpSpPr>
        <p:grpSpPr>
          <a:xfrm>
            <a:off x="614214" y="3701485"/>
            <a:ext cx="933450" cy="951651"/>
            <a:chOff x="548163" y="648595"/>
            <a:chExt cx="933450" cy="951651"/>
          </a:xfrm>
        </p:grpSpPr>
        <p:sp>
          <p:nvSpPr>
            <p:cNvPr id="17" name="Line 24"/>
            <p:cNvSpPr>
              <a:spLocks noChangeShapeType="1"/>
            </p:cNvSpPr>
            <p:nvPr/>
          </p:nvSpPr>
          <p:spPr bwMode="auto">
            <a:xfrm>
              <a:off x="564355" y="1124744"/>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19" name="Object 26"/>
            <p:cNvGraphicFramePr>
              <a:graphicFrameLocks noChangeAspect="1"/>
            </p:cNvGraphicFramePr>
            <p:nvPr/>
          </p:nvGraphicFramePr>
          <p:xfrm>
            <a:off x="548163" y="648595"/>
            <a:ext cx="933450" cy="454025"/>
          </p:xfrm>
          <a:graphic>
            <a:graphicData uri="http://schemas.openxmlformats.org/presentationml/2006/ole">
              <mc:AlternateContent xmlns:mc="http://schemas.openxmlformats.org/markup-compatibility/2006">
                <mc:Choice xmlns:v="urn:schemas-microsoft-com:vml" Requires="v">
                  <p:oleObj spid="_x0000_s17462" name="Equation" r:id="rId15" imgW="11277600" imgH="5486400" progId="Equation.DSMT4">
                    <p:embed/>
                  </p:oleObj>
                </mc:Choice>
                <mc:Fallback>
                  <p:oleObj name="Equation" r:id="rId15" imgW="11277600" imgH="5486400" progId="Equation.DSMT4">
                    <p:embed/>
                    <p:pic>
                      <p:nvPicPr>
                        <p:cNvPr id="0" name="Object 26"/>
                        <p:cNvPicPr>
                          <a:picLocks noChangeAspect="1" noChangeArrowheads="1"/>
                        </p:cNvPicPr>
                        <p:nvPr/>
                      </p:nvPicPr>
                      <p:blipFill>
                        <a:blip r:embed="rId16"/>
                        <a:srcRect/>
                        <a:stretch>
                          <a:fillRect/>
                        </a:stretch>
                      </p:blipFill>
                      <p:spPr bwMode="auto">
                        <a:xfrm>
                          <a:off x="548163" y="648595"/>
                          <a:ext cx="93345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26"/>
            <p:cNvGraphicFramePr>
              <a:graphicFrameLocks noChangeAspect="1"/>
            </p:cNvGraphicFramePr>
            <p:nvPr/>
          </p:nvGraphicFramePr>
          <p:xfrm>
            <a:off x="569074" y="1146221"/>
            <a:ext cx="909638" cy="454025"/>
          </p:xfrm>
          <a:graphic>
            <a:graphicData uri="http://schemas.openxmlformats.org/presentationml/2006/ole">
              <mc:AlternateContent xmlns:mc="http://schemas.openxmlformats.org/markup-compatibility/2006">
                <mc:Choice xmlns:v="urn:schemas-microsoft-com:vml" Requires="v">
                  <p:oleObj spid="_x0000_s17463" name="Equation" r:id="rId17" imgW="10972800" imgH="5486400" progId="Equation.DSMT4">
                    <p:embed/>
                  </p:oleObj>
                </mc:Choice>
                <mc:Fallback>
                  <p:oleObj name="Equation" r:id="rId17" imgW="10972800" imgH="5486400" progId="Equation.DSMT4">
                    <p:embed/>
                    <p:pic>
                      <p:nvPicPr>
                        <p:cNvPr id="0" name="Object 26"/>
                        <p:cNvPicPr>
                          <a:picLocks noChangeAspect="1" noChangeArrowheads="1"/>
                        </p:cNvPicPr>
                        <p:nvPr/>
                      </p:nvPicPr>
                      <p:blipFill>
                        <a:blip r:embed="rId18"/>
                        <a:srcRect/>
                        <a:stretch>
                          <a:fillRect/>
                        </a:stretch>
                      </p:blipFill>
                      <p:spPr bwMode="auto">
                        <a:xfrm>
                          <a:off x="569074" y="1146221"/>
                          <a:ext cx="90963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1" name="对象 20"/>
          <p:cNvGraphicFramePr>
            <a:graphicFrameLocks noChangeAspect="1"/>
          </p:cNvGraphicFramePr>
          <p:nvPr/>
        </p:nvGraphicFramePr>
        <p:xfrm>
          <a:off x="1659260" y="3284984"/>
          <a:ext cx="2552700" cy="1778000"/>
        </p:xfrm>
        <a:graphic>
          <a:graphicData uri="http://schemas.openxmlformats.org/presentationml/2006/ole">
            <mc:AlternateContent xmlns:mc="http://schemas.openxmlformats.org/markup-compatibility/2006">
              <mc:Choice xmlns:v="urn:schemas-microsoft-com:vml" Requires="v">
                <p:oleObj spid="_x0000_s17464" name="Equation" r:id="rId19" imgW="61264800" imgH="42672000" progId="Equation.DSMT4">
                  <p:embed/>
                </p:oleObj>
              </mc:Choice>
              <mc:Fallback>
                <p:oleObj name="Equation" r:id="rId19" imgW="61264800" imgH="42672000" progId="Equation.DSMT4">
                  <p:embed/>
                  <p:pic>
                    <p:nvPicPr>
                      <p:cNvPr id="0" name="对象 6"/>
                      <p:cNvPicPr/>
                      <p:nvPr/>
                    </p:nvPicPr>
                    <p:blipFill>
                      <a:blip r:embed="rId20"/>
                      <a:stretch>
                        <a:fillRect/>
                      </a:stretch>
                    </p:blipFill>
                    <p:spPr>
                      <a:xfrm>
                        <a:off x="1659260" y="3284984"/>
                        <a:ext cx="2552700" cy="1778000"/>
                      </a:xfrm>
                      <a:prstGeom prst="rect">
                        <a:avLst/>
                      </a:prstGeom>
                      <a:noFill/>
                      <a:ln>
                        <a:noFill/>
                        <a:prstDash val="sysDash"/>
                      </a:ln>
                    </p:spPr>
                  </p:pic>
                </p:oleObj>
              </mc:Fallback>
            </mc:AlternateContent>
          </a:graphicData>
        </a:graphic>
      </p:graphicFrame>
      <p:graphicFrame>
        <p:nvGraphicFramePr>
          <p:cNvPr id="22" name="对象 21"/>
          <p:cNvGraphicFramePr>
            <a:graphicFrameLocks noChangeAspect="1"/>
          </p:cNvGraphicFramePr>
          <p:nvPr/>
        </p:nvGraphicFramePr>
        <p:xfrm>
          <a:off x="5455134" y="3284984"/>
          <a:ext cx="2527300" cy="1778000"/>
        </p:xfrm>
        <a:graphic>
          <a:graphicData uri="http://schemas.openxmlformats.org/presentationml/2006/ole">
            <mc:AlternateContent xmlns:mc="http://schemas.openxmlformats.org/markup-compatibility/2006">
              <mc:Choice xmlns:v="urn:schemas-microsoft-com:vml" Requires="v">
                <p:oleObj spid="_x0000_s17465" name="Equation" r:id="rId21" imgW="60655200" imgH="42672000" progId="Equation.DSMT4">
                  <p:embed/>
                </p:oleObj>
              </mc:Choice>
              <mc:Fallback>
                <p:oleObj name="Equation" r:id="rId21" imgW="60655200" imgH="42672000" progId="Equation.DSMT4">
                  <p:embed/>
                  <p:pic>
                    <p:nvPicPr>
                      <p:cNvPr id="0" name="对象 20"/>
                      <p:cNvPicPr/>
                      <p:nvPr/>
                    </p:nvPicPr>
                    <p:blipFill>
                      <a:blip r:embed="rId22"/>
                      <a:stretch>
                        <a:fillRect/>
                      </a:stretch>
                    </p:blipFill>
                    <p:spPr>
                      <a:xfrm>
                        <a:off x="5455134" y="3284984"/>
                        <a:ext cx="2527300" cy="1778000"/>
                      </a:xfrm>
                      <a:prstGeom prst="rect">
                        <a:avLst/>
                      </a:prstGeom>
                      <a:noFill/>
                      <a:ln>
                        <a:noFill/>
                        <a:prstDash val="sysDash"/>
                      </a:ln>
                    </p:spPr>
                  </p:pic>
                </p:oleObj>
              </mc:Fallback>
            </mc:AlternateContent>
          </a:graphicData>
        </a:graphic>
      </p:graphicFrame>
      <p:grpSp>
        <p:nvGrpSpPr>
          <p:cNvPr id="23" name="组合 22"/>
          <p:cNvGrpSpPr/>
          <p:nvPr/>
        </p:nvGrpSpPr>
        <p:grpSpPr>
          <a:xfrm>
            <a:off x="4339865" y="3680054"/>
            <a:ext cx="900949" cy="950912"/>
            <a:chOff x="564355" y="648731"/>
            <a:chExt cx="900949" cy="950912"/>
          </a:xfrm>
        </p:grpSpPr>
        <p:sp>
          <p:nvSpPr>
            <p:cNvPr id="24" name="Line 24"/>
            <p:cNvSpPr>
              <a:spLocks noChangeShapeType="1"/>
            </p:cNvSpPr>
            <p:nvPr/>
          </p:nvSpPr>
          <p:spPr bwMode="auto">
            <a:xfrm>
              <a:off x="564355" y="1124744"/>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25" name="Object 26"/>
            <p:cNvGraphicFramePr>
              <a:graphicFrameLocks noChangeAspect="1"/>
            </p:cNvGraphicFramePr>
            <p:nvPr/>
          </p:nvGraphicFramePr>
          <p:xfrm>
            <a:off x="648604" y="648731"/>
            <a:ext cx="731838" cy="454025"/>
          </p:xfrm>
          <a:graphic>
            <a:graphicData uri="http://schemas.openxmlformats.org/presentationml/2006/ole">
              <mc:AlternateContent xmlns:mc="http://schemas.openxmlformats.org/markup-compatibility/2006">
                <mc:Choice xmlns:v="urn:schemas-microsoft-com:vml" Requires="v">
                  <p:oleObj spid="_x0000_s17466" name="Equation" r:id="rId23" imgW="8839200" imgH="5486400" progId="Equation.DSMT4">
                    <p:embed/>
                  </p:oleObj>
                </mc:Choice>
                <mc:Fallback>
                  <p:oleObj name="Equation" r:id="rId23" imgW="8839200" imgH="5486400" progId="Equation.DSMT4">
                    <p:embed/>
                    <p:pic>
                      <p:nvPicPr>
                        <p:cNvPr id="0" name="Object 26"/>
                        <p:cNvPicPr>
                          <a:picLocks noChangeAspect="1" noChangeArrowheads="1"/>
                        </p:cNvPicPr>
                        <p:nvPr/>
                      </p:nvPicPr>
                      <p:blipFill>
                        <a:blip r:embed="rId24"/>
                        <a:srcRect/>
                        <a:stretch>
                          <a:fillRect/>
                        </a:stretch>
                      </p:blipFill>
                      <p:spPr bwMode="auto">
                        <a:xfrm>
                          <a:off x="648604" y="648731"/>
                          <a:ext cx="731838"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6"/>
            <p:cNvGraphicFramePr>
              <a:graphicFrameLocks noChangeAspect="1"/>
            </p:cNvGraphicFramePr>
            <p:nvPr/>
          </p:nvGraphicFramePr>
          <p:xfrm>
            <a:off x="643842" y="1145618"/>
            <a:ext cx="758825" cy="454025"/>
          </p:xfrm>
          <a:graphic>
            <a:graphicData uri="http://schemas.openxmlformats.org/presentationml/2006/ole">
              <mc:AlternateContent xmlns:mc="http://schemas.openxmlformats.org/markup-compatibility/2006">
                <mc:Choice xmlns:v="urn:schemas-microsoft-com:vml" Requires="v">
                  <p:oleObj spid="_x0000_s17467" name="Equation" r:id="rId25" imgW="9144000" imgH="5486400" progId="Equation.DSMT4">
                    <p:embed/>
                  </p:oleObj>
                </mc:Choice>
                <mc:Fallback>
                  <p:oleObj name="Equation" r:id="rId25" imgW="9144000" imgH="5486400" progId="Equation.DSMT4">
                    <p:embed/>
                    <p:pic>
                      <p:nvPicPr>
                        <p:cNvPr id="0" name="Object 26"/>
                        <p:cNvPicPr>
                          <a:picLocks noChangeAspect="1" noChangeArrowheads="1"/>
                        </p:cNvPicPr>
                        <p:nvPr/>
                      </p:nvPicPr>
                      <p:blipFill>
                        <a:blip r:embed="rId26"/>
                        <a:srcRect/>
                        <a:stretch>
                          <a:fillRect/>
                        </a:stretch>
                      </p:blipFill>
                      <p:spPr bwMode="auto">
                        <a:xfrm>
                          <a:off x="643842" y="1145618"/>
                          <a:ext cx="7588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 name="Text Box 37"/>
          <p:cNvSpPr txBox="1">
            <a:spLocks noChangeArrowheads="1"/>
          </p:cNvSpPr>
          <p:nvPr/>
        </p:nvSpPr>
        <p:spPr bwMode="auto">
          <a:xfrm>
            <a:off x="6444208" y="5157192"/>
            <a:ext cx="1412864"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solidFill>
                  <a:schemeClr val="bg1"/>
                </a:solidFill>
                <a:latin typeface="Arial" panose="020B0604020202020204" pitchFamily="34" charset="0"/>
              </a:rPr>
              <a:t>行最简形</a:t>
            </a:r>
            <a:endParaRPr kumimoji="0" lang="en-US" altLang="zh-CN" sz="2400" dirty="0">
              <a:solidFill>
                <a:schemeClr val="bg1"/>
              </a:solidFill>
              <a:latin typeface="Arial" panose="020B0604020202020204" pitchFamily="34" charset="0"/>
            </a:endParaRPr>
          </a:p>
        </p:txBody>
      </p:sp>
      <p:graphicFrame>
        <p:nvGraphicFramePr>
          <p:cNvPr id="28" name="对象 27"/>
          <p:cNvGraphicFramePr>
            <a:graphicFrameLocks noChangeAspect="1"/>
          </p:cNvGraphicFramePr>
          <p:nvPr/>
        </p:nvGraphicFramePr>
        <p:xfrm>
          <a:off x="7982434" y="4040634"/>
          <a:ext cx="406400" cy="266700"/>
        </p:xfrm>
        <a:graphic>
          <a:graphicData uri="http://schemas.openxmlformats.org/presentationml/2006/ole">
            <mc:AlternateContent xmlns:mc="http://schemas.openxmlformats.org/markup-compatibility/2006">
              <mc:Choice xmlns:v="urn:schemas-microsoft-com:vml" Requires="v">
                <p:oleObj spid="_x0000_s17468" name="Equation" r:id="rId27" imgW="9753600" imgH="6400800" progId="Equation.DSMT4">
                  <p:embed/>
                </p:oleObj>
              </mc:Choice>
              <mc:Fallback>
                <p:oleObj name="Equation" r:id="rId27" imgW="9753600" imgH="6400800" progId="Equation.DSMT4">
                  <p:embed/>
                  <p:pic>
                    <p:nvPicPr>
                      <p:cNvPr id="0" name="对象 21"/>
                      <p:cNvPicPr/>
                      <p:nvPr/>
                    </p:nvPicPr>
                    <p:blipFill>
                      <a:blip r:embed="rId28"/>
                      <a:stretch>
                        <a:fillRect/>
                      </a:stretch>
                    </p:blipFill>
                    <p:spPr>
                      <a:xfrm>
                        <a:off x="7982434" y="4040634"/>
                        <a:ext cx="406400" cy="266700"/>
                      </a:xfrm>
                      <a:prstGeom prst="rect">
                        <a:avLst/>
                      </a:prstGeom>
                      <a:noFill/>
                      <a:ln>
                        <a:noFill/>
                        <a:prstDash val="sysDash"/>
                      </a:ln>
                    </p:spPr>
                  </p:pic>
                </p:oleObj>
              </mc:Fallback>
            </mc:AlternateContent>
          </a:graphicData>
        </a:graphic>
      </p:graphicFrame>
      <p:sp>
        <p:nvSpPr>
          <p:cNvPr id="29" name="直角三角形 2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0" name="直角三角形 2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aphicFrame>
        <p:nvGraphicFramePr>
          <p:cNvPr id="4" name="对象 3"/>
          <p:cNvGraphicFramePr>
            <a:graphicFrameLocks noChangeAspect="1"/>
          </p:cNvGraphicFramePr>
          <p:nvPr/>
        </p:nvGraphicFramePr>
        <p:xfrm>
          <a:off x="630406" y="1102331"/>
          <a:ext cx="756710" cy="454025"/>
        </p:xfrm>
        <a:graphic>
          <a:graphicData uri="http://schemas.openxmlformats.org/presentationml/2006/ole">
            <mc:AlternateContent xmlns:mc="http://schemas.openxmlformats.org/markup-compatibility/2006">
              <mc:Choice xmlns:v="urn:schemas-microsoft-com:vml" Requires="v">
                <p:oleObj spid="_x0000_s17469" name="Equation" r:id="rId29" imgW="9144000" imgH="5486400" progId="Equation.DSMT4">
                  <p:embed/>
                </p:oleObj>
              </mc:Choice>
              <mc:Fallback>
                <p:oleObj name="Equation" r:id="rId29" imgW="9144000" imgH="5486400" progId="Equation.DSMT4">
                  <p:embed/>
                  <p:pic>
                    <p:nvPicPr>
                      <p:cNvPr id="0" name="图片 17468"/>
                      <p:cNvPicPr/>
                      <p:nvPr/>
                    </p:nvPicPr>
                    <p:blipFill>
                      <a:blip r:embed="rId30"/>
                      <a:stretch>
                        <a:fillRect/>
                      </a:stretch>
                    </p:blipFill>
                    <p:spPr>
                      <a:xfrm>
                        <a:off x="630406" y="1102331"/>
                        <a:ext cx="756710" cy="454025"/>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left)">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1730422" y="657989"/>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2224662" y="656692"/>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3405232" y="671500"/>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5508104" y="692696"/>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5982218" y="695651"/>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925213" y="692696"/>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nvGraphicFramePr>
        <p:xfrm>
          <a:off x="5406993" y="754608"/>
          <a:ext cx="2527300" cy="1778000"/>
        </p:xfrm>
        <a:graphic>
          <a:graphicData uri="http://schemas.openxmlformats.org/presentationml/2006/ole">
            <mc:AlternateContent xmlns:mc="http://schemas.openxmlformats.org/markup-compatibility/2006">
              <mc:Choice xmlns:v="urn:schemas-microsoft-com:vml" Requires="v">
                <p:oleObj spid="_x0000_s18458" name="Equation" r:id="rId1" imgW="60655200" imgH="42672000" progId="Equation.DSMT4">
                  <p:embed/>
                </p:oleObj>
              </mc:Choice>
              <mc:Fallback>
                <p:oleObj name="Equation" r:id="rId1" imgW="60655200" imgH="42672000" progId="Equation.DSMT4">
                  <p:embed/>
                  <p:pic>
                    <p:nvPicPr>
                      <p:cNvPr id="0" name="对象 21"/>
                      <p:cNvPicPr/>
                      <p:nvPr/>
                    </p:nvPicPr>
                    <p:blipFill>
                      <a:blip r:embed="rId2"/>
                      <a:stretch>
                        <a:fillRect/>
                      </a:stretch>
                    </p:blipFill>
                    <p:spPr>
                      <a:xfrm>
                        <a:off x="5406993" y="754608"/>
                        <a:ext cx="2527300" cy="1778000"/>
                      </a:xfrm>
                      <a:prstGeom prst="rect">
                        <a:avLst/>
                      </a:prstGeom>
                      <a:noFill/>
                      <a:ln>
                        <a:noFill/>
                        <a:prstDash val="sysDash"/>
                      </a:ln>
                    </p:spPr>
                  </p:pic>
                </p:oleObj>
              </mc:Fallback>
            </mc:AlternateContent>
          </a:graphicData>
        </a:graphic>
      </p:graphicFrame>
      <p:sp>
        <p:nvSpPr>
          <p:cNvPr id="5" name="矩形 4"/>
          <p:cNvSpPr/>
          <p:nvPr/>
        </p:nvSpPr>
        <p:spPr>
          <a:xfrm>
            <a:off x="755576" y="1383159"/>
            <a:ext cx="492443" cy="461665"/>
          </a:xfrm>
          <a:prstGeom prst="rect">
            <a:avLst/>
          </a:prstGeom>
        </p:spPr>
        <p:txBody>
          <a:bodyPr wrap="none">
            <a:spAutoFit/>
          </a:bodyPr>
          <a:lstStyle/>
          <a:p>
            <a:r>
              <a:rPr lang="zh-CN" altLang="en-US" sz="2400" dirty="0">
                <a:solidFill>
                  <a:prstClr val="black"/>
                </a:solidFill>
                <a:latin typeface="Arial" panose="020B0604020202020204" pitchFamily="34" charset="0"/>
              </a:rPr>
              <a:t>即</a:t>
            </a:r>
            <a:endParaRPr lang="zh-CN" altLang="en-US" dirty="0"/>
          </a:p>
        </p:txBody>
      </p:sp>
      <p:graphicFrame>
        <p:nvGraphicFramePr>
          <p:cNvPr id="6" name="对象 5"/>
          <p:cNvGraphicFramePr>
            <a:graphicFrameLocks noChangeAspect="1"/>
          </p:cNvGraphicFramePr>
          <p:nvPr/>
        </p:nvGraphicFramePr>
        <p:xfrm>
          <a:off x="1187624" y="754608"/>
          <a:ext cx="3162300" cy="1778000"/>
        </p:xfrm>
        <a:graphic>
          <a:graphicData uri="http://schemas.openxmlformats.org/presentationml/2006/ole">
            <mc:AlternateContent xmlns:mc="http://schemas.openxmlformats.org/markup-compatibility/2006">
              <mc:Choice xmlns:v="urn:schemas-microsoft-com:vml" Requires="v">
                <p:oleObj spid="_x0000_s18459" name="Equation" r:id="rId3" imgW="75895200" imgH="42672000" progId="Equation.DSMT4">
                  <p:embed/>
                </p:oleObj>
              </mc:Choice>
              <mc:Fallback>
                <p:oleObj name="Equation" r:id="rId3" imgW="75895200" imgH="42672000" progId="Equation.DSMT4">
                  <p:embed/>
                  <p:pic>
                    <p:nvPicPr>
                      <p:cNvPr id="0" name="对象 22"/>
                      <p:cNvPicPr/>
                      <p:nvPr/>
                    </p:nvPicPr>
                    <p:blipFill>
                      <a:blip r:embed="rId4"/>
                      <a:stretch>
                        <a:fillRect/>
                      </a:stretch>
                    </p:blipFill>
                    <p:spPr>
                      <a:xfrm>
                        <a:off x="1187624" y="754608"/>
                        <a:ext cx="3162300" cy="1778000"/>
                      </a:xfrm>
                      <a:prstGeom prst="rect">
                        <a:avLst/>
                      </a:prstGeom>
                      <a:noFill/>
                      <a:ln>
                        <a:noFill/>
                        <a:prstDash val="sysDash"/>
                      </a:ln>
                    </p:spPr>
                  </p:pic>
                </p:oleObj>
              </mc:Fallback>
            </mc:AlternateContent>
          </a:graphicData>
        </a:graphic>
      </p:graphicFrame>
      <p:sp>
        <p:nvSpPr>
          <p:cNvPr id="9" name="Line 24"/>
          <p:cNvSpPr>
            <a:spLocks noChangeShapeType="1"/>
          </p:cNvSpPr>
          <p:nvPr/>
        </p:nvSpPr>
        <p:spPr bwMode="auto">
          <a:xfrm>
            <a:off x="4427984" y="1628800"/>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12" name="Text Box 37"/>
          <p:cNvSpPr txBox="1">
            <a:spLocks noChangeArrowheads="1"/>
          </p:cNvSpPr>
          <p:nvPr/>
        </p:nvSpPr>
        <p:spPr bwMode="auto">
          <a:xfrm>
            <a:off x="6531775" y="2762174"/>
            <a:ext cx="1506955"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r>
              <a:rPr kumimoji="0" lang="zh-CN" altLang="en-US" sz="2400" dirty="0">
                <a:solidFill>
                  <a:schemeClr val="bg1"/>
                </a:solidFill>
                <a:latin typeface="Arial" panose="020B0604020202020204" pitchFamily="34" charset="0"/>
              </a:rPr>
              <a:t>行最简形</a:t>
            </a:r>
            <a:endParaRPr kumimoji="0" lang="en-US" altLang="zh-CN" sz="2400" dirty="0">
              <a:solidFill>
                <a:schemeClr val="bg1"/>
              </a:solidFill>
              <a:latin typeface="Arial" panose="020B0604020202020204" pitchFamily="34" charset="0"/>
            </a:endParaRPr>
          </a:p>
        </p:txBody>
      </p:sp>
      <p:graphicFrame>
        <p:nvGraphicFramePr>
          <p:cNvPr id="13" name="对象 12"/>
          <p:cNvGraphicFramePr>
            <a:graphicFrameLocks noChangeAspect="1"/>
          </p:cNvGraphicFramePr>
          <p:nvPr/>
        </p:nvGraphicFramePr>
        <p:xfrm>
          <a:off x="7962334" y="1495450"/>
          <a:ext cx="406400" cy="266700"/>
        </p:xfrm>
        <a:graphic>
          <a:graphicData uri="http://schemas.openxmlformats.org/presentationml/2006/ole">
            <mc:AlternateContent xmlns:mc="http://schemas.openxmlformats.org/markup-compatibility/2006">
              <mc:Choice xmlns:v="urn:schemas-microsoft-com:vml" Requires="v">
                <p:oleObj spid="_x0000_s18460" name="Equation" r:id="rId5" imgW="9753600" imgH="6400800" progId="Equation.DSMT4">
                  <p:embed/>
                </p:oleObj>
              </mc:Choice>
              <mc:Fallback>
                <p:oleObj name="Equation" r:id="rId5" imgW="9753600" imgH="6400800" progId="Equation.DSMT4">
                  <p:embed/>
                  <p:pic>
                    <p:nvPicPr>
                      <p:cNvPr id="0" name="对象 27"/>
                      <p:cNvPicPr/>
                      <p:nvPr/>
                    </p:nvPicPr>
                    <p:blipFill>
                      <a:blip r:embed="rId6"/>
                      <a:stretch>
                        <a:fillRect/>
                      </a:stretch>
                    </p:blipFill>
                    <p:spPr>
                      <a:xfrm>
                        <a:off x="7962334" y="1495450"/>
                        <a:ext cx="406400" cy="266700"/>
                      </a:xfrm>
                      <a:prstGeom prst="rect">
                        <a:avLst/>
                      </a:prstGeom>
                      <a:noFill/>
                      <a:ln>
                        <a:noFill/>
                        <a:prstDash val="sysDash"/>
                      </a:ln>
                    </p:spPr>
                  </p:pic>
                </p:oleObj>
              </mc:Fallback>
            </mc:AlternateContent>
          </a:graphicData>
        </a:graphic>
      </p:graphicFrame>
      <p:sp>
        <p:nvSpPr>
          <p:cNvPr id="16" name="矩形 15"/>
          <p:cNvSpPr/>
          <p:nvPr/>
        </p:nvSpPr>
        <p:spPr>
          <a:xfrm>
            <a:off x="656193" y="3748680"/>
            <a:ext cx="2073003" cy="461665"/>
          </a:xfrm>
          <a:prstGeom prst="rect">
            <a:avLst/>
          </a:prstGeom>
        </p:spPr>
        <p:txBody>
          <a:bodyPr wrap="none">
            <a:spAutoFit/>
          </a:bodyPr>
          <a:lstStyle/>
          <a:p>
            <a:r>
              <a:rPr lang="zh-CN" altLang="en-US" sz="2400" dirty="0">
                <a:solidFill>
                  <a:prstClr val="black"/>
                </a:solidFill>
                <a:latin typeface="Arial" panose="020B0604020202020204" pitchFamily="34" charset="0"/>
              </a:rPr>
              <a:t>观察 </a:t>
            </a:r>
            <a:r>
              <a:rPr lang="en-US" altLang="zh-CN" sz="2400" i="1" dirty="0">
                <a:solidFill>
                  <a:prstClr val="black"/>
                </a:solidFill>
                <a:latin typeface="Times New Roman" panose="02020603050405020304" pitchFamily="18" charset="0"/>
                <a:cs typeface="Times New Roman" panose="02020603050405020304" pitchFamily="18" charset="0"/>
              </a:rPr>
              <a:t>B </a:t>
            </a:r>
            <a:r>
              <a:rPr lang="zh-CN" altLang="en-US" sz="2400" dirty="0">
                <a:solidFill>
                  <a:prstClr val="black"/>
                </a:solidFill>
                <a:latin typeface="Arial" panose="020B0604020202020204" pitchFamily="34" charset="0"/>
              </a:rPr>
              <a:t>可知，</a:t>
            </a:r>
            <a:endParaRPr lang="zh-CN" altLang="en-US" dirty="0"/>
          </a:p>
        </p:txBody>
      </p:sp>
      <p:sp>
        <p:nvSpPr>
          <p:cNvPr id="17" name="矩形 16"/>
          <p:cNvSpPr/>
          <p:nvPr/>
        </p:nvSpPr>
        <p:spPr>
          <a:xfrm>
            <a:off x="2474175" y="3764555"/>
            <a:ext cx="5795176" cy="461665"/>
          </a:xfrm>
          <a:prstGeom prst="rect">
            <a:avLst/>
          </a:prstGeom>
        </p:spPr>
        <p:txBody>
          <a:bodyPr wrap="none">
            <a:spAutoFit/>
          </a:bodyPr>
          <a:lstStyle/>
          <a:p>
            <a:r>
              <a:rPr lang="zh-CN" altLang="en-US" sz="2400" dirty="0">
                <a:solidFill>
                  <a:prstClr val="black"/>
                </a:solidFill>
                <a:latin typeface="Arial" panose="020B0604020202020204" pitchFamily="34" charset="0"/>
              </a:rPr>
              <a:t>它的第</a:t>
            </a:r>
            <a:r>
              <a:rPr lang="en-US" altLang="zh-CN" sz="2400" dirty="0">
                <a:solidFill>
                  <a:prstClr val="black"/>
                </a:solidFill>
                <a:latin typeface="Arial" panose="020B0604020202020204" pitchFamily="34" charset="0"/>
              </a:rPr>
              <a:t>1</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2</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4</a:t>
            </a:r>
            <a:r>
              <a:rPr lang="zh-CN" altLang="en-US" sz="2400" dirty="0">
                <a:solidFill>
                  <a:prstClr val="black"/>
                </a:solidFill>
                <a:latin typeface="Arial" panose="020B0604020202020204" pitchFamily="34" charset="0"/>
              </a:rPr>
              <a:t>列为</a:t>
            </a:r>
            <a:r>
              <a:rPr lang="en-US" altLang="zh-CN" sz="2400" dirty="0">
                <a:solidFill>
                  <a:prstClr val="black"/>
                </a:solidFill>
                <a:latin typeface="Arial" panose="020B0604020202020204" pitchFamily="34" charset="0"/>
              </a:rPr>
              <a:t>3</a:t>
            </a:r>
            <a:r>
              <a:rPr lang="zh-CN" altLang="en-US" sz="2400" dirty="0">
                <a:solidFill>
                  <a:prstClr val="black"/>
                </a:solidFill>
                <a:latin typeface="Arial" panose="020B0604020202020204" pitchFamily="34" charset="0"/>
              </a:rPr>
              <a:t>个线性无关的向量，</a:t>
            </a:r>
            <a:endParaRPr lang="zh-CN" altLang="en-US" dirty="0"/>
          </a:p>
        </p:txBody>
      </p:sp>
      <p:sp>
        <p:nvSpPr>
          <p:cNvPr id="18" name="矩形 17"/>
          <p:cNvSpPr/>
          <p:nvPr/>
        </p:nvSpPr>
        <p:spPr>
          <a:xfrm>
            <a:off x="652023" y="4396602"/>
            <a:ext cx="3505319" cy="461665"/>
          </a:xfrm>
          <a:prstGeom prst="rect">
            <a:avLst/>
          </a:prstGeom>
        </p:spPr>
        <p:txBody>
          <a:bodyPr wrap="none">
            <a:spAutoFit/>
          </a:bodyPr>
          <a:lstStyle/>
          <a:p>
            <a:r>
              <a:rPr lang="zh-CN" altLang="en-US" sz="2400" dirty="0">
                <a:solidFill>
                  <a:prstClr val="black"/>
                </a:solidFill>
                <a:latin typeface="Arial" panose="020B0604020202020204" pitchFamily="34" charset="0"/>
              </a:rPr>
              <a:t>从而 </a:t>
            </a:r>
            <a:r>
              <a:rPr lang="en-US" altLang="zh-CN" sz="2400" i="1" dirty="0">
                <a:solidFill>
                  <a:prstClr val="black"/>
                </a:solidFill>
                <a:latin typeface="Times New Roman" panose="02020603050405020304" pitchFamily="18" charset="0"/>
                <a:cs typeface="Times New Roman" panose="02020603050405020304" pitchFamily="18" charset="0"/>
              </a:rPr>
              <a:t>A </a:t>
            </a:r>
            <a:r>
              <a:rPr lang="zh-CN" altLang="en-US" sz="2400" dirty="0">
                <a:solidFill>
                  <a:prstClr val="black"/>
                </a:solidFill>
                <a:latin typeface="Arial" panose="020B0604020202020204" pitchFamily="34" charset="0"/>
              </a:rPr>
              <a:t>的第</a:t>
            </a:r>
            <a:r>
              <a:rPr lang="en-US" altLang="zh-CN" sz="2400" dirty="0">
                <a:solidFill>
                  <a:prstClr val="black"/>
                </a:solidFill>
                <a:latin typeface="Arial" panose="020B0604020202020204" pitchFamily="34" charset="0"/>
              </a:rPr>
              <a:t>1</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2</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4</a:t>
            </a:r>
            <a:r>
              <a:rPr lang="zh-CN" altLang="en-US" sz="2400" dirty="0">
                <a:solidFill>
                  <a:prstClr val="black"/>
                </a:solidFill>
                <a:latin typeface="Arial" panose="020B0604020202020204" pitchFamily="34" charset="0"/>
              </a:rPr>
              <a:t>列，</a:t>
            </a:r>
            <a:endParaRPr lang="zh-CN" altLang="en-US" dirty="0"/>
          </a:p>
        </p:txBody>
      </p:sp>
      <p:grpSp>
        <p:nvGrpSpPr>
          <p:cNvPr id="22" name="组合 21"/>
          <p:cNvGrpSpPr/>
          <p:nvPr/>
        </p:nvGrpSpPr>
        <p:grpSpPr>
          <a:xfrm>
            <a:off x="3977509" y="4412477"/>
            <a:ext cx="4176143" cy="461665"/>
            <a:chOff x="3955340" y="3936826"/>
            <a:chExt cx="4176143" cy="461665"/>
          </a:xfrm>
        </p:grpSpPr>
        <p:sp>
          <p:nvSpPr>
            <p:cNvPr id="20" name="矩形 19"/>
            <p:cNvSpPr/>
            <p:nvPr/>
          </p:nvSpPr>
          <p:spPr>
            <a:xfrm>
              <a:off x="3955340" y="3936826"/>
              <a:ext cx="4176143" cy="461665"/>
            </a:xfrm>
            <a:prstGeom prst="rect">
              <a:avLst/>
            </a:prstGeom>
          </p:spPr>
          <p:txBody>
            <a:bodyPr wrap="none">
              <a:spAutoFit/>
            </a:bodyPr>
            <a:lstStyle/>
            <a:p>
              <a:r>
                <a:rPr lang="zh-CN" altLang="en-US" sz="2400" dirty="0">
                  <a:solidFill>
                    <a:prstClr val="black"/>
                  </a:solidFill>
                  <a:latin typeface="Arial" panose="020B0604020202020204" pitchFamily="34" charset="0"/>
                </a:rPr>
                <a:t>即                线性无关</a:t>
              </a:r>
              <a:r>
                <a:rPr lang="en-US" altLang="zh-CN" sz="2400" dirty="0">
                  <a:solidFill>
                    <a:prstClr val="black"/>
                  </a:solidFill>
                  <a:latin typeface="Arial" panose="020B0604020202020204" pitchFamily="34" charset="0"/>
                </a:rPr>
                <a:t>, </a:t>
              </a:r>
              <a:r>
                <a:rPr lang="zh-CN" altLang="en-US" sz="2400" dirty="0">
                  <a:solidFill>
                    <a:prstClr val="black"/>
                  </a:solidFill>
                  <a:latin typeface="Arial" panose="020B0604020202020204" pitchFamily="34" charset="0"/>
                </a:rPr>
                <a:t>它就是</a:t>
              </a:r>
              <a:endParaRPr lang="zh-CN" altLang="en-US" dirty="0"/>
            </a:p>
          </p:txBody>
        </p:sp>
        <p:graphicFrame>
          <p:nvGraphicFramePr>
            <p:cNvPr id="21" name="对象 20"/>
            <p:cNvGraphicFramePr>
              <a:graphicFrameLocks noChangeAspect="1"/>
            </p:cNvGraphicFramePr>
            <p:nvPr/>
          </p:nvGraphicFramePr>
          <p:xfrm>
            <a:off x="4443526" y="4009807"/>
            <a:ext cx="1117600" cy="381000"/>
          </p:xfrm>
          <a:graphic>
            <a:graphicData uri="http://schemas.openxmlformats.org/presentationml/2006/ole">
              <mc:AlternateContent xmlns:mc="http://schemas.openxmlformats.org/markup-compatibility/2006">
                <mc:Choice xmlns:v="urn:schemas-microsoft-com:vml" Requires="v">
                  <p:oleObj spid="_x0000_s18461" name="Equation" r:id="rId7" imgW="26822400" imgH="9144000" progId="Equation.DSMT4">
                    <p:embed/>
                  </p:oleObj>
                </mc:Choice>
                <mc:Fallback>
                  <p:oleObj name="Equation" r:id="rId7" imgW="26822400" imgH="9144000" progId="Equation.DSMT4">
                    <p:embed/>
                    <p:pic>
                      <p:nvPicPr>
                        <p:cNvPr id="0" name="对象 5"/>
                        <p:cNvPicPr/>
                        <p:nvPr/>
                      </p:nvPicPr>
                      <p:blipFill>
                        <a:blip r:embed="rId8"/>
                        <a:stretch>
                          <a:fillRect/>
                        </a:stretch>
                      </p:blipFill>
                      <p:spPr>
                        <a:xfrm>
                          <a:off x="4443526" y="4009807"/>
                          <a:ext cx="1117600" cy="381000"/>
                        </a:xfrm>
                        <a:prstGeom prst="rect">
                          <a:avLst/>
                        </a:prstGeom>
                        <a:noFill/>
                        <a:ln>
                          <a:noFill/>
                          <a:prstDash val="sysDash"/>
                        </a:ln>
                      </p:spPr>
                    </p:pic>
                  </p:oleObj>
                </mc:Fallback>
              </mc:AlternateContent>
            </a:graphicData>
          </a:graphic>
        </p:graphicFrame>
      </p:grpSp>
      <p:grpSp>
        <p:nvGrpSpPr>
          <p:cNvPr id="27" name="组合 26"/>
          <p:cNvGrpSpPr/>
          <p:nvPr/>
        </p:nvGrpSpPr>
        <p:grpSpPr>
          <a:xfrm>
            <a:off x="695771" y="3146715"/>
            <a:ext cx="3501018" cy="461665"/>
            <a:chOff x="695771" y="3146715"/>
            <a:chExt cx="3501018" cy="461665"/>
          </a:xfrm>
        </p:grpSpPr>
        <p:sp>
          <p:nvSpPr>
            <p:cNvPr id="23" name="矩形 22"/>
            <p:cNvSpPr/>
            <p:nvPr/>
          </p:nvSpPr>
          <p:spPr>
            <a:xfrm>
              <a:off x="695771" y="3146715"/>
              <a:ext cx="800219" cy="461665"/>
            </a:xfrm>
            <a:prstGeom prst="rect">
              <a:avLst/>
            </a:prstGeom>
          </p:spPr>
          <p:txBody>
            <a:bodyPr wrap="none">
              <a:spAutoFit/>
            </a:bodyPr>
            <a:lstStyle/>
            <a:p>
              <a:r>
                <a:rPr lang="zh-CN" altLang="en-US" sz="2400" dirty="0">
                  <a:solidFill>
                    <a:prstClr val="black"/>
                  </a:solidFill>
                  <a:latin typeface="Arial" panose="020B0604020202020204" pitchFamily="34" charset="0"/>
                </a:rPr>
                <a:t>所以</a:t>
              </a:r>
              <a:endParaRPr lang="zh-CN" altLang="en-US" dirty="0"/>
            </a:p>
          </p:txBody>
        </p:sp>
        <p:graphicFrame>
          <p:nvGraphicFramePr>
            <p:cNvPr id="24" name="对象 23"/>
            <p:cNvGraphicFramePr>
              <a:graphicFrameLocks noChangeAspect="1"/>
            </p:cNvGraphicFramePr>
            <p:nvPr/>
          </p:nvGraphicFramePr>
          <p:xfrm>
            <a:off x="1491689" y="3201861"/>
            <a:ext cx="2705100" cy="381000"/>
          </p:xfrm>
          <a:graphic>
            <a:graphicData uri="http://schemas.openxmlformats.org/presentationml/2006/ole">
              <mc:AlternateContent xmlns:mc="http://schemas.openxmlformats.org/markup-compatibility/2006">
                <mc:Choice xmlns:v="urn:schemas-microsoft-com:vml" Requires="v">
                  <p:oleObj spid="_x0000_s18462" name="Equation" r:id="rId9" imgW="64922400" imgH="9144000" progId="Equation.DSMT4">
                    <p:embed/>
                  </p:oleObj>
                </mc:Choice>
                <mc:Fallback>
                  <p:oleObj name="Equation" r:id="rId9" imgW="64922400" imgH="9144000" progId="Equation.DSMT4">
                    <p:embed/>
                    <p:pic>
                      <p:nvPicPr>
                        <p:cNvPr id="0" name="对象 5"/>
                        <p:cNvPicPr/>
                        <p:nvPr/>
                      </p:nvPicPr>
                      <p:blipFill>
                        <a:blip r:embed="rId10"/>
                        <a:stretch>
                          <a:fillRect/>
                        </a:stretch>
                      </p:blipFill>
                      <p:spPr>
                        <a:xfrm>
                          <a:off x="1491689" y="3201861"/>
                          <a:ext cx="2705100" cy="381000"/>
                        </a:xfrm>
                        <a:prstGeom prst="rect">
                          <a:avLst/>
                        </a:prstGeom>
                        <a:noFill/>
                        <a:ln>
                          <a:noFill/>
                          <a:prstDash val="sysDash"/>
                        </a:ln>
                      </p:spPr>
                    </p:pic>
                  </p:oleObj>
                </mc:Fallback>
              </mc:AlternateContent>
            </a:graphicData>
          </a:graphic>
        </p:graphicFrame>
      </p:grpSp>
      <p:grpSp>
        <p:nvGrpSpPr>
          <p:cNvPr id="28" name="组合 27"/>
          <p:cNvGrpSpPr/>
          <p:nvPr/>
        </p:nvGrpSpPr>
        <p:grpSpPr>
          <a:xfrm>
            <a:off x="652023" y="4996502"/>
            <a:ext cx="5862502" cy="461665"/>
            <a:chOff x="695771" y="5093369"/>
            <a:chExt cx="5862502" cy="461665"/>
          </a:xfrm>
        </p:grpSpPr>
        <p:sp>
          <p:nvSpPr>
            <p:cNvPr id="25" name="矩形 24"/>
            <p:cNvSpPr/>
            <p:nvPr/>
          </p:nvSpPr>
          <p:spPr>
            <a:xfrm>
              <a:off x="695771" y="5093369"/>
              <a:ext cx="5862502" cy="461665"/>
            </a:xfrm>
            <a:prstGeom prst="rect">
              <a:avLst/>
            </a:prstGeom>
          </p:spPr>
          <p:txBody>
            <a:bodyPr wrap="none">
              <a:spAutoFit/>
            </a:bodyPr>
            <a:lstStyle/>
            <a:p>
              <a:r>
                <a:rPr lang="zh-CN" altLang="en-US" sz="2400" dirty="0"/>
                <a:t>向量组                    的一个</a:t>
              </a:r>
              <a:r>
                <a:rPr lang="zh-CN" altLang="en-US" sz="2400" dirty="0">
                  <a:solidFill>
                    <a:srgbClr val="FF0000"/>
                  </a:solidFill>
                </a:rPr>
                <a:t>极大无关组</a:t>
              </a:r>
              <a:r>
                <a:rPr lang="en-US" altLang="zh-CN" sz="2400" dirty="0"/>
                <a:t>.</a:t>
              </a:r>
              <a:endParaRPr lang="zh-CN" altLang="en-US" sz="2400" dirty="0"/>
            </a:p>
          </p:txBody>
        </p:sp>
        <p:graphicFrame>
          <p:nvGraphicFramePr>
            <p:cNvPr id="26" name="对象 25"/>
            <p:cNvGraphicFramePr>
              <a:graphicFrameLocks noChangeAspect="1"/>
            </p:cNvGraphicFramePr>
            <p:nvPr/>
          </p:nvGraphicFramePr>
          <p:xfrm>
            <a:off x="1803574" y="5146452"/>
            <a:ext cx="1930400" cy="381000"/>
          </p:xfrm>
          <a:graphic>
            <a:graphicData uri="http://schemas.openxmlformats.org/presentationml/2006/ole">
              <mc:AlternateContent xmlns:mc="http://schemas.openxmlformats.org/markup-compatibility/2006">
                <mc:Choice xmlns:v="urn:schemas-microsoft-com:vml" Requires="v">
                  <p:oleObj spid="_x0000_s18463" name="Equation" r:id="rId11" imgW="46329600" imgH="9144000" progId="Equation.DSMT4">
                    <p:embed/>
                  </p:oleObj>
                </mc:Choice>
                <mc:Fallback>
                  <p:oleObj name="Equation" r:id="rId11" imgW="46329600" imgH="9144000" progId="Equation.DSMT4">
                    <p:embed/>
                    <p:pic>
                      <p:nvPicPr>
                        <p:cNvPr id="0" name="对象 23"/>
                        <p:cNvPicPr/>
                        <p:nvPr/>
                      </p:nvPicPr>
                      <p:blipFill>
                        <a:blip r:embed="rId12"/>
                        <a:stretch>
                          <a:fillRect/>
                        </a:stretch>
                      </p:blipFill>
                      <p:spPr>
                        <a:xfrm>
                          <a:off x="1803574" y="5146452"/>
                          <a:ext cx="1930400" cy="381000"/>
                        </a:xfrm>
                        <a:prstGeom prst="rect">
                          <a:avLst/>
                        </a:prstGeom>
                        <a:noFill/>
                        <a:ln>
                          <a:noFill/>
                          <a:prstDash val="sysDash"/>
                        </a:ln>
                      </p:spPr>
                    </p:pic>
                  </p:oleObj>
                </mc:Fallback>
              </mc:AlternateContent>
            </a:graphicData>
          </a:graphic>
        </p:graphicFrame>
      </p:grpSp>
      <p:sp>
        <p:nvSpPr>
          <p:cNvPr id="29" name="矩形 28"/>
          <p:cNvSpPr/>
          <p:nvPr/>
        </p:nvSpPr>
        <p:spPr>
          <a:xfrm>
            <a:off x="683568" y="5615759"/>
            <a:ext cx="2073003" cy="461665"/>
          </a:xfrm>
          <a:prstGeom prst="rect">
            <a:avLst/>
          </a:prstGeom>
        </p:spPr>
        <p:txBody>
          <a:bodyPr wrap="none">
            <a:spAutoFit/>
          </a:bodyPr>
          <a:lstStyle/>
          <a:p>
            <a:r>
              <a:rPr lang="zh-CN" altLang="en-US" sz="2400" dirty="0">
                <a:solidFill>
                  <a:prstClr val="black"/>
                </a:solidFill>
                <a:latin typeface="Arial" panose="020B0604020202020204" pitchFamily="34" charset="0"/>
              </a:rPr>
              <a:t>观察 </a:t>
            </a:r>
            <a:r>
              <a:rPr lang="en-US" altLang="zh-CN" sz="2400" i="1" dirty="0">
                <a:solidFill>
                  <a:prstClr val="black"/>
                </a:solidFill>
                <a:latin typeface="Times New Roman" panose="02020603050405020304" pitchFamily="18" charset="0"/>
                <a:cs typeface="Times New Roman" panose="02020603050405020304" pitchFamily="18" charset="0"/>
              </a:rPr>
              <a:t>B </a:t>
            </a:r>
            <a:r>
              <a:rPr lang="zh-CN" altLang="en-US" sz="2400" dirty="0">
                <a:solidFill>
                  <a:prstClr val="black"/>
                </a:solidFill>
                <a:latin typeface="Arial" panose="020B0604020202020204" pitchFamily="34" charset="0"/>
              </a:rPr>
              <a:t>可知，</a:t>
            </a:r>
            <a:endParaRPr lang="zh-CN" altLang="en-US" dirty="0"/>
          </a:p>
        </p:txBody>
      </p:sp>
      <p:graphicFrame>
        <p:nvGraphicFramePr>
          <p:cNvPr id="30" name="对象 29"/>
          <p:cNvGraphicFramePr>
            <a:graphicFrameLocks noChangeAspect="1"/>
          </p:cNvGraphicFramePr>
          <p:nvPr/>
        </p:nvGraphicFramePr>
        <p:xfrm>
          <a:off x="2647950" y="5675313"/>
          <a:ext cx="1752600" cy="381000"/>
        </p:xfrm>
        <a:graphic>
          <a:graphicData uri="http://schemas.openxmlformats.org/presentationml/2006/ole">
            <mc:AlternateContent xmlns:mc="http://schemas.openxmlformats.org/markup-compatibility/2006">
              <mc:Choice xmlns:v="urn:schemas-microsoft-com:vml" Requires="v">
                <p:oleObj spid="_x0000_s18464" name="Equation" r:id="rId13" imgW="42062400" imgH="9144000" progId="Equation.DSMT4">
                  <p:embed/>
                </p:oleObj>
              </mc:Choice>
              <mc:Fallback>
                <p:oleObj name="Equation" r:id="rId13" imgW="42062400" imgH="9144000" progId="Equation.DSMT4">
                  <p:embed/>
                  <p:pic>
                    <p:nvPicPr>
                      <p:cNvPr id="0" name="对象 25"/>
                      <p:cNvPicPr/>
                      <p:nvPr/>
                    </p:nvPicPr>
                    <p:blipFill>
                      <a:blip r:embed="rId14"/>
                      <a:stretch>
                        <a:fillRect/>
                      </a:stretch>
                    </p:blipFill>
                    <p:spPr>
                      <a:xfrm>
                        <a:off x="2647950" y="5675313"/>
                        <a:ext cx="1752600" cy="381000"/>
                      </a:xfrm>
                      <a:prstGeom prst="rect">
                        <a:avLst/>
                      </a:prstGeom>
                      <a:noFill/>
                      <a:ln>
                        <a:noFill/>
                        <a:prstDash val="sysDash"/>
                      </a:ln>
                    </p:spPr>
                  </p:pic>
                </p:oleObj>
              </mc:Fallback>
            </mc:AlternateContent>
          </a:graphicData>
        </a:graphic>
      </p:graphicFrame>
      <p:sp>
        <p:nvSpPr>
          <p:cNvPr id="37" name="直角三角形 36"/>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8" name="直角三角形 37"/>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aphicFrame>
        <p:nvGraphicFramePr>
          <p:cNvPr id="3" name="对象 2"/>
          <p:cNvGraphicFramePr>
            <a:graphicFrameLocks noChangeAspect="1"/>
          </p:cNvGraphicFramePr>
          <p:nvPr/>
        </p:nvGraphicFramePr>
        <p:xfrm>
          <a:off x="4572000" y="5682877"/>
          <a:ext cx="2476500" cy="381000"/>
        </p:xfrm>
        <a:graphic>
          <a:graphicData uri="http://schemas.openxmlformats.org/presentationml/2006/ole">
            <mc:AlternateContent xmlns:mc="http://schemas.openxmlformats.org/markup-compatibility/2006">
              <mc:Choice xmlns:v="urn:schemas-microsoft-com:vml" Requires="v">
                <p:oleObj spid="_x0000_s18465" name="Equation" r:id="rId15" imgW="59436000" imgH="9144000" progId="Equation.DSMT4">
                  <p:embed/>
                </p:oleObj>
              </mc:Choice>
              <mc:Fallback>
                <p:oleObj name="Equation" r:id="rId15" imgW="59436000" imgH="9144000" progId="Equation.DSMT4">
                  <p:embed/>
                  <p:pic>
                    <p:nvPicPr>
                      <p:cNvPr id="0" name="图片 18464"/>
                      <p:cNvPicPr/>
                      <p:nvPr/>
                    </p:nvPicPr>
                    <p:blipFill>
                      <a:blip r:embed="rId16"/>
                      <a:stretch>
                        <a:fillRect/>
                      </a:stretch>
                    </p:blipFill>
                    <p:spPr>
                      <a:xfrm>
                        <a:off x="4572000" y="5682877"/>
                        <a:ext cx="2476500" cy="381000"/>
                      </a:xfrm>
                      <a:prstGeom prst="rect">
                        <a:avLst/>
                      </a:prstGeom>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left)">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up)">
                                      <p:cBhvr>
                                        <p:cTn id="48" dur="500"/>
                                        <p:tgtEl>
                                          <p:spTgt spid="2"/>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up)">
                                      <p:cBhvr>
                                        <p:cTn id="52" dur="500"/>
                                        <p:tgtEl>
                                          <p:spTgt spid="32"/>
                                        </p:tgtEl>
                                      </p:cBhvr>
                                    </p:animEffect>
                                  </p:childTnLst>
                                </p:cTn>
                              </p:par>
                            </p:childTnLst>
                          </p:cTn>
                        </p:par>
                        <p:par>
                          <p:cTn id="53" fill="hold">
                            <p:stCondLst>
                              <p:cond delay="1000"/>
                            </p:stCondLst>
                            <p:childTnLst>
                              <p:par>
                                <p:cTn id="54" presetID="22" presetClass="entr" presetSubtype="1" fill="hold" grpId="0" nodeType="after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wipe(up)">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left)">
                                      <p:cBhvr>
                                        <p:cTn id="61" dur="5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wipe(up)">
                                      <p:cBhvr>
                                        <p:cTn id="66" dur="500"/>
                                        <p:tgtEl>
                                          <p:spTgt spid="34"/>
                                        </p:tgtEl>
                                      </p:cBhvr>
                                    </p:animEffect>
                                  </p:childTnLst>
                                </p:cTn>
                              </p:par>
                            </p:childTnLst>
                          </p:cTn>
                        </p:par>
                        <p:par>
                          <p:cTn id="67" fill="hold">
                            <p:stCondLst>
                              <p:cond delay="500"/>
                            </p:stCondLst>
                            <p:childTnLst>
                              <p:par>
                                <p:cTn id="68" presetID="22" presetClass="entr" presetSubtype="1" fill="hold" grpId="0" nodeType="after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ipe(up)">
                                      <p:cBhvr>
                                        <p:cTn id="70" dur="500"/>
                                        <p:tgtEl>
                                          <p:spTgt spid="35"/>
                                        </p:tgtEl>
                                      </p:cBhvr>
                                    </p:animEffect>
                                  </p:childTnLst>
                                </p:cTn>
                              </p:par>
                            </p:childTnLst>
                          </p:cTn>
                        </p:par>
                        <p:par>
                          <p:cTn id="71" fill="hold">
                            <p:stCondLst>
                              <p:cond delay="1000"/>
                            </p:stCondLst>
                            <p:childTnLst>
                              <p:par>
                                <p:cTn id="72" presetID="22" presetClass="entr" presetSubtype="1" fill="hold" grpId="0" nodeType="afterEffect">
                                  <p:stCondLst>
                                    <p:cond delay="0"/>
                                  </p:stCondLst>
                                  <p:childTnLst>
                                    <p:set>
                                      <p:cBhvr>
                                        <p:cTn id="73" dur="1" fill="hold">
                                          <p:stCondLst>
                                            <p:cond delay="0"/>
                                          </p:stCondLst>
                                        </p:cTn>
                                        <p:tgtEl>
                                          <p:spTgt spid="36"/>
                                        </p:tgtEl>
                                        <p:attrNameLst>
                                          <p:attrName>style.visibility</p:attrName>
                                        </p:attrNameLst>
                                      </p:cBhvr>
                                      <p:to>
                                        <p:strVal val="visible"/>
                                      </p:to>
                                    </p:set>
                                    <p:animEffect transition="in" filter="wipe(up)">
                                      <p:cBhvr>
                                        <p:cTn id="74" dur="500"/>
                                        <p:tgtEl>
                                          <p:spTgt spid="3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wipe(left)">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wipe(left)">
                                      <p:cBhvr>
                                        <p:cTn id="88" dur="500"/>
                                        <p:tgtEl>
                                          <p:spTgt spid="2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wipe(left)">
                                      <p:cBhvr>
                                        <p:cTn id="9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2" grpId="0" animBg="1"/>
      <p:bldP spid="32" grpId="0" animBg="1"/>
      <p:bldP spid="33" grpId="0" animBg="1"/>
      <p:bldP spid="5" grpId="0"/>
      <p:bldP spid="9" grpId="0" animBg="1"/>
      <p:bldP spid="12" grpId="0" animBg="1"/>
      <p:bldP spid="16" grpId="0"/>
      <p:bldP spid="17" grpId="0"/>
      <p:bldP spid="18" grpId="0"/>
      <p:bldP spid="2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a:spLocks noChangeArrowheads="1"/>
          </p:cNvSpPr>
          <p:nvPr/>
        </p:nvSpPr>
        <p:spPr bwMode="auto">
          <a:xfrm>
            <a:off x="467544" y="548680"/>
            <a:ext cx="792088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kumimoji="0" lang="zh-CN" altLang="en-US" sz="2400" b="1" dirty="0">
                <a:latin typeface="+mn-ea"/>
              </a:rPr>
              <a:t>例</a:t>
            </a:r>
            <a:r>
              <a:rPr kumimoji="0" lang="en-US" altLang="zh-CN" sz="2400" b="1" dirty="0">
                <a:latin typeface="+mn-ea"/>
              </a:rPr>
              <a:t> </a:t>
            </a:r>
            <a:r>
              <a:rPr lang="en-US" altLang="zh-CN" sz="2400" b="1" dirty="0">
                <a:latin typeface="+mn-ea"/>
              </a:rPr>
              <a:t>7</a:t>
            </a:r>
            <a:r>
              <a:rPr kumimoji="0" lang="en-US" altLang="zh-CN" sz="2400" b="1" dirty="0">
                <a:latin typeface="+mn-ea"/>
              </a:rPr>
              <a:t> </a:t>
            </a:r>
            <a:r>
              <a:rPr lang="zh-CN" altLang="en-US" sz="2400" dirty="0">
                <a:latin typeface="+mn-ea"/>
              </a:rPr>
              <a:t>  </a:t>
            </a:r>
            <a:r>
              <a:rPr kumimoji="0" lang="zh-CN" altLang="en-US" sz="2400" dirty="0">
                <a:latin typeface="+mn-ea"/>
              </a:rPr>
              <a:t>求下列向量组的一个极大无关组，并且把其余向量</a:t>
            </a:r>
            <a:endParaRPr kumimoji="0" lang="en-US" altLang="zh-CN" sz="2400" dirty="0">
              <a:latin typeface="+mn-ea"/>
            </a:endParaRPr>
          </a:p>
          <a:p>
            <a:pPr>
              <a:lnSpc>
                <a:spcPct val="150000"/>
              </a:lnSpc>
            </a:pPr>
            <a:r>
              <a:rPr kumimoji="0" lang="zh-CN" altLang="en-US" sz="2400" dirty="0">
                <a:latin typeface="+mn-ea"/>
              </a:rPr>
              <a:t>用此极大无关组来表示</a:t>
            </a:r>
            <a:r>
              <a:rPr kumimoji="0" lang="en-US" altLang="zh-CN" sz="2400" dirty="0">
                <a:latin typeface="+mn-ea"/>
              </a:rPr>
              <a:t>,</a:t>
            </a:r>
            <a:endParaRPr kumimoji="0" lang="zh-CN" altLang="en-US" sz="2400" dirty="0">
              <a:latin typeface="+mn-ea"/>
            </a:endParaRPr>
          </a:p>
        </p:txBody>
      </p:sp>
      <p:grpSp>
        <p:nvGrpSpPr>
          <p:cNvPr id="30" name="组合 29"/>
          <p:cNvGrpSpPr/>
          <p:nvPr/>
        </p:nvGrpSpPr>
        <p:grpSpPr>
          <a:xfrm>
            <a:off x="504044" y="1750252"/>
            <a:ext cx="7506456" cy="454612"/>
            <a:chOff x="504044" y="1750252"/>
            <a:chExt cx="7506456" cy="454612"/>
          </a:xfrm>
        </p:grpSpPr>
        <p:graphicFrame>
          <p:nvGraphicFramePr>
            <p:cNvPr id="4" name="对象 3"/>
            <p:cNvGraphicFramePr>
              <a:graphicFrameLocks noChangeAspect="1"/>
            </p:cNvGraphicFramePr>
            <p:nvPr/>
          </p:nvGraphicFramePr>
          <p:xfrm>
            <a:off x="504044" y="1769600"/>
            <a:ext cx="1765300" cy="431800"/>
          </p:xfrm>
          <a:graphic>
            <a:graphicData uri="http://schemas.openxmlformats.org/presentationml/2006/ole">
              <mc:AlternateContent xmlns:mc="http://schemas.openxmlformats.org/markup-compatibility/2006">
                <mc:Choice xmlns:v="urn:schemas-microsoft-com:vml" Requires="v">
                  <p:oleObj spid="_x0000_s19494" name="Equation" r:id="rId1" imgW="42367200" imgH="10363200" progId="Equation.DSMT4">
                    <p:embed/>
                  </p:oleObj>
                </mc:Choice>
                <mc:Fallback>
                  <p:oleObj name="Equation" r:id="rId1" imgW="42367200" imgH="10363200" progId="Equation.DSMT4">
                    <p:embed/>
                    <p:pic>
                      <p:nvPicPr>
                        <p:cNvPr id="0" name="对象 10"/>
                        <p:cNvPicPr/>
                        <p:nvPr/>
                      </p:nvPicPr>
                      <p:blipFill>
                        <a:blip r:embed="rId2"/>
                        <a:stretch>
                          <a:fillRect/>
                        </a:stretch>
                      </p:blipFill>
                      <p:spPr>
                        <a:xfrm>
                          <a:off x="504044" y="1769600"/>
                          <a:ext cx="1765300" cy="431800"/>
                        </a:xfrm>
                        <a:prstGeom prst="rect">
                          <a:avLst/>
                        </a:prstGeom>
                        <a:noFill/>
                        <a:ln>
                          <a:noFill/>
                          <a:prstDash val="sysDash"/>
                        </a:ln>
                      </p:spPr>
                    </p:pic>
                  </p:oleObj>
                </mc:Fallback>
              </mc:AlternateContent>
            </a:graphicData>
          </a:graphic>
        </p:graphicFrame>
        <p:graphicFrame>
          <p:nvGraphicFramePr>
            <p:cNvPr id="5" name="对象 4"/>
            <p:cNvGraphicFramePr>
              <a:graphicFrameLocks noChangeAspect="1"/>
            </p:cNvGraphicFramePr>
            <p:nvPr/>
          </p:nvGraphicFramePr>
          <p:xfrm>
            <a:off x="2470454" y="1773064"/>
            <a:ext cx="1790700" cy="431800"/>
          </p:xfrm>
          <a:graphic>
            <a:graphicData uri="http://schemas.openxmlformats.org/presentationml/2006/ole">
              <mc:AlternateContent xmlns:mc="http://schemas.openxmlformats.org/markup-compatibility/2006">
                <mc:Choice xmlns:v="urn:schemas-microsoft-com:vml" Requires="v">
                  <p:oleObj spid="_x0000_s19495" name="Equation" r:id="rId3" imgW="42976800" imgH="10363200" progId="Equation.DSMT4">
                    <p:embed/>
                  </p:oleObj>
                </mc:Choice>
                <mc:Fallback>
                  <p:oleObj name="Equation" r:id="rId3" imgW="42976800" imgH="10363200" progId="Equation.DSMT4">
                    <p:embed/>
                    <p:pic>
                      <p:nvPicPr>
                        <p:cNvPr id="0" name="对象 11"/>
                        <p:cNvPicPr/>
                        <p:nvPr/>
                      </p:nvPicPr>
                      <p:blipFill>
                        <a:blip r:embed="rId4"/>
                        <a:stretch>
                          <a:fillRect/>
                        </a:stretch>
                      </p:blipFill>
                      <p:spPr>
                        <a:xfrm>
                          <a:off x="2470454" y="1773064"/>
                          <a:ext cx="1790700" cy="431800"/>
                        </a:xfrm>
                        <a:prstGeom prst="rect">
                          <a:avLst/>
                        </a:prstGeom>
                        <a:noFill/>
                        <a:ln>
                          <a:noFill/>
                          <a:prstDash val="sysDash"/>
                        </a:ln>
                      </p:spPr>
                    </p:pic>
                  </p:oleObj>
                </mc:Fallback>
              </mc:AlternateContent>
            </a:graphicData>
          </a:graphic>
        </p:graphicFrame>
        <p:grpSp>
          <p:nvGrpSpPr>
            <p:cNvPr id="6" name="组合 5"/>
            <p:cNvGrpSpPr/>
            <p:nvPr/>
          </p:nvGrpSpPr>
          <p:grpSpPr>
            <a:xfrm>
              <a:off x="4414838" y="1750252"/>
              <a:ext cx="3595662" cy="451396"/>
              <a:chOff x="1079561" y="1269374"/>
              <a:chExt cx="3595662" cy="451396"/>
            </a:xfrm>
          </p:grpSpPr>
          <p:graphicFrame>
            <p:nvGraphicFramePr>
              <p:cNvPr id="7" name="对象 6"/>
              <p:cNvGraphicFramePr>
                <a:graphicFrameLocks noChangeAspect="1"/>
              </p:cNvGraphicFramePr>
              <p:nvPr/>
            </p:nvGraphicFramePr>
            <p:xfrm>
              <a:off x="1079561" y="1288970"/>
              <a:ext cx="1828800" cy="431800"/>
            </p:xfrm>
            <a:graphic>
              <a:graphicData uri="http://schemas.openxmlformats.org/presentationml/2006/ole">
                <mc:AlternateContent xmlns:mc="http://schemas.openxmlformats.org/markup-compatibility/2006">
                  <mc:Choice xmlns:v="urn:schemas-microsoft-com:vml" Requires="v">
                    <p:oleObj spid="_x0000_s19496" name="Equation" r:id="rId5" imgW="43891200" imgH="10363200" progId="Equation.DSMT4">
                      <p:embed/>
                    </p:oleObj>
                  </mc:Choice>
                  <mc:Fallback>
                    <p:oleObj name="Equation" r:id="rId5" imgW="43891200" imgH="10363200" progId="Equation.DSMT4">
                      <p:embed/>
                      <p:pic>
                        <p:nvPicPr>
                          <p:cNvPr id="0" name="对象 9"/>
                          <p:cNvPicPr/>
                          <p:nvPr/>
                        </p:nvPicPr>
                        <p:blipFill>
                          <a:blip r:embed="rId6"/>
                          <a:stretch>
                            <a:fillRect/>
                          </a:stretch>
                        </p:blipFill>
                        <p:spPr>
                          <a:xfrm>
                            <a:off x="1079561" y="1288970"/>
                            <a:ext cx="1828800" cy="431800"/>
                          </a:xfrm>
                          <a:prstGeom prst="rect">
                            <a:avLst/>
                          </a:prstGeom>
                          <a:noFill/>
                          <a:ln>
                            <a:noFill/>
                            <a:prstDash val="sysDash"/>
                          </a:ln>
                        </p:spPr>
                      </p:pic>
                    </p:oleObj>
                  </mc:Fallback>
                </mc:AlternateContent>
              </a:graphicData>
            </a:graphic>
          </p:graphicFrame>
          <p:graphicFrame>
            <p:nvGraphicFramePr>
              <p:cNvPr id="9" name="对象 8"/>
              <p:cNvGraphicFramePr>
                <a:graphicFrameLocks noChangeAspect="1"/>
              </p:cNvGraphicFramePr>
              <p:nvPr/>
            </p:nvGraphicFramePr>
            <p:xfrm>
              <a:off x="3036923" y="1269374"/>
              <a:ext cx="1638300" cy="431800"/>
            </p:xfrm>
            <a:graphic>
              <a:graphicData uri="http://schemas.openxmlformats.org/presentationml/2006/ole">
                <mc:AlternateContent xmlns:mc="http://schemas.openxmlformats.org/markup-compatibility/2006">
                  <mc:Choice xmlns:v="urn:schemas-microsoft-com:vml" Requires="v">
                    <p:oleObj spid="_x0000_s19497" name="Equation" r:id="rId7" imgW="39319200" imgH="10363200" progId="Equation.DSMT4">
                      <p:embed/>
                    </p:oleObj>
                  </mc:Choice>
                  <mc:Fallback>
                    <p:oleObj name="Equation" r:id="rId7" imgW="39319200" imgH="10363200" progId="Equation.DSMT4">
                      <p:embed/>
                      <p:pic>
                        <p:nvPicPr>
                          <p:cNvPr id="0" name="对象 13"/>
                          <p:cNvPicPr/>
                          <p:nvPr/>
                        </p:nvPicPr>
                        <p:blipFill>
                          <a:blip r:embed="rId8"/>
                          <a:stretch>
                            <a:fillRect/>
                          </a:stretch>
                        </p:blipFill>
                        <p:spPr>
                          <a:xfrm>
                            <a:off x="3036923" y="1269374"/>
                            <a:ext cx="1638300" cy="431800"/>
                          </a:xfrm>
                          <a:prstGeom prst="rect">
                            <a:avLst/>
                          </a:prstGeom>
                          <a:noFill/>
                          <a:ln>
                            <a:noFill/>
                            <a:prstDash val="sysDash"/>
                          </a:ln>
                        </p:spPr>
                      </p:pic>
                    </p:oleObj>
                  </mc:Fallback>
                </mc:AlternateContent>
              </a:graphicData>
            </a:graphic>
          </p:graphicFrame>
        </p:grpSp>
      </p:grpSp>
      <p:sp>
        <p:nvSpPr>
          <p:cNvPr id="13" name="Text Box 4"/>
          <p:cNvSpPr txBox="1">
            <a:spLocks noChangeArrowheads="1"/>
          </p:cNvSpPr>
          <p:nvPr/>
        </p:nvSpPr>
        <p:spPr bwMode="auto">
          <a:xfrm>
            <a:off x="462160" y="2424821"/>
            <a:ext cx="1938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zh-CN" altLang="en-US" sz="2400" b="1" dirty="0">
                <a:solidFill>
                  <a:srgbClr val="0000FF"/>
                </a:solidFill>
                <a:latin typeface="Arial" panose="020B0604020202020204" pitchFamily="34" charset="0"/>
              </a:rPr>
              <a:t>解</a:t>
            </a:r>
            <a:endParaRPr kumimoji="0" lang="zh-CN" altLang="en-US" sz="2400" b="1" dirty="0">
              <a:solidFill>
                <a:srgbClr val="0000FF"/>
              </a:solidFill>
              <a:latin typeface="Arial" panose="020B0604020202020204" pitchFamily="34" charset="0"/>
            </a:endParaRPr>
          </a:p>
        </p:txBody>
      </p:sp>
      <p:sp>
        <p:nvSpPr>
          <p:cNvPr id="14" name="Text Box 6"/>
          <p:cNvSpPr txBox="1">
            <a:spLocks noChangeArrowheads="1"/>
          </p:cNvSpPr>
          <p:nvPr/>
        </p:nvSpPr>
        <p:spPr bwMode="auto">
          <a:xfrm>
            <a:off x="971600" y="2444586"/>
            <a:ext cx="7636556"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p>
            <a:r>
              <a:rPr kumimoji="0" lang="zh-CN" altLang="en-US" sz="2400" dirty="0">
                <a:latin typeface="Arial" panose="020B0604020202020204" pitchFamily="34" charset="0"/>
              </a:rPr>
              <a:t>把向量组按</a:t>
            </a:r>
            <a:r>
              <a:rPr kumimoji="0" lang="zh-CN" altLang="en-US" sz="2400" dirty="0">
                <a:solidFill>
                  <a:srgbClr val="FF0000"/>
                </a:solidFill>
                <a:latin typeface="Arial" panose="020B0604020202020204" pitchFamily="34" charset="0"/>
              </a:rPr>
              <a:t>列</a:t>
            </a:r>
            <a:r>
              <a:rPr kumimoji="0" lang="zh-CN" altLang="en-US" sz="2400" dirty="0">
                <a:latin typeface="Arial" panose="020B0604020202020204" pitchFamily="34" charset="0"/>
              </a:rPr>
              <a:t>排成矩阵 </a:t>
            </a:r>
            <a:r>
              <a:rPr lang="en-US" altLang="zh-CN" sz="2400" i="1" dirty="0">
                <a:latin typeface="Times New Roman" panose="02020603050405020304" pitchFamily="18" charset="0"/>
                <a:cs typeface="Times New Roman" panose="02020603050405020304" pitchFamily="18" charset="0"/>
              </a:rPr>
              <a:t>A </a:t>
            </a:r>
            <a:r>
              <a:rPr kumimoji="0" lang="zh-CN" altLang="en-US" sz="2400" dirty="0">
                <a:latin typeface="Arial" panose="020B0604020202020204" pitchFamily="34" charset="0"/>
              </a:rPr>
              <a:t>，</a:t>
            </a:r>
            <a:r>
              <a:rPr lang="zh-CN" altLang="en-US" sz="2400" dirty="0">
                <a:latin typeface="Arial" panose="020B0604020202020204" pitchFamily="34" charset="0"/>
              </a:rPr>
              <a:t>再作行变换化为行最简形</a:t>
            </a:r>
            <a:r>
              <a:rPr lang="en-US" altLang="zh-CN" sz="2400" dirty="0">
                <a:latin typeface="Arial" panose="020B0604020202020204" pitchFamily="34" charset="0"/>
              </a:rPr>
              <a:t>.</a:t>
            </a:r>
            <a:r>
              <a:rPr kumimoji="0" lang="zh-CN" altLang="en-US" sz="2400" dirty="0">
                <a:latin typeface="Arial" panose="020B0604020202020204" pitchFamily="34" charset="0"/>
              </a:rPr>
              <a:t>   </a:t>
            </a:r>
            <a:endParaRPr kumimoji="0" lang="zh-CN" altLang="en-US" sz="2400" dirty="0">
              <a:latin typeface="Arial" panose="020B0604020202020204" pitchFamily="34" charset="0"/>
            </a:endParaRPr>
          </a:p>
        </p:txBody>
      </p:sp>
      <p:graphicFrame>
        <p:nvGraphicFramePr>
          <p:cNvPr id="15" name="对象 14"/>
          <p:cNvGraphicFramePr>
            <a:graphicFrameLocks noChangeAspect="1"/>
          </p:cNvGraphicFramePr>
          <p:nvPr/>
        </p:nvGraphicFramePr>
        <p:xfrm>
          <a:off x="567948" y="3101107"/>
          <a:ext cx="2438400" cy="508000"/>
        </p:xfrm>
        <a:graphic>
          <a:graphicData uri="http://schemas.openxmlformats.org/presentationml/2006/ole">
            <mc:AlternateContent xmlns:mc="http://schemas.openxmlformats.org/markup-compatibility/2006">
              <mc:Choice xmlns:v="urn:schemas-microsoft-com:vml" Requires="v">
                <p:oleObj spid="_x0000_s19498" name="Equation" r:id="rId9" imgW="58521600" imgH="12192000" progId="Equation.DSMT4">
                  <p:embed/>
                </p:oleObj>
              </mc:Choice>
              <mc:Fallback>
                <p:oleObj name="Equation" r:id="rId9" imgW="58521600" imgH="12192000" progId="Equation.DSMT4">
                  <p:embed/>
                  <p:pic>
                    <p:nvPicPr>
                      <p:cNvPr id="0" name="对象 20"/>
                      <p:cNvPicPr/>
                      <p:nvPr/>
                    </p:nvPicPr>
                    <p:blipFill>
                      <a:blip r:embed="rId10"/>
                      <a:stretch>
                        <a:fillRect/>
                      </a:stretch>
                    </p:blipFill>
                    <p:spPr>
                      <a:xfrm>
                        <a:off x="567948" y="3101107"/>
                        <a:ext cx="2438400" cy="508000"/>
                      </a:xfrm>
                      <a:prstGeom prst="rect">
                        <a:avLst/>
                      </a:prstGeom>
                      <a:noFill/>
                      <a:ln>
                        <a:noFill/>
                        <a:prstDash val="sysDash"/>
                      </a:ln>
                    </p:spPr>
                  </p:pic>
                </p:oleObj>
              </mc:Fallback>
            </mc:AlternateContent>
          </a:graphicData>
        </a:graphic>
      </p:graphicFrame>
      <p:graphicFrame>
        <p:nvGraphicFramePr>
          <p:cNvPr id="16" name="对象 15"/>
          <p:cNvGraphicFramePr>
            <a:graphicFrameLocks noChangeAspect="1"/>
          </p:cNvGraphicFramePr>
          <p:nvPr/>
        </p:nvGraphicFramePr>
        <p:xfrm>
          <a:off x="771148" y="3778273"/>
          <a:ext cx="2032000" cy="1778000"/>
        </p:xfrm>
        <a:graphic>
          <a:graphicData uri="http://schemas.openxmlformats.org/presentationml/2006/ole">
            <mc:AlternateContent xmlns:mc="http://schemas.openxmlformats.org/markup-compatibility/2006">
              <mc:Choice xmlns:v="urn:schemas-microsoft-com:vml" Requires="v">
                <p:oleObj spid="_x0000_s19499" name="Equation" r:id="rId11" imgW="48768000" imgH="42672000" progId="Equation.DSMT4">
                  <p:embed/>
                </p:oleObj>
              </mc:Choice>
              <mc:Fallback>
                <p:oleObj name="Equation" r:id="rId11" imgW="48768000" imgH="42672000" progId="Equation.DSMT4">
                  <p:embed/>
                  <p:pic>
                    <p:nvPicPr>
                      <p:cNvPr id="0" name="对象 22"/>
                      <p:cNvPicPr/>
                      <p:nvPr/>
                    </p:nvPicPr>
                    <p:blipFill>
                      <a:blip r:embed="rId12"/>
                      <a:stretch>
                        <a:fillRect/>
                      </a:stretch>
                    </p:blipFill>
                    <p:spPr>
                      <a:xfrm>
                        <a:off x="771148" y="3778273"/>
                        <a:ext cx="2032000" cy="1778000"/>
                      </a:xfrm>
                      <a:prstGeom prst="rect">
                        <a:avLst/>
                      </a:prstGeom>
                      <a:noFill/>
                      <a:ln>
                        <a:noFill/>
                        <a:prstDash val="sysDash"/>
                      </a:ln>
                    </p:spPr>
                  </p:pic>
                </p:oleObj>
              </mc:Fallback>
            </mc:AlternateContent>
          </a:graphicData>
        </a:graphic>
      </p:graphicFrame>
      <p:sp>
        <p:nvSpPr>
          <p:cNvPr id="17" name="Line 24"/>
          <p:cNvSpPr>
            <a:spLocks noChangeShapeType="1"/>
          </p:cNvSpPr>
          <p:nvPr/>
        </p:nvSpPr>
        <p:spPr bwMode="auto">
          <a:xfrm>
            <a:off x="2914231" y="4627456"/>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19" name="对象 18"/>
          <p:cNvGraphicFramePr>
            <a:graphicFrameLocks noChangeAspect="1"/>
          </p:cNvGraphicFramePr>
          <p:nvPr/>
        </p:nvGraphicFramePr>
        <p:xfrm>
          <a:off x="3855124" y="3777544"/>
          <a:ext cx="1778000" cy="1778000"/>
        </p:xfrm>
        <a:graphic>
          <a:graphicData uri="http://schemas.openxmlformats.org/presentationml/2006/ole">
            <mc:AlternateContent xmlns:mc="http://schemas.openxmlformats.org/markup-compatibility/2006">
              <mc:Choice xmlns:v="urn:schemas-microsoft-com:vml" Requires="v">
                <p:oleObj spid="_x0000_s19500" name="Equation" r:id="rId13" imgW="42672000" imgH="42672000" progId="Equation.DSMT4">
                  <p:embed/>
                </p:oleObj>
              </mc:Choice>
              <mc:Fallback>
                <p:oleObj name="Equation" r:id="rId13" imgW="42672000" imgH="42672000" progId="Equation.DSMT4">
                  <p:embed/>
                  <p:pic>
                    <p:nvPicPr>
                      <p:cNvPr id="0" name="对象 15"/>
                      <p:cNvPicPr/>
                      <p:nvPr/>
                    </p:nvPicPr>
                    <p:blipFill>
                      <a:blip r:embed="rId14"/>
                      <a:stretch>
                        <a:fillRect/>
                      </a:stretch>
                    </p:blipFill>
                    <p:spPr>
                      <a:xfrm>
                        <a:off x="3855124" y="3777544"/>
                        <a:ext cx="1778000" cy="1778000"/>
                      </a:xfrm>
                      <a:prstGeom prst="rect">
                        <a:avLst/>
                      </a:prstGeom>
                      <a:noFill/>
                      <a:ln>
                        <a:noFill/>
                        <a:prstDash val="sysDash"/>
                      </a:ln>
                    </p:spPr>
                  </p:pic>
                </p:oleObj>
              </mc:Fallback>
            </mc:AlternateContent>
          </a:graphicData>
        </a:graphic>
      </p:graphicFrame>
      <p:graphicFrame>
        <p:nvGraphicFramePr>
          <p:cNvPr id="20" name="Object 26"/>
          <p:cNvGraphicFramePr>
            <a:graphicFrameLocks noChangeAspect="1"/>
          </p:cNvGraphicFramePr>
          <p:nvPr/>
        </p:nvGraphicFramePr>
        <p:xfrm>
          <a:off x="2932060" y="4127103"/>
          <a:ext cx="885825" cy="454025"/>
        </p:xfrm>
        <a:graphic>
          <a:graphicData uri="http://schemas.openxmlformats.org/presentationml/2006/ole">
            <mc:AlternateContent xmlns:mc="http://schemas.openxmlformats.org/markup-compatibility/2006">
              <mc:Choice xmlns:v="urn:schemas-microsoft-com:vml" Requires="v">
                <p:oleObj spid="_x0000_s19501" name="Equation" r:id="rId15" imgW="10668000" imgH="5486400" progId="Equation.DSMT4">
                  <p:embed/>
                </p:oleObj>
              </mc:Choice>
              <mc:Fallback>
                <p:oleObj name="Equation" r:id="rId15" imgW="10668000" imgH="5486400" progId="Equation.DSMT4">
                  <p:embed/>
                  <p:pic>
                    <p:nvPicPr>
                      <p:cNvPr id="0" name="Object 26"/>
                      <p:cNvPicPr>
                        <a:picLocks noChangeAspect="1" noChangeArrowheads="1"/>
                      </p:cNvPicPr>
                      <p:nvPr/>
                    </p:nvPicPr>
                    <p:blipFill>
                      <a:blip r:embed="rId16"/>
                      <a:srcRect/>
                      <a:stretch>
                        <a:fillRect/>
                      </a:stretch>
                    </p:blipFill>
                    <p:spPr bwMode="auto">
                      <a:xfrm>
                        <a:off x="2932060" y="4127103"/>
                        <a:ext cx="885825"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 name="Object 26"/>
          <p:cNvGraphicFramePr>
            <a:graphicFrameLocks noChangeAspect="1"/>
          </p:cNvGraphicFramePr>
          <p:nvPr/>
        </p:nvGraphicFramePr>
        <p:xfrm>
          <a:off x="2990102" y="4666544"/>
          <a:ext cx="735013" cy="454025"/>
        </p:xfrm>
        <a:graphic>
          <a:graphicData uri="http://schemas.openxmlformats.org/presentationml/2006/ole">
            <mc:AlternateContent xmlns:mc="http://schemas.openxmlformats.org/markup-compatibility/2006">
              <mc:Choice xmlns:v="urn:schemas-microsoft-com:vml" Requires="v">
                <p:oleObj spid="_x0000_s19502" name="Equation" r:id="rId17" imgW="8839200" imgH="5486400" progId="Equation.DSMT4">
                  <p:embed/>
                </p:oleObj>
              </mc:Choice>
              <mc:Fallback>
                <p:oleObj name="Equation" r:id="rId17" imgW="8839200" imgH="5486400" progId="Equation.DSMT4">
                  <p:embed/>
                  <p:pic>
                    <p:nvPicPr>
                      <p:cNvPr id="0" name="Object 26"/>
                      <p:cNvPicPr>
                        <a:picLocks noChangeAspect="1" noChangeArrowheads="1"/>
                      </p:cNvPicPr>
                      <p:nvPr/>
                    </p:nvPicPr>
                    <p:blipFill>
                      <a:blip r:embed="rId18"/>
                      <a:srcRect/>
                      <a:stretch>
                        <a:fillRect/>
                      </a:stretch>
                    </p:blipFill>
                    <p:spPr bwMode="auto">
                      <a:xfrm>
                        <a:off x="2990102" y="4666544"/>
                        <a:ext cx="735013"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Line 24"/>
          <p:cNvSpPr>
            <a:spLocks noChangeShapeType="1"/>
          </p:cNvSpPr>
          <p:nvPr/>
        </p:nvSpPr>
        <p:spPr bwMode="auto">
          <a:xfrm>
            <a:off x="5684756" y="4668485"/>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26" name="Object 26"/>
          <p:cNvGraphicFramePr>
            <a:graphicFrameLocks noChangeAspect="1"/>
          </p:cNvGraphicFramePr>
          <p:nvPr/>
        </p:nvGraphicFramePr>
        <p:xfrm>
          <a:off x="5745456" y="4173431"/>
          <a:ext cx="760412" cy="454025"/>
        </p:xfrm>
        <a:graphic>
          <a:graphicData uri="http://schemas.openxmlformats.org/presentationml/2006/ole">
            <mc:AlternateContent xmlns:mc="http://schemas.openxmlformats.org/markup-compatibility/2006">
              <mc:Choice xmlns:v="urn:schemas-microsoft-com:vml" Requires="v">
                <p:oleObj spid="_x0000_s19503" name="Equation" r:id="rId19" imgW="9144000" imgH="5486400" progId="Equation.DSMT4">
                  <p:embed/>
                </p:oleObj>
              </mc:Choice>
              <mc:Fallback>
                <p:oleObj name="Equation" r:id="rId19" imgW="9144000" imgH="5486400" progId="Equation.DSMT4">
                  <p:embed/>
                  <p:pic>
                    <p:nvPicPr>
                      <p:cNvPr id="0" name="Object 26"/>
                      <p:cNvPicPr>
                        <a:picLocks noChangeAspect="1" noChangeArrowheads="1"/>
                      </p:cNvPicPr>
                      <p:nvPr/>
                    </p:nvPicPr>
                    <p:blipFill>
                      <a:blip r:embed="rId20"/>
                      <a:srcRect/>
                      <a:stretch>
                        <a:fillRect/>
                      </a:stretch>
                    </p:blipFill>
                    <p:spPr bwMode="auto">
                      <a:xfrm>
                        <a:off x="5745456" y="4173431"/>
                        <a:ext cx="760412"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6"/>
          <p:cNvGraphicFramePr>
            <a:graphicFrameLocks noChangeAspect="1"/>
          </p:cNvGraphicFramePr>
          <p:nvPr/>
        </p:nvGraphicFramePr>
        <p:xfrm>
          <a:off x="5773252" y="4666543"/>
          <a:ext cx="735013" cy="454025"/>
        </p:xfrm>
        <a:graphic>
          <a:graphicData uri="http://schemas.openxmlformats.org/presentationml/2006/ole">
            <mc:AlternateContent xmlns:mc="http://schemas.openxmlformats.org/markup-compatibility/2006">
              <mc:Choice xmlns:v="urn:schemas-microsoft-com:vml" Requires="v">
                <p:oleObj spid="_x0000_s19504" name="Equation" r:id="rId21" imgW="8839200" imgH="5486400" progId="Equation.DSMT4">
                  <p:embed/>
                </p:oleObj>
              </mc:Choice>
              <mc:Fallback>
                <p:oleObj name="Equation" r:id="rId21" imgW="8839200" imgH="5486400" progId="Equation.DSMT4">
                  <p:embed/>
                  <p:pic>
                    <p:nvPicPr>
                      <p:cNvPr id="0" name="Object 26"/>
                      <p:cNvPicPr>
                        <a:picLocks noChangeAspect="1" noChangeArrowheads="1"/>
                      </p:cNvPicPr>
                      <p:nvPr/>
                    </p:nvPicPr>
                    <p:blipFill>
                      <a:blip r:embed="rId22"/>
                      <a:srcRect/>
                      <a:stretch>
                        <a:fillRect/>
                      </a:stretch>
                    </p:blipFill>
                    <p:spPr bwMode="auto">
                      <a:xfrm>
                        <a:off x="5773252" y="4666543"/>
                        <a:ext cx="735013"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对象 27"/>
          <p:cNvGraphicFramePr>
            <a:graphicFrameLocks noChangeAspect="1"/>
          </p:cNvGraphicFramePr>
          <p:nvPr/>
        </p:nvGraphicFramePr>
        <p:xfrm>
          <a:off x="6665969" y="3777544"/>
          <a:ext cx="1778000" cy="1778000"/>
        </p:xfrm>
        <a:graphic>
          <a:graphicData uri="http://schemas.openxmlformats.org/presentationml/2006/ole">
            <mc:AlternateContent xmlns:mc="http://schemas.openxmlformats.org/markup-compatibility/2006">
              <mc:Choice xmlns:v="urn:schemas-microsoft-com:vml" Requires="v">
                <p:oleObj spid="_x0000_s19505" name="Equation" r:id="rId23" imgW="42672000" imgH="42672000" progId="Equation.DSMT4">
                  <p:embed/>
                </p:oleObj>
              </mc:Choice>
              <mc:Fallback>
                <p:oleObj name="Equation" r:id="rId23" imgW="42672000" imgH="42672000" progId="Equation.DSMT4">
                  <p:embed/>
                  <p:pic>
                    <p:nvPicPr>
                      <p:cNvPr id="0" name="对象 18"/>
                      <p:cNvPicPr/>
                      <p:nvPr/>
                    </p:nvPicPr>
                    <p:blipFill>
                      <a:blip r:embed="rId24"/>
                      <a:stretch>
                        <a:fillRect/>
                      </a:stretch>
                    </p:blipFill>
                    <p:spPr>
                      <a:xfrm>
                        <a:off x="6665969" y="3777544"/>
                        <a:ext cx="1778000" cy="1778000"/>
                      </a:xfrm>
                      <a:prstGeom prst="rect">
                        <a:avLst/>
                      </a:prstGeom>
                      <a:noFill/>
                      <a:ln>
                        <a:noFill/>
                        <a:prstDash val="sysDash"/>
                      </a:ln>
                    </p:spPr>
                  </p:pic>
                </p:oleObj>
              </mc:Fallback>
            </mc:AlternateContent>
          </a:graphicData>
        </a:graphic>
      </p:graphicFrame>
      <p:sp>
        <p:nvSpPr>
          <p:cNvPr id="29" name="Text Box 37"/>
          <p:cNvSpPr txBox="1">
            <a:spLocks noChangeArrowheads="1"/>
          </p:cNvSpPr>
          <p:nvPr/>
        </p:nvSpPr>
        <p:spPr bwMode="auto">
          <a:xfrm>
            <a:off x="6801491" y="5589240"/>
            <a:ext cx="1506955"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r>
              <a:rPr kumimoji="0" lang="zh-CN" altLang="en-US" sz="2400" dirty="0">
                <a:solidFill>
                  <a:schemeClr val="bg1"/>
                </a:solidFill>
                <a:latin typeface="Arial" panose="020B0604020202020204" pitchFamily="34" charset="0"/>
              </a:rPr>
              <a:t>行最简形</a:t>
            </a:r>
            <a:endParaRPr kumimoji="0" lang="en-US" altLang="zh-CN" sz="2400" dirty="0">
              <a:solidFill>
                <a:schemeClr val="bg1"/>
              </a:solidFill>
              <a:latin typeface="Arial" panose="020B0604020202020204" pitchFamily="34" charset="0"/>
            </a:endParaRPr>
          </a:p>
        </p:txBody>
      </p:sp>
      <p:sp>
        <p:nvSpPr>
          <p:cNvPr id="24" name="直角三角形 23"/>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5" name="直角三角形 24"/>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1000"/>
                                        <p:tgtEl>
                                          <p:spTgt spid="3">
                                            <p:txEl>
                                              <p:pRg st="1" end="1"/>
                                            </p:txEl>
                                          </p:spTgt>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down)">
                                      <p:cBhvr>
                                        <p:cTn id="15" dur="50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1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wipe(left)">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left)">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wipe(left)">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childTnLst>
                          </p:cTn>
                        </p:par>
                        <p:par>
                          <p:cTn id="65" fill="hold">
                            <p:stCondLst>
                              <p:cond delay="1000"/>
                            </p:stCondLst>
                            <p:childTnLst>
                              <p:par>
                                <p:cTn id="66" presetID="22" presetClass="entr" presetSubtype="8" fill="hold" nodeType="after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wipe(left)">
                                      <p:cBhvr>
                                        <p:cTn id="68" dur="500"/>
                                        <p:tgtEl>
                                          <p:spTgt spid="2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wipe(left)">
                                      <p:cBhvr>
                                        <p:cTn id="7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3" grpId="0"/>
      <p:bldP spid="14" grpId="0"/>
      <p:bldP spid="17" grpId="0" animBg="1"/>
      <p:bldP spid="23" grpId="0" animBg="1"/>
      <p:bldP spid="2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887542" y="745460"/>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2328248" y="757448"/>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3108004" y="733956"/>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4821290" y="761749"/>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5295404" y="764704"/>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6156176" y="761749"/>
            <a:ext cx="360040" cy="194421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p:cNvGraphicFramePr>
            <a:graphicFrameLocks noChangeAspect="1"/>
          </p:cNvGraphicFramePr>
          <p:nvPr/>
        </p:nvGraphicFramePr>
        <p:xfrm>
          <a:off x="4766444" y="820935"/>
          <a:ext cx="1778000" cy="1778000"/>
        </p:xfrm>
        <a:graphic>
          <a:graphicData uri="http://schemas.openxmlformats.org/presentationml/2006/ole">
            <mc:AlternateContent xmlns:mc="http://schemas.openxmlformats.org/markup-compatibility/2006">
              <mc:Choice xmlns:v="urn:schemas-microsoft-com:vml" Requires="v">
                <p:oleObj spid="_x0000_s20503" name="Equation" r:id="rId1" imgW="42672000" imgH="42672000" progId="Equation.DSMT4">
                  <p:embed/>
                </p:oleObj>
              </mc:Choice>
              <mc:Fallback>
                <p:oleObj name="Equation" r:id="rId1" imgW="42672000" imgH="42672000" progId="Equation.DSMT4">
                  <p:embed/>
                  <p:pic>
                    <p:nvPicPr>
                      <p:cNvPr id="0" name="对象 6"/>
                      <p:cNvPicPr/>
                      <p:nvPr/>
                    </p:nvPicPr>
                    <p:blipFill>
                      <a:blip r:embed="rId2"/>
                      <a:stretch>
                        <a:fillRect/>
                      </a:stretch>
                    </p:blipFill>
                    <p:spPr>
                      <a:xfrm>
                        <a:off x="4766444" y="820935"/>
                        <a:ext cx="1778000" cy="1778000"/>
                      </a:xfrm>
                      <a:prstGeom prst="rect">
                        <a:avLst/>
                      </a:prstGeom>
                      <a:noFill/>
                      <a:ln>
                        <a:noFill/>
                        <a:prstDash val="sysDash"/>
                      </a:ln>
                    </p:spPr>
                  </p:pic>
                </p:oleObj>
              </mc:Fallback>
            </mc:AlternateContent>
          </a:graphicData>
        </a:graphic>
      </p:graphicFrame>
      <p:sp>
        <p:nvSpPr>
          <p:cNvPr id="3" name="矩形 2"/>
          <p:cNvSpPr/>
          <p:nvPr/>
        </p:nvSpPr>
        <p:spPr>
          <a:xfrm>
            <a:off x="640663" y="1465263"/>
            <a:ext cx="492443" cy="461665"/>
          </a:xfrm>
          <a:prstGeom prst="rect">
            <a:avLst/>
          </a:prstGeom>
        </p:spPr>
        <p:txBody>
          <a:bodyPr wrap="none">
            <a:spAutoFit/>
          </a:bodyPr>
          <a:lstStyle/>
          <a:p>
            <a:r>
              <a:rPr lang="zh-CN" altLang="en-US" sz="2400" dirty="0">
                <a:solidFill>
                  <a:prstClr val="black"/>
                </a:solidFill>
                <a:latin typeface="Arial" panose="020B0604020202020204" pitchFamily="34" charset="0"/>
              </a:rPr>
              <a:t>即</a:t>
            </a:r>
            <a:endParaRPr lang="zh-CN" altLang="en-US" dirty="0"/>
          </a:p>
        </p:txBody>
      </p:sp>
      <p:graphicFrame>
        <p:nvGraphicFramePr>
          <p:cNvPr id="4" name="对象 3"/>
          <p:cNvGraphicFramePr>
            <a:graphicFrameLocks noChangeAspect="1"/>
          </p:cNvGraphicFramePr>
          <p:nvPr/>
        </p:nvGraphicFramePr>
        <p:xfrm>
          <a:off x="1403648" y="836712"/>
          <a:ext cx="2222500" cy="1778000"/>
        </p:xfrm>
        <a:graphic>
          <a:graphicData uri="http://schemas.openxmlformats.org/presentationml/2006/ole">
            <mc:AlternateContent xmlns:mc="http://schemas.openxmlformats.org/markup-compatibility/2006">
              <mc:Choice xmlns:v="urn:schemas-microsoft-com:vml" Requires="v">
                <p:oleObj spid="_x0000_s20504" name="Equation" r:id="rId3" imgW="53340000" imgH="42672000" progId="Equation.DSMT4">
                  <p:embed/>
                </p:oleObj>
              </mc:Choice>
              <mc:Fallback>
                <p:oleObj name="Equation" r:id="rId3" imgW="53340000" imgH="42672000" progId="Equation.DSMT4">
                  <p:embed/>
                  <p:pic>
                    <p:nvPicPr>
                      <p:cNvPr id="0" name="对象 5"/>
                      <p:cNvPicPr/>
                      <p:nvPr/>
                    </p:nvPicPr>
                    <p:blipFill>
                      <a:blip r:embed="rId4"/>
                      <a:stretch>
                        <a:fillRect/>
                      </a:stretch>
                    </p:blipFill>
                    <p:spPr>
                      <a:xfrm>
                        <a:off x="1403648" y="836712"/>
                        <a:ext cx="2222500" cy="1778000"/>
                      </a:xfrm>
                      <a:prstGeom prst="rect">
                        <a:avLst/>
                      </a:prstGeom>
                      <a:noFill/>
                      <a:ln>
                        <a:noFill/>
                        <a:prstDash val="sysDash"/>
                      </a:ln>
                    </p:spPr>
                  </p:pic>
                </p:oleObj>
              </mc:Fallback>
            </mc:AlternateContent>
          </a:graphicData>
        </a:graphic>
      </p:graphicFrame>
      <p:sp>
        <p:nvSpPr>
          <p:cNvPr id="5" name="Line 24"/>
          <p:cNvSpPr>
            <a:spLocks noChangeShapeType="1"/>
          </p:cNvSpPr>
          <p:nvPr/>
        </p:nvSpPr>
        <p:spPr bwMode="auto">
          <a:xfrm>
            <a:off x="3779912" y="1709935"/>
            <a:ext cx="900949"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graphicFrame>
        <p:nvGraphicFramePr>
          <p:cNvPr id="6" name="对象 5"/>
          <p:cNvGraphicFramePr>
            <a:graphicFrameLocks noChangeAspect="1"/>
          </p:cNvGraphicFramePr>
          <p:nvPr/>
        </p:nvGraphicFramePr>
        <p:xfrm>
          <a:off x="6566024" y="1592362"/>
          <a:ext cx="406400" cy="266700"/>
        </p:xfrm>
        <a:graphic>
          <a:graphicData uri="http://schemas.openxmlformats.org/presentationml/2006/ole">
            <mc:AlternateContent xmlns:mc="http://schemas.openxmlformats.org/markup-compatibility/2006">
              <mc:Choice xmlns:v="urn:schemas-microsoft-com:vml" Requires="v">
                <p:oleObj spid="_x0000_s20505" name="Equation" r:id="rId5" imgW="9753600" imgH="6400800" progId="Equation.DSMT4">
                  <p:embed/>
                </p:oleObj>
              </mc:Choice>
              <mc:Fallback>
                <p:oleObj name="Equation" r:id="rId5" imgW="9753600" imgH="6400800" progId="Equation.DSMT4">
                  <p:embed/>
                  <p:pic>
                    <p:nvPicPr>
                      <p:cNvPr id="0" name="对象 12"/>
                      <p:cNvPicPr/>
                      <p:nvPr/>
                    </p:nvPicPr>
                    <p:blipFill>
                      <a:blip r:embed="rId6"/>
                      <a:stretch>
                        <a:fillRect/>
                      </a:stretch>
                    </p:blipFill>
                    <p:spPr>
                      <a:xfrm>
                        <a:off x="6566024" y="1592362"/>
                        <a:ext cx="406400" cy="266700"/>
                      </a:xfrm>
                      <a:prstGeom prst="rect">
                        <a:avLst/>
                      </a:prstGeom>
                      <a:noFill/>
                      <a:ln>
                        <a:noFill/>
                        <a:prstDash val="sysDash"/>
                      </a:ln>
                    </p:spPr>
                  </p:pic>
                </p:oleObj>
              </mc:Fallback>
            </mc:AlternateContent>
          </a:graphicData>
        </a:graphic>
      </p:graphicFrame>
      <p:sp>
        <p:nvSpPr>
          <p:cNvPr id="7" name="Text Box 37"/>
          <p:cNvSpPr txBox="1">
            <a:spLocks noChangeArrowheads="1"/>
          </p:cNvSpPr>
          <p:nvPr/>
        </p:nvSpPr>
        <p:spPr bwMode="auto">
          <a:xfrm>
            <a:off x="5556008" y="2790463"/>
            <a:ext cx="1506955" cy="463846"/>
          </a:xfrm>
          <a:prstGeom prst="rect">
            <a:avLst/>
          </a:prstGeom>
          <a:solidFill>
            <a:srgbClr val="CC0066"/>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p>
            <a:r>
              <a:rPr kumimoji="0" lang="zh-CN" altLang="en-US" sz="2400" dirty="0">
                <a:solidFill>
                  <a:schemeClr val="bg1"/>
                </a:solidFill>
                <a:latin typeface="Arial" panose="020B0604020202020204" pitchFamily="34" charset="0"/>
              </a:rPr>
              <a:t>行最简形</a:t>
            </a:r>
            <a:endParaRPr kumimoji="0" lang="en-US" altLang="zh-CN" sz="2400" dirty="0">
              <a:solidFill>
                <a:schemeClr val="bg1"/>
              </a:solidFill>
              <a:latin typeface="Arial" panose="020B0604020202020204" pitchFamily="34" charset="0"/>
            </a:endParaRPr>
          </a:p>
        </p:txBody>
      </p:sp>
      <p:sp>
        <p:nvSpPr>
          <p:cNvPr id="8" name="矩形 7"/>
          <p:cNvSpPr/>
          <p:nvPr/>
        </p:nvSpPr>
        <p:spPr>
          <a:xfrm>
            <a:off x="656193" y="3748680"/>
            <a:ext cx="2073003" cy="461665"/>
          </a:xfrm>
          <a:prstGeom prst="rect">
            <a:avLst/>
          </a:prstGeom>
        </p:spPr>
        <p:txBody>
          <a:bodyPr wrap="none">
            <a:spAutoFit/>
          </a:bodyPr>
          <a:lstStyle/>
          <a:p>
            <a:r>
              <a:rPr lang="zh-CN" altLang="en-US" sz="2400" dirty="0">
                <a:solidFill>
                  <a:prstClr val="black"/>
                </a:solidFill>
                <a:latin typeface="Arial" panose="020B0604020202020204" pitchFamily="34" charset="0"/>
              </a:rPr>
              <a:t>观察 </a:t>
            </a:r>
            <a:r>
              <a:rPr lang="en-US" altLang="zh-CN" sz="2400" i="1" dirty="0">
                <a:solidFill>
                  <a:prstClr val="black"/>
                </a:solidFill>
                <a:latin typeface="Times New Roman" panose="02020603050405020304" pitchFamily="18" charset="0"/>
                <a:cs typeface="Times New Roman" panose="02020603050405020304" pitchFamily="18" charset="0"/>
              </a:rPr>
              <a:t>B </a:t>
            </a:r>
            <a:r>
              <a:rPr lang="zh-CN" altLang="en-US" sz="2400" dirty="0">
                <a:solidFill>
                  <a:prstClr val="black"/>
                </a:solidFill>
                <a:latin typeface="Arial" panose="020B0604020202020204" pitchFamily="34" charset="0"/>
              </a:rPr>
              <a:t>可知，</a:t>
            </a:r>
            <a:endParaRPr lang="zh-CN" altLang="en-US" dirty="0"/>
          </a:p>
        </p:txBody>
      </p:sp>
      <p:sp>
        <p:nvSpPr>
          <p:cNvPr id="9" name="矩形 8"/>
          <p:cNvSpPr/>
          <p:nvPr/>
        </p:nvSpPr>
        <p:spPr>
          <a:xfrm>
            <a:off x="2474175" y="3764555"/>
            <a:ext cx="5795176" cy="461665"/>
          </a:xfrm>
          <a:prstGeom prst="rect">
            <a:avLst/>
          </a:prstGeom>
        </p:spPr>
        <p:txBody>
          <a:bodyPr wrap="none">
            <a:spAutoFit/>
          </a:bodyPr>
          <a:lstStyle/>
          <a:p>
            <a:r>
              <a:rPr lang="zh-CN" altLang="en-US" sz="2400" dirty="0">
                <a:solidFill>
                  <a:prstClr val="black"/>
                </a:solidFill>
                <a:latin typeface="Arial" panose="020B0604020202020204" pitchFamily="34" charset="0"/>
              </a:rPr>
              <a:t>它的第</a:t>
            </a:r>
            <a:r>
              <a:rPr lang="en-US" altLang="zh-CN" sz="2400" dirty="0">
                <a:solidFill>
                  <a:prstClr val="black"/>
                </a:solidFill>
                <a:latin typeface="Arial" panose="020B0604020202020204" pitchFamily="34" charset="0"/>
              </a:rPr>
              <a:t>1</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2</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4</a:t>
            </a:r>
            <a:r>
              <a:rPr lang="zh-CN" altLang="en-US" sz="2400" dirty="0">
                <a:solidFill>
                  <a:prstClr val="black"/>
                </a:solidFill>
                <a:latin typeface="Arial" panose="020B0604020202020204" pitchFamily="34" charset="0"/>
              </a:rPr>
              <a:t>列为</a:t>
            </a:r>
            <a:r>
              <a:rPr lang="en-US" altLang="zh-CN" sz="2400" dirty="0">
                <a:solidFill>
                  <a:prstClr val="black"/>
                </a:solidFill>
                <a:latin typeface="Arial" panose="020B0604020202020204" pitchFamily="34" charset="0"/>
              </a:rPr>
              <a:t>3</a:t>
            </a:r>
            <a:r>
              <a:rPr lang="zh-CN" altLang="en-US" sz="2400" dirty="0">
                <a:solidFill>
                  <a:prstClr val="black"/>
                </a:solidFill>
                <a:latin typeface="Arial" panose="020B0604020202020204" pitchFamily="34" charset="0"/>
              </a:rPr>
              <a:t>个线性无关的向量，</a:t>
            </a:r>
            <a:endParaRPr lang="zh-CN" altLang="en-US" dirty="0"/>
          </a:p>
        </p:txBody>
      </p:sp>
      <p:sp>
        <p:nvSpPr>
          <p:cNvPr id="10" name="矩形 9"/>
          <p:cNvSpPr/>
          <p:nvPr/>
        </p:nvSpPr>
        <p:spPr>
          <a:xfrm>
            <a:off x="652023" y="4396602"/>
            <a:ext cx="3505319" cy="461665"/>
          </a:xfrm>
          <a:prstGeom prst="rect">
            <a:avLst/>
          </a:prstGeom>
        </p:spPr>
        <p:txBody>
          <a:bodyPr wrap="none">
            <a:spAutoFit/>
          </a:bodyPr>
          <a:lstStyle/>
          <a:p>
            <a:r>
              <a:rPr lang="zh-CN" altLang="en-US" sz="2400" dirty="0">
                <a:solidFill>
                  <a:prstClr val="black"/>
                </a:solidFill>
                <a:latin typeface="Arial" panose="020B0604020202020204" pitchFamily="34" charset="0"/>
              </a:rPr>
              <a:t>从而 </a:t>
            </a:r>
            <a:r>
              <a:rPr lang="en-US" altLang="zh-CN" sz="2400" i="1" dirty="0">
                <a:solidFill>
                  <a:prstClr val="black"/>
                </a:solidFill>
                <a:latin typeface="Times New Roman" panose="02020603050405020304" pitchFamily="18" charset="0"/>
                <a:cs typeface="Times New Roman" panose="02020603050405020304" pitchFamily="18" charset="0"/>
              </a:rPr>
              <a:t>A </a:t>
            </a:r>
            <a:r>
              <a:rPr lang="zh-CN" altLang="en-US" sz="2400" dirty="0">
                <a:solidFill>
                  <a:prstClr val="black"/>
                </a:solidFill>
                <a:latin typeface="Arial" panose="020B0604020202020204" pitchFamily="34" charset="0"/>
              </a:rPr>
              <a:t>的第</a:t>
            </a:r>
            <a:r>
              <a:rPr lang="en-US" altLang="zh-CN" sz="2400" dirty="0">
                <a:solidFill>
                  <a:prstClr val="black"/>
                </a:solidFill>
                <a:latin typeface="Arial" panose="020B0604020202020204" pitchFamily="34" charset="0"/>
              </a:rPr>
              <a:t>1</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2</a:t>
            </a:r>
            <a:r>
              <a:rPr lang="zh-CN" altLang="en-US" sz="2400" dirty="0">
                <a:solidFill>
                  <a:prstClr val="black"/>
                </a:solidFill>
                <a:latin typeface="Arial" panose="020B0604020202020204" pitchFamily="34" charset="0"/>
              </a:rPr>
              <a:t>，</a:t>
            </a:r>
            <a:r>
              <a:rPr lang="en-US" altLang="zh-CN" sz="2400" dirty="0">
                <a:solidFill>
                  <a:prstClr val="black"/>
                </a:solidFill>
                <a:latin typeface="Arial" panose="020B0604020202020204" pitchFamily="34" charset="0"/>
              </a:rPr>
              <a:t>4</a:t>
            </a:r>
            <a:r>
              <a:rPr lang="zh-CN" altLang="en-US" sz="2400" dirty="0">
                <a:solidFill>
                  <a:prstClr val="black"/>
                </a:solidFill>
                <a:latin typeface="Arial" panose="020B0604020202020204" pitchFamily="34" charset="0"/>
              </a:rPr>
              <a:t>列，</a:t>
            </a:r>
            <a:endParaRPr lang="zh-CN" altLang="en-US" dirty="0"/>
          </a:p>
        </p:txBody>
      </p:sp>
      <p:grpSp>
        <p:nvGrpSpPr>
          <p:cNvPr id="11" name="组合 10"/>
          <p:cNvGrpSpPr/>
          <p:nvPr/>
        </p:nvGrpSpPr>
        <p:grpSpPr>
          <a:xfrm>
            <a:off x="3977509" y="4412477"/>
            <a:ext cx="4176143" cy="461665"/>
            <a:chOff x="3955340" y="3936826"/>
            <a:chExt cx="4176143" cy="461665"/>
          </a:xfrm>
        </p:grpSpPr>
        <p:sp>
          <p:nvSpPr>
            <p:cNvPr id="12" name="矩形 11"/>
            <p:cNvSpPr/>
            <p:nvPr/>
          </p:nvSpPr>
          <p:spPr>
            <a:xfrm>
              <a:off x="3955340" y="3936826"/>
              <a:ext cx="4176143" cy="461665"/>
            </a:xfrm>
            <a:prstGeom prst="rect">
              <a:avLst/>
            </a:prstGeom>
          </p:spPr>
          <p:txBody>
            <a:bodyPr wrap="none">
              <a:spAutoFit/>
            </a:bodyPr>
            <a:lstStyle/>
            <a:p>
              <a:r>
                <a:rPr lang="zh-CN" altLang="en-US" sz="2400" dirty="0">
                  <a:solidFill>
                    <a:prstClr val="black"/>
                  </a:solidFill>
                  <a:latin typeface="Arial" panose="020B0604020202020204" pitchFamily="34" charset="0"/>
                </a:rPr>
                <a:t>即                线性无关</a:t>
              </a:r>
              <a:r>
                <a:rPr lang="en-US" altLang="zh-CN" sz="2400" dirty="0">
                  <a:solidFill>
                    <a:prstClr val="black"/>
                  </a:solidFill>
                  <a:latin typeface="Arial" panose="020B0604020202020204" pitchFamily="34" charset="0"/>
                </a:rPr>
                <a:t>, </a:t>
              </a:r>
              <a:r>
                <a:rPr lang="zh-CN" altLang="en-US" sz="2400" dirty="0">
                  <a:solidFill>
                    <a:prstClr val="black"/>
                  </a:solidFill>
                  <a:latin typeface="Arial" panose="020B0604020202020204" pitchFamily="34" charset="0"/>
                </a:rPr>
                <a:t>它就是</a:t>
              </a:r>
              <a:endParaRPr lang="zh-CN" altLang="en-US" dirty="0"/>
            </a:p>
          </p:txBody>
        </p:sp>
        <p:graphicFrame>
          <p:nvGraphicFramePr>
            <p:cNvPr id="13" name="对象 12"/>
            <p:cNvGraphicFramePr>
              <a:graphicFrameLocks noChangeAspect="1"/>
            </p:cNvGraphicFramePr>
            <p:nvPr/>
          </p:nvGraphicFramePr>
          <p:xfrm>
            <a:off x="4443526" y="4009807"/>
            <a:ext cx="1117600" cy="381000"/>
          </p:xfrm>
          <a:graphic>
            <a:graphicData uri="http://schemas.openxmlformats.org/presentationml/2006/ole">
              <mc:AlternateContent xmlns:mc="http://schemas.openxmlformats.org/markup-compatibility/2006">
                <mc:Choice xmlns:v="urn:schemas-microsoft-com:vml" Requires="v">
                  <p:oleObj spid="_x0000_s20506" name="Equation" r:id="rId7" imgW="26822400" imgH="9144000" progId="Equation.DSMT4">
                    <p:embed/>
                  </p:oleObj>
                </mc:Choice>
                <mc:Fallback>
                  <p:oleObj name="Equation" r:id="rId7" imgW="26822400" imgH="9144000" progId="Equation.DSMT4">
                    <p:embed/>
                    <p:pic>
                      <p:nvPicPr>
                        <p:cNvPr id="0" name="对象 20"/>
                        <p:cNvPicPr/>
                        <p:nvPr/>
                      </p:nvPicPr>
                      <p:blipFill>
                        <a:blip r:embed="rId8"/>
                        <a:stretch>
                          <a:fillRect/>
                        </a:stretch>
                      </p:blipFill>
                      <p:spPr>
                        <a:xfrm>
                          <a:off x="4443526" y="4009807"/>
                          <a:ext cx="1117600" cy="381000"/>
                        </a:xfrm>
                        <a:prstGeom prst="rect">
                          <a:avLst/>
                        </a:prstGeom>
                        <a:noFill/>
                        <a:ln>
                          <a:noFill/>
                          <a:prstDash val="sysDash"/>
                        </a:ln>
                      </p:spPr>
                    </p:pic>
                  </p:oleObj>
                </mc:Fallback>
              </mc:AlternateContent>
            </a:graphicData>
          </a:graphic>
        </p:graphicFrame>
      </p:grpSp>
      <p:grpSp>
        <p:nvGrpSpPr>
          <p:cNvPr id="14" name="组合 13"/>
          <p:cNvGrpSpPr/>
          <p:nvPr/>
        </p:nvGrpSpPr>
        <p:grpSpPr>
          <a:xfrm>
            <a:off x="695771" y="3146715"/>
            <a:ext cx="3298379" cy="461665"/>
            <a:chOff x="695771" y="3146715"/>
            <a:chExt cx="3298379" cy="461665"/>
          </a:xfrm>
        </p:grpSpPr>
        <p:sp>
          <p:nvSpPr>
            <p:cNvPr id="15" name="矩形 14"/>
            <p:cNvSpPr/>
            <p:nvPr/>
          </p:nvSpPr>
          <p:spPr>
            <a:xfrm>
              <a:off x="695771" y="3146715"/>
              <a:ext cx="800219" cy="461665"/>
            </a:xfrm>
            <a:prstGeom prst="rect">
              <a:avLst/>
            </a:prstGeom>
          </p:spPr>
          <p:txBody>
            <a:bodyPr wrap="none">
              <a:spAutoFit/>
            </a:bodyPr>
            <a:lstStyle/>
            <a:p>
              <a:r>
                <a:rPr lang="zh-CN" altLang="en-US" sz="2400" dirty="0">
                  <a:solidFill>
                    <a:prstClr val="black"/>
                  </a:solidFill>
                  <a:latin typeface="Arial" panose="020B0604020202020204" pitchFamily="34" charset="0"/>
                </a:rPr>
                <a:t>所以</a:t>
              </a:r>
              <a:endParaRPr lang="zh-CN" altLang="en-US" dirty="0"/>
            </a:p>
          </p:txBody>
        </p:sp>
        <p:graphicFrame>
          <p:nvGraphicFramePr>
            <p:cNvPr id="16" name="对象 15"/>
            <p:cNvGraphicFramePr>
              <a:graphicFrameLocks noChangeAspect="1"/>
            </p:cNvGraphicFramePr>
            <p:nvPr/>
          </p:nvGraphicFramePr>
          <p:xfrm>
            <a:off x="1695450" y="3201988"/>
            <a:ext cx="2298700" cy="381000"/>
          </p:xfrm>
          <a:graphic>
            <a:graphicData uri="http://schemas.openxmlformats.org/presentationml/2006/ole">
              <mc:AlternateContent xmlns:mc="http://schemas.openxmlformats.org/markup-compatibility/2006">
                <mc:Choice xmlns:v="urn:schemas-microsoft-com:vml" Requires="v">
                  <p:oleObj spid="_x0000_s20507" name="Equation" r:id="rId9" imgW="55168800" imgH="9144000" progId="Equation.DSMT4">
                    <p:embed/>
                  </p:oleObj>
                </mc:Choice>
                <mc:Fallback>
                  <p:oleObj name="Equation" r:id="rId9" imgW="55168800" imgH="9144000" progId="Equation.DSMT4">
                    <p:embed/>
                    <p:pic>
                      <p:nvPicPr>
                        <p:cNvPr id="0" name="对象 23"/>
                        <p:cNvPicPr/>
                        <p:nvPr/>
                      </p:nvPicPr>
                      <p:blipFill>
                        <a:blip r:embed="rId10"/>
                        <a:stretch>
                          <a:fillRect/>
                        </a:stretch>
                      </p:blipFill>
                      <p:spPr>
                        <a:xfrm>
                          <a:off x="1695450" y="3201988"/>
                          <a:ext cx="2298700" cy="381000"/>
                        </a:xfrm>
                        <a:prstGeom prst="rect">
                          <a:avLst/>
                        </a:prstGeom>
                        <a:noFill/>
                        <a:ln>
                          <a:noFill/>
                          <a:prstDash val="sysDash"/>
                        </a:ln>
                      </p:spPr>
                    </p:pic>
                  </p:oleObj>
                </mc:Fallback>
              </mc:AlternateContent>
            </a:graphicData>
          </a:graphic>
        </p:graphicFrame>
      </p:grpSp>
      <p:grpSp>
        <p:nvGrpSpPr>
          <p:cNvPr id="17" name="组合 16"/>
          <p:cNvGrpSpPr/>
          <p:nvPr/>
        </p:nvGrpSpPr>
        <p:grpSpPr>
          <a:xfrm>
            <a:off x="652023" y="4996502"/>
            <a:ext cx="5535490" cy="461665"/>
            <a:chOff x="695771" y="5093369"/>
            <a:chExt cx="5535490" cy="461665"/>
          </a:xfrm>
        </p:grpSpPr>
        <p:sp>
          <p:nvSpPr>
            <p:cNvPr id="18" name="矩形 17"/>
            <p:cNvSpPr/>
            <p:nvPr/>
          </p:nvSpPr>
          <p:spPr>
            <a:xfrm>
              <a:off x="695771" y="5093369"/>
              <a:ext cx="5535490" cy="461665"/>
            </a:xfrm>
            <a:prstGeom prst="rect">
              <a:avLst/>
            </a:prstGeom>
          </p:spPr>
          <p:txBody>
            <a:bodyPr wrap="none">
              <a:spAutoFit/>
            </a:bodyPr>
            <a:lstStyle/>
            <a:p>
              <a:r>
                <a:rPr lang="zh-CN" altLang="en-US" sz="2400" dirty="0"/>
                <a:t>向量组                的一个</a:t>
              </a:r>
              <a:r>
                <a:rPr lang="zh-CN" altLang="en-US" sz="2400" dirty="0">
                  <a:solidFill>
                    <a:srgbClr val="FF0000"/>
                  </a:solidFill>
                </a:rPr>
                <a:t>极大无关组</a:t>
              </a:r>
              <a:r>
                <a:rPr lang="en-US" altLang="zh-CN" sz="2400" dirty="0"/>
                <a:t>.</a:t>
              </a:r>
              <a:endParaRPr lang="zh-CN" altLang="en-US" sz="2400" dirty="0"/>
            </a:p>
          </p:txBody>
        </p:sp>
        <p:graphicFrame>
          <p:nvGraphicFramePr>
            <p:cNvPr id="19" name="对象 18"/>
            <p:cNvGraphicFramePr>
              <a:graphicFrameLocks noChangeAspect="1"/>
            </p:cNvGraphicFramePr>
            <p:nvPr/>
          </p:nvGraphicFramePr>
          <p:xfrm>
            <a:off x="1796646" y="5139536"/>
            <a:ext cx="1524000" cy="381000"/>
          </p:xfrm>
          <a:graphic>
            <a:graphicData uri="http://schemas.openxmlformats.org/presentationml/2006/ole">
              <mc:AlternateContent xmlns:mc="http://schemas.openxmlformats.org/markup-compatibility/2006">
                <mc:Choice xmlns:v="urn:schemas-microsoft-com:vml" Requires="v">
                  <p:oleObj spid="_x0000_s20508" name="Equation" r:id="rId11" imgW="36576000" imgH="9144000" progId="Equation.DSMT4">
                    <p:embed/>
                  </p:oleObj>
                </mc:Choice>
                <mc:Fallback>
                  <p:oleObj name="Equation" r:id="rId11" imgW="36576000" imgH="9144000" progId="Equation.DSMT4">
                    <p:embed/>
                    <p:pic>
                      <p:nvPicPr>
                        <p:cNvPr id="0" name="对象 25"/>
                        <p:cNvPicPr/>
                        <p:nvPr/>
                      </p:nvPicPr>
                      <p:blipFill>
                        <a:blip r:embed="rId12"/>
                        <a:stretch>
                          <a:fillRect/>
                        </a:stretch>
                      </p:blipFill>
                      <p:spPr>
                        <a:xfrm>
                          <a:off x="1796646" y="5139536"/>
                          <a:ext cx="1524000" cy="381000"/>
                        </a:xfrm>
                        <a:prstGeom prst="rect">
                          <a:avLst/>
                        </a:prstGeom>
                        <a:noFill/>
                        <a:ln>
                          <a:noFill/>
                          <a:prstDash val="sysDash"/>
                        </a:ln>
                      </p:spPr>
                    </p:pic>
                  </p:oleObj>
                </mc:Fallback>
              </mc:AlternateContent>
            </a:graphicData>
          </a:graphic>
        </p:graphicFrame>
      </p:grpSp>
      <p:sp>
        <p:nvSpPr>
          <p:cNvPr id="20" name="矩形 19"/>
          <p:cNvSpPr/>
          <p:nvPr/>
        </p:nvSpPr>
        <p:spPr>
          <a:xfrm>
            <a:off x="683568" y="5615759"/>
            <a:ext cx="2073003" cy="461665"/>
          </a:xfrm>
          <a:prstGeom prst="rect">
            <a:avLst/>
          </a:prstGeom>
        </p:spPr>
        <p:txBody>
          <a:bodyPr wrap="none">
            <a:spAutoFit/>
          </a:bodyPr>
          <a:lstStyle/>
          <a:p>
            <a:r>
              <a:rPr lang="zh-CN" altLang="en-US" sz="2400" dirty="0">
                <a:solidFill>
                  <a:prstClr val="black"/>
                </a:solidFill>
                <a:latin typeface="Arial" panose="020B0604020202020204" pitchFamily="34" charset="0"/>
              </a:rPr>
              <a:t>观察 </a:t>
            </a:r>
            <a:r>
              <a:rPr lang="en-US" altLang="zh-CN" sz="2400" i="1" dirty="0">
                <a:solidFill>
                  <a:prstClr val="black"/>
                </a:solidFill>
                <a:latin typeface="Times New Roman" panose="02020603050405020304" pitchFamily="18" charset="0"/>
                <a:cs typeface="Times New Roman" panose="02020603050405020304" pitchFamily="18" charset="0"/>
              </a:rPr>
              <a:t>B </a:t>
            </a:r>
            <a:r>
              <a:rPr lang="zh-CN" altLang="en-US" sz="2400" dirty="0">
                <a:solidFill>
                  <a:prstClr val="black"/>
                </a:solidFill>
                <a:latin typeface="Arial" panose="020B0604020202020204" pitchFamily="34" charset="0"/>
              </a:rPr>
              <a:t>可知，</a:t>
            </a:r>
            <a:endParaRPr lang="zh-CN" altLang="en-US" dirty="0"/>
          </a:p>
        </p:txBody>
      </p:sp>
      <p:graphicFrame>
        <p:nvGraphicFramePr>
          <p:cNvPr id="21" name="对象 20"/>
          <p:cNvGraphicFramePr>
            <a:graphicFrameLocks noChangeAspect="1"/>
          </p:cNvGraphicFramePr>
          <p:nvPr/>
        </p:nvGraphicFramePr>
        <p:xfrm>
          <a:off x="2645068" y="5707948"/>
          <a:ext cx="1549400" cy="381000"/>
        </p:xfrm>
        <a:graphic>
          <a:graphicData uri="http://schemas.openxmlformats.org/presentationml/2006/ole">
            <mc:AlternateContent xmlns:mc="http://schemas.openxmlformats.org/markup-compatibility/2006">
              <mc:Choice xmlns:v="urn:schemas-microsoft-com:vml" Requires="v">
                <p:oleObj spid="_x0000_s20509" name="Equation" r:id="rId13" imgW="37185600" imgH="9144000" progId="Equation.DSMT4">
                  <p:embed/>
                </p:oleObj>
              </mc:Choice>
              <mc:Fallback>
                <p:oleObj name="Equation" r:id="rId13" imgW="37185600" imgH="9144000" progId="Equation.DSMT4">
                  <p:embed/>
                  <p:pic>
                    <p:nvPicPr>
                      <p:cNvPr id="0" name="对象 29"/>
                      <p:cNvPicPr/>
                      <p:nvPr/>
                    </p:nvPicPr>
                    <p:blipFill>
                      <a:blip r:embed="rId14"/>
                      <a:stretch>
                        <a:fillRect/>
                      </a:stretch>
                    </p:blipFill>
                    <p:spPr>
                      <a:xfrm>
                        <a:off x="2645068" y="5707948"/>
                        <a:ext cx="1549400" cy="381000"/>
                      </a:xfrm>
                      <a:prstGeom prst="rect">
                        <a:avLst/>
                      </a:prstGeom>
                      <a:noFill/>
                      <a:ln>
                        <a:noFill/>
                        <a:prstDash val="sysDash"/>
                      </a:ln>
                    </p:spPr>
                  </p:pic>
                </p:oleObj>
              </mc:Fallback>
            </mc:AlternateContent>
          </a:graphicData>
        </a:graphic>
      </p:graphicFrame>
      <p:sp>
        <p:nvSpPr>
          <p:cNvPr id="29" name="直角三角形 28"/>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0" name="直角三角形 29"/>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wipe(left)">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wipe(up)">
                                      <p:cBhvr>
                                        <p:cTn id="49" dur="500"/>
                                        <p:tgtEl>
                                          <p:spTgt spid="26"/>
                                        </p:tgtEl>
                                      </p:cBhvr>
                                    </p:animEffect>
                                  </p:childTnLst>
                                </p:cTn>
                              </p:par>
                            </p:childTnLst>
                          </p:cTn>
                        </p:par>
                        <p:par>
                          <p:cTn id="50" fill="hold">
                            <p:stCondLst>
                              <p:cond delay="500"/>
                            </p:stCondLst>
                            <p:childTnLst>
                              <p:par>
                                <p:cTn id="51" presetID="22" presetClass="entr" presetSubtype="1"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childTnLst>
                          </p:cTn>
                        </p:par>
                        <p:par>
                          <p:cTn id="54" fill="hold">
                            <p:stCondLst>
                              <p:cond delay="1000"/>
                            </p:stCondLst>
                            <p:childTnLst>
                              <p:par>
                                <p:cTn id="55" presetID="22" presetClass="entr" presetSubtype="1"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up)">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up)">
                                      <p:cBhvr>
                                        <p:cTn id="67" dur="500"/>
                                        <p:tgtEl>
                                          <p:spTgt spid="23"/>
                                        </p:tgtEl>
                                      </p:cBhvr>
                                    </p:animEffect>
                                  </p:childTnLst>
                                </p:cTn>
                              </p:par>
                            </p:childTnLst>
                          </p:cTn>
                        </p:par>
                        <p:par>
                          <p:cTn id="68" fill="hold">
                            <p:stCondLst>
                              <p:cond delay="500"/>
                            </p:stCondLst>
                            <p:childTnLst>
                              <p:par>
                                <p:cTn id="69" presetID="22" presetClass="entr" presetSubtype="1"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wipe(up)">
                                      <p:cBhvr>
                                        <p:cTn id="71" dur="500"/>
                                        <p:tgtEl>
                                          <p:spTgt spid="24"/>
                                        </p:tgtEl>
                                      </p:cBhvr>
                                    </p:animEffect>
                                  </p:childTnLst>
                                </p:cTn>
                              </p:par>
                            </p:childTnLst>
                          </p:cTn>
                        </p:par>
                        <p:par>
                          <p:cTn id="72" fill="hold">
                            <p:stCondLst>
                              <p:cond delay="1000"/>
                            </p:stCondLst>
                            <p:childTnLst>
                              <p:par>
                                <p:cTn id="73" presetID="22" presetClass="entr" presetSubtype="1" fill="hold" grpId="0" nodeType="after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wipe(up)">
                                      <p:cBhvr>
                                        <p:cTn id="75" dur="50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wipe(left)">
                                      <p:cBhvr>
                                        <p:cTn id="80" dur="500"/>
                                        <p:tgtEl>
                                          <p:spTgt spid="11"/>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wipe(left)">
                                      <p:cBhvr>
                                        <p:cTn id="84"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left)">
                                      <p:cBhvr>
                                        <p:cTn id="89" dur="500"/>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wipe(left)">
                                      <p:cBhvr>
                                        <p:cTn id="9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3" grpId="0"/>
      <p:bldP spid="5" grpId="0" animBg="1"/>
      <p:bldP spid="7" grpId="0" animBg="1"/>
      <p:bldP spid="8" grpId="0"/>
      <p:bldP spid="9" grpId="0"/>
      <p:bldP spid="10"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34970" y="909348"/>
            <a:ext cx="7848872" cy="1135054"/>
            <a:chOff x="606553" y="1168846"/>
            <a:chExt cx="7848872" cy="1135054"/>
          </a:xfrm>
        </p:grpSpPr>
        <p:sp>
          <p:nvSpPr>
            <p:cNvPr id="3" name="Rectangle 2"/>
            <p:cNvSpPr>
              <a:spLocks noChangeArrowheads="1"/>
            </p:cNvSpPr>
            <p:nvPr/>
          </p:nvSpPr>
          <p:spPr bwMode="auto">
            <a:xfrm>
              <a:off x="606553" y="1168846"/>
              <a:ext cx="7848872" cy="113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0" dirty="0">
                  <a:latin typeface="+mn-ea"/>
                  <a:ea typeface="+mn-ea"/>
                </a:rPr>
                <a:t>       </a:t>
              </a:r>
              <a:r>
                <a:rPr kumimoji="1" lang="zh-CN" altLang="en-US" sz="2400" b="0" dirty="0">
                  <a:latin typeface="+mn-ea"/>
                  <a:ea typeface="+mn-ea"/>
                </a:rPr>
                <a:t>给定具体的向量组                   可以利用矩阵的初等行变换来确定向量组的线性相关性以及线性关系，方法为：</a:t>
              </a:r>
              <a:r>
                <a:rPr kumimoji="1" lang="en-US" altLang="zh-CN" sz="2400" b="0" dirty="0">
                  <a:latin typeface="+mn-ea"/>
                  <a:ea typeface="+mn-ea"/>
                </a:rPr>
                <a:t>  </a:t>
              </a:r>
              <a:endParaRPr kumimoji="1" lang="zh-CN" altLang="en-US" sz="2400" b="0" dirty="0">
                <a:latin typeface="+mn-ea"/>
                <a:ea typeface="+mn-ea"/>
              </a:endParaRPr>
            </a:p>
          </p:txBody>
        </p:sp>
        <p:graphicFrame>
          <p:nvGraphicFramePr>
            <p:cNvPr id="4" name="对象 3"/>
            <p:cNvGraphicFramePr>
              <a:graphicFrameLocks noChangeAspect="1"/>
            </p:cNvGraphicFramePr>
            <p:nvPr/>
          </p:nvGraphicFramePr>
          <p:xfrm>
            <a:off x="3851920" y="1340768"/>
            <a:ext cx="1600200" cy="381000"/>
          </p:xfrm>
          <a:graphic>
            <a:graphicData uri="http://schemas.openxmlformats.org/presentationml/2006/ole">
              <mc:AlternateContent xmlns:mc="http://schemas.openxmlformats.org/markup-compatibility/2006">
                <mc:Choice xmlns:v="urn:schemas-microsoft-com:vml" Requires="v">
                  <p:oleObj spid="_x0000_s21518" name="Equation" r:id="rId1" imgW="38404800" imgH="9144000" progId="Equation.DSMT4">
                    <p:embed/>
                  </p:oleObj>
                </mc:Choice>
                <mc:Fallback>
                  <p:oleObj name="Equation" r:id="rId1" imgW="38404800" imgH="9144000" progId="Equation.DSMT4">
                    <p:embed/>
                    <p:pic>
                      <p:nvPicPr>
                        <p:cNvPr id="0" name="对象 4"/>
                        <p:cNvPicPr/>
                        <p:nvPr/>
                      </p:nvPicPr>
                      <p:blipFill>
                        <a:blip r:embed="rId2"/>
                        <a:stretch>
                          <a:fillRect/>
                        </a:stretch>
                      </p:blipFill>
                      <p:spPr>
                        <a:xfrm>
                          <a:off x="3851920" y="1340768"/>
                          <a:ext cx="1600200" cy="381000"/>
                        </a:xfrm>
                        <a:prstGeom prst="rect">
                          <a:avLst/>
                        </a:prstGeom>
                        <a:noFill/>
                        <a:ln>
                          <a:noFill/>
                          <a:prstDash val="sysDash"/>
                        </a:ln>
                      </p:spPr>
                    </p:pic>
                  </p:oleObj>
                </mc:Fallback>
              </mc:AlternateContent>
            </a:graphicData>
          </a:graphic>
        </p:graphicFrame>
      </p:grpSp>
      <p:grpSp>
        <p:nvGrpSpPr>
          <p:cNvPr id="5" name="组合 4"/>
          <p:cNvGrpSpPr/>
          <p:nvPr/>
        </p:nvGrpSpPr>
        <p:grpSpPr>
          <a:xfrm>
            <a:off x="395536" y="2118883"/>
            <a:ext cx="7848872" cy="580865"/>
            <a:chOff x="606553" y="1168846"/>
            <a:chExt cx="7848872" cy="580865"/>
          </a:xfrm>
        </p:grpSpPr>
        <p:sp>
          <p:nvSpPr>
            <p:cNvPr id="6" name="Rectangle 2"/>
            <p:cNvSpPr>
              <a:spLocks noChangeArrowheads="1"/>
            </p:cNvSpPr>
            <p:nvPr/>
          </p:nvSpPr>
          <p:spPr bwMode="auto">
            <a:xfrm>
              <a:off x="606553" y="1168846"/>
              <a:ext cx="7848872"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0" dirty="0">
                  <a:latin typeface="+mn-ea"/>
                  <a:ea typeface="+mn-ea"/>
                </a:rPr>
                <a:t>         (1)</a:t>
              </a:r>
              <a:r>
                <a:rPr kumimoji="1" lang="zh-CN" altLang="en-US" sz="2400" b="0" dirty="0">
                  <a:latin typeface="+mn-ea"/>
                  <a:ea typeface="+mn-ea"/>
                </a:rPr>
                <a:t>把向量组按列排成矩阵</a:t>
              </a:r>
              <a:r>
                <a:rPr kumimoji="1" lang="en-US" altLang="zh-CN" sz="2400" i="1" dirty="0">
                  <a:solidFill>
                    <a:srgbClr val="0000FF"/>
                  </a:solidFill>
                  <a:latin typeface="Times New Roman" panose="02020603050405020304" pitchFamily="18" charset="0"/>
                  <a:cs typeface="Times New Roman" panose="02020603050405020304" pitchFamily="18" charset="0"/>
                </a:rPr>
                <a:t>                             </a:t>
              </a:r>
              <a:r>
                <a:rPr kumimoji="1" lang="zh-CN" altLang="en-US" sz="2400" b="0" dirty="0">
                  <a:latin typeface="+mn-ea"/>
                  <a:ea typeface="+mn-ea"/>
                </a:rPr>
                <a:t>；</a:t>
              </a:r>
              <a:endParaRPr kumimoji="1" lang="en-US" altLang="zh-CN" sz="2400" b="0" dirty="0">
                <a:latin typeface="+mn-ea"/>
                <a:ea typeface="+mn-ea"/>
              </a:endParaRPr>
            </a:p>
          </p:txBody>
        </p:sp>
        <p:graphicFrame>
          <p:nvGraphicFramePr>
            <p:cNvPr id="7" name="对象 6"/>
            <p:cNvGraphicFramePr>
              <a:graphicFrameLocks noChangeAspect="1"/>
            </p:cNvGraphicFramePr>
            <p:nvPr/>
          </p:nvGraphicFramePr>
          <p:xfrm>
            <a:off x="4932040" y="1368711"/>
            <a:ext cx="2260600" cy="381000"/>
          </p:xfrm>
          <a:graphic>
            <a:graphicData uri="http://schemas.openxmlformats.org/presentationml/2006/ole">
              <mc:AlternateContent xmlns:mc="http://schemas.openxmlformats.org/markup-compatibility/2006">
                <mc:Choice xmlns:v="urn:schemas-microsoft-com:vml" Requires="v">
                  <p:oleObj spid="_x0000_s21519" name="Equation" r:id="rId3" imgW="54254400" imgH="9144000" progId="Equation.DSMT4">
                    <p:embed/>
                  </p:oleObj>
                </mc:Choice>
                <mc:Fallback>
                  <p:oleObj name="Equation" r:id="rId3" imgW="54254400" imgH="9144000" progId="Equation.DSMT4">
                    <p:embed/>
                    <p:pic>
                      <p:nvPicPr>
                        <p:cNvPr id="0" name="对象 4"/>
                        <p:cNvPicPr/>
                        <p:nvPr/>
                      </p:nvPicPr>
                      <p:blipFill>
                        <a:blip r:embed="rId4"/>
                        <a:stretch>
                          <a:fillRect/>
                        </a:stretch>
                      </p:blipFill>
                      <p:spPr>
                        <a:xfrm>
                          <a:off x="4932040" y="1368711"/>
                          <a:ext cx="2260600" cy="381000"/>
                        </a:xfrm>
                        <a:prstGeom prst="rect">
                          <a:avLst/>
                        </a:prstGeom>
                        <a:noFill/>
                        <a:ln>
                          <a:noFill/>
                          <a:prstDash val="sysDash"/>
                        </a:ln>
                      </p:spPr>
                    </p:pic>
                  </p:oleObj>
                </mc:Fallback>
              </mc:AlternateContent>
            </a:graphicData>
          </a:graphic>
        </p:graphicFrame>
      </p:grpSp>
      <p:graphicFrame>
        <p:nvGraphicFramePr>
          <p:cNvPr id="8" name="对象 7"/>
          <p:cNvGraphicFramePr>
            <a:graphicFrameLocks noChangeAspect="1"/>
          </p:cNvGraphicFramePr>
          <p:nvPr/>
        </p:nvGraphicFramePr>
        <p:xfrm>
          <a:off x="1475656" y="3538648"/>
          <a:ext cx="2260600" cy="381000"/>
        </p:xfrm>
        <a:graphic>
          <a:graphicData uri="http://schemas.openxmlformats.org/presentationml/2006/ole">
            <mc:AlternateContent xmlns:mc="http://schemas.openxmlformats.org/markup-compatibility/2006">
              <mc:Choice xmlns:v="urn:schemas-microsoft-com:vml" Requires="v">
                <p:oleObj spid="_x0000_s21520" name="Equation" r:id="rId5" imgW="54254400" imgH="9144000" progId="Equation.DSMT4">
                  <p:embed/>
                </p:oleObj>
              </mc:Choice>
              <mc:Fallback>
                <p:oleObj name="Equation" r:id="rId5" imgW="54254400" imgH="9144000" progId="Equation.DSMT4">
                  <p:embed/>
                  <p:pic>
                    <p:nvPicPr>
                      <p:cNvPr id="0" name="对象 5"/>
                      <p:cNvPicPr/>
                      <p:nvPr/>
                    </p:nvPicPr>
                    <p:blipFill>
                      <a:blip r:embed="rId4"/>
                      <a:stretch>
                        <a:fillRect/>
                      </a:stretch>
                    </p:blipFill>
                    <p:spPr>
                      <a:xfrm>
                        <a:off x="1475656" y="3538648"/>
                        <a:ext cx="2260600" cy="381000"/>
                      </a:xfrm>
                      <a:prstGeom prst="rect">
                        <a:avLst/>
                      </a:prstGeom>
                      <a:noFill/>
                      <a:ln>
                        <a:noFill/>
                        <a:prstDash val="sysDash"/>
                      </a:ln>
                    </p:spPr>
                  </p:pic>
                </p:oleObj>
              </mc:Fallback>
            </mc:AlternateContent>
          </a:graphicData>
        </a:graphic>
      </p:graphicFrame>
      <p:graphicFrame>
        <p:nvGraphicFramePr>
          <p:cNvPr id="9" name="对象 8"/>
          <p:cNvGraphicFramePr>
            <a:graphicFrameLocks noChangeAspect="1"/>
          </p:cNvGraphicFramePr>
          <p:nvPr/>
        </p:nvGraphicFramePr>
        <p:xfrm>
          <a:off x="3779559" y="3673769"/>
          <a:ext cx="1320800" cy="215900"/>
        </p:xfrm>
        <a:graphic>
          <a:graphicData uri="http://schemas.openxmlformats.org/presentationml/2006/ole">
            <mc:AlternateContent xmlns:mc="http://schemas.openxmlformats.org/markup-compatibility/2006">
              <mc:Choice xmlns:v="urn:schemas-microsoft-com:vml" Requires="v">
                <p:oleObj spid="_x0000_s21521" name="Equation" r:id="rId6" imgW="31699200" imgH="5181600" progId="Equation.DSMT4">
                  <p:embed/>
                </p:oleObj>
              </mc:Choice>
              <mc:Fallback>
                <p:oleObj name="Equation" r:id="rId6" imgW="31699200" imgH="5181600" progId="Equation.DSMT4">
                  <p:embed/>
                  <p:pic>
                    <p:nvPicPr>
                      <p:cNvPr id="0" name="对象 6"/>
                      <p:cNvPicPr/>
                      <p:nvPr/>
                    </p:nvPicPr>
                    <p:blipFill>
                      <a:blip r:embed="rId7"/>
                      <a:stretch>
                        <a:fillRect/>
                      </a:stretch>
                    </p:blipFill>
                    <p:spPr>
                      <a:xfrm>
                        <a:off x="3779559" y="3673769"/>
                        <a:ext cx="1320800" cy="215900"/>
                      </a:xfrm>
                      <a:prstGeom prst="rect">
                        <a:avLst/>
                      </a:prstGeom>
                      <a:noFill/>
                      <a:ln>
                        <a:noFill/>
                        <a:prstDash val="sysDash"/>
                      </a:ln>
                    </p:spPr>
                  </p:pic>
                </p:oleObj>
              </mc:Fallback>
            </mc:AlternateContent>
          </a:graphicData>
        </a:graphic>
      </p:graphicFrame>
      <p:sp>
        <p:nvSpPr>
          <p:cNvPr id="10" name="矩形 9"/>
          <p:cNvSpPr/>
          <p:nvPr/>
        </p:nvSpPr>
        <p:spPr>
          <a:xfrm>
            <a:off x="5100359" y="3498315"/>
            <a:ext cx="2327881" cy="461665"/>
          </a:xfrm>
          <a:prstGeom prst="rect">
            <a:avLst/>
          </a:prstGeom>
        </p:spPr>
        <p:txBody>
          <a:bodyPr wrap="none">
            <a:spAutoFit/>
          </a:bodyPr>
          <a:lstStyle/>
          <a:p>
            <a:r>
              <a:rPr kumimoji="1" lang="zh-CN" altLang="en-US" sz="2400" dirty="0">
                <a:solidFill>
                  <a:prstClr val="black"/>
                </a:solidFill>
                <a:latin typeface="微软雅黑" panose="020B0503020204020204" pitchFamily="34" charset="-122"/>
              </a:rPr>
              <a:t>行阶梯形矩阵 </a:t>
            </a:r>
            <a:r>
              <a:rPr kumimoji="1" lang="en-US" altLang="zh-CN" sz="2400" b="1" i="1" dirty="0">
                <a:solidFill>
                  <a:srgbClr val="FF0000"/>
                </a:solidFill>
                <a:latin typeface="Times New Roman" panose="02020603050405020304" pitchFamily="18" charset="0"/>
                <a:cs typeface="Times New Roman" panose="02020603050405020304" pitchFamily="18" charset="0"/>
              </a:rPr>
              <a:t>B</a:t>
            </a:r>
            <a:endParaRPr lang="zh-CN" altLang="en-US" b="1" i="1" dirty="0">
              <a:solidFill>
                <a:srgbClr val="FF0000"/>
              </a:solidFill>
              <a:latin typeface="Times New Roman" panose="02020603050405020304" pitchFamily="18" charset="0"/>
              <a:cs typeface="Times New Roman" panose="02020603050405020304" pitchFamily="18" charset="0"/>
            </a:endParaRPr>
          </a:p>
        </p:txBody>
      </p:sp>
      <p:sp>
        <p:nvSpPr>
          <p:cNvPr id="12" name="矩形 11"/>
          <p:cNvSpPr/>
          <p:nvPr/>
        </p:nvSpPr>
        <p:spPr>
          <a:xfrm>
            <a:off x="1106452" y="2876428"/>
            <a:ext cx="6705908" cy="461665"/>
          </a:xfrm>
          <a:prstGeom prst="rect">
            <a:avLst/>
          </a:prstGeom>
        </p:spPr>
        <p:txBody>
          <a:bodyPr wrap="square">
            <a:spAutoFit/>
          </a:bodyPr>
          <a:lstStyle/>
          <a:p>
            <a:r>
              <a:rPr kumimoji="1" lang="en-US" altLang="zh-CN" sz="2400" dirty="0">
                <a:solidFill>
                  <a:prstClr val="black"/>
                </a:solidFill>
                <a:latin typeface="微软雅黑" panose="020B0503020204020204" pitchFamily="34" charset="-122"/>
              </a:rPr>
              <a:t> (2)</a:t>
            </a:r>
            <a:r>
              <a:rPr kumimoji="1" lang="zh-CN" altLang="en-US" sz="2400" dirty="0">
                <a:solidFill>
                  <a:prstClr val="black"/>
                </a:solidFill>
                <a:latin typeface="微软雅黑" panose="020B0503020204020204" pitchFamily="34" charset="-122"/>
              </a:rPr>
              <a:t>对 </a:t>
            </a:r>
            <a:r>
              <a:rPr kumimoji="1" lang="en-US" altLang="zh-CN" sz="2400" i="1" dirty="0">
                <a:solidFill>
                  <a:prstClr val="black"/>
                </a:solidFill>
                <a:latin typeface="Times New Roman" panose="02020603050405020304" pitchFamily="18" charset="0"/>
                <a:cs typeface="Times New Roman" panose="02020603050405020304" pitchFamily="18" charset="0"/>
              </a:rPr>
              <a:t>A </a:t>
            </a:r>
            <a:r>
              <a:rPr kumimoji="1" lang="zh-CN" altLang="en-US" sz="2400" dirty="0">
                <a:solidFill>
                  <a:prstClr val="black"/>
                </a:solidFill>
                <a:latin typeface="微软雅黑" panose="020B0503020204020204" pitchFamily="34" charset="-122"/>
              </a:rPr>
              <a:t>作初等行变换化为行阶梯形矩阵，即</a:t>
            </a:r>
            <a:endParaRPr lang="zh-CN" altLang="en-US" dirty="0"/>
          </a:p>
        </p:txBody>
      </p:sp>
      <p:sp>
        <p:nvSpPr>
          <p:cNvPr id="13" name="矩形 12"/>
          <p:cNvSpPr/>
          <p:nvPr/>
        </p:nvSpPr>
        <p:spPr>
          <a:xfrm>
            <a:off x="668878" y="3972490"/>
            <a:ext cx="8310300" cy="646331"/>
          </a:xfrm>
          <a:prstGeom prst="rect">
            <a:avLst/>
          </a:prstGeom>
        </p:spPr>
        <p:txBody>
          <a:bodyPr wrap="square">
            <a:spAutoFit/>
          </a:bodyPr>
          <a:lstStyle/>
          <a:p>
            <a:pPr>
              <a:lnSpc>
                <a:spcPct val="150000"/>
              </a:lnSpc>
            </a:pPr>
            <a:r>
              <a:rPr kumimoji="1" lang="zh-CN" altLang="en-US" sz="2400" dirty="0">
                <a:latin typeface="+mn-ea"/>
              </a:rPr>
              <a:t>根据行阶梯形矩阵</a:t>
            </a:r>
            <a:r>
              <a:rPr kumimoji="1" lang="en-US" altLang="zh-CN" sz="2400" dirty="0">
                <a:latin typeface="+mn-ea"/>
              </a:rPr>
              <a:t> </a:t>
            </a:r>
            <a:r>
              <a:rPr kumimoji="1" lang="en-US" altLang="zh-CN" sz="2400" i="1" dirty="0">
                <a:solidFill>
                  <a:srgbClr val="FF0000"/>
                </a:solidFill>
                <a:latin typeface="Times New Roman" panose="02020603050405020304" pitchFamily="18" charset="0"/>
                <a:cs typeface="Times New Roman" panose="02020603050405020304" pitchFamily="18" charset="0"/>
              </a:rPr>
              <a:t>B</a:t>
            </a:r>
            <a:r>
              <a:rPr lang="zh-CN" altLang="en-US" sz="2400" i="1" dirty="0">
                <a:solidFill>
                  <a:srgbClr val="FF0000"/>
                </a:solidFill>
                <a:latin typeface="Times New Roman" panose="02020603050405020304" pitchFamily="18" charset="0"/>
                <a:cs typeface="Times New Roman" panose="02020603050405020304" pitchFamily="18" charset="0"/>
              </a:rPr>
              <a:t> </a:t>
            </a:r>
            <a:r>
              <a:rPr kumimoji="1" lang="zh-CN" altLang="en-US" sz="2400" dirty="0">
                <a:latin typeface="+mn-ea"/>
              </a:rPr>
              <a:t>可以确定向量组的秩和极大无关组</a:t>
            </a:r>
            <a:r>
              <a:rPr kumimoji="1" lang="en-US" altLang="zh-CN" sz="2400" dirty="0">
                <a:latin typeface="+mn-ea"/>
              </a:rPr>
              <a:t>;</a:t>
            </a:r>
            <a:endParaRPr kumimoji="1" lang="en-US" altLang="zh-CN" sz="2400" dirty="0">
              <a:latin typeface="+mn-ea"/>
            </a:endParaRPr>
          </a:p>
        </p:txBody>
      </p:sp>
      <p:sp>
        <p:nvSpPr>
          <p:cNvPr id="14" name="矩形 13"/>
          <p:cNvSpPr/>
          <p:nvPr/>
        </p:nvSpPr>
        <p:spPr>
          <a:xfrm>
            <a:off x="668878" y="4602495"/>
            <a:ext cx="7848872" cy="1200329"/>
          </a:xfrm>
          <a:prstGeom prst="rect">
            <a:avLst/>
          </a:prstGeom>
        </p:spPr>
        <p:txBody>
          <a:bodyPr wrap="square">
            <a:spAutoFit/>
          </a:bodyPr>
          <a:lstStyle/>
          <a:p>
            <a:pPr>
              <a:lnSpc>
                <a:spcPct val="150000"/>
              </a:lnSpc>
            </a:pPr>
            <a:r>
              <a:rPr kumimoji="1" lang="en-US" altLang="zh-CN" sz="2400" dirty="0">
                <a:latin typeface="+mn-ea"/>
              </a:rPr>
              <a:t>      (3)</a:t>
            </a:r>
            <a:r>
              <a:rPr kumimoji="1" lang="zh-CN" altLang="en-US" sz="2400" dirty="0">
                <a:latin typeface="+mn-ea"/>
              </a:rPr>
              <a:t>继续把 </a:t>
            </a:r>
            <a:r>
              <a:rPr kumimoji="1" lang="en-US" altLang="zh-CN" sz="2400" i="1" dirty="0">
                <a:solidFill>
                  <a:srgbClr val="FF0000"/>
                </a:solidFill>
                <a:latin typeface="Times New Roman" panose="02020603050405020304" pitchFamily="18" charset="0"/>
                <a:cs typeface="Times New Roman" panose="02020603050405020304" pitchFamily="18" charset="0"/>
              </a:rPr>
              <a:t>B</a:t>
            </a:r>
            <a:r>
              <a:rPr lang="zh-CN" altLang="en-US" sz="2400" i="1" dirty="0">
                <a:solidFill>
                  <a:srgbClr val="FF0000"/>
                </a:solidFill>
                <a:latin typeface="Times New Roman" panose="02020603050405020304" pitchFamily="18" charset="0"/>
                <a:cs typeface="Times New Roman" panose="02020603050405020304" pitchFamily="18" charset="0"/>
              </a:rPr>
              <a:t> </a:t>
            </a:r>
            <a:r>
              <a:rPr kumimoji="1" lang="zh-CN" altLang="en-US" sz="2400" dirty="0">
                <a:latin typeface="+mn-ea"/>
              </a:rPr>
              <a:t>化为行最简形，确定其余向量用极大无关组线性表示的形式</a:t>
            </a:r>
            <a:r>
              <a:rPr kumimoji="1" lang="en-US" altLang="zh-CN" sz="2400" dirty="0">
                <a:latin typeface="+mn-ea"/>
              </a:rPr>
              <a:t>. </a:t>
            </a:r>
            <a:endParaRPr kumimoji="1" lang="zh-CN" altLang="en-US" sz="2400" dirty="0">
              <a:latin typeface="+mn-ea"/>
            </a:endParaRPr>
          </a:p>
        </p:txBody>
      </p:sp>
      <p:sp>
        <p:nvSpPr>
          <p:cNvPr id="15" name="直角三角形 14"/>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直角三角形 15"/>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1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0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文本框 204801"/>
          <p:cNvSpPr txBox="1">
            <a:spLocks noChangeArrowheads="1"/>
          </p:cNvSpPr>
          <p:nvPr/>
        </p:nvSpPr>
        <p:spPr bwMode="auto">
          <a:xfrm>
            <a:off x="0" y="1628775"/>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zh-CN" altLang="en-US" b="1"/>
              <a:t>记</a:t>
            </a:r>
            <a:endParaRPr lang="zh-CN" altLang="en-US" b="1"/>
          </a:p>
        </p:txBody>
      </p:sp>
      <p:graphicFrame>
        <p:nvGraphicFramePr>
          <p:cNvPr id="204803" name="对象 204802"/>
          <p:cNvGraphicFramePr/>
          <p:nvPr/>
        </p:nvGraphicFramePr>
        <p:xfrm>
          <a:off x="827088" y="1628775"/>
          <a:ext cx="3457575" cy="1871663"/>
        </p:xfrm>
        <a:graphic>
          <a:graphicData uri="http://schemas.openxmlformats.org/presentationml/2006/ole">
            <mc:AlternateContent xmlns:mc="http://schemas.openxmlformats.org/markup-compatibility/2006">
              <mc:Choice xmlns:v="urn:schemas-microsoft-com:vml" Requires="v">
                <p:oleObj spid="_x0000_s22548" name="" r:id="rId1" imgW="1612900" imgH="939800" progId="Equation.DSMT4">
                  <p:embed/>
                </p:oleObj>
              </mc:Choice>
              <mc:Fallback>
                <p:oleObj name="" r:id="rId1" imgW="1612900" imgH="939800" progId="Equation.DSMT4">
                  <p:embed/>
                  <p:pic>
                    <p:nvPicPr>
                      <p:cNvPr id="0" name="对象 20480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628775"/>
                        <a:ext cx="3457575"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04" name="对象 204803"/>
          <p:cNvGraphicFramePr/>
          <p:nvPr/>
        </p:nvGraphicFramePr>
        <p:xfrm>
          <a:off x="4716463" y="1773238"/>
          <a:ext cx="1492250" cy="1727200"/>
        </p:xfrm>
        <a:graphic>
          <a:graphicData uri="http://schemas.openxmlformats.org/presentationml/2006/ole">
            <mc:AlternateContent xmlns:mc="http://schemas.openxmlformats.org/markup-compatibility/2006">
              <mc:Choice xmlns:v="urn:schemas-microsoft-com:vml" Requires="v">
                <p:oleObj spid="_x0000_s22549" name="" r:id="rId3" imgW="848995" imgH="979805" progId="Equation.DSMT4">
                  <p:embed/>
                </p:oleObj>
              </mc:Choice>
              <mc:Fallback>
                <p:oleObj name="" r:id="rId3" imgW="848995" imgH="979805" progId="Equation.DSMT4">
                  <p:embed/>
                  <p:pic>
                    <p:nvPicPr>
                      <p:cNvPr id="0" name="对象 20480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1773238"/>
                        <a:ext cx="14922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05" name="对象 204804"/>
          <p:cNvGraphicFramePr/>
          <p:nvPr/>
        </p:nvGraphicFramePr>
        <p:xfrm>
          <a:off x="7019925" y="1557338"/>
          <a:ext cx="1439863" cy="1800225"/>
        </p:xfrm>
        <a:graphic>
          <a:graphicData uri="http://schemas.openxmlformats.org/presentationml/2006/ole">
            <mc:AlternateContent xmlns:mc="http://schemas.openxmlformats.org/markup-compatibility/2006">
              <mc:Choice xmlns:v="urn:schemas-microsoft-com:vml" Requires="v">
                <p:oleObj spid="_x0000_s22550" name="" r:id="rId5" imgW="888365" imgH="1097280" progId="Equation.DSMT4">
                  <p:embed/>
                </p:oleObj>
              </mc:Choice>
              <mc:Fallback>
                <p:oleObj name="" r:id="rId5" imgW="888365" imgH="1097280" progId="Equation.DSMT4">
                  <p:embed/>
                  <p:pic>
                    <p:nvPicPr>
                      <p:cNvPr id="0" name="对象 20480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9925" y="1557338"/>
                        <a:ext cx="143986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06" name="文本框 204805"/>
          <p:cNvSpPr txBox="1">
            <a:spLocks noChangeArrowheads="1"/>
          </p:cNvSpPr>
          <p:nvPr/>
        </p:nvSpPr>
        <p:spPr bwMode="auto">
          <a:xfrm>
            <a:off x="323850" y="4076700"/>
            <a:ext cx="82089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zh-CN" altLang="en-US" b="1" dirty="0"/>
              <a:t>则线性方程组</a:t>
            </a:r>
            <a:r>
              <a:rPr lang="en-US" altLang="zh-CN" b="1" dirty="0"/>
              <a:t>(1)</a:t>
            </a:r>
            <a:r>
              <a:rPr lang="zh-CN" altLang="en-US" b="1" dirty="0"/>
              <a:t>可通过矩阵的乘法表示成矩阵形式    </a:t>
            </a:r>
            <a:endParaRPr lang="zh-CN" altLang="en-US" b="1" dirty="0"/>
          </a:p>
        </p:txBody>
      </p:sp>
      <p:graphicFrame>
        <p:nvGraphicFramePr>
          <p:cNvPr id="204807" name="对象 204806"/>
          <p:cNvGraphicFramePr/>
          <p:nvPr/>
        </p:nvGraphicFramePr>
        <p:xfrm>
          <a:off x="179388" y="4508500"/>
          <a:ext cx="4464050" cy="2216150"/>
        </p:xfrm>
        <a:graphic>
          <a:graphicData uri="http://schemas.openxmlformats.org/presentationml/2006/ole">
            <mc:AlternateContent xmlns:mc="http://schemas.openxmlformats.org/markup-compatibility/2006">
              <mc:Choice xmlns:v="urn:schemas-microsoft-com:vml" Requires="v">
                <p:oleObj spid="_x0000_s22551" name="" r:id="rId7" imgW="1892300" imgH="939800" progId="Equation.DSMT4">
                  <p:embed/>
                </p:oleObj>
              </mc:Choice>
              <mc:Fallback>
                <p:oleObj name="" r:id="rId7" imgW="1892300" imgH="939800" progId="Equation.DSMT4">
                  <p:embed/>
                  <p:pic>
                    <p:nvPicPr>
                      <p:cNvPr id="0" name="对象 20480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388" y="4508500"/>
                        <a:ext cx="4464050" cy="221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08" name="对象 204807"/>
          <p:cNvGraphicFramePr/>
          <p:nvPr/>
        </p:nvGraphicFramePr>
        <p:xfrm>
          <a:off x="4716463" y="5157788"/>
          <a:ext cx="685800" cy="685800"/>
        </p:xfrm>
        <a:graphic>
          <a:graphicData uri="http://schemas.openxmlformats.org/presentationml/2006/ole">
            <mc:AlternateContent xmlns:mc="http://schemas.openxmlformats.org/markup-compatibility/2006">
              <mc:Choice xmlns:v="urn:schemas-microsoft-com:vml" Requires="v">
                <p:oleObj spid="_x0000_s22552" name="" r:id="rId9" imgW="274320" imgH="274320" progId="Equation.DSMT4">
                  <p:embed/>
                </p:oleObj>
              </mc:Choice>
              <mc:Fallback>
                <p:oleObj name="" r:id="rId9" imgW="274320" imgH="274320" progId="Equation.DSMT4">
                  <p:embed/>
                  <p:pic>
                    <p:nvPicPr>
                      <p:cNvPr id="0" name="对象 20480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5157788"/>
                        <a:ext cx="685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4810" name="对象 204809"/>
          <p:cNvGraphicFramePr/>
          <p:nvPr/>
        </p:nvGraphicFramePr>
        <p:xfrm>
          <a:off x="6877050" y="5157788"/>
          <a:ext cx="1600200" cy="574675"/>
        </p:xfrm>
        <a:graphic>
          <a:graphicData uri="http://schemas.openxmlformats.org/presentationml/2006/ole">
            <mc:AlternateContent xmlns:mc="http://schemas.openxmlformats.org/markup-compatibility/2006">
              <mc:Choice xmlns:v="urn:schemas-microsoft-com:vml" Requires="v">
                <p:oleObj spid="_x0000_s22553" name="" r:id="rId11" imgW="494665" imgH="177800" progId="Equation.DSMT4">
                  <p:embed/>
                </p:oleObj>
              </mc:Choice>
              <mc:Fallback>
                <p:oleObj name="" r:id="rId11" imgW="494665" imgH="177800" progId="Equation.DSMT4">
                  <p:embed/>
                  <p:pic>
                    <p:nvPicPr>
                      <p:cNvPr id="0" name="对象 20480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77050" y="5157788"/>
                        <a:ext cx="16002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11" name="文本框 204810"/>
          <p:cNvSpPr txBox="1">
            <a:spLocks noChangeArrowheads="1"/>
          </p:cNvSpPr>
          <p:nvPr/>
        </p:nvSpPr>
        <p:spPr bwMode="auto">
          <a:xfrm>
            <a:off x="1763713" y="3429000"/>
            <a:ext cx="1871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latin typeface="宋体" panose="02010600030101010101" pitchFamily="2" charset="-122"/>
              </a:rPr>
              <a:t>系数矩阵   </a:t>
            </a:r>
            <a:endParaRPr lang="zh-CN" altLang="en-US" b="1">
              <a:latin typeface="宋体" panose="02010600030101010101" pitchFamily="2" charset="-122"/>
            </a:endParaRPr>
          </a:p>
        </p:txBody>
      </p:sp>
      <p:sp>
        <p:nvSpPr>
          <p:cNvPr id="204812" name="文本框 204811"/>
          <p:cNvSpPr txBox="1">
            <a:spLocks noChangeArrowheads="1"/>
          </p:cNvSpPr>
          <p:nvPr/>
        </p:nvSpPr>
        <p:spPr bwMode="auto">
          <a:xfrm>
            <a:off x="4500563" y="3573463"/>
            <a:ext cx="2376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latin typeface="宋体" panose="02010600030101010101" pitchFamily="2" charset="-122"/>
              </a:rPr>
              <a:t>未知数列矩阵   </a:t>
            </a:r>
            <a:endParaRPr lang="zh-CN" altLang="en-US" b="1">
              <a:latin typeface="宋体" panose="02010600030101010101" pitchFamily="2" charset="-122"/>
            </a:endParaRPr>
          </a:p>
        </p:txBody>
      </p:sp>
      <p:sp>
        <p:nvSpPr>
          <p:cNvPr id="204813" name="文本框 204812"/>
          <p:cNvSpPr txBox="1">
            <a:spLocks noChangeArrowheads="1"/>
          </p:cNvSpPr>
          <p:nvPr/>
        </p:nvSpPr>
        <p:spPr bwMode="auto">
          <a:xfrm>
            <a:off x="7092950" y="3500438"/>
            <a:ext cx="2051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latin typeface="宋体" panose="02010600030101010101" pitchFamily="2" charset="-122"/>
              </a:rPr>
              <a:t>常数列矩阵   </a:t>
            </a:r>
            <a:endParaRPr lang="zh-CN" altLang="en-US" b="1">
              <a:latin typeface="宋体" panose="02010600030101010101" pitchFamily="2" charset="-122"/>
            </a:endParaRPr>
          </a:p>
        </p:txBody>
      </p:sp>
      <p:sp>
        <p:nvSpPr>
          <p:cNvPr id="18445" name="矩形 204813"/>
          <p:cNvSpPr>
            <a:spLocks noChangeArrowheads="1"/>
          </p:cNvSpPr>
          <p:nvPr/>
        </p:nvSpPr>
        <p:spPr bwMode="auto">
          <a:xfrm>
            <a:off x="323850" y="0"/>
            <a:ext cx="59039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en-US" altLang="zh-CN" sz="4000" b="1" dirty="0">
                <a:solidFill>
                  <a:srgbClr val="0000FF"/>
                </a:solidFill>
              </a:rPr>
              <a:t>2.19     </a:t>
            </a:r>
            <a:r>
              <a:rPr lang="zh-CN" altLang="en-US" sz="4000" b="1" dirty="0">
                <a:solidFill>
                  <a:srgbClr val="0000FF"/>
                </a:solidFill>
              </a:rPr>
              <a:t>矩阵方程</a:t>
            </a:r>
            <a:endParaRPr lang="zh-CN" altLang="en-US" sz="4000" b="1" dirty="0">
              <a:solidFill>
                <a:srgbClr val="0000FF"/>
              </a:solidFill>
            </a:endParaRPr>
          </a:p>
        </p:txBody>
      </p:sp>
      <p:sp>
        <p:nvSpPr>
          <p:cNvPr id="204815" name="左右箭头 204814"/>
          <p:cNvSpPr>
            <a:spLocks noChangeArrowheads="1"/>
          </p:cNvSpPr>
          <p:nvPr/>
        </p:nvSpPr>
        <p:spPr bwMode="auto">
          <a:xfrm>
            <a:off x="5435600" y="5300663"/>
            <a:ext cx="1214438" cy="288925"/>
          </a:xfrm>
          <a:prstGeom prst="leftRightArrow">
            <a:avLst>
              <a:gd name="adj1" fmla="val 50000"/>
              <a:gd name="adj2" fmla="val 84047"/>
            </a:avLst>
          </a:prstGeom>
          <a:solidFill>
            <a:schemeClr val="accent1"/>
          </a:solidFill>
          <a:ln w="9525">
            <a:solidFill>
              <a:schemeClr val="tx1"/>
            </a:solidFill>
            <a:miter lim="800000"/>
          </a:ln>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sp>
        <p:nvSpPr>
          <p:cNvPr id="18447" name="矩形 14"/>
          <p:cNvSpPr>
            <a:spLocks noChangeArrowheads="1"/>
          </p:cNvSpPr>
          <p:nvPr/>
        </p:nvSpPr>
        <p:spPr bwMode="auto">
          <a:xfrm>
            <a:off x="395288" y="620713"/>
            <a:ext cx="80645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rgbClr val="3333FF"/>
                </a:solidFill>
                <a:latin typeface="Times New Roman" panose="02020603050405020304" pitchFamily="18" charset="0"/>
                <a:ea typeface="楷体_GB2312" pitchFamily="49" charset="-122"/>
              </a:rPr>
              <a:t>与克拉默法则一样</a:t>
            </a:r>
            <a:r>
              <a:rPr lang="en-US" altLang="zh-CN" b="1">
                <a:solidFill>
                  <a:srgbClr val="3333FF"/>
                </a:solidFill>
                <a:latin typeface="Times New Roman" panose="02020603050405020304" pitchFamily="18" charset="0"/>
                <a:ea typeface="楷体_GB2312" pitchFamily="49" charset="-122"/>
              </a:rPr>
              <a:t>,</a:t>
            </a:r>
            <a:r>
              <a:rPr lang="zh-CN" altLang="en-US" b="1">
                <a:solidFill>
                  <a:srgbClr val="3333FF"/>
                </a:solidFill>
                <a:latin typeface="Times New Roman" panose="02020603050405020304" pitchFamily="18" charset="0"/>
                <a:ea typeface="楷体_GB2312" pitchFamily="49" charset="-122"/>
              </a:rPr>
              <a:t>逆方阵也可以用于讨论线性方程组解的存在惟一性</a:t>
            </a:r>
            <a:r>
              <a:rPr lang="en-US" altLang="zh-CN" b="1">
                <a:solidFill>
                  <a:srgbClr val="3333FF"/>
                </a:solidFill>
                <a:latin typeface="Times New Roman" panose="02020603050405020304" pitchFamily="18" charset="0"/>
                <a:ea typeface="楷体_GB2312" pitchFamily="49" charset="-122"/>
              </a:rPr>
              <a:t>.</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wipe(left)">
                                      <p:cBhvr>
                                        <p:cTn id="7" dur="500"/>
                                        <p:tgtEl>
                                          <p:spTgt spid="20480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4803"/>
                                        </p:tgtEl>
                                        <p:attrNameLst>
                                          <p:attrName>style.visibility</p:attrName>
                                        </p:attrNameLst>
                                      </p:cBhvr>
                                      <p:to>
                                        <p:strVal val="visible"/>
                                      </p:to>
                                    </p:set>
                                    <p:animEffect transition="in" filter="checkerboard(across)">
                                      <p:cBhvr>
                                        <p:cTn id="12" dur="500"/>
                                        <p:tgtEl>
                                          <p:spTgt spid="2048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4804"/>
                                        </p:tgtEl>
                                        <p:attrNameLst>
                                          <p:attrName>style.visibility</p:attrName>
                                        </p:attrNameLst>
                                      </p:cBhvr>
                                      <p:to>
                                        <p:strVal val="visible"/>
                                      </p:to>
                                    </p:set>
                                    <p:animEffect transition="in" filter="wipe(left)">
                                      <p:cBhvr>
                                        <p:cTn id="17" dur="500"/>
                                        <p:tgtEl>
                                          <p:spTgt spid="20480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4805"/>
                                        </p:tgtEl>
                                        <p:attrNameLst>
                                          <p:attrName>style.visibility</p:attrName>
                                        </p:attrNameLst>
                                      </p:cBhvr>
                                      <p:to>
                                        <p:strVal val="visible"/>
                                      </p:to>
                                    </p:set>
                                    <p:animEffect transition="in" filter="wipe(left)">
                                      <p:cBhvr>
                                        <p:cTn id="22" dur="500"/>
                                        <p:tgtEl>
                                          <p:spTgt spid="20480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11"/>
                                        </p:tgtEl>
                                        <p:attrNameLst>
                                          <p:attrName>style.visibility</p:attrName>
                                        </p:attrNameLst>
                                      </p:cBhvr>
                                      <p:to>
                                        <p:strVal val="visible"/>
                                      </p:to>
                                    </p:set>
                                    <p:animEffect transition="in" filter="wipe(left)">
                                      <p:cBhvr>
                                        <p:cTn id="27" dur="500"/>
                                        <p:tgtEl>
                                          <p:spTgt spid="2048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4812"/>
                                        </p:tgtEl>
                                        <p:attrNameLst>
                                          <p:attrName>style.visibility</p:attrName>
                                        </p:attrNameLst>
                                      </p:cBhvr>
                                      <p:to>
                                        <p:strVal val="visible"/>
                                      </p:to>
                                    </p:set>
                                    <p:animEffect transition="in" filter="wipe(left)">
                                      <p:cBhvr>
                                        <p:cTn id="32" dur="500"/>
                                        <p:tgtEl>
                                          <p:spTgt spid="2048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4813"/>
                                        </p:tgtEl>
                                        <p:attrNameLst>
                                          <p:attrName>style.visibility</p:attrName>
                                        </p:attrNameLst>
                                      </p:cBhvr>
                                      <p:to>
                                        <p:strVal val="visible"/>
                                      </p:to>
                                    </p:set>
                                    <p:animEffect transition="in" filter="wipe(left)">
                                      <p:cBhvr>
                                        <p:cTn id="37" dur="500"/>
                                        <p:tgtEl>
                                          <p:spTgt spid="2048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4806"/>
                                        </p:tgtEl>
                                        <p:attrNameLst>
                                          <p:attrName>style.visibility</p:attrName>
                                        </p:attrNameLst>
                                      </p:cBhvr>
                                      <p:to>
                                        <p:strVal val="visible"/>
                                      </p:to>
                                    </p:set>
                                    <p:animEffect transition="in" filter="wipe(left)">
                                      <p:cBhvr>
                                        <p:cTn id="42" dur="500"/>
                                        <p:tgtEl>
                                          <p:spTgt spid="204806"/>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04807"/>
                                        </p:tgtEl>
                                        <p:attrNameLst>
                                          <p:attrName>style.visibility</p:attrName>
                                        </p:attrNameLst>
                                      </p:cBhvr>
                                      <p:to>
                                        <p:strVal val="visible"/>
                                      </p:to>
                                    </p:set>
                                    <p:animEffect transition="in" filter="checkerboard(across)">
                                      <p:cBhvr>
                                        <p:cTn id="47" dur="500"/>
                                        <p:tgtEl>
                                          <p:spTgt spid="20480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nodeType="clickEffect">
                                  <p:stCondLst>
                                    <p:cond delay="0"/>
                                  </p:stCondLst>
                                  <p:childTnLst>
                                    <p:set>
                                      <p:cBhvr>
                                        <p:cTn id="51" dur="1" fill="hold">
                                          <p:stCondLst>
                                            <p:cond delay="0"/>
                                          </p:stCondLst>
                                        </p:cTn>
                                        <p:tgtEl>
                                          <p:spTgt spid="204808"/>
                                        </p:tgtEl>
                                        <p:attrNameLst>
                                          <p:attrName>style.visibility</p:attrName>
                                        </p:attrNameLst>
                                      </p:cBhvr>
                                      <p:to>
                                        <p:strVal val="visible"/>
                                      </p:to>
                                    </p:set>
                                    <p:anim calcmode="lin" valueType="num">
                                      <p:cBhvr additive="base">
                                        <p:cTn id="52" dur="500" fill="hold"/>
                                        <p:tgtEl>
                                          <p:spTgt spid="204808"/>
                                        </p:tgtEl>
                                        <p:attrNameLst>
                                          <p:attrName>ppt_x</p:attrName>
                                        </p:attrNameLst>
                                      </p:cBhvr>
                                      <p:tavLst>
                                        <p:tav tm="0">
                                          <p:val>
                                            <p:strVal val="#ppt_x"/>
                                          </p:val>
                                        </p:tav>
                                        <p:tav tm="100000">
                                          <p:val>
                                            <p:strVal val="#ppt_x"/>
                                          </p:val>
                                        </p:tav>
                                      </p:tavLst>
                                    </p:anim>
                                    <p:anim calcmode="lin" valueType="num">
                                      <p:cBhvr additive="base">
                                        <p:cTn id="53" dur="500" fill="hold"/>
                                        <p:tgtEl>
                                          <p:spTgt spid="204808"/>
                                        </p:tgtEl>
                                        <p:attrNameLst>
                                          <p:attrName>ppt_y</p:attrName>
                                        </p:attrNameLst>
                                      </p:cBhvr>
                                      <p:tavLst>
                                        <p:tav tm="0">
                                          <p:val>
                                            <p:strVal val="0-#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nodeType="clickEffect">
                                  <p:stCondLst>
                                    <p:cond delay="0"/>
                                  </p:stCondLst>
                                  <p:childTnLst>
                                    <p:set>
                                      <p:cBhvr>
                                        <p:cTn id="57" dur="1" fill="hold">
                                          <p:stCondLst>
                                            <p:cond delay="0"/>
                                          </p:stCondLst>
                                        </p:cTn>
                                        <p:tgtEl>
                                          <p:spTgt spid="204810"/>
                                        </p:tgtEl>
                                        <p:attrNameLst>
                                          <p:attrName>style.visibility</p:attrName>
                                        </p:attrNameLst>
                                      </p:cBhvr>
                                      <p:to>
                                        <p:strVal val="visible"/>
                                      </p:to>
                                    </p:set>
                                    <p:animEffect transition="in" filter="checkerboard(across)">
                                      <p:cBhvr>
                                        <p:cTn id="58" dur="500"/>
                                        <p:tgtEl>
                                          <p:spTgt spid="204810"/>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204815"/>
                                        </p:tgtEl>
                                        <p:attrNameLst>
                                          <p:attrName>style.visibility</p:attrName>
                                        </p:attrNameLst>
                                      </p:cBhvr>
                                      <p:to>
                                        <p:strVal val="visible"/>
                                      </p:to>
                                    </p:set>
                                    <p:anim calcmode="lin" valueType="num">
                                      <p:cBhvr additive="base">
                                        <p:cTn id="63" dur="500" fill="hold"/>
                                        <p:tgtEl>
                                          <p:spTgt spid="204815"/>
                                        </p:tgtEl>
                                        <p:attrNameLst>
                                          <p:attrName>ppt_x</p:attrName>
                                        </p:attrNameLst>
                                      </p:cBhvr>
                                      <p:tavLst>
                                        <p:tav tm="0">
                                          <p:val>
                                            <p:strVal val="#ppt_x"/>
                                          </p:val>
                                        </p:tav>
                                        <p:tav tm="100000">
                                          <p:val>
                                            <p:strVal val="#ppt_x"/>
                                          </p:val>
                                        </p:tav>
                                      </p:tavLst>
                                    </p:anim>
                                    <p:anim calcmode="lin" valueType="num">
                                      <p:cBhvr additive="base">
                                        <p:cTn id="64" dur="500" fill="hold"/>
                                        <p:tgtEl>
                                          <p:spTgt spid="2048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p:bldP spid="204806" grpId="0"/>
      <p:bldP spid="204811" grpId="0"/>
      <p:bldP spid="204812" grpId="0"/>
      <p:bldP spid="2048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文本框 185345"/>
          <p:cNvSpPr txBox="1">
            <a:spLocks noChangeArrowheads="1"/>
          </p:cNvSpPr>
          <p:nvPr/>
        </p:nvSpPr>
        <p:spPr bwMode="auto">
          <a:xfrm>
            <a:off x="323850" y="765175"/>
            <a:ext cx="36718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zh-CN" altLang="en-US" sz="3200" b="1"/>
              <a:t>线性方程组</a:t>
            </a:r>
            <a:endParaRPr lang="zh-CN" altLang="en-US" sz="3200" b="1"/>
          </a:p>
        </p:txBody>
      </p:sp>
      <p:sp>
        <p:nvSpPr>
          <p:cNvPr id="185348" name="文本框 185347"/>
          <p:cNvSpPr txBox="1">
            <a:spLocks noChangeArrowheads="1"/>
          </p:cNvSpPr>
          <p:nvPr/>
        </p:nvSpPr>
        <p:spPr bwMode="auto">
          <a:xfrm>
            <a:off x="468313" y="2349500"/>
            <a:ext cx="741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zh-CN" altLang="en-US" sz="3200" b="1"/>
              <a:t>若系数行列式</a:t>
            </a:r>
            <a:r>
              <a:rPr lang="en-US" altLang="zh-CN" sz="3200" b="1"/>
              <a:t>D=|A|</a:t>
            </a:r>
            <a:r>
              <a:rPr lang="zh-CN" altLang="en-US" sz="3200" b="1"/>
              <a:t>不等于零，则有</a:t>
            </a:r>
            <a:endParaRPr lang="zh-CN" altLang="en-US" sz="3200" b="1"/>
          </a:p>
        </p:txBody>
      </p:sp>
      <p:graphicFrame>
        <p:nvGraphicFramePr>
          <p:cNvPr id="185359" name="对象 185358"/>
          <p:cNvGraphicFramePr/>
          <p:nvPr/>
        </p:nvGraphicFramePr>
        <p:xfrm>
          <a:off x="2843213" y="1484313"/>
          <a:ext cx="1368425" cy="522287"/>
        </p:xfrm>
        <a:graphic>
          <a:graphicData uri="http://schemas.openxmlformats.org/presentationml/2006/ole">
            <mc:AlternateContent xmlns:mc="http://schemas.openxmlformats.org/markup-compatibility/2006">
              <mc:Choice xmlns:v="urn:schemas-microsoft-com:vml" Requires="v">
                <p:oleObj spid="_x0000_s23560" name="" r:id="rId1" imgW="588010" imgH="222250" progId="Equation.DSMT4">
                  <p:embed/>
                </p:oleObj>
              </mc:Choice>
              <mc:Fallback>
                <p:oleObj name="" r:id="rId1" imgW="588010" imgH="222250" progId="Equation.DSMT4">
                  <p:embed/>
                  <p:pic>
                    <p:nvPicPr>
                      <p:cNvPr id="0" name="对象 18535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484313"/>
                        <a:ext cx="13684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5361" name="对象 185360"/>
          <p:cNvGraphicFramePr/>
          <p:nvPr/>
        </p:nvGraphicFramePr>
        <p:xfrm>
          <a:off x="1258888" y="3429000"/>
          <a:ext cx="4535487" cy="566738"/>
        </p:xfrm>
        <a:graphic>
          <a:graphicData uri="http://schemas.openxmlformats.org/presentationml/2006/ole">
            <mc:AlternateContent xmlns:mc="http://schemas.openxmlformats.org/markup-compatibility/2006">
              <mc:Choice xmlns:v="urn:schemas-microsoft-com:vml" Requires="v">
                <p:oleObj spid="_x0000_s23561" name="" r:id="rId3" imgW="1946275" imgH="248285" progId="Equation.DSMT4">
                  <p:embed/>
                </p:oleObj>
              </mc:Choice>
              <mc:Fallback>
                <p:oleObj name="" r:id="rId3" imgW="1946275" imgH="248285" progId="Equation.DSMT4">
                  <p:embed/>
                  <p:pic>
                    <p:nvPicPr>
                      <p:cNvPr id="0" name="对象 18536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3429000"/>
                        <a:ext cx="453548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5362" name="圆角矩形标注 185361"/>
          <p:cNvSpPr>
            <a:spLocks noChangeArrowheads="1"/>
          </p:cNvSpPr>
          <p:nvPr/>
        </p:nvSpPr>
        <p:spPr bwMode="auto">
          <a:xfrm>
            <a:off x="7164388" y="1844675"/>
            <a:ext cx="1655762" cy="1511300"/>
          </a:xfrm>
          <a:prstGeom prst="wedgeRoundRectCallout">
            <a:avLst>
              <a:gd name="adj1" fmla="val -89981"/>
              <a:gd name="adj2" fmla="val 69852"/>
              <a:gd name="adj3" fmla="val 16667"/>
            </a:avLst>
          </a:prstGeom>
          <a:solidFill>
            <a:schemeClr val="accent1"/>
          </a:solidFill>
          <a:ln w="9525">
            <a:solidFill>
              <a:schemeClr val="tx1"/>
            </a:solidFill>
            <a:miter lim="800000"/>
          </a:ln>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lgn="ctr"/>
            <a:r>
              <a:rPr lang="zh-CN" altLang="en-US">
                <a:solidFill>
                  <a:schemeClr val="accent2"/>
                </a:solidFill>
              </a:rPr>
              <a:t>逆矩阵解法</a:t>
            </a:r>
            <a:endParaRPr lang="zh-CN" altLang="en-US">
              <a:solidFill>
                <a:schemeClr val="accent2"/>
              </a:solidFill>
            </a:endParaRPr>
          </a:p>
        </p:txBody>
      </p:sp>
      <p:sp>
        <p:nvSpPr>
          <p:cNvPr id="7" name="矩形 6"/>
          <p:cNvSpPr>
            <a:spLocks noChangeArrowheads="1"/>
          </p:cNvSpPr>
          <p:nvPr/>
        </p:nvSpPr>
        <p:spPr bwMode="auto">
          <a:xfrm>
            <a:off x="827088" y="4292600"/>
            <a:ext cx="684053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eaLnBrk="1" hangingPunct="1">
              <a:buFont typeface="Wingdings" panose="05000000000000000000" pitchFamily="2" charset="2"/>
              <a:buNone/>
            </a:pPr>
            <a:r>
              <a:rPr lang="zh-CN" altLang="en-US" b="1" dirty="0">
                <a:solidFill>
                  <a:srgbClr val="3333FF"/>
                </a:solidFill>
                <a:latin typeface="Times New Roman" panose="02020603050405020304" pitchFamily="18" charset="0"/>
                <a:ea typeface="楷体_GB2312" pitchFamily="49" charset="-122"/>
              </a:rPr>
              <a:t>由于逆方阵的存在惟一性</a:t>
            </a:r>
            <a:r>
              <a:rPr lang="en-US" altLang="zh-CN" b="1" dirty="0">
                <a:solidFill>
                  <a:srgbClr val="3333FF"/>
                </a:solidFill>
                <a:latin typeface="Times New Roman" panose="02020603050405020304" pitchFamily="18" charset="0"/>
                <a:ea typeface="楷体_GB2312" pitchFamily="49" charset="-122"/>
              </a:rPr>
              <a:t>,</a:t>
            </a:r>
            <a:r>
              <a:rPr lang="zh-CN" altLang="en-US" b="1" dirty="0">
                <a:solidFill>
                  <a:srgbClr val="3333FF"/>
                </a:solidFill>
                <a:latin typeface="Times New Roman" panose="02020603050405020304" pitchFamily="18" charset="0"/>
                <a:ea typeface="楷体_GB2312" pitchFamily="49" charset="-122"/>
              </a:rPr>
              <a:t>上式就是方程组的惟一解</a:t>
            </a:r>
            <a:r>
              <a:rPr lang="en-US" altLang="zh-CN" b="1" dirty="0">
                <a:solidFill>
                  <a:srgbClr val="3333FF"/>
                </a:solidFill>
                <a:latin typeface="Times New Roman" panose="02020603050405020304" pitchFamily="18" charset="0"/>
                <a:ea typeface="楷体_GB2312" pitchFamily="49" charset="-122"/>
              </a:rPr>
              <a:t>.</a:t>
            </a:r>
            <a:endParaRPr lang="en-US" altLang="zh-CN" b="1" dirty="0">
              <a:solidFill>
                <a:srgbClr val="3333FF"/>
              </a:solidFill>
              <a:latin typeface="Times New Roman" panose="02020603050405020304" pitchFamily="18" charset="0"/>
              <a:ea typeface="楷体_GB2312" pitchFamily="49" charset="-122"/>
            </a:endParaRPr>
          </a:p>
        </p:txBody>
      </p:sp>
      <p:sp>
        <p:nvSpPr>
          <p:cNvPr id="8" name="Rectangle 7"/>
          <p:cNvSpPr>
            <a:spLocks noChangeArrowheads="1"/>
          </p:cNvSpPr>
          <p:nvPr/>
        </p:nvSpPr>
        <p:spPr bwMode="auto">
          <a:xfrm>
            <a:off x="395288" y="5300663"/>
            <a:ext cx="89646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eaLnBrk="1" hangingPunct="1">
              <a:buFont typeface="Wingdings" panose="05000000000000000000" pitchFamily="2" charset="2"/>
              <a:buChar char="Ø"/>
            </a:pPr>
            <a:r>
              <a:rPr lang="zh-CN" altLang="en-US" b="1" dirty="0">
                <a:solidFill>
                  <a:srgbClr val="3333FF"/>
                </a:solidFill>
                <a:latin typeface="Times New Roman" panose="02020603050405020304" pitchFamily="18" charset="0"/>
                <a:ea typeface="楷体_GB2312" pitchFamily="49" charset="-122"/>
              </a:rPr>
              <a:t>用逆方阵求解线性方程组的方法</a:t>
            </a:r>
            <a:r>
              <a:rPr lang="en-US" altLang="zh-CN" b="1" dirty="0">
                <a:solidFill>
                  <a:srgbClr val="3333FF"/>
                </a:solidFill>
                <a:latin typeface="Times New Roman" panose="02020603050405020304" pitchFamily="18" charset="0"/>
                <a:ea typeface="楷体_GB2312" pitchFamily="49" charset="-122"/>
              </a:rPr>
              <a:t>,</a:t>
            </a:r>
            <a:r>
              <a:rPr lang="zh-CN" altLang="en-US" b="1" dirty="0">
                <a:solidFill>
                  <a:srgbClr val="3333FF"/>
                </a:solidFill>
                <a:latin typeface="Times New Roman" panose="02020603050405020304" pitchFamily="18" charset="0"/>
                <a:ea typeface="楷体_GB2312" pitchFamily="49" charset="-122"/>
              </a:rPr>
              <a:t>可以推广到求解含有未知矩阵的矩阵方程</a:t>
            </a:r>
            <a:r>
              <a:rPr lang="en-US" altLang="zh-CN" b="1" dirty="0">
                <a:solidFill>
                  <a:srgbClr val="3333FF"/>
                </a:solidFill>
                <a:latin typeface="Times New Roman" panose="02020603050405020304" pitchFamily="18" charset="0"/>
                <a:ea typeface="楷体_GB2312" pitchFamily="49" charset="-122"/>
              </a:rPr>
              <a:t>.</a:t>
            </a:r>
            <a:endParaRPr lang="en-US" altLang="zh-CN" b="1" dirty="0">
              <a:solidFill>
                <a:srgbClr val="3333FF"/>
              </a:solidFill>
              <a:latin typeface="Times New Roman" panose="02020603050405020304" pitchFamily="18" charset="0"/>
              <a:ea typeface="楷体_GB2312"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5346"/>
                                        </p:tgtEl>
                                        <p:attrNameLst>
                                          <p:attrName>style.visibility</p:attrName>
                                        </p:attrNameLst>
                                      </p:cBhvr>
                                      <p:to>
                                        <p:strVal val="visible"/>
                                      </p:to>
                                    </p:set>
                                    <p:animEffect transition="in" filter="blinds(horizontal)">
                                      <p:cBhvr>
                                        <p:cTn id="7" dur="500"/>
                                        <p:tgtEl>
                                          <p:spTgt spid="1853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5359"/>
                                        </p:tgtEl>
                                        <p:attrNameLst>
                                          <p:attrName>style.visibility</p:attrName>
                                        </p:attrNameLst>
                                      </p:cBhvr>
                                      <p:to>
                                        <p:strVal val="visible"/>
                                      </p:to>
                                    </p:set>
                                    <p:animEffect transition="in" filter="blinds(horizontal)">
                                      <p:cBhvr>
                                        <p:cTn id="12" dur="500"/>
                                        <p:tgtEl>
                                          <p:spTgt spid="18535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85348"/>
                                        </p:tgtEl>
                                        <p:attrNameLst>
                                          <p:attrName>style.visibility</p:attrName>
                                        </p:attrNameLst>
                                      </p:cBhvr>
                                      <p:to>
                                        <p:strVal val="visible"/>
                                      </p:to>
                                    </p:set>
                                    <p:anim calcmode="lin" valueType="num">
                                      <p:cBhvr additive="base">
                                        <p:cTn id="17" dur="500" fill="hold"/>
                                        <p:tgtEl>
                                          <p:spTgt spid="185348"/>
                                        </p:tgtEl>
                                        <p:attrNameLst>
                                          <p:attrName>ppt_x</p:attrName>
                                        </p:attrNameLst>
                                      </p:cBhvr>
                                      <p:tavLst>
                                        <p:tav tm="0">
                                          <p:val>
                                            <p:strVal val="#ppt_x"/>
                                          </p:val>
                                        </p:tav>
                                        <p:tav tm="100000">
                                          <p:val>
                                            <p:strVal val="#ppt_x"/>
                                          </p:val>
                                        </p:tav>
                                      </p:tavLst>
                                    </p:anim>
                                    <p:anim calcmode="lin" valueType="num">
                                      <p:cBhvr additive="base">
                                        <p:cTn id="18" dur="500" fill="hold"/>
                                        <p:tgtEl>
                                          <p:spTgt spid="18534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185361"/>
                                        </p:tgtEl>
                                        <p:attrNameLst>
                                          <p:attrName>style.visibility</p:attrName>
                                        </p:attrNameLst>
                                      </p:cBhvr>
                                      <p:to>
                                        <p:strVal val="visible"/>
                                      </p:to>
                                    </p:set>
                                    <p:animEffect transition="in" filter="box(in)">
                                      <p:cBhvr>
                                        <p:cTn id="23" dur="500"/>
                                        <p:tgtEl>
                                          <p:spTgt spid="185361"/>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185362"/>
                                        </p:tgtEl>
                                        <p:attrNameLst>
                                          <p:attrName>style.visibility</p:attrName>
                                        </p:attrNameLst>
                                      </p:cBhvr>
                                      <p:to>
                                        <p:strVal val="visible"/>
                                      </p:to>
                                    </p:set>
                                    <p:animEffect transition="in" filter="checkerboard(across)">
                                      <p:cBhvr>
                                        <p:cTn id="28" dur="500"/>
                                        <p:tgtEl>
                                          <p:spTgt spid="18536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6" grpId="0"/>
      <p:bldP spid="185348" grpId="0"/>
      <p:bldP spid="185362" grpId="0" animBg="1"/>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4"/>
          <p:cNvSpPr>
            <a:spLocks noChangeArrowheads="1"/>
          </p:cNvSpPr>
          <p:nvPr/>
        </p:nvSpPr>
        <p:spPr bwMode="auto">
          <a:xfrm>
            <a:off x="468313" y="404813"/>
            <a:ext cx="1533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eaLnBrk="1" hangingPunct="1"/>
            <a:r>
              <a:rPr lang="en-US" altLang="zh-CN" b="1">
                <a:solidFill>
                  <a:srgbClr val="FF0000"/>
                </a:solidFill>
                <a:ea typeface="宋体" panose="02010600030101010101" pitchFamily="2" charset="-122"/>
              </a:rPr>
              <a:t> </a:t>
            </a:r>
            <a:r>
              <a:rPr lang="zh-CN" altLang="en-US" b="1">
                <a:solidFill>
                  <a:srgbClr val="FF0000"/>
                </a:solidFill>
                <a:latin typeface="楷体_GB2312" pitchFamily="49" charset="-122"/>
                <a:ea typeface="楷体_GB2312" pitchFamily="49" charset="-122"/>
              </a:rPr>
              <a:t>例：</a:t>
            </a:r>
            <a:r>
              <a:rPr lang="zh-CN" altLang="en-US" b="1">
                <a:solidFill>
                  <a:schemeClr val="tx1"/>
                </a:solidFill>
                <a:latin typeface="楷体_GB2312" pitchFamily="49" charset="-122"/>
                <a:ea typeface="楷体_GB2312" pitchFamily="49" charset="-122"/>
              </a:rPr>
              <a:t> 设</a:t>
            </a:r>
            <a:endParaRPr lang="zh-CN" altLang="en-US" b="1">
              <a:solidFill>
                <a:schemeClr val="tx1"/>
              </a:solidFill>
              <a:latin typeface="楷体_GB2312" pitchFamily="49" charset="-122"/>
              <a:ea typeface="楷体_GB2312" pitchFamily="49" charset="-122"/>
            </a:endParaRPr>
          </a:p>
        </p:txBody>
      </p:sp>
      <p:graphicFrame>
        <p:nvGraphicFramePr>
          <p:cNvPr id="20482" name="Object 5"/>
          <p:cNvGraphicFramePr>
            <a:graphicFrameLocks noGrp="1" noChangeAspect="1"/>
          </p:cNvGraphicFramePr>
          <p:nvPr>
            <p:ph sz="half" idx="1"/>
          </p:nvPr>
        </p:nvGraphicFramePr>
        <p:xfrm>
          <a:off x="1116013" y="981075"/>
          <a:ext cx="1800225" cy="1327150"/>
        </p:xfrm>
        <a:graphic>
          <a:graphicData uri="http://schemas.openxmlformats.org/presentationml/2006/ole">
            <mc:AlternateContent xmlns:mc="http://schemas.openxmlformats.org/markup-compatibility/2006">
              <mc:Choice xmlns:v="urn:schemas-microsoft-com:vml" Requires="v">
                <p:oleObj spid="_x0000_s24584" name="Equation" r:id="rId1" imgW="965200" imgH="711200" progId="Equation.3">
                  <p:embed/>
                </p:oleObj>
              </mc:Choice>
              <mc:Fallback>
                <p:oleObj name="Equation" r:id="rId1" imgW="965200" imgH="7112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981075"/>
                        <a:ext cx="1800225" cy="1327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Rectangle 7"/>
          <p:cNvSpPr>
            <a:spLocks noChangeArrowheads="1"/>
          </p:cNvSpPr>
          <p:nvPr/>
        </p:nvSpPr>
        <p:spPr bwMode="auto">
          <a:xfrm>
            <a:off x="539750" y="1412875"/>
            <a:ext cx="649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eaLnBrk="1" hangingPunct="1"/>
            <a:r>
              <a:rPr lang="en-US" altLang="zh-CN" b="1">
                <a:solidFill>
                  <a:schemeClr val="tx1"/>
                </a:solidFill>
                <a:ea typeface="宋体" panose="02010600030101010101" pitchFamily="2" charset="-122"/>
              </a:rPr>
              <a:t>A=</a:t>
            </a:r>
            <a:endParaRPr lang="en-US" altLang="zh-CN" b="1">
              <a:solidFill>
                <a:schemeClr val="tx1"/>
              </a:solidFill>
              <a:ea typeface="宋体" panose="02010600030101010101" pitchFamily="2" charset="-122"/>
            </a:endParaRPr>
          </a:p>
        </p:txBody>
      </p:sp>
      <p:sp>
        <p:nvSpPr>
          <p:cNvPr id="20486" name="Text Box 8"/>
          <p:cNvSpPr txBox="1">
            <a:spLocks noChangeArrowheads="1"/>
          </p:cNvSpPr>
          <p:nvPr/>
        </p:nvSpPr>
        <p:spPr bwMode="auto">
          <a:xfrm>
            <a:off x="4356100" y="1268413"/>
            <a:ext cx="649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eaLnBrk="1" hangingPunct="1"/>
            <a:r>
              <a:rPr lang="en-US" altLang="zh-CN" b="1">
                <a:solidFill>
                  <a:schemeClr val="tx1"/>
                </a:solidFill>
                <a:ea typeface="宋体" panose="02010600030101010101" pitchFamily="2" charset="-122"/>
              </a:rPr>
              <a:t>B=</a:t>
            </a:r>
            <a:endParaRPr lang="en-US" altLang="zh-CN" b="1">
              <a:solidFill>
                <a:schemeClr val="tx1"/>
              </a:solidFill>
              <a:ea typeface="宋体" panose="02010600030101010101" pitchFamily="2" charset="-122"/>
            </a:endParaRPr>
          </a:p>
        </p:txBody>
      </p:sp>
      <p:graphicFrame>
        <p:nvGraphicFramePr>
          <p:cNvPr id="20483" name="Object 9"/>
          <p:cNvGraphicFramePr>
            <a:graphicFrameLocks noGrp="1" noChangeAspect="1"/>
          </p:cNvGraphicFramePr>
          <p:nvPr>
            <p:ph sz="half" idx="2"/>
          </p:nvPr>
        </p:nvGraphicFramePr>
        <p:xfrm>
          <a:off x="4932363" y="836613"/>
          <a:ext cx="1046162" cy="1584325"/>
        </p:xfrm>
        <a:graphic>
          <a:graphicData uri="http://schemas.openxmlformats.org/presentationml/2006/ole">
            <mc:AlternateContent xmlns:mc="http://schemas.openxmlformats.org/markup-compatibility/2006">
              <mc:Choice xmlns:v="urn:schemas-microsoft-com:vml" Requires="v">
                <p:oleObj spid="_x0000_s24585" name="Equation" r:id="rId3" imgW="469900" imgH="711200" progId="Equation.3">
                  <p:embed/>
                </p:oleObj>
              </mc:Choice>
              <mc:Fallback>
                <p:oleObj name="Equation" r:id="rId3" imgW="469900" imgH="7112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836613"/>
                        <a:ext cx="1046162" cy="158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7" name="Text Box 12"/>
          <p:cNvSpPr txBox="1">
            <a:spLocks noChangeArrowheads="1"/>
          </p:cNvSpPr>
          <p:nvPr/>
        </p:nvSpPr>
        <p:spPr bwMode="auto">
          <a:xfrm>
            <a:off x="468313" y="2492375"/>
            <a:ext cx="4511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eaLnBrk="1" hangingPunct="1"/>
            <a:r>
              <a:rPr lang="zh-CN" altLang="en-US" b="1">
                <a:solidFill>
                  <a:schemeClr val="tx1"/>
                </a:solidFill>
                <a:latin typeface="Times New Roman" panose="02020603050405020304" pitchFamily="18" charset="0"/>
                <a:ea typeface="楷体_GB2312" pitchFamily="49" charset="-122"/>
              </a:rPr>
              <a:t>且</a:t>
            </a:r>
            <a:r>
              <a:rPr lang="en-US" altLang="zh-CN" b="1">
                <a:solidFill>
                  <a:schemeClr val="tx1"/>
                </a:solidFill>
                <a:latin typeface="Times New Roman" panose="02020603050405020304" pitchFamily="18" charset="0"/>
                <a:ea typeface="楷体_GB2312" pitchFamily="49" charset="-122"/>
              </a:rPr>
              <a:t>AX=B,</a:t>
            </a:r>
            <a:r>
              <a:rPr lang="zh-CN" altLang="en-US" b="1">
                <a:solidFill>
                  <a:schemeClr val="tx1"/>
                </a:solidFill>
                <a:latin typeface="Times New Roman" panose="02020603050405020304" pitchFamily="18" charset="0"/>
                <a:ea typeface="楷体_GB2312" pitchFamily="49" charset="-122"/>
              </a:rPr>
              <a:t>求矩阵</a:t>
            </a:r>
            <a:r>
              <a:rPr lang="en-US" altLang="zh-CN" b="1">
                <a:solidFill>
                  <a:schemeClr val="tx1"/>
                </a:solidFill>
                <a:latin typeface="Times New Roman" panose="02020603050405020304" pitchFamily="18" charset="0"/>
                <a:ea typeface="楷体_GB2312" pitchFamily="49" charset="-122"/>
              </a:rPr>
              <a:t>X.</a:t>
            </a:r>
            <a:endParaRPr lang="en-US" altLang="zh-CN" b="1">
              <a:solidFill>
                <a:schemeClr val="tx1"/>
              </a:solidFill>
              <a:latin typeface="Times New Roman" panose="02020603050405020304" pitchFamily="18" charset="0"/>
              <a:ea typeface="楷体_GB2312" pitchFamily="49" charset="-122"/>
            </a:endParaRPr>
          </a:p>
        </p:txBody>
      </p:sp>
      <p:sp>
        <p:nvSpPr>
          <p:cNvPr id="93198" name="Text Box 14"/>
          <p:cNvSpPr txBox="1">
            <a:spLocks noChangeArrowheads="1"/>
          </p:cNvSpPr>
          <p:nvPr/>
        </p:nvSpPr>
        <p:spPr bwMode="auto">
          <a:xfrm>
            <a:off x="565150" y="3284538"/>
            <a:ext cx="4895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rgbClr val="FF0000"/>
                </a:solidFill>
              </a:rPr>
              <a:t>分析</a:t>
            </a:r>
            <a:r>
              <a:rPr lang="en-US" altLang="zh-CN" b="1">
                <a:solidFill>
                  <a:srgbClr val="FF0000"/>
                </a:solidFill>
              </a:rPr>
              <a:t>:</a:t>
            </a:r>
            <a:r>
              <a:rPr lang="en-US" altLang="zh-CN">
                <a:solidFill>
                  <a:schemeClr val="tx1"/>
                </a:solidFill>
              </a:rPr>
              <a:t> </a:t>
            </a:r>
            <a:r>
              <a:rPr lang="zh-CN" altLang="en-US" b="1">
                <a:solidFill>
                  <a:schemeClr val="tx1"/>
                </a:solidFill>
                <a:latin typeface="Times New Roman" panose="02020603050405020304" pitchFamily="18" charset="0"/>
                <a:ea typeface="楷体_GB2312" pitchFamily="49" charset="-122"/>
              </a:rPr>
              <a:t>因为</a:t>
            </a:r>
            <a:r>
              <a:rPr lang="en-US" altLang="zh-CN" b="1">
                <a:solidFill>
                  <a:schemeClr val="tx1"/>
                </a:solidFill>
                <a:latin typeface="Times New Roman" panose="02020603050405020304" pitchFamily="18" charset="0"/>
                <a:ea typeface="楷体_GB2312" pitchFamily="49" charset="-122"/>
              </a:rPr>
              <a:t>detA=1, </a:t>
            </a:r>
            <a:r>
              <a:rPr lang="zh-CN" altLang="en-US" b="1">
                <a:solidFill>
                  <a:schemeClr val="tx1"/>
                </a:solidFill>
                <a:latin typeface="Times New Roman" panose="02020603050405020304" pitchFamily="18" charset="0"/>
                <a:ea typeface="楷体_GB2312" pitchFamily="49" charset="-122"/>
              </a:rPr>
              <a:t>所以</a:t>
            </a:r>
            <a:r>
              <a:rPr lang="en-US" altLang="zh-CN" b="1">
                <a:solidFill>
                  <a:schemeClr val="tx1"/>
                </a:solidFill>
                <a:latin typeface="Times New Roman" panose="02020603050405020304" pitchFamily="18" charset="0"/>
                <a:ea typeface="楷体_GB2312" pitchFamily="49" charset="-122"/>
              </a:rPr>
              <a:t>A</a:t>
            </a:r>
            <a:r>
              <a:rPr lang="zh-CN" altLang="en-US" b="1">
                <a:solidFill>
                  <a:schemeClr val="tx1"/>
                </a:solidFill>
                <a:latin typeface="Times New Roman" panose="02020603050405020304" pitchFamily="18" charset="0"/>
                <a:ea typeface="楷体_GB2312" pitchFamily="49" charset="-122"/>
              </a:rPr>
              <a:t>可逆</a:t>
            </a:r>
            <a:r>
              <a:rPr lang="en-US" altLang="zh-CN" b="1">
                <a:solidFill>
                  <a:schemeClr val="tx1"/>
                </a:solidFill>
                <a:latin typeface="Times New Roman" panose="02020603050405020304" pitchFamily="18" charset="0"/>
                <a:ea typeface="楷体_GB2312" pitchFamily="49" charset="-122"/>
              </a:rPr>
              <a:t>.</a:t>
            </a:r>
            <a:endParaRPr lang="en-US" altLang="zh-CN" b="1">
              <a:solidFill>
                <a:schemeClr val="tx1"/>
              </a:solidFill>
              <a:latin typeface="Times New Roman" panose="02020603050405020304" pitchFamily="18" charset="0"/>
              <a:ea typeface="楷体_GB2312" pitchFamily="49" charset="-122"/>
            </a:endParaRPr>
          </a:p>
        </p:txBody>
      </p:sp>
      <p:sp>
        <p:nvSpPr>
          <p:cNvPr id="93199" name="Text Box 15"/>
          <p:cNvSpPr txBox="1">
            <a:spLocks noChangeArrowheads="1"/>
          </p:cNvSpPr>
          <p:nvPr/>
        </p:nvSpPr>
        <p:spPr bwMode="auto">
          <a:xfrm>
            <a:off x="549275" y="3789363"/>
            <a:ext cx="50196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chemeClr val="tx1"/>
                </a:solidFill>
                <a:latin typeface="Times New Roman" panose="02020603050405020304" pitchFamily="18" charset="0"/>
                <a:ea typeface="楷体_GB2312" pitchFamily="49" charset="-122"/>
              </a:rPr>
              <a:t>将</a:t>
            </a:r>
            <a:r>
              <a:rPr lang="en-US" altLang="zh-CN" b="1">
                <a:solidFill>
                  <a:schemeClr val="tx1"/>
                </a:solidFill>
                <a:latin typeface="Times New Roman" panose="02020603050405020304" pitchFamily="18" charset="0"/>
                <a:ea typeface="楷体_GB2312" pitchFamily="49" charset="-122"/>
              </a:rPr>
              <a:t>AX=B</a:t>
            </a:r>
            <a:r>
              <a:rPr lang="zh-CN" altLang="en-US" b="1">
                <a:solidFill>
                  <a:schemeClr val="tx1"/>
                </a:solidFill>
                <a:latin typeface="Times New Roman" panose="02020603050405020304" pitchFamily="18" charset="0"/>
                <a:ea typeface="楷体_GB2312" pitchFamily="49" charset="-122"/>
              </a:rPr>
              <a:t>两边同时左乘</a:t>
            </a:r>
            <a:r>
              <a:rPr lang="en-US" altLang="zh-CN" b="1">
                <a:solidFill>
                  <a:schemeClr val="tx1"/>
                </a:solidFill>
                <a:latin typeface="Times New Roman" panose="02020603050405020304" pitchFamily="18" charset="0"/>
                <a:ea typeface="楷体_GB2312" pitchFamily="49" charset="-122"/>
              </a:rPr>
              <a:t>A</a:t>
            </a:r>
            <a:r>
              <a:rPr lang="en-US" altLang="zh-CN" b="1" baseline="30000">
                <a:solidFill>
                  <a:schemeClr val="tx1"/>
                </a:solidFill>
                <a:latin typeface="Times New Roman" panose="02020603050405020304" pitchFamily="18" charset="0"/>
                <a:ea typeface="楷体_GB2312" pitchFamily="49" charset="-122"/>
              </a:rPr>
              <a:t>-1</a:t>
            </a:r>
            <a:r>
              <a:rPr lang="en-US" altLang="zh-CN" b="1">
                <a:solidFill>
                  <a:schemeClr val="tx1"/>
                </a:solidFill>
                <a:latin typeface="Times New Roman" panose="02020603050405020304" pitchFamily="18" charset="0"/>
                <a:ea typeface="楷体_GB2312" pitchFamily="49" charset="-122"/>
              </a:rPr>
              <a:t>,</a:t>
            </a:r>
            <a:r>
              <a:rPr lang="zh-CN" altLang="en-US" b="1">
                <a:solidFill>
                  <a:schemeClr val="tx1"/>
                </a:solidFill>
                <a:latin typeface="Times New Roman" panose="02020603050405020304" pitchFamily="18" charset="0"/>
                <a:ea typeface="楷体_GB2312" pitchFamily="49" charset="-122"/>
              </a:rPr>
              <a:t>得到</a:t>
            </a:r>
            <a:r>
              <a:rPr lang="en-US" altLang="zh-CN" b="1">
                <a:solidFill>
                  <a:schemeClr val="tx1"/>
                </a:solidFill>
                <a:latin typeface="Times New Roman" panose="02020603050405020304" pitchFamily="18" charset="0"/>
                <a:ea typeface="楷体_GB2312" pitchFamily="49" charset="-122"/>
              </a:rPr>
              <a:t>:</a:t>
            </a:r>
            <a:endParaRPr lang="en-US" altLang="zh-CN" b="1">
              <a:solidFill>
                <a:schemeClr val="tx1"/>
              </a:solidFill>
              <a:latin typeface="Times New Roman" panose="02020603050405020304" pitchFamily="18" charset="0"/>
              <a:ea typeface="楷体_GB2312" pitchFamily="49" charset="-122"/>
            </a:endParaRPr>
          </a:p>
        </p:txBody>
      </p:sp>
      <p:sp>
        <p:nvSpPr>
          <p:cNvPr id="93200" name="Text Box 16"/>
          <p:cNvSpPr txBox="1">
            <a:spLocks noChangeArrowheads="1"/>
          </p:cNvSpPr>
          <p:nvPr/>
        </p:nvSpPr>
        <p:spPr bwMode="auto">
          <a:xfrm>
            <a:off x="627063" y="4260850"/>
            <a:ext cx="655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en-US" altLang="zh-CN">
                <a:solidFill>
                  <a:schemeClr val="tx1"/>
                </a:solidFill>
              </a:rPr>
              <a:t>A</a:t>
            </a:r>
            <a:r>
              <a:rPr lang="en-US" altLang="zh-CN" baseline="30000">
                <a:solidFill>
                  <a:schemeClr val="tx1"/>
                </a:solidFill>
              </a:rPr>
              <a:t>-1</a:t>
            </a:r>
            <a:r>
              <a:rPr lang="en-US" altLang="zh-CN">
                <a:solidFill>
                  <a:schemeClr val="tx1"/>
                </a:solidFill>
              </a:rPr>
              <a:t>A</a:t>
            </a:r>
            <a:r>
              <a:rPr lang="zh-CN" altLang="en-US">
                <a:solidFill>
                  <a:schemeClr val="tx1"/>
                </a:solidFill>
              </a:rPr>
              <a:t>Ｘ＝</a:t>
            </a:r>
            <a:r>
              <a:rPr lang="en-US" altLang="zh-CN">
                <a:solidFill>
                  <a:schemeClr val="tx1"/>
                </a:solidFill>
              </a:rPr>
              <a:t>A</a:t>
            </a:r>
            <a:r>
              <a:rPr lang="en-US" altLang="zh-CN" baseline="30000">
                <a:solidFill>
                  <a:schemeClr val="tx1"/>
                </a:solidFill>
              </a:rPr>
              <a:t>-1</a:t>
            </a:r>
            <a:r>
              <a:rPr lang="en-US" altLang="zh-CN">
                <a:solidFill>
                  <a:schemeClr val="tx1"/>
                </a:solidFill>
              </a:rPr>
              <a:t>B, </a:t>
            </a:r>
            <a:r>
              <a:rPr lang="zh-CN" altLang="en-US">
                <a:solidFill>
                  <a:schemeClr val="tx1"/>
                </a:solidFill>
              </a:rPr>
              <a:t>即：　　</a:t>
            </a:r>
            <a:r>
              <a:rPr lang="en-US" altLang="zh-CN">
                <a:solidFill>
                  <a:schemeClr val="tx1"/>
                </a:solidFill>
              </a:rPr>
              <a:t>IX=A</a:t>
            </a:r>
            <a:r>
              <a:rPr lang="en-US" altLang="zh-CN" baseline="30000">
                <a:solidFill>
                  <a:schemeClr val="tx1"/>
                </a:solidFill>
              </a:rPr>
              <a:t>-1</a:t>
            </a:r>
            <a:r>
              <a:rPr lang="en-US" altLang="zh-CN">
                <a:solidFill>
                  <a:schemeClr val="tx1"/>
                </a:solidFill>
              </a:rPr>
              <a:t>B, X=A</a:t>
            </a:r>
            <a:r>
              <a:rPr lang="en-US" altLang="zh-CN" baseline="30000">
                <a:solidFill>
                  <a:schemeClr val="tx1"/>
                </a:solidFill>
              </a:rPr>
              <a:t>-1</a:t>
            </a:r>
            <a:r>
              <a:rPr lang="en-US" altLang="zh-CN">
                <a:solidFill>
                  <a:schemeClr val="tx1"/>
                </a:solidFill>
              </a:rPr>
              <a:t> B</a:t>
            </a:r>
            <a:endParaRPr lang="en-US" altLang="zh-CN">
              <a:solidFill>
                <a:schemeClr val="tx1"/>
              </a:solidFill>
            </a:endParaRPr>
          </a:p>
        </p:txBody>
      </p:sp>
      <p:sp>
        <p:nvSpPr>
          <p:cNvPr id="93201" name="Text Box 17"/>
          <p:cNvSpPr txBox="1">
            <a:spLocks noChangeArrowheads="1"/>
          </p:cNvSpPr>
          <p:nvPr/>
        </p:nvSpPr>
        <p:spPr bwMode="auto">
          <a:xfrm>
            <a:off x="525463" y="4767263"/>
            <a:ext cx="708025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chemeClr val="tx1"/>
                </a:solidFill>
                <a:latin typeface="Times New Roman" panose="02020603050405020304" pitchFamily="18" charset="0"/>
                <a:ea typeface="楷体_GB2312" pitchFamily="49" charset="-122"/>
              </a:rPr>
              <a:t>先求</a:t>
            </a:r>
            <a:r>
              <a:rPr lang="en-US" altLang="zh-CN" b="1">
                <a:solidFill>
                  <a:schemeClr val="tx1"/>
                </a:solidFill>
                <a:latin typeface="Times New Roman" panose="02020603050405020304" pitchFamily="18" charset="0"/>
                <a:ea typeface="楷体_GB2312" pitchFamily="49" charset="-122"/>
              </a:rPr>
              <a:t>A</a:t>
            </a:r>
            <a:r>
              <a:rPr lang="en-US" altLang="zh-CN" b="1" baseline="30000">
                <a:solidFill>
                  <a:schemeClr val="tx1"/>
                </a:solidFill>
                <a:latin typeface="Times New Roman" panose="02020603050405020304" pitchFamily="18" charset="0"/>
                <a:ea typeface="楷体_GB2312" pitchFamily="49" charset="-122"/>
              </a:rPr>
              <a:t>-1</a:t>
            </a:r>
            <a:r>
              <a:rPr lang="en-US" altLang="zh-CN" b="1">
                <a:solidFill>
                  <a:schemeClr val="tx1"/>
                </a:solidFill>
                <a:latin typeface="Times New Roman" panose="02020603050405020304" pitchFamily="18" charset="0"/>
                <a:ea typeface="楷体_GB2312" pitchFamily="49" charset="-122"/>
              </a:rPr>
              <a:t>, </a:t>
            </a:r>
            <a:r>
              <a:rPr lang="zh-CN" altLang="en-US" b="1">
                <a:solidFill>
                  <a:schemeClr val="tx1"/>
                </a:solidFill>
                <a:latin typeface="Times New Roman" panose="02020603050405020304" pitchFamily="18" charset="0"/>
                <a:ea typeface="楷体_GB2312" pitchFamily="49" charset="-122"/>
              </a:rPr>
              <a:t>计算</a:t>
            </a:r>
            <a:r>
              <a:rPr lang="en-US" altLang="zh-CN" b="1">
                <a:solidFill>
                  <a:schemeClr val="tx1"/>
                </a:solidFill>
                <a:latin typeface="Times New Roman" panose="02020603050405020304" pitchFamily="18" charset="0"/>
                <a:ea typeface="楷体_GB2312" pitchFamily="49" charset="-122"/>
              </a:rPr>
              <a:t>A</a:t>
            </a:r>
            <a:r>
              <a:rPr lang="zh-CN" altLang="en-US" b="1">
                <a:solidFill>
                  <a:schemeClr val="tx1"/>
                </a:solidFill>
                <a:latin typeface="Times New Roman" panose="02020603050405020304" pitchFamily="18" charset="0"/>
                <a:ea typeface="楷体_GB2312" pitchFamily="49" charset="-122"/>
              </a:rPr>
              <a:t>中各元的代数余子式：</a:t>
            </a:r>
            <a:endParaRPr lang="zh-CN" altLang="en-US" b="1">
              <a:solidFill>
                <a:schemeClr val="tx1"/>
              </a:solidFill>
              <a:latin typeface="Times New Roman" panose="02020603050405020304" pitchFamily="18" charset="0"/>
              <a:ea typeface="楷体_GB2312" pitchFamily="49" charset="-122"/>
            </a:endParaRPr>
          </a:p>
          <a:p>
            <a:r>
              <a:rPr lang="en-US" altLang="zh-CN">
                <a:solidFill>
                  <a:schemeClr val="tx1"/>
                </a:solidFill>
              </a:rPr>
              <a:t>A</a:t>
            </a:r>
            <a:r>
              <a:rPr lang="en-US" altLang="zh-CN" baseline="-25000">
                <a:solidFill>
                  <a:schemeClr val="tx1"/>
                </a:solidFill>
              </a:rPr>
              <a:t>11</a:t>
            </a:r>
            <a:r>
              <a:rPr lang="en-US" altLang="zh-CN">
                <a:solidFill>
                  <a:schemeClr val="tx1"/>
                </a:solidFill>
              </a:rPr>
              <a:t>=1, A</a:t>
            </a:r>
            <a:r>
              <a:rPr lang="en-US" altLang="zh-CN" baseline="-25000">
                <a:solidFill>
                  <a:schemeClr val="tx1"/>
                </a:solidFill>
              </a:rPr>
              <a:t>12</a:t>
            </a:r>
            <a:r>
              <a:rPr lang="en-US" altLang="zh-CN">
                <a:solidFill>
                  <a:schemeClr val="tx1"/>
                </a:solidFill>
              </a:rPr>
              <a:t>=5, A</a:t>
            </a:r>
            <a:r>
              <a:rPr lang="en-US" altLang="zh-CN" baseline="-25000">
                <a:solidFill>
                  <a:schemeClr val="tx1"/>
                </a:solidFill>
              </a:rPr>
              <a:t>13</a:t>
            </a:r>
            <a:r>
              <a:rPr lang="en-US" altLang="zh-CN">
                <a:solidFill>
                  <a:schemeClr val="tx1"/>
                </a:solidFill>
              </a:rPr>
              <a:t>= -1, A</a:t>
            </a:r>
            <a:r>
              <a:rPr lang="en-US" altLang="zh-CN" baseline="-25000">
                <a:solidFill>
                  <a:schemeClr val="tx1"/>
                </a:solidFill>
              </a:rPr>
              <a:t>21</a:t>
            </a:r>
            <a:r>
              <a:rPr lang="en-US" altLang="zh-CN">
                <a:solidFill>
                  <a:schemeClr val="tx1"/>
                </a:solidFill>
              </a:rPr>
              <a:t>=0, A</a:t>
            </a:r>
            <a:r>
              <a:rPr lang="en-US" altLang="zh-CN" baseline="-25000">
                <a:solidFill>
                  <a:schemeClr val="tx1"/>
                </a:solidFill>
              </a:rPr>
              <a:t>22</a:t>
            </a:r>
            <a:r>
              <a:rPr lang="en-US" altLang="zh-CN">
                <a:solidFill>
                  <a:schemeClr val="tx1"/>
                </a:solidFill>
              </a:rPr>
              <a:t>=-3, A</a:t>
            </a:r>
            <a:r>
              <a:rPr lang="en-US" altLang="zh-CN" baseline="-25000">
                <a:solidFill>
                  <a:schemeClr val="tx1"/>
                </a:solidFill>
              </a:rPr>
              <a:t>23</a:t>
            </a:r>
            <a:r>
              <a:rPr lang="en-US" altLang="zh-CN">
                <a:solidFill>
                  <a:schemeClr val="tx1"/>
                </a:solidFill>
              </a:rPr>
              <a:t>=1,</a:t>
            </a:r>
            <a:endParaRPr lang="en-US" altLang="zh-CN">
              <a:solidFill>
                <a:schemeClr val="tx1"/>
              </a:solidFill>
            </a:endParaRPr>
          </a:p>
          <a:p>
            <a:r>
              <a:rPr lang="en-US" altLang="zh-CN">
                <a:solidFill>
                  <a:schemeClr val="tx1"/>
                </a:solidFill>
              </a:rPr>
              <a:t>A</a:t>
            </a:r>
            <a:r>
              <a:rPr lang="en-US" altLang="zh-CN" baseline="-25000">
                <a:solidFill>
                  <a:schemeClr val="tx1"/>
                </a:solidFill>
              </a:rPr>
              <a:t>31</a:t>
            </a:r>
            <a:r>
              <a:rPr lang="en-US" altLang="zh-CN">
                <a:solidFill>
                  <a:schemeClr val="tx1"/>
                </a:solidFill>
              </a:rPr>
              <a:t>=1,  A</a:t>
            </a:r>
            <a:r>
              <a:rPr lang="en-US" altLang="zh-CN" baseline="-25000">
                <a:solidFill>
                  <a:schemeClr val="tx1"/>
                </a:solidFill>
              </a:rPr>
              <a:t>32</a:t>
            </a:r>
            <a:r>
              <a:rPr lang="en-US" altLang="zh-CN">
                <a:solidFill>
                  <a:schemeClr val="tx1"/>
                </a:solidFill>
              </a:rPr>
              <a:t>=7,   A</a:t>
            </a:r>
            <a:r>
              <a:rPr lang="en-US" altLang="zh-CN" baseline="-25000">
                <a:solidFill>
                  <a:schemeClr val="tx1"/>
                </a:solidFill>
              </a:rPr>
              <a:t>33</a:t>
            </a:r>
            <a:r>
              <a:rPr lang="en-US" altLang="zh-CN">
                <a:solidFill>
                  <a:schemeClr val="tx1"/>
                </a:solidFill>
              </a:rPr>
              <a:t>= -2.</a:t>
            </a:r>
            <a:endParaRPr lang="en-US" altLang="zh-CN">
              <a:solidFill>
                <a:schemeClr val="tx1"/>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3198"/>
                                        </p:tgtEl>
                                        <p:attrNameLst>
                                          <p:attrName>style.visibility</p:attrName>
                                        </p:attrNameLst>
                                      </p:cBhvr>
                                      <p:to>
                                        <p:strVal val="visible"/>
                                      </p:to>
                                    </p:set>
                                    <p:animEffect transition="in" filter="wipe(left)">
                                      <p:cBhvr>
                                        <p:cTn id="7" dur="500"/>
                                        <p:tgtEl>
                                          <p:spTgt spid="931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199"/>
                                        </p:tgtEl>
                                        <p:attrNameLst>
                                          <p:attrName>style.visibility</p:attrName>
                                        </p:attrNameLst>
                                      </p:cBhvr>
                                      <p:to>
                                        <p:strVal val="visible"/>
                                      </p:to>
                                    </p:set>
                                    <p:animEffect transition="in" filter="wipe(left)">
                                      <p:cBhvr>
                                        <p:cTn id="12" dur="500"/>
                                        <p:tgtEl>
                                          <p:spTgt spid="931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200"/>
                                        </p:tgtEl>
                                        <p:attrNameLst>
                                          <p:attrName>style.visibility</p:attrName>
                                        </p:attrNameLst>
                                      </p:cBhvr>
                                      <p:to>
                                        <p:strVal val="visible"/>
                                      </p:to>
                                    </p:set>
                                    <p:animEffect transition="in" filter="wipe(left)">
                                      <p:cBhvr>
                                        <p:cTn id="17" dur="500"/>
                                        <p:tgtEl>
                                          <p:spTgt spid="932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3201"/>
                                        </p:tgtEl>
                                        <p:attrNameLst>
                                          <p:attrName>style.visibility</p:attrName>
                                        </p:attrNameLst>
                                      </p:cBhvr>
                                      <p:to>
                                        <p:strVal val="visible"/>
                                      </p:to>
                                    </p:set>
                                    <p:animEffect transition="in" filter="wipe(left)">
                                      <p:cBhvr>
                                        <p:cTn id="22" dur="500"/>
                                        <p:tgtEl>
                                          <p:spTgt spid="93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8" grpId="0"/>
      <p:bldP spid="93199" grpId="0"/>
      <p:bldP spid="93200" grpId="0"/>
      <p:bldP spid="9320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Text Box 4"/>
          <p:cNvSpPr txBox="1">
            <a:spLocks noChangeArrowheads="1"/>
          </p:cNvSpPr>
          <p:nvPr/>
        </p:nvSpPr>
        <p:spPr bwMode="auto">
          <a:xfrm>
            <a:off x="1619250" y="692150"/>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t>则有：</a:t>
            </a:r>
            <a:endParaRPr lang="zh-CN" altLang="en-US" b="1"/>
          </a:p>
        </p:txBody>
      </p:sp>
      <p:graphicFrame>
        <p:nvGraphicFramePr>
          <p:cNvPr id="102405" name="Object 5"/>
          <p:cNvGraphicFramePr>
            <a:graphicFrameLocks noGrp="1" noChangeAspect="1"/>
          </p:cNvGraphicFramePr>
          <p:nvPr>
            <p:ph idx="4294967295"/>
          </p:nvPr>
        </p:nvGraphicFramePr>
        <p:xfrm>
          <a:off x="1331913" y="1341438"/>
          <a:ext cx="6096000" cy="3617912"/>
        </p:xfrm>
        <a:graphic>
          <a:graphicData uri="http://schemas.openxmlformats.org/presentationml/2006/ole">
            <mc:AlternateContent xmlns:mc="http://schemas.openxmlformats.org/markup-compatibility/2006">
              <mc:Choice xmlns:v="urn:schemas-microsoft-com:vml" Requires="v">
                <p:oleObj spid="_x0000_s25605" name="Equation" r:id="rId1" imgW="2781300" imgH="1651000" progId="Equation.DSMT4">
                  <p:embed/>
                </p:oleObj>
              </mc:Choice>
              <mc:Fallback>
                <p:oleObj name="Equation" r:id="rId1" imgW="2781300" imgH="16510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1341438"/>
                        <a:ext cx="6096000" cy="3617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04"/>
                                        </p:tgtEl>
                                        <p:attrNameLst>
                                          <p:attrName>style.visibility</p:attrName>
                                        </p:attrNameLst>
                                      </p:cBhvr>
                                      <p:to>
                                        <p:strVal val="visible"/>
                                      </p:to>
                                    </p:set>
                                    <p:animEffect transition="in" filter="wipe(left)">
                                      <p:cBhvr>
                                        <p:cTn id="7" dur="500"/>
                                        <p:tgtEl>
                                          <p:spTgt spid="102404"/>
                                        </p:tgtEl>
                                      </p:cBhvr>
                                    </p:animEffect>
                                  </p:childTnLst>
                                </p:cTn>
                              </p:par>
                              <p:par>
                                <p:cTn id="8" presetID="22" presetClass="entr" presetSubtype="8" fill="hold" nodeType="withEffect">
                                  <p:stCondLst>
                                    <p:cond delay="0"/>
                                  </p:stCondLst>
                                  <p:childTnLst>
                                    <p:set>
                                      <p:cBhvr>
                                        <p:cTn id="9" dur="1" fill="hold">
                                          <p:stCondLst>
                                            <p:cond delay="0"/>
                                          </p:stCondLst>
                                        </p:cTn>
                                        <p:tgtEl>
                                          <p:spTgt spid="102405"/>
                                        </p:tgtEl>
                                        <p:attrNameLst>
                                          <p:attrName>style.visibility</p:attrName>
                                        </p:attrNameLst>
                                      </p:cBhvr>
                                      <p:to>
                                        <p:strVal val="visible"/>
                                      </p:to>
                                    </p:set>
                                    <p:animEffect transition="in" filter="wipe(left)">
                                      <p:cBhvr>
                                        <p:cTn id="10" dur="500"/>
                                        <p:tgtEl>
                                          <p:spTgt spid="102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矩形 178177"/>
          <p:cNvSpPr>
            <a:spLocks noChangeArrowheads="1"/>
          </p:cNvSpPr>
          <p:nvPr/>
        </p:nvSpPr>
        <p:spPr bwMode="auto">
          <a:xfrm>
            <a:off x="0" y="0"/>
            <a:ext cx="624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4457700" algn="l"/>
              </a:tabLst>
              <a:defRPr sz="2800">
                <a:solidFill>
                  <a:schemeClr val="hlink"/>
                </a:solidFill>
                <a:latin typeface="Arial" panose="020B0604020202020204" pitchFamily="34" charset="0"/>
                <a:ea typeface="黑体" panose="02010609060101010101" pitchFamily="49" charset="-122"/>
              </a:defRPr>
            </a:lvl1pPr>
            <a:lvl2pPr marL="742950" indent="-285750">
              <a:tabLst>
                <a:tab pos="4457700" algn="l"/>
              </a:tabLst>
              <a:defRPr sz="2800">
                <a:solidFill>
                  <a:schemeClr val="hlink"/>
                </a:solidFill>
                <a:latin typeface="Arial" panose="020B0604020202020204" pitchFamily="34" charset="0"/>
                <a:ea typeface="黑体" panose="02010609060101010101" pitchFamily="49" charset="-122"/>
              </a:defRPr>
            </a:lvl2pPr>
            <a:lvl3pPr marL="1143000" indent="-228600">
              <a:tabLst>
                <a:tab pos="4457700" algn="l"/>
              </a:tabLst>
              <a:defRPr sz="2800">
                <a:solidFill>
                  <a:schemeClr val="hlink"/>
                </a:solidFill>
                <a:latin typeface="Arial" panose="020B0604020202020204" pitchFamily="34" charset="0"/>
                <a:ea typeface="黑体" panose="02010609060101010101" pitchFamily="49" charset="-122"/>
              </a:defRPr>
            </a:lvl3pPr>
            <a:lvl4pPr marL="1600200" indent="-228600">
              <a:tabLst>
                <a:tab pos="4457700" algn="l"/>
              </a:tabLst>
              <a:defRPr sz="2800">
                <a:solidFill>
                  <a:schemeClr val="hlink"/>
                </a:solidFill>
                <a:latin typeface="Arial" panose="020B0604020202020204" pitchFamily="34" charset="0"/>
                <a:ea typeface="黑体" panose="02010609060101010101" pitchFamily="49" charset="-122"/>
              </a:defRPr>
            </a:lvl4pPr>
            <a:lvl5pPr marL="2057400" indent="-228600">
              <a:tabLst>
                <a:tab pos="4457700" algn="l"/>
              </a:tabLst>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tabLst>
                <a:tab pos="4457700" algn="l"/>
              </a:tabLs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tabLst>
                <a:tab pos="4457700" algn="l"/>
              </a:tabLs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tabLst>
                <a:tab pos="4457700" algn="l"/>
              </a:tabLs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tabLst>
                <a:tab pos="4457700" algn="l"/>
              </a:tabLst>
              <a:defRPr sz="2800">
                <a:solidFill>
                  <a:schemeClr val="hlink"/>
                </a:solidFill>
                <a:latin typeface="Arial" panose="020B0604020202020204" pitchFamily="34" charset="0"/>
                <a:ea typeface="黑体" panose="02010609060101010101" pitchFamily="49" charset="-122"/>
              </a:defRPr>
            </a:lvl9pPr>
          </a:lstStyle>
          <a:p>
            <a:pPr algn="just"/>
            <a:r>
              <a:rPr lang="zh-CN" altLang="en-US" b="1">
                <a:solidFill>
                  <a:srgbClr val="FF0000"/>
                </a:solidFill>
              </a:rPr>
              <a:t>例</a:t>
            </a:r>
            <a:r>
              <a:rPr lang="zh-CN" altLang="en-US" b="1"/>
              <a:t>  设矩阵</a:t>
            </a:r>
            <a:r>
              <a:rPr lang="en-US" altLang="zh-CN" b="1">
                <a:solidFill>
                  <a:srgbClr val="000000"/>
                </a:solidFill>
              </a:rPr>
              <a:t>X</a:t>
            </a:r>
            <a:r>
              <a:rPr lang="zh-CN" altLang="en-US" b="1"/>
              <a:t>满足如下条件， 求</a:t>
            </a:r>
            <a:r>
              <a:rPr lang="en-US" altLang="zh-CN" b="1">
                <a:solidFill>
                  <a:srgbClr val="000000"/>
                </a:solidFill>
              </a:rPr>
              <a:t>X</a:t>
            </a:r>
            <a:endParaRPr lang="en-US" altLang="zh-CN" b="1"/>
          </a:p>
        </p:txBody>
      </p:sp>
      <p:graphicFrame>
        <p:nvGraphicFramePr>
          <p:cNvPr id="178179" name="对象 178178"/>
          <p:cNvGraphicFramePr/>
          <p:nvPr/>
        </p:nvGraphicFramePr>
        <p:xfrm>
          <a:off x="2124075" y="692150"/>
          <a:ext cx="3581400" cy="1600200"/>
        </p:xfrm>
        <a:graphic>
          <a:graphicData uri="http://schemas.openxmlformats.org/presentationml/2006/ole">
            <mc:AlternateContent xmlns:mc="http://schemas.openxmlformats.org/markup-compatibility/2006">
              <mc:Choice xmlns:v="urn:schemas-microsoft-com:vml" Requires="v">
                <p:oleObj spid="_x0000_s26659" name="" r:id="rId1" imgW="1383665" imgH="711200" progId="Equation.DSMT4">
                  <p:embed/>
                </p:oleObj>
              </mc:Choice>
              <mc:Fallback>
                <p:oleObj name="" r:id="rId1" imgW="1383665" imgH="711200" progId="Equation.DSMT4">
                  <p:embed/>
                  <p:pic>
                    <p:nvPicPr>
                      <p:cNvPr id="0" name="对象 17817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692150"/>
                        <a:ext cx="3581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8180" name="文本框 178179"/>
          <p:cNvSpPr txBox="1">
            <a:spLocks noChangeArrowheads="1"/>
          </p:cNvSpPr>
          <p:nvPr/>
        </p:nvSpPr>
        <p:spPr bwMode="auto">
          <a:xfrm>
            <a:off x="468313" y="5589588"/>
            <a:ext cx="18732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en-US" altLang="zh-CN" sz="3200" b="1"/>
              <a:t>A,B</a:t>
            </a:r>
            <a:r>
              <a:rPr lang="zh-CN" altLang="en-US" sz="3200" b="1"/>
              <a:t>可逆</a:t>
            </a:r>
            <a:endParaRPr lang="zh-CN" altLang="en-US" sz="3200" b="1"/>
          </a:p>
        </p:txBody>
      </p:sp>
      <p:graphicFrame>
        <p:nvGraphicFramePr>
          <p:cNvPr id="178181" name="对象 178180"/>
          <p:cNvGraphicFramePr/>
          <p:nvPr/>
        </p:nvGraphicFramePr>
        <p:xfrm>
          <a:off x="2987675" y="5589588"/>
          <a:ext cx="1828800" cy="503237"/>
        </p:xfrm>
        <a:graphic>
          <a:graphicData uri="http://schemas.openxmlformats.org/presentationml/2006/ole">
            <mc:AlternateContent xmlns:mc="http://schemas.openxmlformats.org/markup-compatibility/2006">
              <mc:Choice xmlns:v="urn:schemas-microsoft-com:vml" Requires="v">
                <p:oleObj spid="_x0000_s26660" name="" r:id="rId3" imgW="532765" imgH="177800" progId="Equation.DSMT4">
                  <p:embed/>
                </p:oleObj>
              </mc:Choice>
              <mc:Fallback>
                <p:oleObj name="" r:id="rId3" imgW="532765" imgH="177800" progId="Equation.DSMT4">
                  <p:embed/>
                  <p:pic>
                    <p:nvPicPr>
                      <p:cNvPr id="0" name="对象 17818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5589588"/>
                        <a:ext cx="18288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8182" name="对象 178181"/>
          <p:cNvGraphicFramePr/>
          <p:nvPr/>
        </p:nvGraphicFramePr>
        <p:xfrm>
          <a:off x="2819400" y="6248400"/>
          <a:ext cx="2057400" cy="533400"/>
        </p:xfrm>
        <a:graphic>
          <a:graphicData uri="http://schemas.openxmlformats.org/presentationml/2006/ole">
            <mc:AlternateContent xmlns:mc="http://schemas.openxmlformats.org/markup-compatibility/2006">
              <mc:Choice xmlns:v="urn:schemas-microsoft-com:vml" Requires="v">
                <p:oleObj spid="_x0000_s26661" name="" r:id="rId5" imgW="595630" imgH="177800" progId="Equation.DSMT4">
                  <p:embed/>
                </p:oleObj>
              </mc:Choice>
              <mc:Fallback>
                <p:oleObj name="" r:id="rId5" imgW="595630" imgH="177800" progId="Equation.DSMT4">
                  <p:embed/>
                  <p:pic>
                    <p:nvPicPr>
                      <p:cNvPr id="0" name="对象 17818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6248400"/>
                        <a:ext cx="2057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8183" name="右箭头 178182"/>
          <p:cNvSpPr>
            <a:spLocks noChangeArrowheads="1"/>
          </p:cNvSpPr>
          <p:nvPr/>
        </p:nvSpPr>
        <p:spPr bwMode="auto">
          <a:xfrm>
            <a:off x="5029200" y="5715000"/>
            <a:ext cx="838200" cy="228600"/>
          </a:xfrm>
          <a:prstGeom prst="rightArrow">
            <a:avLst>
              <a:gd name="adj1" fmla="val 50000"/>
              <a:gd name="adj2" fmla="val 91650"/>
            </a:avLst>
          </a:prstGeom>
          <a:solidFill>
            <a:schemeClr val="accent1"/>
          </a:solidFill>
          <a:ln w="9525">
            <a:solidFill>
              <a:schemeClr val="tx1"/>
            </a:solidFill>
            <a:miter lim="800000"/>
          </a:ln>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sp>
        <p:nvSpPr>
          <p:cNvPr id="178184" name="右箭头 178183"/>
          <p:cNvSpPr>
            <a:spLocks noChangeArrowheads="1"/>
          </p:cNvSpPr>
          <p:nvPr/>
        </p:nvSpPr>
        <p:spPr bwMode="auto">
          <a:xfrm>
            <a:off x="5029200" y="6400800"/>
            <a:ext cx="838200" cy="228600"/>
          </a:xfrm>
          <a:prstGeom prst="rightArrow">
            <a:avLst>
              <a:gd name="adj1" fmla="val 50000"/>
              <a:gd name="adj2" fmla="val 91650"/>
            </a:avLst>
          </a:prstGeom>
          <a:solidFill>
            <a:schemeClr val="accent1"/>
          </a:solidFill>
          <a:ln w="9525">
            <a:solidFill>
              <a:schemeClr val="tx1"/>
            </a:solidFill>
            <a:miter lim="800000"/>
          </a:ln>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graphicFrame>
        <p:nvGraphicFramePr>
          <p:cNvPr id="178185" name="对象 178184"/>
          <p:cNvGraphicFramePr/>
          <p:nvPr/>
        </p:nvGraphicFramePr>
        <p:xfrm>
          <a:off x="6151563" y="5445125"/>
          <a:ext cx="1849437" cy="574675"/>
        </p:xfrm>
        <a:graphic>
          <a:graphicData uri="http://schemas.openxmlformats.org/presentationml/2006/ole">
            <mc:AlternateContent xmlns:mc="http://schemas.openxmlformats.org/markup-compatibility/2006">
              <mc:Choice xmlns:v="urn:schemas-microsoft-com:vml" Requires="v">
                <p:oleObj spid="_x0000_s26662" name="" r:id="rId7" imgW="634365" imgH="203200" progId="Equation.DSMT4">
                  <p:embed/>
                </p:oleObj>
              </mc:Choice>
              <mc:Fallback>
                <p:oleObj name="" r:id="rId7" imgW="634365" imgH="203200" progId="Equation.DSMT4">
                  <p:embed/>
                  <p:pic>
                    <p:nvPicPr>
                      <p:cNvPr id="0" name="对象 17818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1563" y="5445125"/>
                        <a:ext cx="18494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8186" name="对象 178185"/>
          <p:cNvGraphicFramePr/>
          <p:nvPr/>
        </p:nvGraphicFramePr>
        <p:xfrm>
          <a:off x="6019800" y="6172200"/>
          <a:ext cx="2362200" cy="609600"/>
        </p:xfrm>
        <a:graphic>
          <a:graphicData uri="http://schemas.openxmlformats.org/presentationml/2006/ole">
            <mc:AlternateContent xmlns:mc="http://schemas.openxmlformats.org/markup-compatibility/2006">
              <mc:Choice xmlns:v="urn:schemas-microsoft-com:vml" Requires="v">
                <p:oleObj spid="_x0000_s26663" name="" r:id="rId9" imgW="812165" imgH="203200" progId="Equation.DSMT4">
                  <p:embed/>
                </p:oleObj>
              </mc:Choice>
              <mc:Fallback>
                <p:oleObj name="" r:id="rId9" imgW="812165" imgH="203200" progId="Equation.DSMT4">
                  <p:embed/>
                  <p:pic>
                    <p:nvPicPr>
                      <p:cNvPr id="0" name="对象 17818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9800" y="6172200"/>
                        <a:ext cx="2362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8187" name="文本框 178186"/>
          <p:cNvSpPr txBox="1">
            <a:spLocks noChangeArrowheads="1"/>
          </p:cNvSpPr>
          <p:nvPr/>
        </p:nvSpPr>
        <p:spPr bwMode="auto">
          <a:xfrm>
            <a:off x="152400" y="2482850"/>
            <a:ext cx="685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zh-CN" altLang="en-US" sz="3600" b="1">
                <a:solidFill>
                  <a:srgbClr val="FF0000"/>
                </a:solidFill>
                <a:ea typeface="华文新魏" panose="02010800040101010101" pitchFamily="2" charset="-122"/>
              </a:rPr>
              <a:t>解</a:t>
            </a:r>
            <a:endParaRPr lang="zh-CN" altLang="en-US" sz="3600" b="1">
              <a:solidFill>
                <a:srgbClr val="FF0000"/>
              </a:solidFill>
              <a:ea typeface="华文新魏" panose="02010800040101010101" pitchFamily="2" charset="-122"/>
            </a:endParaRPr>
          </a:p>
        </p:txBody>
      </p:sp>
      <p:graphicFrame>
        <p:nvGraphicFramePr>
          <p:cNvPr id="178188" name="对象 178187"/>
          <p:cNvGraphicFramePr/>
          <p:nvPr/>
        </p:nvGraphicFramePr>
        <p:xfrm>
          <a:off x="1600200" y="2209800"/>
          <a:ext cx="3429000" cy="1219200"/>
        </p:xfrm>
        <a:graphic>
          <a:graphicData uri="http://schemas.openxmlformats.org/presentationml/2006/ole">
            <mc:AlternateContent xmlns:mc="http://schemas.openxmlformats.org/markup-compatibility/2006">
              <mc:Choice xmlns:v="urn:schemas-microsoft-com:vml" Requires="v">
                <p:oleObj spid="_x0000_s26664" name="" r:id="rId11" imgW="1638300" imgH="495300" progId="Equation.DSMT4">
                  <p:embed/>
                </p:oleObj>
              </mc:Choice>
              <mc:Fallback>
                <p:oleObj name="" r:id="rId11" imgW="1638300" imgH="495300" progId="Equation.DSMT4">
                  <p:embed/>
                  <p:pic>
                    <p:nvPicPr>
                      <p:cNvPr id="0" name="对象 17818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00200" y="2209800"/>
                        <a:ext cx="34290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8189" name="对象 178188"/>
          <p:cNvGraphicFramePr/>
          <p:nvPr/>
        </p:nvGraphicFramePr>
        <p:xfrm>
          <a:off x="1828800" y="3733800"/>
          <a:ext cx="3981450" cy="1600200"/>
        </p:xfrm>
        <a:graphic>
          <a:graphicData uri="http://schemas.openxmlformats.org/presentationml/2006/ole">
            <mc:AlternateContent xmlns:mc="http://schemas.openxmlformats.org/markup-compatibility/2006">
              <mc:Choice xmlns:v="urn:schemas-microsoft-com:vml" Requires="v">
                <p:oleObj spid="_x0000_s26665" name="" r:id="rId13" imgW="1701165" imgH="711200" progId="Equation.DSMT4">
                  <p:embed/>
                </p:oleObj>
              </mc:Choice>
              <mc:Fallback>
                <p:oleObj name="" r:id="rId13" imgW="1701165" imgH="711200" progId="Equation.DSMT4">
                  <p:embed/>
                  <p:pic>
                    <p:nvPicPr>
                      <p:cNvPr id="0" name="对象 17818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8800" y="3733800"/>
                        <a:ext cx="39814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8190" name="对象 178189"/>
          <p:cNvGraphicFramePr/>
          <p:nvPr/>
        </p:nvGraphicFramePr>
        <p:xfrm>
          <a:off x="838200" y="4267200"/>
          <a:ext cx="977900" cy="476250"/>
        </p:xfrm>
        <a:graphic>
          <a:graphicData uri="http://schemas.openxmlformats.org/presentationml/2006/ole">
            <mc:AlternateContent xmlns:mc="http://schemas.openxmlformats.org/markup-compatibility/2006">
              <mc:Choice xmlns:v="urn:schemas-microsoft-com:vml" Requires="v">
                <p:oleObj spid="_x0000_s26666" name="" r:id="rId15" imgW="291465" imgH="165100" progId="Equation.DSMT4">
                  <p:embed/>
                </p:oleObj>
              </mc:Choice>
              <mc:Fallback>
                <p:oleObj name="" r:id="rId15" imgW="291465" imgH="165100" progId="Equation.DSMT4">
                  <p:embed/>
                  <p:pic>
                    <p:nvPicPr>
                      <p:cNvPr id="0" name="对象 17818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8200" y="4267200"/>
                        <a:ext cx="9779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8191" name="对象 178190"/>
          <p:cNvGraphicFramePr/>
          <p:nvPr/>
        </p:nvGraphicFramePr>
        <p:xfrm>
          <a:off x="5867400" y="3657600"/>
          <a:ext cx="1981200" cy="1676400"/>
        </p:xfrm>
        <a:graphic>
          <a:graphicData uri="http://schemas.openxmlformats.org/presentationml/2006/ole">
            <mc:AlternateContent xmlns:mc="http://schemas.openxmlformats.org/markup-compatibility/2006">
              <mc:Choice xmlns:v="urn:schemas-microsoft-com:vml" Requires="v">
                <p:oleObj spid="_x0000_s26667" name="" r:id="rId17" imgW="761365" imgH="711200" progId="Equation.DSMT4">
                  <p:embed/>
                </p:oleObj>
              </mc:Choice>
              <mc:Fallback>
                <p:oleObj name="" r:id="rId17" imgW="761365" imgH="711200" progId="Equation.DSMT4">
                  <p:embed/>
                  <p:pic>
                    <p:nvPicPr>
                      <p:cNvPr id="0" name="对象 178190"/>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67400" y="3657600"/>
                        <a:ext cx="1981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8193" name="对象 178192"/>
          <p:cNvGraphicFramePr/>
          <p:nvPr/>
        </p:nvGraphicFramePr>
        <p:xfrm>
          <a:off x="6919913" y="333375"/>
          <a:ext cx="1741487" cy="503238"/>
        </p:xfrm>
        <a:graphic>
          <a:graphicData uri="http://schemas.openxmlformats.org/presentationml/2006/ole">
            <mc:AlternateContent xmlns:mc="http://schemas.openxmlformats.org/markup-compatibility/2006">
              <mc:Choice xmlns:v="urn:schemas-microsoft-com:vml" Requires="v">
                <p:oleObj spid="_x0000_s26668" name="" r:id="rId19" imgW="507365" imgH="177800" progId="Equation.DSMT4">
                  <p:embed/>
                </p:oleObj>
              </mc:Choice>
              <mc:Fallback>
                <p:oleObj name="" r:id="rId19" imgW="507365" imgH="177800" progId="Equation.DSMT4">
                  <p:embed/>
                  <p:pic>
                    <p:nvPicPr>
                      <p:cNvPr id="0" name="对象 178192"/>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919913" y="333375"/>
                        <a:ext cx="17414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8194" name="右箭头 178193"/>
          <p:cNvSpPr>
            <a:spLocks noChangeArrowheads="1"/>
          </p:cNvSpPr>
          <p:nvPr/>
        </p:nvSpPr>
        <p:spPr bwMode="auto">
          <a:xfrm>
            <a:off x="6156325" y="1125538"/>
            <a:ext cx="838200" cy="228600"/>
          </a:xfrm>
          <a:prstGeom prst="rightArrow">
            <a:avLst>
              <a:gd name="adj1" fmla="val 50000"/>
              <a:gd name="adj2" fmla="val 91650"/>
            </a:avLst>
          </a:prstGeom>
          <a:solidFill>
            <a:schemeClr val="accent1"/>
          </a:solidFill>
          <a:ln w="9525">
            <a:solidFill>
              <a:schemeClr val="tx1"/>
            </a:solidFill>
            <a:miter lim="800000"/>
          </a:ln>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graphicFrame>
        <p:nvGraphicFramePr>
          <p:cNvPr id="178195" name="对象 178194"/>
          <p:cNvGraphicFramePr/>
          <p:nvPr/>
        </p:nvGraphicFramePr>
        <p:xfrm>
          <a:off x="7092950" y="908050"/>
          <a:ext cx="1812925" cy="574675"/>
        </p:xfrm>
        <a:graphic>
          <a:graphicData uri="http://schemas.openxmlformats.org/presentationml/2006/ole">
            <mc:AlternateContent xmlns:mc="http://schemas.openxmlformats.org/markup-compatibility/2006">
              <mc:Choice xmlns:v="urn:schemas-microsoft-com:vml" Requires="v">
                <p:oleObj spid="_x0000_s26669" name="" r:id="rId21" imgW="621665" imgH="203200" progId="Equation.DSMT4">
                  <p:embed/>
                </p:oleObj>
              </mc:Choice>
              <mc:Fallback>
                <p:oleObj name="" r:id="rId21" imgW="621665" imgH="203200" progId="Equation.DSMT4">
                  <p:embed/>
                  <p:pic>
                    <p:nvPicPr>
                      <p:cNvPr id="0" name="对象 178194"/>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92950" y="908050"/>
                        <a:ext cx="181292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78178"/>
                                        </p:tgtEl>
                                        <p:attrNameLst>
                                          <p:attrName>style.visibility</p:attrName>
                                        </p:attrNameLst>
                                      </p:cBhvr>
                                      <p:to>
                                        <p:strVal val="visible"/>
                                      </p:to>
                                    </p:set>
                                    <p:animEffect transition="in" filter="blinds(vertical)">
                                      <p:cBhvr>
                                        <p:cTn id="7" dur="500"/>
                                        <p:tgtEl>
                                          <p:spTgt spid="17817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78179"/>
                                        </p:tgtEl>
                                        <p:attrNameLst>
                                          <p:attrName>style.visibility</p:attrName>
                                        </p:attrNameLst>
                                      </p:cBhvr>
                                      <p:to>
                                        <p:strVal val="visible"/>
                                      </p:to>
                                    </p:set>
                                    <p:anim calcmode="lin" valueType="num">
                                      <p:cBhvr>
                                        <p:cTn id="12" dur="500" fill="hold"/>
                                        <p:tgtEl>
                                          <p:spTgt spid="178179"/>
                                        </p:tgtEl>
                                        <p:attrNameLst>
                                          <p:attrName>ppt_w</p:attrName>
                                        </p:attrNameLst>
                                      </p:cBhvr>
                                      <p:tavLst>
                                        <p:tav tm="0">
                                          <p:val>
                                            <p:fltVal val="0"/>
                                          </p:val>
                                        </p:tav>
                                        <p:tav tm="100000">
                                          <p:val>
                                            <p:strVal val="#ppt_w"/>
                                          </p:val>
                                        </p:tav>
                                      </p:tavLst>
                                    </p:anim>
                                    <p:anim calcmode="lin" valueType="num">
                                      <p:cBhvr>
                                        <p:cTn id="13" dur="500" fill="hold"/>
                                        <p:tgtEl>
                                          <p:spTgt spid="178179"/>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178194"/>
                                        </p:tgtEl>
                                        <p:attrNameLst>
                                          <p:attrName>style.visibility</p:attrName>
                                        </p:attrNameLst>
                                      </p:cBhvr>
                                      <p:to>
                                        <p:strVal val="visible"/>
                                      </p:to>
                                    </p:set>
                                    <p:animEffect transition="in" filter="slide(fromLeft)">
                                      <p:cBhvr>
                                        <p:cTn id="18" dur="500"/>
                                        <p:tgtEl>
                                          <p:spTgt spid="178194"/>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178193"/>
                                        </p:tgtEl>
                                        <p:attrNameLst>
                                          <p:attrName>style.visibility</p:attrName>
                                        </p:attrNameLst>
                                      </p:cBhvr>
                                      <p:to>
                                        <p:strVal val="visible"/>
                                      </p:to>
                                    </p:set>
                                    <p:anim calcmode="lin" valueType="num">
                                      <p:cBhvr>
                                        <p:cTn id="23" dur="500" fill="hold"/>
                                        <p:tgtEl>
                                          <p:spTgt spid="178193"/>
                                        </p:tgtEl>
                                        <p:attrNameLst>
                                          <p:attrName>ppt_w</p:attrName>
                                        </p:attrNameLst>
                                      </p:cBhvr>
                                      <p:tavLst>
                                        <p:tav tm="0">
                                          <p:val>
                                            <p:fltVal val="0"/>
                                          </p:val>
                                        </p:tav>
                                        <p:tav tm="100000">
                                          <p:val>
                                            <p:strVal val="#ppt_w"/>
                                          </p:val>
                                        </p:tav>
                                      </p:tavLst>
                                    </p:anim>
                                    <p:anim calcmode="lin" valueType="num">
                                      <p:cBhvr>
                                        <p:cTn id="24" dur="500" fill="hold"/>
                                        <p:tgtEl>
                                          <p:spTgt spid="17819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78195"/>
                                        </p:tgtEl>
                                        <p:attrNameLst>
                                          <p:attrName>style.visibility</p:attrName>
                                        </p:attrNameLst>
                                      </p:cBhvr>
                                      <p:to>
                                        <p:strVal val="visible"/>
                                      </p:to>
                                    </p:set>
                                    <p:anim calcmode="lin" valueType="num">
                                      <p:cBhvr>
                                        <p:cTn id="29" dur="500" fill="hold"/>
                                        <p:tgtEl>
                                          <p:spTgt spid="178195"/>
                                        </p:tgtEl>
                                        <p:attrNameLst>
                                          <p:attrName>ppt_w</p:attrName>
                                        </p:attrNameLst>
                                      </p:cBhvr>
                                      <p:tavLst>
                                        <p:tav tm="0">
                                          <p:val>
                                            <p:fltVal val="0"/>
                                          </p:val>
                                        </p:tav>
                                        <p:tav tm="100000">
                                          <p:val>
                                            <p:strVal val="#ppt_w"/>
                                          </p:val>
                                        </p:tav>
                                      </p:tavLst>
                                    </p:anim>
                                    <p:anim calcmode="lin" valueType="num">
                                      <p:cBhvr>
                                        <p:cTn id="30" dur="500" fill="hold"/>
                                        <p:tgtEl>
                                          <p:spTgt spid="178195"/>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78187"/>
                                        </p:tgtEl>
                                        <p:attrNameLst>
                                          <p:attrName>style.visibility</p:attrName>
                                        </p:attrNameLst>
                                      </p:cBhvr>
                                      <p:to>
                                        <p:strVal val="visible"/>
                                      </p:to>
                                    </p:set>
                                    <p:animEffect transition="in" filter="blinds(horizontal)">
                                      <p:cBhvr>
                                        <p:cTn id="35" dur="500"/>
                                        <p:tgtEl>
                                          <p:spTgt spid="178187"/>
                                        </p:tgtEl>
                                      </p:cBhvr>
                                    </p:animEffect>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nodeType="clickEffect">
                                  <p:stCondLst>
                                    <p:cond delay="0"/>
                                  </p:stCondLst>
                                  <p:childTnLst>
                                    <p:set>
                                      <p:cBhvr>
                                        <p:cTn id="39" dur="1" fill="hold">
                                          <p:stCondLst>
                                            <p:cond delay="0"/>
                                          </p:stCondLst>
                                        </p:cTn>
                                        <p:tgtEl>
                                          <p:spTgt spid="178188"/>
                                        </p:tgtEl>
                                        <p:attrNameLst>
                                          <p:attrName>style.visibility</p:attrName>
                                        </p:attrNameLst>
                                      </p:cBhvr>
                                      <p:to>
                                        <p:strVal val="visible"/>
                                      </p:to>
                                    </p:set>
                                    <p:anim calcmode="lin" valueType="num">
                                      <p:cBhvr>
                                        <p:cTn id="40" dur="500" fill="hold"/>
                                        <p:tgtEl>
                                          <p:spTgt spid="178188"/>
                                        </p:tgtEl>
                                        <p:attrNameLst>
                                          <p:attrName>ppt_w</p:attrName>
                                        </p:attrNameLst>
                                      </p:cBhvr>
                                      <p:tavLst>
                                        <p:tav tm="0">
                                          <p:val>
                                            <p:fltVal val="0"/>
                                          </p:val>
                                        </p:tav>
                                        <p:tav tm="100000">
                                          <p:val>
                                            <p:strVal val="#ppt_w"/>
                                          </p:val>
                                        </p:tav>
                                      </p:tavLst>
                                    </p:anim>
                                    <p:anim calcmode="lin" valueType="num">
                                      <p:cBhvr>
                                        <p:cTn id="41" dur="500" fill="hold"/>
                                        <p:tgtEl>
                                          <p:spTgt spid="178188"/>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78190"/>
                                        </p:tgtEl>
                                        <p:attrNameLst>
                                          <p:attrName>style.visibility</p:attrName>
                                        </p:attrNameLst>
                                      </p:cBhvr>
                                      <p:to>
                                        <p:strVal val="visible"/>
                                      </p:to>
                                    </p:set>
                                    <p:anim calcmode="lin" valueType="num">
                                      <p:cBhvr>
                                        <p:cTn id="46" dur="500" fill="hold"/>
                                        <p:tgtEl>
                                          <p:spTgt spid="178190"/>
                                        </p:tgtEl>
                                        <p:attrNameLst>
                                          <p:attrName>ppt_w</p:attrName>
                                        </p:attrNameLst>
                                      </p:cBhvr>
                                      <p:tavLst>
                                        <p:tav tm="0">
                                          <p:val>
                                            <p:fltVal val="0"/>
                                          </p:val>
                                        </p:tav>
                                        <p:tav tm="100000">
                                          <p:val>
                                            <p:strVal val="#ppt_w"/>
                                          </p:val>
                                        </p:tav>
                                      </p:tavLst>
                                    </p:anim>
                                    <p:anim calcmode="lin" valueType="num">
                                      <p:cBhvr>
                                        <p:cTn id="47" dur="500" fill="hold"/>
                                        <p:tgtEl>
                                          <p:spTgt spid="178190"/>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nodeType="clickEffect">
                                  <p:stCondLst>
                                    <p:cond delay="0"/>
                                  </p:stCondLst>
                                  <p:childTnLst>
                                    <p:set>
                                      <p:cBhvr>
                                        <p:cTn id="51" dur="1" fill="hold">
                                          <p:stCondLst>
                                            <p:cond delay="0"/>
                                          </p:stCondLst>
                                        </p:cTn>
                                        <p:tgtEl>
                                          <p:spTgt spid="178189"/>
                                        </p:tgtEl>
                                        <p:attrNameLst>
                                          <p:attrName>style.visibility</p:attrName>
                                        </p:attrNameLst>
                                      </p:cBhvr>
                                      <p:to>
                                        <p:strVal val="visible"/>
                                      </p:to>
                                    </p:set>
                                    <p:anim calcmode="lin" valueType="num">
                                      <p:cBhvr>
                                        <p:cTn id="52" dur="500" fill="hold"/>
                                        <p:tgtEl>
                                          <p:spTgt spid="178189"/>
                                        </p:tgtEl>
                                        <p:attrNameLst>
                                          <p:attrName>ppt_w</p:attrName>
                                        </p:attrNameLst>
                                      </p:cBhvr>
                                      <p:tavLst>
                                        <p:tav tm="0">
                                          <p:val>
                                            <p:fltVal val="0"/>
                                          </p:val>
                                        </p:tav>
                                        <p:tav tm="100000">
                                          <p:val>
                                            <p:strVal val="#ppt_w"/>
                                          </p:val>
                                        </p:tav>
                                      </p:tavLst>
                                    </p:anim>
                                    <p:anim calcmode="lin" valueType="num">
                                      <p:cBhvr>
                                        <p:cTn id="53" dur="500" fill="hold"/>
                                        <p:tgtEl>
                                          <p:spTgt spid="178189"/>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nodeType="clickEffect">
                                  <p:stCondLst>
                                    <p:cond delay="0"/>
                                  </p:stCondLst>
                                  <p:childTnLst>
                                    <p:set>
                                      <p:cBhvr>
                                        <p:cTn id="57" dur="1" fill="hold">
                                          <p:stCondLst>
                                            <p:cond delay="0"/>
                                          </p:stCondLst>
                                        </p:cTn>
                                        <p:tgtEl>
                                          <p:spTgt spid="178191"/>
                                        </p:tgtEl>
                                        <p:attrNameLst>
                                          <p:attrName>style.visibility</p:attrName>
                                        </p:attrNameLst>
                                      </p:cBhvr>
                                      <p:to>
                                        <p:strVal val="visible"/>
                                      </p:to>
                                    </p:set>
                                    <p:anim calcmode="lin" valueType="num">
                                      <p:cBhvr>
                                        <p:cTn id="58" dur="500" fill="hold"/>
                                        <p:tgtEl>
                                          <p:spTgt spid="178191"/>
                                        </p:tgtEl>
                                        <p:attrNameLst>
                                          <p:attrName>ppt_w</p:attrName>
                                        </p:attrNameLst>
                                      </p:cBhvr>
                                      <p:tavLst>
                                        <p:tav tm="0">
                                          <p:val>
                                            <p:fltVal val="0"/>
                                          </p:val>
                                        </p:tav>
                                        <p:tav tm="100000">
                                          <p:val>
                                            <p:strVal val="#ppt_w"/>
                                          </p:val>
                                        </p:tav>
                                      </p:tavLst>
                                    </p:anim>
                                    <p:anim calcmode="lin" valueType="num">
                                      <p:cBhvr>
                                        <p:cTn id="59" dur="500" fill="hold"/>
                                        <p:tgtEl>
                                          <p:spTgt spid="178191"/>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78180"/>
                                        </p:tgtEl>
                                        <p:attrNameLst>
                                          <p:attrName>style.visibility</p:attrName>
                                        </p:attrNameLst>
                                      </p:cBhvr>
                                      <p:to>
                                        <p:strVal val="visible"/>
                                      </p:to>
                                    </p:set>
                                    <p:animEffect transition="in" filter="blinds(horizontal)">
                                      <p:cBhvr>
                                        <p:cTn id="64" dur="500"/>
                                        <p:tgtEl>
                                          <p:spTgt spid="178180"/>
                                        </p:tgtEl>
                                      </p:cBhvr>
                                    </p:animEffect>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nodeType="clickEffect">
                                  <p:stCondLst>
                                    <p:cond delay="0"/>
                                  </p:stCondLst>
                                  <p:childTnLst>
                                    <p:set>
                                      <p:cBhvr>
                                        <p:cTn id="68" dur="1" fill="hold">
                                          <p:stCondLst>
                                            <p:cond delay="0"/>
                                          </p:stCondLst>
                                        </p:cTn>
                                        <p:tgtEl>
                                          <p:spTgt spid="178181"/>
                                        </p:tgtEl>
                                        <p:attrNameLst>
                                          <p:attrName>style.visibility</p:attrName>
                                        </p:attrNameLst>
                                      </p:cBhvr>
                                      <p:to>
                                        <p:strVal val="visible"/>
                                      </p:to>
                                    </p:set>
                                    <p:anim calcmode="lin" valueType="num">
                                      <p:cBhvr>
                                        <p:cTn id="69" dur="500" fill="hold"/>
                                        <p:tgtEl>
                                          <p:spTgt spid="178181"/>
                                        </p:tgtEl>
                                        <p:attrNameLst>
                                          <p:attrName>ppt_w</p:attrName>
                                        </p:attrNameLst>
                                      </p:cBhvr>
                                      <p:tavLst>
                                        <p:tav tm="0">
                                          <p:val>
                                            <p:fltVal val="0"/>
                                          </p:val>
                                        </p:tav>
                                        <p:tav tm="100000">
                                          <p:val>
                                            <p:strVal val="#ppt_w"/>
                                          </p:val>
                                        </p:tav>
                                      </p:tavLst>
                                    </p:anim>
                                    <p:anim calcmode="lin" valueType="num">
                                      <p:cBhvr>
                                        <p:cTn id="70" dur="500" fill="hold"/>
                                        <p:tgtEl>
                                          <p:spTgt spid="178181"/>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12" presetClass="entr" presetSubtype="8" fill="hold" nodeType="clickEffect">
                                  <p:stCondLst>
                                    <p:cond delay="0"/>
                                  </p:stCondLst>
                                  <p:childTnLst>
                                    <p:set>
                                      <p:cBhvr>
                                        <p:cTn id="74" dur="1" fill="hold">
                                          <p:stCondLst>
                                            <p:cond delay="0"/>
                                          </p:stCondLst>
                                        </p:cTn>
                                        <p:tgtEl>
                                          <p:spTgt spid="178183"/>
                                        </p:tgtEl>
                                        <p:attrNameLst>
                                          <p:attrName>style.visibility</p:attrName>
                                        </p:attrNameLst>
                                      </p:cBhvr>
                                      <p:to>
                                        <p:strVal val="visible"/>
                                      </p:to>
                                    </p:set>
                                    <p:animEffect transition="in" filter="slide(fromLeft)">
                                      <p:cBhvr>
                                        <p:cTn id="75" dur="500"/>
                                        <p:tgtEl>
                                          <p:spTgt spid="178183"/>
                                        </p:tgtEl>
                                      </p:cBhvr>
                                    </p:animEffect>
                                  </p:childTnLst>
                                </p:cTn>
                              </p:par>
                            </p:childTnLst>
                          </p:cTn>
                        </p:par>
                      </p:childTnLst>
                    </p:cTn>
                  </p:par>
                  <p:par>
                    <p:cTn id="76" fill="hold">
                      <p:stCondLst>
                        <p:cond delay="indefinite"/>
                      </p:stCondLst>
                      <p:childTnLst>
                        <p:par>
                          <p:cTn id="77" fill="hold">
                            <p:stCondLst>
                              <p:cond delay="0"/>
                            </p:stCondLst>
                            <p:childTnLst>
                              <p:par>
                                <p:cTn id="78" presetID="23" presetClass="entr" presetSubtype="16" fill="hold" nodeType="clickEffect">
                                  <p:stCondLst>
                                    <p:cond delay="0"/>
                                  </p:stCondLst>
                                  <p:childTnLst>
                                    <p:set>
                                      <p:cBhvr>
                                        <p:cTn id="79" dur="1" fill="hold">
                                          <p:stCondLst>
                                            <p:cond delay="0"/>
                                          </p:stCondLst>
                                        </p:cTn>
                                        <p:tgtEl>
                                          <p:spTgt spid="178185"/>
                                        </p:tgtEl>
                                        <p:attrNameLst>
                                          <p:attrName>style.visibility</p:attrName>
                                        </p:attrNameLst>
                                      </p:cBhvr>
                                      <p:to>
                                        <p:strVal val="visible"/>
                                      </p:to>
                                    </p:set>
                                    <p:anim calcmode="lin" valueType="num">
                                      <p:cBhvr>
                                        <p:cTn id="80" dur="500" fill="hold"/>
                                        <p:tgtEl>
                                          <p:spTgt spid="178185"/>
                                        </p:tgtEl>
                                        <p:attrNameLst>
                                          <p:attrName>ppt_w</p:attrName>
                                        </p:attrNameLst>
                                      </p:cBhvr>
                                      <p:tavLst>
                                        <p:tav tm="0">
                                          <p:val>
                                            <p:fltVal val="0"/>
                                          </p:val>
                                        </p:tav>
                                        <p:tav tm="100000">
                                          <p:val>
                                            <p:strVal val="#ppt_w"/>
                                          </p:val>
                                        </p:tav>
                                      </p:tavLst>
                                    </p:anim>
                                    <p:anim calcmode="lin" valueType="num">
                                      <p:cBhvr>
                                        <p:cTn id="81" dur="500" fill="hold"/>
                                        <p:tgtEl>
                                          <p:spTgt spid="178185"/>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3" presetClass="entr" presetSubtype="16" fill="hold" nodeType="clickEffect">
                                  <p:stCondLst>
                                    <p:cond delay="0"/>
                                  </p:stCondLst>
                                  <p:childTnLst>
                                    <p:set>
                                      <p:cBhvr>
                                        <p:cTn id="85" dur="1" fill="hold">
                                          <p:stCondLst>
                                            <p:cond delay="0"/>
                                          </p:stCondLst>
                                        </p:cTn>
                                        <p:tgtEl>
                                          <p:spTgt spid="178182"/>
                                        </p:tgtEl>
                                        <p:attrNameLst>
                                          <p:attrName>style.visibility</p:attrName>
                                        </p:attrNameLst>
                                      </p:cBhvr>
                                      <p:to>
                                        <p:strVal val="visible"/>
                                      </p:to>
                                    </p:set>
                                    <p:anim calcmode="lin" valueType="num">
                                      <p:cBhvr>
                                        <p:cTn id="86" dur="500" fill="hold"/>
                                        <p:tgtEl>
                                          <p:spTgt spid="178182"/>
                                        </p:tgtEl>
                                        <p:attrNameLst>
                                          <p:attrName>ppt_w</p:attrName>
                                        </p:attrNameLst>
                                      </p:cBhvr>
                                      <p:tavLst>
                                        <p:tav tm="0">
                                          <p:val>
                                            <p:fltVal val="0"/>
                                          </p:val>
                                        </p:tav>
                                        <p:tav tm="100000">
                                          <p:val>
                                            <p:strVal val="#ppt_w"/>
                                          </p:val>
                                        </p:tav>
                                      </p:tavLst>
                                    </p:anim>
                                    <p:anim calcmode="lin" valueType="num">
                                      <p:cBhvr>
                                        <p:cTn id="87" dur="500" fill="hold"/>
                                        <p:tgtEl>
                                          <p:spTgt spid="178182"/>
                                        </p:tgtEl>
                                        <p:attrNameLst>
                                          <p:attrName>ppt_h</p:attrName>
                                        </p:attrNameLst>
                                      </p:cBhvr>
                                      <p:tavLst>
                                        <p:tav tm="0">
                                          <p:val>
                                            <p:flt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12" presetClass="entr" presetSubtype="8" fill="hold" nodeType="clickEffect">
                                  <p:stCondLst>
                                    <p:cond delay="0"/>
                                  </p:stCondLst>
                                  <p:childTnLst>
                                    <p:set>
                                      <p:cBhvr>
                                        <p:cTn id="91" dur="1" fill="hold">
                                          <p:stCondLst>
                                            <p:cond delay="0"/>
                                          </p:stCondLst>
                                        </p:cTn>
                                        <p:tgtEl>
                                          <p:spTgt spid="178184"/>
                                        </p:tgtEl>
                                        <p:attrNameLst>
                                          <p:attrName>style.visibility</p:attrName>
                                        </p:attrNameLst>
                                      </p:cBhvr>
                                      <p:to>
                                        <p:strVal val="visible"/>
                                      </p:to>
                                    </p:set>
                                    <p:animEffect transition="in" filter="slide(fromLeft)">
                                      <p:cBhvr>
                                        <p:cTn id="92" dur="500"/>
                                        <p:tgtEl>
                                          <p:spTgt spid="178184"/>
                                        </p:tgtEl>
                                      </p:cBhvr>
                                    </p:animEffect>
                                  </p:childTnLst>
                                </p:cTn>
                              </p:par>
                            </p:childTnLst>
                          </p:cTn>
                        </p:par>
                      </p:childTnLst>
                    </p:cTn>
                  </p:par>
                  <p:par>
                    <p:cTn id="93" fill="hold">
                      <p:stCondLst>
                        <p:cond delay="indefinite"/>
                      </p:stCondLst>
                      <p:childTnLst>
                        <p:par>
                          <p:cTn id="94" fill="hold">
                            <p:stCondLst>
                              <p:cond delay="0"/>
                            </p:stCondLst>
                            <p:childTnLst>
                              <p:par>
                                <p:cTn id="95" presetID="23" presetClass="entr" presetSubtype="16" fill="hold" nodeType="clickEffect">
                                  <p:stCondLst>
                                    <p:cond delay="0"/>
                                  </p:stCondLst>
                                  <p:childTnLst>
                                    <p:set>
                                      <p:cBhvr>
                                        <p:cTn id="96" dur="1" fill="hold">
                                          <p:stCondLst>
                                            <p:cond delay="0"/>
                                          </p:stCondLst>
                                        </p:cTn>
                                        <p:tgtEl>
                                          <p:spTgt spid="178186"/>
                                        </p:tgtEl>
                                        <p:attrNameLst>
                                          <p:attrName>style.visibility</p:attrName>
                                        </p:attrNameLst>
                                      </p:cBhvr>
                                      <p:to>
                                        <p:strVal val="visible"/>
                                      </p:to>
                                    </p:set>
                                    <p:anim calcmode="lin" valueType="num">
                                      <p:cBhvr>
                                        <p:cTn id="97" dur="500" fill="hold"/>
                                        <p:tgtEl>
                                          <p:spTgt spid="178186"/>
                                        </p:tgtEl>
                                        <p:attrNameLst>
                                          <p:attrName>ppt_w</p:attrName>
                                        </p:attrNameLst>
                                      </p:cBhvr>
                                      <p:tavLst>
                                        <p:tav tm="0">
                                          <p:val>
                                            <p:fltVal val="0"/>
                                          </p:val>
                                        </p:tav>
                                        <p:tav tm="100000">
                                          <p:val>
                                            <p:strVal val="#ppt_w"/>
                                          </p:val>
                                        </p:tav>
                                      </p:tavLst>
                                    </p:anim>
                                    <p:anim calcmode="lin" valueType="num">
                                      <p:cBhvr>
                                        <p:cTn id="98" dur="500" fill="hold"/>
                                        <p:tgtEl>
                                          <p:spTgt spid="17818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p:bldP spid="178180" grpId="0"/>
      <p:bldP spid="17818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4" name="对象 186369"/>
          <p:cNvGraphicFramePr/>
          <p:nvPr/>
        </p:nvGraphicFramePr>
        <p:xfrm>
          <a:off x="2616200" y="762000"/>
          <a:ext cx="5994400" cy="1511300"/>
        </p:xfrm>
        <a:graphic>
          <a:graphicData uri="http://schemas.openxmlformats.org/presentationml/2006/ole">
            <mc:AlternateContent xmlns:mc="http://schemas.openxmlformats.org/markup-compatibility/2006">
              <mc:Choice xmlns:v="urn:schemas-microsoft-com:vml" Requires="v">
                <p:oleObj spid="_x0000_s27665" name="" r:id="rId1" imgW="5994400" imgH="1511300" progId="Equation.3">
                  <p:embed/>
                </p:oleObj>
              </mc:Choice>
              <mc:Fallback>
                <p:oleObj name="" r:id="rId1" imgW="5994400" imgH="1511300" progId="Equation.3">
                  <p:embed/>
                  <p:pic>
                    <p:nvPicPr>
                      <p:cNvPr id="0" name="对象 186369"/>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200" y="762000"/>
                        <a:ext cx="59944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3559" name="组合 186370"/>
          <p:cNvGrpSpPr/>
          <p:nvPr/>
        </p:nvGrpSpPr>
        <p:grpSpPr bwMode="auto">
          <a:xfrm>
            <a:off x="914400" y="1219200"/>
            <a:ext cx="4152900" cy="1803400"/>
            <a:chOff x="576" y="768"/>
            <a:chExt cx="2616" cy="1136"/>
          </a:xfrm>
        </p:grpSpPr>
        <p:sp>
          <p:nvSpPr>
            <p:cNvPr id="23561" name="矩形 186371"/>
            <p:cNvSpPr>
              <a:spLocks noChangeArrowheads="1"/>
            </p:cNvSpPr>
            <p:nvPr/>
          </p:nvSpPr>
          <p:spPr bwMode="auto">
            <a:xfrm>
              <a:off x="576" y="768"/>
              <a:ext cx="90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rgbClr val="FF0000"/>
                  </a:solidFill>
                  <a:latin typeface="黑体" panose="02010609060101010101" pitchFamily="49" charset="-122"/>
                </a:rPr>
                <a:t>例</a:t>
              </a:r>
              <a:r>
                <a:rPr lang="zh-CN" altLang="en-US" b="1">
                  <a:latin typeface="黑体" panose="02010609060101010101" pitchFamily="49" charset="-122"/>
                </a:rPr>
                <a:t>   </a:t>
              </a:r>
              <a:r>
                <a:rPr lang="zh-CN" altLang="en-US" b="1">
                  <a:latin typeface="宋体" panose="02010600030101010101" pitchFamily="2" charset="-122"/>
                </a:rPr>
                <a:t>设</a:t>
              </a:r>
              <a:endParaRPr lang="zh-CN" altLang="en-US" b="1">
                <a:latin typeface="黑体" panose="02010609060101010101" pitchFamily="49" charset="-122"/>
              </a:endParaRPr>
            </a:p>
          </p:txBody>
        </p:sp>
        <p:graphicFrame>
          <p:nvGraphicFramePr>
            <p:cNvPr id="23558" name="对象 186372"/>
            <p:cNvGraphicFramePr/>
            <p:nvPr/>
          </p:nvGraphicFramePr>
          <p:xfrm>
            <a:off x="624" y="1632"/>
            <a:ext cx="2568" cy="272"/>
          </p:xfrm>
          <a:graphic>
            <a:graphicData uri="http://schemas.openxmlformats.org/presentationml/2006/ole">
              <mc:AlternateContent xmlns:mc="http://schemas.openxmlformats.org/markup-compatibility/2006">
                <mc:Choice xmlns:v="urn:schemas-microsoft-com:vml" Requires="v">
                  <p:oleObj spid="_x0000_s27666" name="" r:id="rId3" imgW="4074795" imgH="431800" progId="Equation.3">
                    <p:embed/>
                  </p:oleObj>
                </mc:Choice>
                <mc:Fallback>
                  <p:oleObj name="" r:id="rId3" imgW="4074795" imgH="431800" progId="Equation.3">
                    <p:embed/>
                    <p:pic>
                      <p:nvPicPr>
                        <p:cNvPr id="0" name="对象 18637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 y="1632"/>
                          <a:ext cx="256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86374" name="矩形 186373"/>
          <p:cNvSpPr>
            <a:spLocks noChangeArrowheads="1"/>
          </p:cNvSpPr>
          <p:nvPr/>
        </p:nvSpPr>
        <p:spPr bwMode="auto">
          <a:xfrm>
            <a:off x="838200" y="381000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rgbClr val="FF0000"/>
                </a:solidFill>
              </a:rPr>
              <a:t>解</a:t>
            </a:r>
            <a:endParaRPr lang="zh-CN" altLang="en-US" b="1">
              <a:solidFill>
                <a:srgbClr val="FF0000"/>
              </a:solidFill>
            </a:endParaRPr>
          </a:p>
        </p:txBody>
      </p:sp>
      <p:graphicFrame>
        <p:nvGraphicFramePr>
          <p:cNvPr id="186375" name="对象 186374"/>
          <p:cNvGraphicFramePr/>
          <p:nvPr/>
        </p:nvGraphicFramePr>
        <p:xfrm>
          <a:off x="1600200" y="3352800"/>
          <a:ext cx="3479800" cy="1511300"/>
        </p:xfrm>
        <a:graphic>
          <a:graphicData uri="http://schemas.openxmlformats.org/presentationml/2006/ole">
            <mc:AlternateContent xmlns:mc="http://schemas.openxmlformats.org/markup-compatibility/2006">
              <mc:Choice xmlns:v="urn:schemas-microsoft-com:vml" Requires="v">
                <p:oleObj spid="_x0000_s27667" name="" r:id="rId5" imgW="3479800" imgH="1511300" progId="Equation.3">
                  <p:embed/>
                </p:oleObj>
              </mc:Choice>
              <mc:Fallback>
                <p:oleObj name="" r:id="rId5" imgW="3479800" imgH="1511300" progId="Equation.3">
                  <p:embed/>
                  <p:pic>
                    <p:nvPicPr>
                      <p:cNvPr id="0" name="对象 18637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352800"/>
                        <a:ext cx="34798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6376" name="对象 186375"/>
          <p:cNvGraphicFramePr/>
          <p:nvPr/>
        </p:nvGraphicFramePr>
        <p:xfrm>
          <a:off x="5257800" y="3581400"/>
          <a:ext cx="2641600" cy="977900"/>
        </p:xfrm>
        <a:graphic>
          <a:graphicData uri="http://schemas.openxmlformats.org/presentationml/2006/ole">
            <mc:AlternateContent xmlns:mc="http://schemas.openxmlformats.org/markup-compatibility/2006">
              <mc:Choice xmlns:v="urn:schemas-microsoft-com:vml" Requires="v">
                <p:oleObj spid="_x0000_s27668" name="" r:id="rId7" imgW="2641600" imgH="977900" progId="Equation.3">
                  <p:embed/>
                </p:oleObj>
              </mc:Choice>
              <mc:Fallback>
                <p:oleObj name="" r:id="rId7" imgW="2641600" imgH="977900" progId="Equation.3">
                  <p:embed/>
                  <p:pic>
                    <p:nvPicPr>
                      <p:cNvPr id="0" name="对象 18637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3581400"/>
                        <a:ext cx="2641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6377" name="对象 186376"/>
          <p:cNvGraphicFramePr/>
          <p:nvPr/>
        </p:nvGraphicFramePr>
        <p:xfrm>
          <a:off x="1600200" y="5181600"/>
          <a:ext cx="2781300" cy="469900"/>
        </p:xfrm>
        <a:graphic>
          <a:graphicData uri="http://schemas.openxmlformats.org/presentationml/2006/ole">
            <mc:AlternateContent xmlns:mc="http://schemas.openxmlformats.org/markup-compatibility/2006">
              <mc:Choice xmlns:v="urn:schemas-microsoft-com:vml" Requires="v">
                <p:oleObj spid="_x0000_s27669" name="" r:id="rId9" imgW="2781300" imgH="469900" progId="Equation.3">
                  <p:embed/>
                </p:oleObj>
              </mc:Choice>
              <mc:Fallback>
                <p:oleObj name="" r:id="rId9" imgW="2781300" imgH="469900" progId="Equation.3">
                  <p:embed/>
                  <p:pic>
                    <p:nvPicPr>
                      <p:cNvPr id="0" name="对象 18637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00200" y="5181600"/>
                        <a:ext cx="27813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86374"/>
                                        </p:tgtEl>
                                        <p:attrNameLst>
                                          <p:attrName>style.visibility</p:attrName>
                                        </p:attrNameLst>
                                      </p:cBhvr>
                                      <p:to>
                                        <p:strVal val="visible"/>
                                      </p:to>
                                    </p:set>
                                    <p:animEffect transition="in" filter="wipe(left)">
                                      <p:cBhvr>
                                        <p:cTn id="7" dur="75"/>
                                        <p:tgtEl>
                                          <p:spTgt spid="1863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6375"/>
                                        </p:tgtEl>
                                        <p:attrNameLst>
                                          <p:attrName>style.visibility</p:attrName>
                                        </p:attrNameLst>
                                      </p:cBhvr>
                                      <p:to>
                                        <p:strVal val="visible"/>
                                      </p:to>
                                    </p:set>
                                    <p:animEffect transition="in" filter="wipe(left)">
                                      <p:cBhvr>
                                        <p:cTn id="12" dur="500"/>
                                        <p:tgtEl>
                                          <p:spTgt spid="1863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6376"/>
                                        </p:tgtEl>
                                        <p:attrNameLst>
                                          <p:attrName>style.visibility</p:attrName>
                                        </p:attrNameLst>
                                      </p:cBhvr>
                                      <p:to>
                                        <p:strVal val="visible"/>
                                      </p:to>
                                    </p:set>
                                    <p:animEffect transition="in" filter="wipe(left)">
                                      <p:cBhvr>
                                        <p:cTn id="17" dur="500"/>
                                        <p:tgtEl>
                                          <p:spTgt spid="18637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6377"/>
                                        </p:tgtEl>
                                        <p:attrNameLst>
                                          <p:attrName>style.visibility</p:attrName>
                                        </p:attrNameLst>
                                      </p:cBhvr>
                                      <p:to>
                                        <p:strVal val="visible"/>
                                      </p:to>
                                    </p:set>
                                    <p:animEffect transition="in" filter="wipe(left)">
                                      <p:cBhvr>
                                        <p:cTn id="22" dur="500"/>
                                        <p:tgtEl>
                                          <p:spTgt spid="186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578" name="对象 187393"/>
          <p:cNvGraphicFramePr/>
          <p:nvPr/>
        </p:nvGraphicFramePr>
        <p:xfrm>
          <a:off x="755650" y="266700"/>
          <a:ext cx="4032250" cy="1290638"/>
        </p:xfrm>
        <a:graphic>
          <a:graphicData uri="http://schemas.openxmlformats.org/presentationml/2006/ole">
            <mc:AlternateContent xmlns:mc="http://schemas.openxmlformats.org/markup-compatibility/2006">
              <mc:Choice xmlns:v="urn:schemas-microsoft-com:vml" Requires="v">
                <p:oleObj spid="_x0000_s28704" name="" r:id="rId1" imgW="4152900" imgH="1511300" progId="Equation.3">
                  <p:embed/>
                </p:oleObj>
              </mc:Choice>
              <mc:Fallback>
                <p:oleObj name="" r:id="rId1" imgW="4152900" imgH="1511300" progId="Equation.3">
                  <p:embed/>
                  <p:pic>
                    <p:nvPicPr>
                      <p:cNvPr id="0" name="对象 18739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66700"/>
                        <a:ext cx="4032250"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7395" name="对象 187394"/>
          <p:cNvGraphicFramePr/>
          <p:nvPr/>
        </p:nvGraphicFramePr>
        <p:xfrm>
          <a:off x="5251450" y="495300"/>
          <a:ext cx="2565400" cy="977900"/>
        </p:xfrm>
        <a:graphic>
          <a:graphicData uri="http://schemas.openxmlformats.org/presentationml/2006/ole">
            <mc:AlternateContent xmlns:mc="http://schemas.openxmlformats.org/markup-compatibility/2006">
              <mc:Choice xmlns:v="urn:schemas-microsoft-com:vml" Requires="v">
                <p:oleObj spid="_x0000_s28705" name="" r:id="rId3" imgW="2565400" imgH="977900" progId="Equation.3">
                  <p:embed/>
                </p:oleObj>
              </mc:Choice>
              <mc:Fallback>
                <p:oleObj name="" r:id="rId3" imgW="2565400" imgH="977900" progId="Equation.3">
                  <p:embed/>
                  <p:pic>
                    <p:nvPicPr>
                      <p:cNvPr id="0" name="对象 18739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1450" y="495300"/>
                        <a:ext cx="25654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7396" name="对象 187395"/>
          <p:cNvGraphicFramePr/>
          <p:nvPr/>
        </p:nvGraphicFramePr>
        <p:xfrm>
          <a:off x="760413" y="1741488"/>
          <a:ext cx="2438400" cy="431800"/>
        </p:xfrm>
        <a:graphic>
          <a:graphicData uri="http://schemas.openxmlformats.org/presentationml/2006/ole">
            <mc:AlternateContent xmlns:mc="http://schemas.openxmlformats.org/markup-compatibility/2006">
              <mc:Choice xmlns:v="urn:schemas-microsoft-com:vml" Requires="v">
                <p:oleObj spid="_x0000_s28706" name="" r:id="rId5" imgW="2437130" imgH="431800" progId="Equation.3">
                  <p:embed/>
                </p:oleObj>
              </mc:Choice>
              <mc:Fallback>
                <p:oleObj name="" r:id="rId5" imgW="2437130" imgH="431800" progId="Equation.3">
                  <p:embed/>
                  <p:pic>
                    <p:nvPicPr>
                      <p:cNvPr id="0" name="对象 18739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0413" y="1741488"/>
                        <a:ext cx="2438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7397" name="对象 187396"/>
          <p:cNvGraphicFramePr/>
          <p:nvPr/>
        </p:nvGraphicFramePr>
        <p:xfrm>
          <a:off x="3351213" y="1665288"/>
          <a:ext cx="3822700" cy="393700"/>
        </p:xfrm>
        <a:graphic>
          <a:graphicData uri="http://schemas.openxmlformats.org/presentationml/2006/ole">
            <mc:AlternateContent xmlns:mc="http://schemas.openxmlformats.org/markup-compatibility/2006">
              <mc:Choice xmlns:v="urn:schemas-microsoft-com:vml" Requires="v">
                <p:oleObj spid="_x0000_s28707" name="" r:id="rId7" imgW="3820795" imgH="393700" progId="Equation.3">
                  <p:embed/>
                </p:oleObj>
              </mc:Choice>
              <mc:Fallback>
                <p:oleObj name="" r:id="rId7" imgW="3820795" imgH="393700" progId="Equation.3">
                  <p:embed/>
                  <p:pic>
                    <p:nvPicPr>
                      <p:cNvPr id="0" name="对象 18739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51213" y="1665288"/>
                        <a:ext cx="38227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7398" name="对象 187397"/>
          <p:cNvGraphicFramePr/>
          <p:nvPr/>
        </p:nvGraphicFramePr>
        <p:xfrm>
          <a:off x="3351213" y="2579688"/>
          <a:ext cx="2476500" cy="393700"/>
        </p:xfrm>
        <a:graphic>
          <a:graphicData uri="http://schemas.openxmlformats.org/presentationml/2006/ole">
            <mc:AlternateContent xmlns:mc="http://schemas.openxmlformats.org/markup-compatibility/2006">
              <mc:Choice xmlns:v="urn:schemas-microsoft-com:vml" Requires="v">
                <p:oleObj spid="_x0000_s28708" name="" r:id="rId9" imgW="2475230" imgH="393700" progId="Equation.3">
                  <p:embed/>
                </p:oleObj>
              </mc:Choice>
              <mc:Fallback>
                <p:oleObj name="" r:id="rId9" imgW="2475230" imgH="393700" progId="Equation.3">
                  <p:embed/>
                  <p:pic>
                    <p:nvPicPr>
                      <p:cNvPr id="0" name="对象 18739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51213" y="2579688"/>
                        <a:ext cx="24765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7399" name="文本框 187398"/>
          <p:cNvSpPr txBox="1">
            <a:spLocks noChangeArrowheads="1"/>
          </p:cNvSpPr>
          <p:nvPr/>
        </p:nvSpPr>
        <p:spPr bwMode="auto">
          <a:xfrm>
            <a:off x="323850" y="2997200"/>
            <a:ext cx="16541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pPr>
              <a:spcBef>
                <a:spcPct val="50000"/>
              </a:spcBef>
            </a:pPr>
            <a:r>
              <a:rPr lang="zh-CN" altLang="en-US" b="1"/>
              <a:t>于是</a:t>
            </a:r>
            <a:endParaRPr lang="zh-CN" altLang="en-US" b="1"/>
          </a:p>
        </p:txBody>
      </p:sp>
      <p:graphicFrame>
        <p:nvGraphicFramePr>
          <p:cNvPr id="187400" name="对象 187399"/>
          <p:cNvGraphicFramePr/>
          <p:nvPr/>
        </p:nvGraphicFramePr>
        <p:xfrm>
          <a:off x="1619250" y="3068638"/>
          <a:ext cx="1930400" cy="393700"/>
        </p:xfrm>
        <a:graphic>
          <a:graphicData uri="http://schemas.openxmlformats.org/presentationml/2006/ole">
            <mc:AlternateContent xmlns:mc="http://schemas.openxmlformats.org/markup-compatibility/2006">
              <mc:Choice xmlns:v="urn:schemas-microsoft-com:vml" Requires="v">
                <p:oleObj spid="_x0000_s28709" name="" r:id="rId11" imgW="1929765" imgH="393700" progId="Equation.3">
                  <p:embed/>
                </p:oleObj>
              </mc:Choice>
              <mc:Fallback>
                <p:oleObj name="" r:id="rId11" imgW="1929765" imgH="393700" progId="Equation.3">
                  <p:embed/>
                  <p:pic>
                    <p:nvPicPr>
                      <p:cNvPr id="0" name="对象 18739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19250" y="3068638"/>
                        <a:ext cx="1930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7401" name="对象 187400"/>
          <p:cNvGraphicFramePr/>
          <p:nvPr/>
        </p:nvGraphicFramePr>
        <p:xfrm>
          <a:off x="1908175" y="3573463"/>
          <a:ext cx="5400675" cy="1295400"/>
        </p:xfrm>
        <a:graphic>
          <a:graphicData uri="http://schemas.openxmlformats.org/presentationml/2006/ole">
            <mc:AlternateContent xmlns:mc="http://schemas.openxmlformats.org/markup-compatibility/2006">
              <mc:Choice xmlns:v="urn:schemas-microsoft-com:vml" Requires="v">
                <p:oleObj spid="_x0000_s28710" name="" r:id="rId13" imgW="5638800" imgH="1511300" progId="Equation.3">
                  <p:embed/>
                </p:oleObj>
              </mc:Choice>
              <mc:Fallback>
                <p:oleObj name="" r:id="rId13" imgW="5638800" imgH="1511300" progId="Equation.3">
                  <p:embed/>
                  <p:pic>
                    <p:nvPicPr>
                      <p:cNvPr id="0" name="对象 18740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8175" y="3573463"/>
                        <a:ext cx="54006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7402" name="椭圆 187401"/>
          <p:cNvSpPr>
            <a:spLocks noChangeArrowheads="1"/>
          </p:cNvSpPr>
          <p:nvPr/>
        </p:nvSpPr>
        <p:spPr bwMode="auto">
          <a:xfrm>
            <a:off x="3732213" y="1665288"/>
            <a:ext cx="838200" cy="457200"/>
          </a:xfrm>
          <a:prstGeom prst="ellipse">
            <a:avLst/>
          </a:prstGeom>
          <a:noFill/>
          <a:ln w="1905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sp>
        <p:nvSpPr>
          <p:cNvPr id="187403" name="椭圆 187402"/>
          <p:cNvSpPr>
            <a:spLocks noChangeArrowheads="1"/>
          </p:cNvSpPr>
          <p:nvPr/>
        </p:nvSpPr>
        <p:spPr bwMode="auto">
          <a:xfrm>
            <a:off x="4799013" y="1665288"/>
            <a:ext cx="838200" cy="457200"/>
          </a:xfrm>
          <a:prstGeom prst="ellipse">
            <a:avLst/>
          </a:prstGeom>
          <a:noFill/>
          <a:ln w="19050">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grpSp>
        <p:nvGrpSpPr>
          <p:cNvPr id="2" name="组合 187403"/>
          <p:cNvGrpSpPr/>
          <p:nvPr/>
        </p:nvGrpSpPr>
        <p:grpSpPr bwMode="auto">
          <a:xfrm>
            <a:off x="4341813" y="2122488"/>
            <a:ext cx="609600" cy="444500"/>
            <a:chOff x="2880" y="1920"/>
            <a:chExt cx="384" cy="280"/>
          </a:xfrm>
        </p:grpSpPr>
        <p:grpSp>
          <p:nvGrpSpPr>
            <p:cNvPr id="24592" name="组合 187404"/>
            <p:cNvGrpSpPr/>
            <p:nvPr/>
          </p:nvGrpSpPr>
          <p:grpSpPr bwMode="auto">
            <a:xfrm>
              <a:off x="2880" y="1920"/>
              <a:ext cx="384" cy="96"/>
              <a:chOff x="2880" y="1920"/>
              <a:chExt cx="384" cy="96"/>
            </a:xfrm>
          </p:grpSpPr>
          <p:sp>
            <p:nvSpPr>
              <p:cNvPr id="3" name="直接连接符 187405"/>
              <p:cNvSpPr>
                <a:spLocks noChangeShapeType="1"/>
              </p:cNvSpPr>
              <p:nvPr/>
            </p:nvSpPr>
            <p:spPr bwMode="auto">
              <a:xfrm>
                <a:off x="2880" y="1920"/>
                <a:ext cx="192"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594" name="直接连接符 187406"/>
              <p:cNvSpPr>
                <a:spLocks noChangeShapeType="1"/>
              </p:cNvSpPr>
              <p:nvPr/>
            </p:nvSpPr>
            <p:spPr bwMode="auto">
              <a:xfrm flipH="1">
                <a:off x="3072" y="1920"/>
                <a:ext cx="192" cy="9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4587" name="对象 187407"/>
            <p:cNvGraphicFramePr/>
            <p:nvPr/>
          </p:nvGraphicFramePr>
          <p:xfrm>
            <a:off x="2976" y="2016"/>
            <a:ext cx="200" cy="184"/>
          </p:xfrm>
          <a:graphic>
            <a:graphicData uri="http://schemas.openxmlformats.org/presentationml/2006/ole">
              <mc:AlternateContent xmlns:mc="http://schemas.openxmlformats.org/markup-compatibility/2006">
                <mc:Choice xmlns:v="urn:schemas-microsoft-com:vml" Requires="v">
                  <p:oleObj spid="_x0000_s28711" name="" r:id="rId15" imgW="431165" imgH="405130" progId="Equation.3">
                    <p:embed/>
                  </p:oleObj>
                </mc:Choice>
                <mc:Fallback>
                  <p:oleObj name="" r:id="rId15" imgW="431165" imgH="405130" progId="Equation.3">
                    <p:embed/>
                    <p:pic>
                      <p:nvPicPr>
                        <p:cNvPr id="0" name="对象 187407"/>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6" y="2016"/>
                          <a:ext cx="20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4593" name="对象 188426"/>
          <p:cNvGraphicFramePr/>
          <p:nvPr/>
        </p:nvGraphicFramePr>
        <p:xfrm>
          <a:off x="1930400" y="5010150"/>
          <a:ext cx="3187700" cy="1511300"/>
        </p:xfrm>
        <a:graphic>
          <a:graphicData uri="http://schemas.openxmlformats.org/presentationml/2006/ole">
            <mc:AlternateContent xmlns:mc="http://schemas.openxmlformats.org/markup-compatibility/2006">
              <mc:Choice xmlns:v="urn:schemas-microsoft-com:vml" Requires="v">
                <p:oleObj spid="_x0000_s28712" name="Equation" r:id="rId17" imgW="3187700" imgH="1511300" progId="Equation.DSMT4">
                  <p:embed/>
                </p:oleObj>
              </mc:Choice>
              <mc:Fallback>
                <p:oleObj name="Equation" r:id="rId17" imgW="3187700" imgH="1511300" progId="Equation.DSMT4">
                  <p:embed/>
                  <p:pic>
                    <p:nvPicPr>
                      <p:cNvPr id="0" name="对象 188426"/>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30400" y="5010150"/>
                        <a:ext cx="31877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8428" name="对象 188427"/>
          <p:cNvGraphicFramePr/>
          <p:nvPr/>
        </p:nvGraphicFramePr>
        <p:xfrm>
          <a:off x="5148263" y="5013325"/>
          <a:ext cx="2146300" cy="1511300"/>
        </p:xfrm>
        <a:graphic>
          <a:graphicData uri="http://schemas.openxmlformats.org/presentationml/2006/ole">
            <mc:AlternateContent xmlns:mc="http://schemas.openxmlformats.org/markup-compatibility/2006">
              <mc:Choice xmlns:v="urn:schemas-microsoft-com:vml" Requires="v">
                <p:oleObj spid="_x0000_s28713" name="" r:id="rId19" imgW="2146300" imgH="1511300" progId="Equation.3">
                  <p:embed/>
                </p:oleObj>
              </mc:Choice>
              <mc:Fallback>
                <p:oleObj name="" r:id="rId19" imgW="2146300" imgH="1511300" progId="Equation.3">
                  <p:embed/>
                  <p:pic>
                    <p:nvPicPr>
                      <p:cNvPr id="0" name="对象 188427"/>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48263" y="5013325"/>
                        <a:ext cx="21463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7395"/>
                                        </p:tgtEl>
                                        <p:attrNameLst>
                                          <p:attrName>style.visibility</p:attrName>
                                        </p:attrNameLst>
                                      </p:cBhvr>
                                      <p:to>
                                        <p:strVal val="visible"/>
                                      </p:to>
                                    </p:set>
                                    <p:animEffect transition="in" filter="wipe(left)">
                                      <p:cBhvr>
                                        <p:cTn id="7" dur="500"/>
                                        <p:tgtEl>
                                          <p:spTgt spid="1873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7396"/>
                                        </p:tgtEl>
                                        <p:attrNameLst>
                                          <p:attrName>style.visibility</p:attrName>
                                        </p:attrNameLst>
                                      </p:cBhvr>
                                      <p:to>
                                        <p:strVal val="visible"/>
                                      </p:to>
                                    </p:set>
                                    <p:animEffect transition="in" filter="wipe(left)">
                                      <p:cBhvr>
                                        <p:cTn id="12" dur="500"/>
                                        <p:tgtEl>
                                          <p:spTgt spid="18739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7397"/>
                                        </p:tgtEl>
                                        <p:attrNameLst>
                                          <p:attrName>style.visibility</p:attrName>
                                        </p:attrNameLst>
                                      </p:cBhvr>
                                      <p:to>
                                        <p:strVal val="visible"/>
                                      </p:to>
                                    </p:set>
                                    <p:animEffect transition="in" filter="wipe(left)">
                                      <p:cBhvr>
                                        <p:cTn id="17" dur="500"/>
                                        <p:tgtEl>
                                          <p:spTgt spid="1873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7402"/>
                                        </p:tgtEl>
                                        <p:attrNameLst>
                                          <p:attrName>style.visibility</p:attrName>
                                        </p:attrNameLst>
                                      </p:cBhvr>
                                      <p:to>
                                        <p:strVal val="visible"/>
                                      </p:to>
                                    </p:set>
                                    <p:animEffect transition="in" filter="wipe(left)">
                                      <p:cBhvr>
                                        <p:cTn id="22" dur="500"/>
                                        <p:tgtEl>
                                          <p:spTgt spid="1874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7403"/>
                                        </p:tgtEl>
                                        <p:attrNameLst>
                                          <p:attrName>style.visibility</p:attrName>
                                        </p:attrNameLst>
                                      </p:cBhvr>
                                      <p:to>
                                        <p:strVal val="visible"/>
                                      </p:to>
                                    </p:set>
                                    <p:animEffect transition="in" filter="wipe(left)">
                                      <p:cBhvr>
                                        <p:cTn id="27" dur="500"/>
                                        <p:tgtEl>
                                          <p:spTgt spid="18740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7398"/>
                                        </p:tgtEl>
                                        <p:attrNameLst>
                                          <p:attrName>style.visibility</p:attrName>
                                        </p:attrNameLst>
                                      </p:cBhvr>
                                      <p:to>
                                        <p:strVal val="visible"/>
                                      </p:to>
                                    </p:set>
                                    <p:animEffect transition="in" filter="wipe(left)">
                                      <p:cBhvr>
                                        <p:cTn id="37" dur="500"/>
                                        <p:tgtEl>
                                          <p:spTgt spid="18739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7399"/>
                                        </p:tgtEl>
                                        <p:attrNameLst>
                                          <p:attrName>style.visibility</p:attrName>
                                        </p:attrNameLst>
                                      </p:cBhvr>
                                      <p:to>
                                        <p:strVal val="visible"/>
                                      </p:to>
                                    </p:set>
                                    <p:animEffect transition="in" filter="wipe(left)">
                                      <p:cBhvr>
                                        <p:cTn id="42" dur="500"/>
                                        <p:tgtEl>
                                          <p:spTgt spid="18739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7400"/>
                                        </p:tgtEl>
                                        <p:attrNameLst>
                                          <p:attrName>style.visibility</p:attrName>
                                        </p:attrNameLst>
                                      </p:cBhvr>
                                      <p:to>
                                        <p:strVal val="visible"/>
                                      </p:to>
                                    </p:set>
                                    <p:animEffect transition="in" filter="wipe(left)">
                                      <p:cBhvr>
                                        <p:cTn id="47" dur="500"/>
                                        <p:tgtEl>
                                          <p:spTgt spid="18740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7401"/>
                                        </p:tgtEl>
                                        <p:attrNameLst>
                                          <p:attrName>style.visibility</p:attrName>
                                        </p:attrNameLst>
                                      </p:cBhvr>
                                      <p:to>
                                        <p:strVal val="visible"/>
                                      </p:to>
                                    </p:set>
                                    <p:animEffect transition="in" filter="wipe(left)">
                                      <p:cBhvr>
                                        <p:cTn id="52" dur="500"/>
                                        <p:tgtEl>
                                          <p:spTgt spid="187401"/>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24593"/>
                                        </p:tgtEl>
                                        <p:attrNameLst>
                                          <p:attrName>style.visibility</p:attrName>
                                        </p:attrNameLst>
                                      </p:cBhvr>
                                      <p:to>
                                        <p:strVal val="visible"/>
                                      </p:to>
                                    </p:set>
                                    <p:anim calcmode="lin" valueType="num">
                                      <p:cBhvr additive="base">
                                        <p:cTn id="57" dur="500" fill="hold"/>
                                        <p:tgtEl>
                                          <p:spTgt spid="24593"/>
                                        </p:tgtEl>
                                        <p:attrNameLst>
                                          <p:attrName>ppt_x</p:attrName>
                                        </p:attrNameLst>
                                      </p:cBhvr>
                                      <p:tavLst>
                                        <p:tav tm="0">
                                          <p:val>
                                            <p:strVal val="#ppt_x"/>
                                          </p:val>
                                        </p:tav>
                                        <p:tav tm="100000">
                                          <p:val>
                                            <p:strVal val="#ppt_x"/>
                                          </p:val>
                                        </p:tav>
                                      </p:tavLst>
                                    </p:anim>
                                    <p:anim calcmode="lin" valueType="num">
                                      <p:cBhvr additive="base">
                                        <p:cTn id="58" dur="500" fill="hold"/>
                                        <p:tgtEl>
                                          <p:spTgt spid="24593"/>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188428"/>
                                        </p:tgtEl>
                                        <p:attrNameLst>
                                          <p:attrName>style.visibility</p:attrName>
                                        </p:attrNameLst>
                                      </p:cBhvr>
                                      <p:to>
                                        <p:strVal val="visible"/>
                                      </p:to>
                                    </p:set>
                                    <p:anim calcmode="lin" valueType="num">
                                      <p:cBhvr additive="base">
                                        <p:cTn id="63" dur="500" fill="hold"/>
                                        <p:tgtEl>
                                          <p:spTgt spid="188428"/>
                                        </p:tgtEl>
                                        <p:attrNameLst>
                                          <p:attrName>ppt_x</p:attrName>
                                        </p:attrNameLst>
                                      </p:cBhvr>
                                      <p:tavLst>
                                        <p:tav tm="0">
                                          <p:val>
                                            <p:strVal val="0-#ppt_w/2"/>
                                          </p:val>
                                        </p:tav>
                                        <p:tav tm="100000">
                                          <p:val>
                                            <p:strVal val="#ppt_x"/>
                                          </p:val>
                                        </p:tav>
                                      </p:tavLst>
                                    </p:anim>
                                    <p:anim calcmode="lin" valueType="num">
                                      <p:cBhvr additive="base">
                                        <p:cTn id="64" dur="500" fill="hold"/>
                                        <p:tgtEl>
                                          <p:spTgt spid="1884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8" name="对象 188417"/>
          <p:cNvGraphicFramePr/>
          <p:nvPr/>
        </p:nvGraphicFramePr>
        <p:xfrm>
          <a:off x="520700" y="1828800"/>
          <a:ext cx="1008063" cy="449263"/>
        </p:xfrm>
        <a:graphic>
          <a:graphicData uri="http://schemas.openxmlformats.org/presentationml/2006/ole">
            <mc:AlternateContent xmlns:mc="http://schemas.openxmlformats.org/markup-compatibility/2006">
              <mc:Choice xmlns:v="urn:schemas-microsoft-com:vml" Requires="v">
                <p:oleObj spid="_x0000_s29728" name="Equation" r:id="rId1" imgW="291465" imgH="165100" progId="Equation.DSMT4">
                  <p:embed/>
                </p:oleObj>
              </mc:Choice>
              <mc:Fallback>
                <p:oleObj name="Equation" r:id="rId1" imgW="291465" imgH="165100" progId="Equation.DSMT4">
                  <p:embed/>
                  <p:pic>
                    <p:nvPicPr>
                      <p:cNvPr id="0" name="对象 18841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700" y="1828800"/>
                        <a:ext cx="100806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8419" name="对象 188418"/>
          <p:cNvGraphicFramePr/>
          <p:nvPr/>
        </p:nvGraphicFramePr>
        <p:xfrm>
          <a:off x="1835150" y="1773238"/>
          <a:ext cx="2743200" cy="444500"/>
        </p:xfrm>
        <a:graphic>
          <a:graphicData uri="http://schemas.openxmlformats.org/presentationml/2006/ole">
            <mc:AlternateContent xmlns:mc="http://schemas.openxmlformats.org/markup-compatibility/2006">
              <mc:Choice xmlns:v="urn:schemas-microsoft-com:vml" Requires="v">
                <p:oleObj spid="_x0000_s29729" name="" r:id="rId3" imgW="2741930" imgH="444500" progId="Equation.3">
                  <p:embed/>
                </p:oleObj>
              </mc:Choice>
              <mc:Fallback>
                <p:oleObj name="" r:id="rId3" imgW="2741930" imgH="444500" progId="Equation.3">
                  <p:embed/>
                  <p:pic>
                    <p:nvPicPr>
                      <p:cNvPr id="0" name="对象 18841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773238"/>
                        <a:ext cx="27432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8420" name="对象 188419"/>
          <p:cNvGraphicFramePr/>
          <p:nvPr/>
        </p:nvGraphicFramePr>
        <p:xfrm>
          <a:off x="1835150" y="2611438"/>
          <a:ext cx="2565400" cy="417512"/>
        </p:xfrm>
        <a:graphic>
          <a:graphicData uri="http://schemas.openxmlformats.org/presentationml/2006/ole">
            <mc:AlternateContent xmlns:mc="http://schemas.openxmlformats.org/markup-compatibility/2006">
              <mc:Choice xmlns:v="urn:schemas-microsoft-com:vml" Requires="v">
                <p:oleObj spid="_x0000_s29730" name="" r:id="rId5" imgW="2565400" imgH="419100" progId="Equation.3">
                  <p:embed/>
                </p:oleObj>
              </mc:Choice>
              <mc:Fallback>
                <p:oleObj name="" r:id="rId5" imgW="2565400" imgH="419100" progId="Equation.3">
                  <p:embed/>
                  <p:pic>
                    <p:nvPicPr>
                      <p:cNvPr id="0" name="对象 1884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2611438"/>
                        <a:ext cx="2565400" cy="4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8421" name="对象 188420"/>
          <p:cNvGraphicFramePr/>
          <p:nvPr/>
        </p:nvGraphicFramePr>
        <p:xfrm>
          <a:off x="4192588" y="3556000"/>
          <a:ext cx="1358900" cy="442913"/>
        </p:xfrm>
        <a:graphic>
          <a:graphicData uri="http://schemas.openxmlformats.org/presentationml/2006/ole">
            <mc:AlternateContent xmlns:mc="http://schemas.openxmlformats.org/markup-compatibility/2006">
              <mc:Choice xmlns:v="urn:schemas-microsoft-com:vml" Requires="v">
                <p:oleObj spid="_x0000_s29731" name="" r:id="rId7" imgW="1434465" imgH="444500" progId="Equation.3">
                  <p:embed/>
                </p:oleObj>
              </mc:Choice>
              <mc:Fallback>
                <p:oleObj name="" r:id="rId7" imgW="1434465" imgH="444500" progId="Equation.3">
                  <p:embed/>
                  <p:pic>
                    <p:nvPicPr>
                      <p:cNvPr id="0" name="对象 18842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2588" y="3556000"/>
                        <a:ext cx="13589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8422" name="对象 188421"/>
          <p:cNvGraphicFramePr/>
          <p:nvPr/>
        </p:nvGraphicFramePr>
        <p:xfrm>
          <a:off x="4552950" y="2405063"/>
          <a:ext cx="2311400" cy="825500"/>
        </p:xfrm>
        <a:graphic>
          <a:graphicData uri="http://schemas.openxmlformats.org/presentationml/2006/ole">
            <mc:AlternateContent xmlns:mc="http://schemas.openxmlformats.org/markup-compatibility/2006">
              <mc:Choice xmlns:v="urn:schemas-microsoft-com:vml" Requires="v">
                <p:oleObj spid="_x0000_s29732" name="" r:id="rId9" imgW="2311400" imgH="825500" progId="Equation.3">
                  <p:embed/>
                </p:oleObj>
              </mc:Choice>
              <mc:Fallback>
                <p:oleObj name="" r:id="rId9" imgW="2311400" imgH="825500" progId="Equation.3">
                  <p:embed/>
                  <p:pic>
                    <p:nvPicPr>
                      <p:cNvPr id="0" name="对象 18842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2950" y="2405063"/>
                        <a:ext cx="23114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8423" name="对象 188422"/>
          <p:cNvGraphicFramePr/>
          <p:nvPr/>
        </p:nvGraphicFramePr>
        <p:xfrm>
          <a:off x="1809750" y="3335338"/>
          <a:ext cx="2298700" cy="901700"/>
        </p:xfrm>
        <a:graphic>
          <a:graphicData uri="http://schemas.openxmlformats.org/presentationml/2006/ole">
            <mc:AlternateContent xmlns:mc="http://schemas.openxmlformats.org/markup-compatibility/2006">
              <mc:Choice xmlns:v="urn:schemas-microsoft-com:vml" Requires="v">
                <p:oleObj spid="_x0000_s29733" name="" r:id="rId11" imgW="2297430" imgH="901065" progId="Equation.3">
                  <p:embed/>
                </p:oleObj>
              </mc:Choice>
              <mc:Fallback>
                <p:oleObj name="" r:id="rId11" imgW="2297430" imgH="901065" progId="Equation.3">
                  <p:embed/>
                  <p:pic>
                    <p:nvPicPr>
                      <p:cNvPr id="0" name="对象 18842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09750" y="3335338"/>
                        <a:ext cx="2298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组合 188433"/>
          <p:cNvGrpSpPr/>
          <p:nvPr/>
        </p:nvGrpSpPr>
        <p:grpSpPr bwMode="auto">
          <a:xfrm>
            <a:off x="592138" y="460375"/>
            <a:ext cx="7186612" cy="1079500"/>
            <a:chOff x="672" y="1536"/>
            <a:chExt cx="4527" cy="680"/>
          </a:xfrm>
        </p:grpSpPr>
        <p:graphicFrame>
          <p:nvGraphicFramePr>
            <p:cNvPr id="25611" name="对象 188424"/>
            <p:cNvGraphicFramePr/>
            <p:nvPr/>
          </p:nvGraphicFramePr>
          <p:xfrm>
            <a:off x="672" y="1584"/>
            <a:ext cx="4527" cy="632"/>
          </p:xfrm>
          <a:graphic>
            <a:graphicData uri="http://schemas.openxmlformats.org/presentationml/2006/ole">
              <mc:AlternateContent xmlns:mc="http://schemas.openxmlformats.org/markup-compatibility/2006">
                <mc:Choice xmlns:v="urn:schemas-microsoft-com:vml" Requires="v">
                  <p:oleObj spid="_x0000_s29734" name="" r:id="rId13" imgW="7172325" imgH="1002665" progId="Equation.DSMT4">
                    <p:embed/>
                  </p:oleObj>
                </mc:Choice>
                <mc:Fallback>
                  <p:oleObj name="" r:id="rId13" imgW="7172325" imgH="1002665" progId="Equation.DSMT4">
                    <p:embed/>
                    <p:pic>
                      <p:nvPicPr>
                        <p:cNvPr id="0" name="对象 188424"/>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2" y="1584"/>
                          <a:ext cx="4527" cy="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16" name="矩形 188425"/>
            <p:cNvSpPr>
              <a:spLocks noChangeArrowheads="1"/>
            </p:cNvSpPr>
            <p:nvPr/>
          </p:nvSpPr>
          <p:spPr bwMode="auto">
            <a:xfrm>
              <a:off x="672" y="1536"/>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r>
                <a:rPr lang="zh-CN" altLang="en-US" b="1">
                  <a:solidFill>
                    <a:srgbClr val="FF0000"/>
                  </a:solidFill>
                  <a:latin typeface="黑体" panose="02010609060101010101" pitchFamily="49" charset="-122"/>
                </a:rPr>
                <a:t>例</a:t>
              </a:r>
              <a:endParaRPr lang="zh-CN" altLang="en-US" b="1">
                <a:solidFill>
                  <a:srgbClr val="FF0000"/>
                </a:solidFill>
                <a:latin typeface="黑体" panose="02010609060101010101" pitchFamily="49" charset="-122"/>
              </a:endParaRPr>
            </a:p>
          </p:txBody>
        </p:sp>
      </p:grpSp>
      <p:graphicFrame>
        <p:nvGraphicFramePr>
          <p:cNvPr id="188429" name="对象 188428"/>
          <p:cNvGraphicFramePr/>
          <p:nvPr/>
        </p:nvGraphicFramePr>
        <p:xfrm>
          <a:off x="5776913" y="3556000"/>
          <a:ext cx="1535112" cy="379413"/>
        </p:xfrm>
        <a:graphic>
          <a:graphicData uri="http://schemas.openxmlformats.org/presentationml/2006/ole">
            <mc:AlternateContent xmlns:mc="http://schemas.openxmlformats.org/markup-compatibility/2006">
              <mc:Choice xmlns:v="urn:schemas-microsoft-com:vml" Requires="v">
                <p:oleObj spid="_x0000_s29735" name="" r:id="rId15" imgW="1421765" imgH="381000" progId="Equation.3">
                  <p:embed/>
                </p:oleObj>
              </mc:Choice>
              <mc:Fallback>
                <p:oleObj name="" r:id="rId15" imgW="1421765" imgH="381000" progId="Equation.3">
                  <p:embed/>
                  <p:pic>
                    <p:nvPicPr>
                      <p:cNvPr id="0" name="对象 188428"/>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76913" y="3556000"/>
                        <a:ext cx="1535112"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 name="组合 188429"/>
          <p:cNvGrpSpPr/>
          <p:nvPr/>
        </p:nvGrpSpPr>
        <p:grpSpPr bwMode="auto">
          <a:xfrm>
            <a:off x="5273675" y="1755775"/>
            <a:ext cx="1600200" cy="1524000"/>
            <a:chOff x="3600" y="2352"/>
            <a:chExt cx="1008" cy="960"/>
          </a:xfrm>
        </p:grpSpPr>
        <p:sp>
          <p:nvSpPr>
            <p:cNvPr id="25614" name="椭圆 188430"/>
            <p:cNvSpPr>
              <a:spLocks noChangeArrowheads="1"/>
            </p:cNvSpPr>
            <p:nvPr/>
          </p:nvSpPr>
          <p:spPr bwMode="auto">
            <a:xfrm>
              <a:off x="3600" y="2688"/>
              <a:ext cx="672" cy="624"/>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sp>
          <p:nvSpPr>
            <p:cNvPr id="25615" name="直接连接符 188431"/>
            <p:cNvSpPr>
              <a:spLocks noChangeShapeType="1"/>
            </p:cNvSpPr>
            <p:nvPr/>
          </p:nvSpPr>
          <p:spPr bwMode="auto">
            <a:xfrm flipV="1">
              <a:off x="4128" y="2544"/>
              <a:ext cx="144" cy="192"/>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5610" name="对象 188432"/>
            <p:cNvGraphicFramePr/>
            <p:nvPr/>
          </p:nvGraphicFramePr>
          <p:xfrm>
            <a:off x="4272" y="2352"/>
            <a:ext cx="336" cy="240"/>
          </p:xfrm>
          <a:graphic>
            <a:graphicData uri="http://schemas.openxmlformats.org/presentationml/2006/ole">
              <mc:AlternateContent xmlns:mc="http://schemas.openxmlformats.org/markup-compatibility/2006">
                <mc:Choice xmlns:v="urn:schemas-microsoft-com:vml" Requires="v">
                  <p:oleObj spid="_x0000_s29736" name="" r:id="rId17" imgW="731520" imgH="522605" progId="Equation.3">
                    <p:embed/>
                  </p:oleObj>
                </mc:Choice>
                <mc:Fallback>
                  <p:oleObj name="" r:id="rId17" imgW="731520" imgH="522605" progId="Equation.3">
                    <p:embed/>
                    <p:pic>
                      <p:nvPicPr>
                        <p:cNvPr id="0" name="对象 188432"/>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72" y="2352"/>
                          <a:ext cx="33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5609" name="对象 189447"/>
          <p:cNvGraphicFramePr/>
          <p:nvPr/>
        </p:nvGraphicFramePr>
        <p:xfrm>
          <a:off x="1763713" y="4508500"/>
          <a:ext cx="2755900" cy="825500"/>
        </p:xfrm>
        <a:graphic>
          <a:graphicData uri="http://schemas.openxmlformats.org/presentationml/2006/ole">
            <mc:AlternateContent xmlns:mc="http://schemas.openxmlformats.org/markup-compatibility/2006">
              <mc:Choice xmlns:v="urn:schemas-microsoft-com:vml" Requires="v">
                <p:oleObj spid="_x0000_s29737" name="Equation" r:id="rId19" imgW="2755900" imgH="825500" progId="Equation.DSMT4">
                  <p:embed/>
                </p:oleObj>
              </mc:Choice>
              <mc:Fallback>
                <p:oleObj name="Equation" r:id="rId19" imgW="2755900" imgH="825500" progId="Equation.DSMT4">
                  <p:embed/>
                  <p:pic>
                    <p:nvPicPr>
                      <p:cNvPr id="0" name="对象 189447"/>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63713" y="4508500"/>
                        <a:ext cx="27559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88418"/>
                                        </p:tgtEl>
                                        <p:attrNameLst>
                                          <p:attrName>style.visibility</p:attrName>
                                        </p:attrNameLst>
                                      </p:cBhvr>
                                      <p:to>
                                        <p:strVal val="visible"/>
                                      </p:to>
                                    </p:set>
                                    <p:animEffect transition="in" filter="wipe(left)">
                                      <p:cBhvr>
                                        <p:cTn id="13" dur="500"/>
                                        <p:tgtEl>
                                          <p:spTgt spid="1884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88419"/>
                                        </p:tgtEl>
                                        <p:attrNameLst>
                                          <p:attrName>style.visibility</p:attrName>
                                        </p:attrNameLst>
                                      </p:cBhvr>
                                      <p:to>
                                        <p:strVal val="visible"/>
                                      </p:to>
                                    </p:set>
                                    <p:animEffect transition="in" filter="wipe(left)">
                                      <p:cBhvr>
                                        <p:cTn id="18" dur="500"/>
                                        <p:tgtEl>
                                          <p:spTgt spid="18841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88420"/>
                                        </p:tgtEl>
                                        <p:attrNameLst>
                                          <p:attrName>style.visibility</p:attrName>
                                        </p:attrNameLst>
                                      </p:cBhvr>
                                      <p:to>
                                        <p:strVal val="visible"/>
                                      </p:to>
                                    </p:set>
                                    <p:animEffect transition="in" filter="wipe(left)">
                                      <p:cBhvr>
                                        <p:cTn id="23" dur="500"/>
                                        <p:tgtEl>
                                          <p:spTgt spid="18842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88422"/>
                                        </p:tgtEl>
                                        <p:attrNameLst>
                                          <p:attrName>style.visibility</p:attrName>
                                        </p:attrNameLst>
                                      </p:cBhvr>
                                      <p:to>
                                        <p:strVal val="visible"/>
                                      </p:to>
                                    </p:set>
                                    <p:animEffect transition="in" filter="wipe(left)">
                                      <p:cBhvr>
                                        <p:cTn id="28" dur="500"/>
                                        <p:tgtEl>
                                          <p:spTgt spid="18842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500" fill="hold"/>
                                        <p:tgtEl>
                                          <p:spTgt spid="3"/>
                                        </p:tgtEl>
                                        <p:attrNameLst>
                                          <p:attrName>ppt_x</p:attrName>
                                        </p:attrNameLst>
                                      </p:cBhvr>
                                      <p:tavLst>
                                        <p:tav tm="0">
                                          <p:val>
                                            <p:strVal val="0-#ppt_w/2"/>
                                          </p:val>
                                        </p:tav>
                                        <p:tav tm="100000">
                                          <p:val>
                                            <p:strVal val="#ppt_x"/>
                                          </p:val>
                                        </p:tav>
                                      </p:tavLst>
                                    </p:anim>
                                    <p:anim calcmode="lin" valueType="num">
                                      <p:cBhvr additive="base">
                                        <p:cTn id="3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88423"/>
                                        </p:tgtEl>
                                        <p:attrNameLst>
                                          <p:attrName>style.visibility</p:attrName>
                                        </p:attrNameLst>
                                      </p:cBhvr>
                                      <p:to>
                                        <p:strVal val="visible"/>
                                      </p:to>
                                    </p:set>
                                    <p:animEffect transition="in" filter="wipe(left)">
                                      <p:cBhvr>
                                        <p:cTn id="39" dur="500"/>
                                        <p:tgtEl>
                                          <p:spTgt spid="1884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88421"/>
                                        </p:tgtEl>
                                        <p:attrNameLst>
                                          <p:attrName>style.visibility</p:attrName>
                                        </p:attrNameLst>
                                      </p:cBhvr>
                                      <p:to>
                                        <p:strVal val="visible"/>
                                      </p:to>
                                    </p:set>
                                    <p:animEffect transition="in" filter="wipe(left)">
                                      <p:cBhvr>
                                        <p:cTn id="44" dur="500"/>
                                        <p:tgtEl>
                                          <p:spTgt spid="18842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88429"/>
                                        </p:tgtEl>
                                        <p:attrNameLst>
                                          <p:attrName>style.visibility</p:attrName>
                                        </p:attrNameLst>
                                      </p:cBhvr>
                                      <p:to>
                                        <p:strVal val="visible"/>
                                      </p:to>
                                    </p:set>
                                    <p:animEffect transition="in" filter="wipe(left)">
                                      <p:cBhvr>
                                        <p:cTn id="49" dur="500"/>
                                        <p:tgtEl>
                                          <p:spTgt spid="188429"/>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5609"/>
                                        </p:tgtEl>
                                        <p:attrNameLst>
                                          <p:attrName>style.visibility</p:attrName>
                                        </p:attrNameLst>
                                      </p:cBhvr>
                                      <p:to>
                                        <p:strVal val="visible"/>
                                      </p:to>
                                    </p:set>
                                    <p:anim calcmode="lin" valueType="num">
                                      <p:cBhvr additive="base">
                                        <p:cTn id="54" dur="500" fill="hold"/>
                                        <p:tgtEl>
                                          <p:spTgt spid="25609"/>
                                        </p:tgtEl>
                                        <p:attrNameLst>
                                          <p:attrName>ppt_x</p:attrName>
                                        </p:attrNameLst>
                                      </p:cBhvr>
                                      <p:tavLst>
                                        <p:tav tm="0">
                                          <p:val>
                                            <p:strVal val="#ppt_x"/>
                                          </p:val>
                                        </p:tav>
                                        <p:tav tm="100000">
                                          <p:val>
                                            <p:strVal val="#ppt_x"/>
                                          </p:val>
                                        </p:tav>
                                      </p:tavLst>
                                    </p:anim>
                                    <p:anim calcmode="lin" valueType="num">
                                      <p:cBhvr additive="base">
                                        <p:cTn id="55" dur="500" fill="hold"/>
                                        <p:tgtEl>
                                          <p:spTgt spid="256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42" name="对象 189441"/>
          <p:cNvGraphicFramePr/>
          <p:nvPr/>
        </p:nvGraphicFramePr>
        <p:xfrm>
          <a:off x="895350" y="909638"/>
          <a:ext cx="3263900" cy="419100"/>
        </p:xfrm>
        <a:graphic>
          <a:graphicData uri="http://schemas.openxmlformats.org/presentationml/2006/ole">
            <mc:AlternateContent xmlns:mc="http://schemas.openxmlformats.org/markup-compatibility/2006">
              <mc:Choice xmlns:v="urn:schemas-microsoft-com:vml" Requires="v">
                <p:oleObj spid="_x0000_s30746" name="" r:id="rId1" imgW="3263900" imgH="419100" progId="Equation.3">
                  <p:embed/>
                </p:oleObj>
              </mc:Choice>
              <mc:Fallback>
                <p:oleObj name="" r:id="rId1" imgW="3263900" imgH="419100" progId="Equation.3">
                  <p:embed/>
                  <p:pic>
                    <p:nvPicPr>
                      <p:cNvPr id="0" name="对象 18944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5350" y="909638"/>
                        <a:ext cx="32639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443" name="对象 189442"/>
          <p:cNvGraphicFramePr/>
          <p:nvPr/>
        </p:nvGraphicFramePr>
        <p:xfrm>
          <a:off x="971550" y="1747838"/>
          <a:ext cx="4699000" cy="430212"/>
        </p:xfrm>
        <a:graphic>
          <a:graphicData uri="http://schemas.openxmlformats.org/presentationml/2006/ole">
            <mc:AlternateContent xmlns:mc="http://schemas.openxmlformats.org/markup-compatibility/2006">
              <mc:Choice xmlns:v="urn:schemas-microsoft-com:vml" Requires="v">
                <p:oleObj spid="_x0000_s30747" name="" r:id="rId3" imgW="4697095" imgH="431800" progId="Equation.3">
                  <p:embed/>
                </p:oleObj>
              </mc:Choice>
              <mc:Fallback>
                <p:oleObj name="" r:id="rId3" imgW="4697095" imgH="431800" progId="Equation.3">
                  <p:embed/>
                  <p:pic>
                    <p:nvPicPr>
                      <p:cNvPr id="0" name="对象 1894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747838"/>
                        <a:ext cx="46990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444" name="对象 189443"/>
          <p:cNvGraphicFramePr/>
          <p:nvPr/>
        </p:nvGraphicFramePr>
        <p:xfrm>
          <a:off x="971550" y="2433638"/>
          <a:ext cx="4533900" cy="901700"/>
        </p:xfrm>
        <a:graphic>
          <a:graphicData uri="http://schemas.openxmlformats.org/presentationml/2006/ole">
            <mc:AlternateContent xmlns:mc="http://schemas.openxmlformats.org/markup-compatibility/2006">
              <mc:Choice xmlns:v="urn:schemas-microsoft-com:vml" Requires="v">
                <p:oleObj spid="_x0000_s30748" name="" r:id="rId5" imgW="4531995" imgH="901065" progId="Equation.3">
                  <p:embed/>
                </p:oleObj>
              </mc:Choice>
              <mc:Fallback>
                <p:oleObj name="" r:id="rId5" imgW="4531995" imgH="901065" progId="Equation.3">
                  <p:embed/>
                  <p:pic>
                    <p:nvPicPr>
                      <p:cNvPr id="0" name="对象 18944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2433638"/>
                        <a:ext cx="45339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445" name="对象 189444"/>
          <p:cNvGraphicFramePr/>
          <p:nvPr/>
        </p:nvGraphicFramePr>
        <p:xfrm>
          <a:off x="5949950" y="3729038"/>
          <a:ext cx="2336800" cy="404812"/>
        </p:xfrm>
        <a:graphic>
          <a:graphicData uri="http://schemas.openxmlformats.org/presentationml/2006/ole">
            <mc:AlternateContent xmlns:mc="http://schemas.openxmlformats.org/markup-compatibility/2006">
              <mc:Choice xmlns:v="urn:schemas-microsoft-com:vml" Requires="v">
                <p:oleObj spid="_x0000_s30749" name="" r:id="rId7" imgW="2334895" imgH="405765" progId="Equation.3">
                  <p:embed/>
                </p:oleObj>
              </mc:Choice>
              <mc:Fallback>
                <p:oleObj name="" r:id="rId7" imgW="2334895" imgH="405765" progId="Equation.3">
                  <p:embed/>
                  <p:pic>
                    <p:nvPicPr>
                      <p:cNvPr id="0" name="对象 18944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9950" y="3729038"/>
                        <a:ext cx="23368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446" name="对象 189445"/>
          <p:cNvGraphicFramePr/>
          <p:nvPr/>
        </p:nvGraphicFramePr>
        <p:xfrm>
          <a:off x="819150" y="4414838"/>
          <a:ext cx="4152900" cy="825500"/>
        </p:xfrm>
        <a:graphic>
          <a:graphicData uri="http://schemas.openxmlformats.org/presentationml/2006/ole">
            <mc:AlternateContent xmlns:mc="http://schemas.openxmlformats.org/markup-compatibility/2006">
              <mc:Choice xmlns:v="urn:schemas-microsoft-com:vml" Requires="v">
                <p:oleObj spid="_x0000_s30750" name="" r:id="rId9" imgW="4152900" imgH="825500" progId="Equation.3">
                  <p:embed/>
                </p:oleObj>
              </mc:Choice>
              <mc:Fallback>
                <p:oleObj name="" r:id="rId9" imgW="4152900" imgH="825500" progId="Equation.3">
                  <p:embed/>
                  <p:pic>
                    <p:nvPicPr>
                      <p:cNvPr id="0" name="对象 18944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9150" y="4414838"/>
                        <a:ext cx="41529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9447" name="对象 189446"/>
          <p:cNvGraphicFramePr/>
          <p:nvPr/>
        </p:nvGraphicFramePr>
        <p:xfrm>
          <a:off x="5010150" y="4414838"/>
          <a:ext cx="1524000" cy="825500"/>
        </p:xfrm>
        <a:graphic>
          <a:graphicData uri="http://schemas.openxmlformats.org/presentationml/2006/ole">
            <mc:AlternateContent xmlns:mc="http://schemas.openxmlformats.org/markup-compatibility/2006">
              <mc:Choice xmlns:v="urn:schemas-microsoft-com:vml" Requires="v">
                <p:oleObj spid="_x0000_s30751" name="" r:id="rId11" imgW="1524000" imgH="825500" progId="Equation.3">
                  <p:embed/>
                </p:oleObj>
              </mc:Choice>
              <mc:Fallback>
                <p:oleObj name="" r:id="rId11" imgW="1524000" imgH="825500" progId="Equation.3">
                  <p:embed/>
                  <p:pic>
                    <p:nvPicPr>
                      <p:cNvPr id="0" name="对象 18944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0150" y="4414838"/>
                        <a:ext cx="15240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 name="组合 189448"/>
          <p:cNvGrpSpPr/>
          <p:nvPr/>
        </p:nvGrpSpPr>
        <p:grpSpPr bwMode="auto">
          <a:xfrm>
            <a:off x="2647950" y="2281238"/>
            <a:ext cx="4038600" cy="1414462"/>
            <a:chOff x="2016" y="2018"/>
            <a:chExt cx="2544" cy="891"/>
          </a:xfrm>
        </p:grpSpPr>
        <p:sp>
          <p:nvSpPr>
            <p:cNvPr id="26635" name="椭圆 189449"/>
            <p:cNvSpPr>
              <a:spLocks noChangeArrowheads="1"/>
            </p:cNvSpPr>
            <p:nvPr/>
          </p:nvSpPr>
          <p:spPr bwMode="auto">
            <a:xfrm>
              <a:off x="2016" y="2018"/>
              <a:ext cx="1376" cy="718"/>
            </a:xfrm>
            <a:prstGeom prst="ellipse">
              <a:avLst/>
            </a:prstGeom>
            <a:noFill/>
            <a:ln w="28575">
              <a:solidFill>
                <a:srgbClr val="0000FF"/>
              </a:solidFill>
              <a:round/>
            </a:ln>
            <a:extLst>
              <a:ext uri="{909E8E84-426E-40DD-AFC4-6F175D3DCCD1}">
                <a14:hiddenFill xmlns:a14="http://schemas.microsoft.com/office/drawing/2010/main">
                  <a:solidFill>
                    <a:srgbClr val="FFFFFF"/>
                  </a:solidFill>
                </a14:hiddenFill>
              </a:ext>
            </a:extLst>
          </p:spPr>
          <p:txBody>
            <a:bodyPr/>
            <a:lstStyle>
              <a:lvl1pPr>
                <a:defRPr sz="2800">
                  <a:solidFill>
                    <a:schemeClr val="hlink"/>
                  </a:solidFill>
                  <a:latin typeface="Arial" panose="020B0604020202020204" pitchFamily="34" charset="0"/>
                  <a:ea typeface="黑体" panose="02010609060101010101" pitchFamily="49" charset="-122"/>
                </a:defRPr>
              </a:lvl1pPr>
              <a:lvl2pPr marL="742950" indent="-285750">
                <a:defRPr sz="2800">
                  <a:solidFill>
                    <a:schemeClr val="hlink"/>
                  </a:solidFill>
                  <a:latin typeface="Arial" panose="020B0604020202020204" pitchFamily="34" charset="0"/>
                  <a:ea typeface="黑体" panose="02010609060101010101" pitchFamily="49" charset="-122"/>
                </a:defRPr>
              </a:lvl2pPr>
              <a:lvl3pPr marL="1143000" indent="-228600">
                <a:defRPr sz="2800">
                  <a:solidFill>
                    <a:schemeClr val="hlink"/>
                  </a:solidFill>
                  <a:latin typeface="Arial" panose="020B0604020202020204" pitchFamily="34" charset="0"/>
                  <a:ea typeface="黑体" panose="02010609060101010101" pitchFamily="49" charset="-122"/>
                </a:defRPr>
              </a:lvl3pPr>
              <a:lvl4pPr marL="1600200" indent="-228600">
                <a:defRPr sz="2800">
                  <a:solidFill>
                    <a:schemeClr val="hlink"/>
                  </a:solidFill>
                  <a:latin typeface="Arial" panose="020B0604020202020204" pitchFamily="34" charset="0"/>
                  <a:ea typeface="黑体" panose="02010609060101010101" pitchFamily="49" charset="-122"/>
                </a:defRPr>
              </a:lvl4pPr>
              <a:lvl5pPr marL="2057400" indent="-228600">
                <a:defRPr sz="2800">
                  <a:solidFill>
                    <a:schemeClr val="hlink"/>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2800">
                  <a:solidFill>
                    <a:schemeClr val="hlink"/>
                  </a:solidFill>
                  <a:latin typeface="Arial" panose="020B0604020202020204" pitchFamily="34" charset="0"/>
                  <a:ea typeface="黑体" panose="02010609060101010101" pitchFamily="49" charset="-122"/>
                </a:defRPr>
              </a:lvl9pPr>
            </a:lstStyle>
            <a:p>
              <a:endParaRPr lang="zh-CN" altLang="en-US"/>
            </a:p>
          </p:txBody>
        </p:sp>
        <p:graphicFrame>
          <p:nvGraphicFramePr>
            <p:cNvPr id="26633" name="对象 189450"/>
            <p:cNvGraphicFramePr/>
            <p:nvPr/>
          </p:nvGraphicFramePr>
          <p:xfrm>
            <a:off x="3600" y="2592"/>
            <a:ext cx="960" cy="317"/>
          </p:xfrm>
          <a:graphic>
            <a:graphicData uri="http://schemas.openxmlformats.org/presentationml/2006/ole">
              <mc:AlternateContent xmlns:mc="http://schemas.openxmlformats.org/markup-compatibility/2006">
                <mc:Choice xmlns:v="urn:schemas-microsoft-com:vml" Requires="v">
                  <p:oleObj spid="_x0000_s30752" name="" r:id="rId13" imgW="2155190" imgH="666115" progId="Equation.3">
                    <p:embed/>
                  </p:oleObj>
                </mc:Choice>
                <mc:Fallback>
                  <p:oleObj name="" r:id="rId13" imgW="2155190" imgH="666115" progId="Equation.3">
                    <p:embed/>
                    <p:pic>
                      <p:nvPicPr>
                        <p:cNvPr id="0" name="对象 18945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0" y="2592"/>
                          <a:ext cx="960"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6636" name="直接连接符 189451"/>
            <p:cNvSpPr>
              <a:spLocks noChangeShapeType="1"/>
            </p:cNvSpPr>
            <p:nvPr/>
          </p:nvSpPr>
          <p:spPr bwMode="auto">
            <a:xfrm>
              <a:off x="3120" y="2640"/>
              <a:ext cx="528" cy="144"/>
            </a:xfrm>
            <a:prstGeom prst="line">
              <a:avLst/>
            </a:prstGeom>
            <a:noFill/>
            <a:ln w="2857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89453" name="对象 189452"/>
          <p:cNvGraphicFramePr/>
          <p:nvPr/>
        </p:nvGraphicFramePr>
        <p:xfrm>
          <a:off x="971550" y="3500438"/>
          <a:ext cx="4089400" cy="901700"/>
        </p:xfrm>
        <a:graphic>
          <a:graphicData uri="http://schemas.openxmlformats.org/presentationml/2006/ole">
            <mc:AlternateContent xmlns:mc="http://schemas.openxmlformats.org/markup-compatibility/2006">
              <mc:Choice xmlns:v="urn:schemas-microsoft-com:vml" Requires="v">
                <p:oleObj spid="_x0000_s30753" name="" r:id="rId15" imgW="4087495" imgH="901065" progId="Equation.3">
                  <p:embed/>
                </p:oleObj>
              </mc:Choice>
              <mc:Fallback>
                <p:oleObj name="" r:id="rId15" imgW="4087495" imgH="901065" progId="Equation.3">
                  <p:embed/>
                  <p:pic>
                    <p:nvPicPr>
                      <p:cNvPr id="0" name="对象 189452"/>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1550" y="3500438"/>
                        <a:ext cx="40894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wipe(left)">
                                      <p:cBhvr>
                                        <p:cTn id="7" dur="500"/>
                                        <p:tgtEl>
                                          <p:spTgt spid="1894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9443"/>
                                        </p:tgtEl>
                                        <p:attrNameLst>
                                          <p:attrName>style.visibility</p:attrName>
                                        </p:attrNameLst>
                                      </p:cBhvr>
                                      <p:to>
                                        <p:strVal val="visible"/>
                                      </p:to>
                                    </p:set>
                                    <p:animEffect transition="in" filter="wipe(left)">
                                      <p:cBhvr>
                                        <p:cTn id="12" dur="500"/>
                                        <p:tgtEl>
                                          <p:spTgt spid="1894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9444"/>
                                        </p:tgtEl>
                                        <p:attrNameLst>
                                          <p:attrName>style.visibility</p:attrName>
                                        </p:attrNameLst>
                                      </p:cBhvr>
                                      <p:to>
                                        <p:strVal val="visible"/>
                                      </p:to>
                                    </p:set>
                                    <p:animEffect transition="in" filter="wipe(left)">
                                      <p:cBhvr>
                                        <p:cTn id="17" dur="500"/>
                                        <p:tgtEl>
                                          <p:spTgt spid="18944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9453"/>
                                        </p:tgtEl>
                                        <p:attrNameLst>
                                          <p:attrName>style.visibility</p:attrName>
                                        </p:attrNameLst>
                                      </p:cBhvr>
                                      <p:to>
                                        <p:strVal val="visible"/>
                                      </p:to>
                                    </p:set>
                                    <p:animEffect transition="in" filter="wipe(left)">
                                      <p:cBhvr>
                                        <p:cTn id="22" dur="500"/>
                                        <p:tgtEl>
                                          <p:spTgt spid="1894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9445"/>
                                        </p:tgtEl>
                                        <p:attrNameLst>
                                          <p:attrName>style.visibility</p:attrName>
                                        </p:attrNameLst>
                                      </p:cBhvr>
                                      <p:to>
                                        <p:strVal val="visible"/>
                                      </p:to>
                                    </p:set>
                                    <p:animEffect transition="in" filter="wipe(left)">
                                      <p:cBhvr>
                                        <p:cTn id="27" dur="500"/>
                                        <p:tgtEl>
                                          <p:spTgt spid="18944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9446"/>
                                        </p:tgtEl>
                                        <p:attrNameLst>
                                          <p:attrName>style.visibility</p:attrName>
                                        </p:attrNameLst>
                                      </p:cBhvr>
                                      <p:to>
                                        <p:strVal val="visible"/>
                                      </p:to>
                                    </p:set>
                                    <p:animEffect transition="in" filter="wipe(left)">
                                      <p:cBhvr>
                                        <p:cTn id="37" dur="500"/>
                                        <p:tgtEl>
                                          <p:spTgt spid="1894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9447"/>
                                        </p:tgtEl>
                                        <p:attrNameLst>
                                          <p:attrName>style.visibility</p:attrName>
                                        </p:attrNameLst>
                                      </p:cBhvr>
                                      <p:to>
                                        <p:strVal val="visible"/>
                                      </p:to>
                                    </p:set>
                                    <p:animEffect transition="in" filter="wipe(left)">
                                      <p:cBhvr>
                                        <p:cTn id="42" dur="500"/>
                                        <p:tgtEl>
                                          <p:spTgt spid="1894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93C31A-4366-4BE1-B659-8B406EF4ED15}" type="datetime3">
              <a:rPr lang="zh-CN" altLang="en-US" smtClean="0"/>
            </a:fld>
            <a:endParaRPr lang="en-US" altLang="zh-CN"/>
          </a:p>
        </p:txBody>
      </p:sp>
      <p:sp>
        <p:nvSpPr>
          <p:cNvPr id="2151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2151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42667E-E909-49DA-BE6B-700974D57EB5}" type="slidenum">
              <a:rPr lang="en-US" altLang="zh-CN"/>
            </a:fld>
            <a:endParaRPr lang="en-US" altLang="zh-CN"/>
          </a:p>
        </p:txBody>
      </p:sp>
      <p:pic>
        <p:nvPicPr>
          <p:cNvPr id="2151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013" y="1412875"/>
            <a:ext cx="71278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5"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5013325"/>
            <a:ext cx="3889375"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6"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5157788"/>
            <a:ext cx="3457575"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8" name="Text Box 11"/>
          <p:cNvSpPr txBox="1">
            <a:spLocks noChangeArrowheads="1"/>
          </p:cNvSpPr>
          <p:nvPr/>
        </p:nvSpPr>
        <p:spPr bwMode="auto">
          <a:xfrm>
            <a:off x="323850" y="260350"/>
            <a:ext cx="5222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0000FF"/>
                </a:solidFill>
                <a:ea typeface="楷体_GB2312" pitchFamily="49" charset="-122"/>
              </a:rPr>
              <a:t>2.</a:t>
            </a:r>
            <a:endParaRPr lang="en-US" altLang="zh-CN" sz="3200" b="1">
              <a:solidFill>
                <a:srgbClr val="0000FF"/>
              </a:solidFill>
              <a:ea typeface="楷体_GB2312" pitchFamily="49" charset="-122"/>
            </a:endParaRPr>
          </a:p>
        </p:txBody>
      </p:sp>
      <p:sp>
        <p:nvSpPr>
          <p:cNvPr id="75788" name="Text Box 12"/>
          <p:cNvSpPr txBox="1">
            <a:spLocks noChangeArrowheads="1"/>
          </p:cNvSpPr>
          <p:nvPr/>
        </p:nvSpPr>
        <p:spPr bwMode="auto">
          <a:xfrm>
            <a:off x="250825" y="1916113"/>
            <a:ext cx="7048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solidFill>
                  <a:srgbClr val="0000FF"/>
                </a:solidFill>
                <a:ea typeface="楷体_GB2312" pitchFamily="49" charset="-122"/>
              </a:rPr>
              <a:t>解</a:t>
            </a:r>
            <a:r>
              <a:rPr lang="en-US" altLang="zh-CN" sz="3200" b="1">
                <a:solidFill>
                  <a:srgbClr val="0000FF"/>
                </a:solidFill>
                <a:ea typeface="楷体_GB2312" pitchFamily="49" charset="-122"/>
              </a:rPr>
              <a:t>.</a:t>
            </a:r>
            <a:endParaRPr lang="en-US" altLang="zh-CN" sz="3200" b="1">
              <a:solidFill>
                <a:srgbClr val="0000FF"/>
              </a:solidFill>
              <a:ea typeface="楷体_GB2312" pitchFamily="49" charset="-122"/>
            </a:endParaRPr>
          </a:p>
        </p:txBody>
      </p:sp>
      <p:graphicFrame>
        <p:nvGraphicFramePr>
          <p:cNvPr id="75789" name="Object 13"/>
          <p:cNvGraphicFramePr>
            <a:graphicFrameLocks noChangeAspect="1"/>
          </p:cNvGraphicFramePr>
          <p:nvPr/>
        </p:nvGraphicFramePr>
        <p:xfrm>
          <a:off x="827088" y="1916113"/>
          <a:ext cx="2879725" cy="1595437"/>
        </p:xfrm>
        <a:graphic>
          <a:graphicData uri="http://schemas.openxmlformats.org/presentationml/2006/ole">
            <mc:AlternateContent xmlns:mc="http://schemas.openxmlformats.org/markup-compatibility/2006">
              <mc:Choice xmlns:v="urn:schemas-microsoft-com:vml" Requires="v">
                <p:oleObj spid="_x0000_s31764" name="Equation" r:id="rId4" imgW="1651000" imgH="914400" progId="Equation.DSMT4">
                  <p:embed/>
                </p:oleObj>
              </mc:Choice>
              <mc:Fallback>
                <p:oleObj name="Equation" r:id="rId4" imgW="1651000" imgH="914400"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1916113"/>
                        <a:ext cx="2879725" cy="159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90" name="Object 14"/>
          <p:cNvGraphicFramePr>
            <a:graphicFrameLocks noChangeAspect="1"/>
          </p:cNvGraphicFramePr>
          <p:nvPr/>
        </p:nvGraphicFramePr>
        <p:xfrm>
          <a:off x="3708400" y="1989138"/>
          <a:ext cx="2305050" cy="1457325"/>
        </p:xfrm>
        <a:graphic>
          <a:graphicData uri="http://schemas.openxmlformats.org/presentationml/2006/ole">
            <mc:AlternateContent xmlns:mc="http://schemas.openxmlformats.org/markup-compatibility/2006">
              <mc:Choice xmlns:v="urn:schemas-microsoft-com:vml" Requires="v">
                <p:oleObj spid="_x0000_s31765" name="Equation" r:id="rId6" imgW="1447800" imgH="914400" progId="Equation.DSMT4">
                  <p:embed/>
                </p:oleObj>
              </mc:Choice>
              <mc:Fallback>
                <p:oleObj name="Equation" r:id="rId6" imgW="1447800" imgH="914400"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1989138"/>
                        <a:ext cx="230505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91" name="Object 15"/>
          <p:cNvGraphicFramePr>
            <a:graphicFrameLocks noChangeAspect="1"/>
          </p:cNvGraphicFramePr>
          <p:nvPr/>
        </p:nvGraphicFramePr>
        <p:xfrm>
          <a:off x="6084888" y="1989138"/>
          <a:ext cx="2103437" cy="1457325"/>
        </p:xfrm>
        <a:graphic>
          <a:graphicData uri="http://schemas.openxmlformats.org/presentationml/2006/ole">
            <mc:AlternateContent xmlns:mc="http://schemas.openxmlformats.org/markup-compatibility/2006">
              <mc:Choice xmlns:v="urn:schemas-microsoft-com:vml" Requires="v">
                <p:oleObj spid="_x0000_s31766" name="Equation" r:id="rId8" imgW="1320800" imgH="914400" progId="Equation.DSMT4">
                  <p:embed/>
                </p:oleObj>
              </mc:Choice>
              <mc:Fallback>
                <p:oleObj name="Equation" r:id="rId8" imgW="1320800" imgH="914400" progId="Equation.DSMT4">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4888" y="1989138"/>
                        <a:ext cx="2103437"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92" name="Object 16"/>
          <p:cNvGraphicFramePr>
            <a:graphicFrameLocks noChangeAspect="1"/>
          </p:cNvGraphicFramePr>
          <p:nvPr/>
        </p:nvGraphicFramePr>
        <p:xfrm>
          <a:off x="468313" y="3573463"/>
          <a:ext cx="2346325" cy="1457325"/>
        </p:xfrm>
        <a:graphic>
          <a:graphicData uri="http://schemas.openxmlformats.org/presentationml/2006/ole">
            <mc:AlternateContent xmlns:mc="http://schemas.openxmlformats.org/markup-compatibility/2006">
              <mc:Choice xmlns:v="urn:schemas-microsoft-com:vml" Requires="v">
                <p:oleObj spid="_x0000_s31767" name="Equation" r:id="rId10" imgW="1473200" imgH="914400" progId="Equation.DSMT4">
                  <p:embed/>
                </p:oleObj>
              </mc:Choice>
              <mc:Fallback>
                <p:oleObj name="Equation" r:id="rId10" imgW="1473200" imgH="914400" progId="Equation.DSMT4">
                  <p:embed/>
                  <p:pic>
                    <p:nvPicPr>
                      <p:cNvPr id="0"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8313" y="3573463"/>
                        <a:ext cx="23463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20" name="Text Box 17"/>
          <p:cNvSpPr txBox="1">
            <a:spLocks noChangeArrowheads="1"/>
          </p:cNvSpPr>
          <p:nvPr/>
        </p:nvSpPr>
        <p:spPr bwMode="auto">
          <a:xfrm>
            <a:off x="971550" y="333375"/>
            <a:ext cx="8305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求下列向量组的秩和一个最大无关组，并把不属于最大无关组的列向量用最大无关组线性表示。</a:t>
            </a:r>
            <a:endParaRPr kumimoji="1" lang="zh-CN" altLang="en-US" sz="2800" b="1">
              <a:latin typeface="Times New Roman" panose="02020603050405020304" pitchFamily="18" charset="0"/>
              <a:ea typeface="楷体_GB2312" pitchFamily="49" charset="-122"/>
            </a:endParaRPr>
          </a:p>
        </p:txBody>
      </p:sp>
      <p:graphicFrame>
        <p:nvGraphicFramePr>
          <p:cNvPr id="75794" name="Object 18"/>
          <p:cNvGraphicFramePr>
            <a:graphicFrameLocks noChangeAspect="1"/>
          </p:cNvGraphicFramePr>
          <p:nvPr/>
        </p:nvGraphicFramePr>
        <p:xfrm>
          <a:off x="2916238" y="3644900"/>
          <a:ext cx="2244725" cy="1457325"/>
        </p:xfrm>
        <a:graphic>
          <a:graphicData uri="http://schemas.openxmlformats.org/presentationml/2006/ole">
            <mc:AlternateContent xmlns:mc="http://schemas.openxmlformats.org/markup-compatibility/2006">
              <mc:Choice xmlns:v="urn:schemas-microsoft-com:vml" Requires="v">
                <p:oleObj spid="_x0000_s31768" name="Equation" r:id="rId12" imgW="1409700" imgH="914400" progId="Equation.DSMT4">
                  <p:embed/>
                </p:oleObj>
              </mc:Choice>
              <mc:Fallback>
                <p:oleObj name="Equation" r:id="rId12" imgW="1409700" imgH="914400"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16238" y="3644900"/>
                        <a:ext cx="2244725"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795" name="Object 19"/>
          <p:cNvGraphicFramePr>
            <a:graphicFrameLocks noChangeAspect="1"/>
          </p:cNvGraphicFramePr>
          <p:nvPr/>
        </p:nvGraphicFramePr>
        <p:xfrm>
          <a:off x="900113" y="5661025"/>
          <a:ext cx="2103437" cy="627063"/>
        </p:xfrm>
        <a:graphic>
          <a:graphicData uri="http://schemas.openxmlformats.org/presentationml/2006/ole">
            <mc:AlternateContent xmlns:mc="http://schemas.openxmlformats.org/markup-compatibility/2006">
              <mc:Choice xmlns:v="urn:schemas-microsoft-com:vml" Requires="v">
                <p:oleObj spid="_x0000_s31769" name="Equation" r:id="rId14" imgW="1320165" imgH="393700" progId="Equation.DSMT4">
                  <p:embed/>
                </p:oleObj>
              </mc:Choice>
              <mc:Fallback>
                <p:oleObj name="Equation" r:id="rId14" imgW="1320165" imgH="393700" progId="Equation.DSMT4">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0113" y="5661025"/>
                        <a:ext cx="2103437" cy="627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88"/>
                                        </p:tgtEl>
                                        <p:attrNameLst>
                                          <p:attrName>style.visibility</p:attrName>
                                        </p:attrNameLst>
                                      </p:cBhvr>
                                      <p:to>
                                        <p:strVal val="visible"/>
                                      </p:to>
                                    </p:set>
                                    <p:animEffect transition="in" filter="wipe(left)">
                                      <p:cBhvr>
                                        <p:cTn id="7" dur="500"/>
                                        <p:tgtEl>
                                          <p:spTgt spid="757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89"/>
                                        </p:tgtEl>
                                        <p:attrNameLst>
                                          <p:attrName>style.visibility</p:attrName>
                                        </p:attrNameLst>
                                      </p:cBhvr>
                                      <p:to>
                                        <p:strVal val="visible"/>
                                      </p:to>
                                    </p:set>
                                    <p:animEffect transition="in" filter="blinds(horizontal)">
                                      <p:cBhvr>
                                        <p:cTn id="12" dur="500"/>
                                        <p:tgtEl>
                                          <p:spTgt spid="7578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5790"/>
                                        </p:tgtEl>
                                        <p:attrNameLst>
                                          <p:attrName>style.visibility</p:attrName>
                                        </p:attrNameLst>
                                      </p:cBhvr>
                                      <p:to>
                                        <p:strVal val="visible"/>
                                      </p:to>
                                    </p:set>
                                    <p:anim calcmode="lin" valueType="num">
                                      <p:cBhvr additive="base">
                                        <p:cTn id="17" dur="500" fill="hold"/>
                                        <p:tgtEl>
                                          <p:spTgt spid="75790"/>
                                        </p:tgtEl>
                                        <p:attrNameLst>
                                          <p:attrName>ppt_x</p:attrName>
                                        </p:attrNameLst>
                                      </p:cBhvr>
                                      <p:tavLst>
                                        <p:tav tm="0">
                                          <p:val>
                                            <p:strVal val="#ppt_x"/>
                                          </p:val>
                                        </p:tav>
                                        <p:tav tm="100000">
                                          <p:val>
                                            <p:strVal val="#ppt_x"/>
                                          </p:val>
                                        </p:tav>
                                      </p:tavLst>
                                    </p:anim>
                                    <p:anim calcmode="lin" valueType="num">
                                      <p:cBhvr additive="base">
                                        <p:cTn id="18" dur="500" fill="hold"/>
                                        <p:tgtEl>
                                          <p:spTgt spid="7579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5791"/>
                                        </p:tgtEl>
                                        <p:attrNameLst>
                                          <p:attrName>style.visibility</p:attrName>
                                        </p:attrNameLst>
                                      </p:cBhvr>
                                      <p:to>
                                        <p:strVal val="visible"/>
                                      </p:to>
                                    </p:set>
                                    <p:anim calcmode="lin" valueType="num">
                                      <p:cBhvr additive="base">
                                        <p:cTn id="23" dur="500" fill="hold"/>
                                        <p:tgtEl>
                                          <p:spTgt spid="75791"/>
                                        </p:tgtEl>
                                        <p:attrNameLst>
                                          <p:attrName>ppt_x</p:attrName>
                                        </p:attrNameLst>
                                      </p:cBhvr>
                                      <p:tavLst>
                                        <p:tav tm="0">
                                          <p:val>
                                            <p:strVal val="#ppt_x"/>
                                          </p:val>
                                        </p:tav>
                                        <p:tav tm="100000">
                                          <p:val>
                                            <p:strVal val="#ppt_x"/>
                                          </p:val>
                                        </p:tav>
                                      </p:tavLst>
                                    </p:anim>
                                    <p:anim calcmode="lin" valueType="num">
                                      <p:cBhvr additive="base">
                                        <p:cTn id="24" dur="500" fill="hold"/>
                                        <p:tgtEl>
                                          <p:spTgt spid="7579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5792"/>
                                        </p:tgtEl>
                                        <p:attrNameLst>
                                          <p:attrName>style.visibility</p:attrName>
                                        </p:attrNameLst>
                                      </p:cBhvr>
                                      <p:to>
                                        <p:strVal val="visible"/>
                                      </p:to>
                                    </p:set>
                                    <p:anim calcmode="lin" valueType="num">
                                      <p:cBhvr additive="base">
                                        <p:cTn id="29" dur="500" fill="hold"/>
                                        <p:tgtEl>
                                          <p:spTgt spid="75792"/>
                                        </p:tgtEl>
                                        <p:attrNameLst>
                                          <p:attrName>ppt_x</p:attrName>
                                        </p:attrNameLst>
                                      </p:cBhvr>
                                      <p:tavLst>
                                        <p:tav tm="0">
                                          <p:val>
                                            <p:strVal val="#ppt_x"/>
                                          </p:val>
                                        </p:tav>
                                        <p:tav tm="100000">
                                          <p:val>
                                            <p:strVal val="#ppt_x"/>
                                          </p:val>
                                        </p:tav>
                                      </p:tavLst>
                                    </p:anim>
                                    <p:anim calcmode="lin" valueType="num">
                                      <p:cBhvr additive="base">
                                        <p:cTn id="30" dur="500" fill="hold"/>
                                        <p:tgtEl>
                                          <p:spTgt spid="7579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5794"/>
                                        </p:tgtEl>
                                        <p:attrNameLst>
                                          <p:attrName>style.visibility</p:attrName>
                                        </p:attrNameLst>
                                      </p:cBhvr>
                                      <p:to>
                                        <p:strVal val="visible"/>
                                      </p:to>
                                    </p:set>
                                    <p:anim calcmode="lin" valueType="num">
                                      <p:cBhvr additive="base">
                                        <p:cTn id="35" dur="500" fill="hold"/>
                                        <p:tgtEl>
                                          <p:spTgt spid="75794"/>
                                        </p:tgtEl>
                                        <p:attrNameLst>
                                          <p:attrName>ppt_x</p:attrName>
                                        </p:attrNameLst>
                                      </p:cBhvr>
                                      <p:tavLst>
                                        <p:tav tm="0">
                                          <p:val>
                                            <p:strVal val="#ppt_x"/>
                                          </p:val>
                                        </p:tav>
                                        <p:tav tm="100000">
                                          <p:val>
                                            <p:strVal val="#ppt_x"/>
                                          </p:val>
                                        </p:tav>
                                      </p:tavLst>
                                    </p:anim>
                                    <p:anim calcmode="lin" valueType="num">
                                      <p:cBhvr additive="base">
                                        <p:cTn id="36" dur="500" fill="hold"/>
                                        <p:tgtEl>
                                          <p:spTgt spid="7579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5785"/>
                                        </p:tgtEl>
                                        <p:attrNameLst>
                                          <p:attrName>style.visibility</p:attrName>
                                        </p:attrNameLst>
                                      </p:cBhvr>
                                      <p:to>
                                        <p:strVal val="visible"/>
                                      </p:to>
                                    </p:set>
                                    <p:animEffect transition="in" filter="wipe(left)">
                                      <p:cBhvr>
                                        <p:cTn id="41" dur="500"/>
                                        <p:tgtEl>
                                          <p:spTgt spid="7578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5786"/>
                                        </p:tgtEl>
                                        <p:attrNameLst>
                                          <p:attrName>style.visibility</p:attrName>
                                        </p:attrNameLst>
                                      </p:cBhvr>
                                      <p:to>
                                        <p:strVal val="visible"/>
                                      </p:to>
                                    </p:set>
                                    <p:animEffect transition="in" filter="wipe(left)">
                                      <p:cBhvr>
                                        <p:cTn id="46" dur="500"/>
                                        <p:tgtEl>
                                          <p:spTgt spid="7578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75795"/>
                                        </p:tgtEl>
                                        <p:attrNameLst>
                                          <p:attrName>style.visibility</p:attrName>
                                        </p:attrNameLst>
                                      </p:cBhvr>
                                      <p:to>
                                        <p:strVal val="visible"/>
                                      </p:to>
                                    </p:set>
                                    <p:anim calcmode="lin" valueType="num">
                                      <p:cBhvr additive="base">
                                        <p:cTn id="51" dur="500" fill="hold"/>
                                        <p:tgtEl>
                                          <p:spTgt spid="75795"/>
                                        </p:tgtEl>
                                        <p:attrNameLst>
                                          <p:attrName>ppt_x</p:attrName>
                                        </p:attrNameLst>
                                      </p:cBhvr>
                                      <p:tavLst>
                                        <p:tav tm="0">
                                          <p:val>
                                            <p:strVal val="#ppt_x"/>
                                          </p:val>
                                        </p:tav>
                                        <p:tav tm="100000">
                                          <p:val>
                                            <p:strVal val="#ppt_x"/>
                                          </p:val>
                                        </p:tav>
                                      </p:tavLst>
                                    </p:anim>
                                    <p:anim calcmode="lin" valueType="num">
                                      <p:cBhvr additive="base">
                                        <p:cTn id="52" dur="500" fill="hold"/>
                                        <p:tgtEl>
                                          <p:spTgt spid="757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8"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2"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8F9281E-C357-40BE-AE37-A7CC35C02C5A}" type="datetime3">
              <a:rPr lang="zh-CN" altLang="en-US" smtClean="0"/>
            </a:fld>
            <a:endParaRPr lang="en-US" altLang="zh-CN"/>
          </a:p>
        </p:txBody>
      </p:sp>
      <p:sp>
        <p:nvSpPr>
          <p:cNvPr id="22533"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225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3B02BE0-5B12-4633-8DD7-82AA7B4DF921}" type="slidenum">
              <a:rPr lang="en-US" altLang="zh-CN"/>
            </a:fld>
            <a:endParaRPr lang="en-US" altLang="zh-CN"/>
          </a:p>
        </p:txBody>
      </p:sp>
      <p:sp>
        <p:nvSpPr>
          <p:cNvPr id="74754" name="Rectangle 2"/>
          <p:cNvSpPr>
            <a:spLocks noGrp="1" noRot="1" noChangeArrowheads="1"/>
          </p:cNvSpPr>
          <p:nvPr>
            <p:ph type="title" idx="4294967295"/>
          </p:nvPr>
        </p:nvSpPr>
        <p:spPr>
          <a:xfrm>
            <a:off x="465138" y="381000"/>
            <a:ext cx="1257300" cy="533400"/>
          </a:xfrm>
        </p:spPr>
        <p:txBody>
          <a:bodyPr/>
          <a:lstStyle/>
          <a:p>
            <a:pPr algn="l" eaLnBrk="1" hangingPunct="1"/>
            <a:r>
              <a:rPr lang="en-US" altLang="zh-CN" sz="2800" b="1">
                <a:solidFill>
                  <a:srgbClr val="0000FF"/>
                </a:solidFill>
                <a:latin typeface="Times New Roman" panose="02020603050405020304" pitchFamily="18" charset="0"/>
                <a:ea typeface="楷体_GB2312" pitchFamily="49" charset="-122"/>
              </a:rPr>
              <a:t>3.</a:t>
            </a:r>
            <a:endParaRPr lang="en-US" altLang="zh-CN" sz="2800" b="1">
              <a:solidFill>
                <a:srgbClr val="0000FF"/>
              </a:solidFill>
              <a:latin typeface="Times New Roman" panose="02020603050405020304" pitchFamily="18" charset="0"/>
              <a:ea typeface="楷体_GB2312" pitchFamily="49" charset="-122"/>
            </a:endParaRPr>
          </a:p>
        </p:txBody>
      </p:sp>
      <p:graphicFrame>
        <p:nvGraphicFramePr>
          <p:cNvPr id="74755" name="Object 3"/>
          <p:cNvGraphicFramePr>
            <a:graphicFrameLocks noChangeAspect="1"/>
          </p:cNvGraphicFramePr>
          <p:nvPr/>
        </p:nvGraphicFramePr>
        <p:xfrm>
          <a:off x="1403350" y="44450"/>
          <a:ext cx="3887788" cy="1503363"/>
        </p:xfrm>
        <a:graphic>
          <a:graphicData uri="http://schemas.openxmlformats.org/presentationml/2006/ole">
            <mc:AlternateContent xmlns:mc="http://schemas.openxmlformats.org/markup-compatibility/2006">
              <mc:Choice xmlns:v="urn:schemas-microsoft-com:vml" Requires="v">
                <p:oleObj spid="_x0000_s32776" name="Equation" r:id="rId1" imgW="2520950" imgH="979805" progId="Equation.DSMT4">
                  <p:embed/>
                </p:oleObj>
              </mc:Choice>
              <mc:Fallback>
                <p:oleObj name="Equation" r:id="rId1" imgW="2520950" imgH="979805"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44450"/>
                        <a:ext cx="3887788" cy="1503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56" name="Text Box 4"/>
          <p:cNvSpPr txBox="1">
            <a:spLocks noChangeArrowheads="1"/>
          </p:cNvSpPr>
          <p:nvPr/>
        </p:nvSpPr>
        <p:spPr bwMode="auto">
          <a:xfrm>
            <a:off x="250825" y="1557338"/>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求</a:t>
            </a:r>
            <a:r>
              <a:rPr kumimoji="1" lang="en-US" altLang="zh-CN" sz="2800" b="1" i="1">
                <a:latin typeface="Times New Roman" panose="02020603050405020304" pitchFamily="18" charset="0"/>
                <a:ea typeface="楷体_GB2312" pitchFamily="49" charset="-122"/>
              </a:rPr>
              <a:t>A</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的列向量组的一个最大无关组及</a:t>
            </a:r>
            <a:r>
              <a:rPr kumimoji="1" lang="en-US" altLang="zh-CN" sz="2800" b="1" i="1">
                <a:latin typeface="Times New Roman" panose="02020603050405020304" pitchFamily="18" charset="0"/>
                <a:ea typeface="楷体_GB2312" pitchFamily="49" charset="-122"/>
              </a:rPr>
              <a:t>A</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的其余列向量用它们线性表示的表达式。</a:t>
            </a:r>
            <a:endParaRPr kumimoji="1" lang="zh-CN" altLang="en-US" sz="2800" b="1">
              <a:latin typeface="Times New Roman" panose="02020603050405020304" pitchFamily="18" charset="0"/>
              <a:ea typeface="楷体_GB2312" pitchFamily="49" charset="-122"/>
            </a:endParaRPr>
          </a:p>
        </p:txBody>
      </p:sp>
      <p:sp>
        <p:nvSpPr>
          <p:cNvPr id="74757" name="Text Box 5"/>
          <p:cNvSpPr txBox="1">
            <a:spLocks noChangeArrowheads="1"/>
          </p:cNvSpPr>
          <p:nvPr/>
        </p:nvSpPr>
        <p:spPr bwMode="auto">
          <a:xfrm>
            <a:off x="684213" y="2492375"/>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楷体_GB2312" pitchFamily="49" charset="-122"/>
              </a:rPr>
              <a:t>解</a:t>
            </a:r>
            <a:endParaRPr kumimoji="1" lang="zh-CN" altLang="en-US" sz="2800" b="1">
              <a:solidFill>
                <a:srgbClr val="0000FF"/>
              </a:solidFill>
              <a:latin typeface="Times New Roman" panose="02020603050405020304" pitchFamily="18" charset="0"/>
              <a:ea typeface="楷体_GB2312" pitchFamily="49" charset="-122"/>
            </a:endParaRPr>
          </a:p>
        </p:txBody>
      </p:sp>
      <p:sp>
        <p:nvSpPr>
          <p:cNvPr id="74758" name="Text Box 6"/>
          <p:cNvSpPr txBox="1">
            <a:spLocks noChangeArrowheads="1"/>
          </p:cNvSpPr>
          <p:nvPr/>
        </p:nvSpPr>
        <p:spPr bwMode="auto">
          <a:xfrm>
            <a:off x="1619250" y="2565400"/>
            <a:ext cx="6581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对</a:t>
            </a:r>
            <a:r>
              <a:rPr kumimoji="1" lang="en-US" altLang="zh-CN" sz="2800" b="1" i="1">
                <a:latin typeface="Times New Roman" panose="02020603050405020304" pitchFamily="18" charset="0"/>
                <a:ea typeface="楷体_GB2312" pitchFamily="49" charset="-122"/>
              </a:rPr>
              <a:t>A</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施行初等行变换变为行阶梯形矩阵。</a:t>
            </a:r>
            <a:endParaRPr kumimoji="1" lang="zh-CN" altLang="en-US" sz="2800" b="1">
              <a:latin typeface="Times New Roman" panose="02020603050405020304" pitchFamily="18" charset="0"/>
              <a:ea typeface="楷体_GB2312" pitchFamily="49" charset="-122"/>
            </a:endParaRPr>
          </a:p>
        </p:txBody>
      </p:sp>
      <p:graphicFrame>
        <p:nvGraphicFramePr>
          <p:cNvPr id="74759" name="Object 7"/>
          <p:cNvGraphicFramePr>
            <a:graphicFrameLocks noChangeAspect="1"/>
          </p:cNvGraphicFramePr>
          <p:nvPr/>
        </p:nvGraphicFramePr>
        <p:xfrm>
          <a:off x="539750" y="3141663"/>
          <a:ext cx="7561263" cy="3127375"/>
        </p:xfrm>
        <a:graphic>
          <a:graphicData uri="http://schemas.openxmlformats.org/presentationml/2006/ole">
            <mc:AlternateContent xmlns:mc="http://schemas.openxmlformats.org/markup-compatibility/2006">
              <mc:Choice xmlns:v="urn:schemas-microsoft-com:vml" Requires="v">
                <p:oleObj spid="_x0000_s32777" name="Equation" r:id="rId3" imgW="5225415" imgH="2155190" progId="Equation.DSMT4">
                  <p:embed/>
                </p:oleObj>
              </mc:Choice>
              <mc:Fallback>
                <p:oleObj name="Equation" r:id="rId3" imgW="5225415" imgH="215519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141663"/>
                        <a:ext cx="7561263" cy="312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4754">
                                            <p:txEl>
                                              <p:pRg st="0" end="0"/>
                                            </p:txEl>
                                          </p:spTgt>
                                        </p:tgtEl>
                                        <p:attrNameLst>
                                          <p:attrName>style.visibility</p:attrName>
                                        </p:attrNameLst>
                                      </p:cBhvr>
                                      <p:to>
                                        <p:strVal val="visible"/>
                                      </p:to>
                                    </p:set>
                                    <p:animEffect transition="in" filter="wipe(left)">
                                      <p:cBhvr>
                                        <p:cTn id="7" dur="500"/>
                                        <p:tgtEl>
                                          <p:spTgt spid="7475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4755"/>
                                        </p:tgtEl>
                                        <p:attrNameLst>
                                          <p:attrName>style.visibility</p:attrName>
                                        </p:attrNameLst>
                                      </p:cBhvr>
                                      <p:to>
                                        <p:strVal val="visible"/>
                                      </p:to>
                                    </p:set>
                                    <p:animEffect transition="in" filter="wipe(left)">
                                      <p:cBhvr>
                                        <p:cTn id="11" dur="500"/>
                                        <p:tgtEl>
                                          <p:spTgt spid="7475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4756">
                                            <p:txEl>
                                              <p:pRg st="0" end="0"/>
                                            </p:txEl>
                                          </p:spTgt>
                                        </p:tgtEl>
                                        <p:attrNameLst>
                                          <p:attrName>style.visibility</p:attrName>
                                        </p:attrNameLst>
                                      </p:cBhvr>
                                      <p:to>
                                        <p:strVal val="visible"/>
                                      </p:to>
                                    </p:set>
                                    <p:animEffect transition="in" filter="wipe(left)">
                                      <p:cBhvr>
                                        <p:cTn id="15" dur="500"/>
                                        <p:tgtEl>
                                          <p:spTgt spid="7475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4757">
                                            <p:txEl>
                                              <p:pRg st="0" end="0"/>
                                            </p:txEl>
                                          </p:spTgt>
                                        </p:tgtEl>
                                        <p:attrNameLst>
                                          <p:attrName>style.visibility</p:attrName>
                                        </p:attrNameLst>
                                      </p:cBhvr>
                                      <p:to>
                                        <p:strVal val="visible"/>
                                      </p:to>
                                    </p:set>
                                    <p:animEffect transition="in" filter="wipe(left)">
                                      <p:cBhvr>
                                        <p:cTn id="20" dur="500"/>
                                        <p:tgtEl>
                                          <p:spTgt spid="7475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4758">
                                            <p:txEl>
                                              <p:pRg st="0" end="0"/>
                                            </p:txEl>
                                          </p:spTgt>
                                        </p:tgtEl>
                                        <p:attrNameLst>
                                          <p:attrName>style.visibility</p:attrName>
                                        </p:attrNameLst>
                                      </p:cBhvr>
                                      <p:to>
                                        <p:strVal val="visible"/>
                                      </p:to>
                                    </p:set>
                                    <p:animEffect transition="in" filter="wipe(left)">
                                      <p:cBhvr>
                                        <p:cTn id="25" dur="500"/>
                                        <p:tgtEl>
                                          <p:spTgt spid="74758">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4759"/>
                                        </p:tgtEl>
                                        <p:attrNameLst>
                                          <p:attrName>style.visibility</p:attrName>
                                        </p:attrNameLst>
                                      </p:cBhvr>
                                      <p:to>
                                        <p:strVal val="visible"/>
                                      </p:to>
                                    </p:set>
                                    <p:animEffect transition="in" filter="wipe(left)">
                                      <p:cBhvr>
                                        <p:cTn id="30" dur="500"/>
                                        <p:tgtEl>
                                          <p:spTgt spid="74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dvAuto="0" autoUpdateAnimBg="0" build="p"/>
      <p:bldP spid="74756" grpId="0" advAuto="0" autoUpdateAnimBg="0" build="p"/>
      <p:bldP spid="74757" grpId="0" autoUpdateAnimBg="0" build="p"/>
      <p:bldP spid="74758" grpId="0" autoUpdateAnimBg="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56193E1-863D-4C28-A439-00BB7B1D655D}" type="datetime3">
              <a:rPr lang="zh-CN" altLang="en-US" smtClean="0"/>
            </a:fld>
            <a:endParaRPr lang="en-US" altLang="zh-CN"/>
          </a:p>
        </p:txBody>
      </p:sp>
      <p:sp>
        <p:nvSpPr>
          <p:cNvPr id="2356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2356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600231-A44E-48EB-9167-3E31B8C2B47C}" type="slidenum">
              <a:rPr lang="en-US" altLang="zh-CN"/>
            </a:fld>
            <a:endParaRPr lang="en-US" altLang="zh-CN"/>
          </a:p>
        </p:txBody>
      </p:sp>
      <p:graphicFrame>
        <p:nvGraphicFramePr>
          <p:cNvPr id="85000" name="Object 8"/>
          <p:cNvGraphicFramePr>
            <a:graphicFrameLocks noChangeAspect="1"/>
          </p:cNvGraphicFramePr>
          <p:nvPr/>
        </p:nvGraphicFramePr>
        <p:xfrm>
          <a:off x="323850" y="1484313"/>
          <a:ext cx="7056438" cy="1409700"/>
        </p:xfrm>
        <a:graphic>
          <a:graphicData uri="http://schemas.openxmlformats.org/presentationml/2006/ole">
            <mc:AlternateContent xmlns:mc="http://schemas.openxmlformats.org/markup-compatibility/2006">
              <mc:Choice xmlns:v="urn:schemas-microsoft-com:vml" Requires="v">
                <p:oleObj spid="_x0000_s33809" name="Equation" r:id="rId1" imgW="4898390" imgH="979805" progId="Equation.DSMT4">
                  <p:embed/>
                </p:oleObj>
              </mc:Choice>
              <mc:Fallback>
                <p:oleObj name="Equation" r:id="rId1" imgW="4898390" imgH="979805"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484313"/>
                        <a:ext cx="7056438" cy="1409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9"/>
          <p:cNvGrpSpPr/>
          <p:nvPr/>
        </p:nvGrpSpPr>
        <p:grpSpPr bwMode="auto">
          <a:xfrm>
            <a:off x="323850" y="4652963"/>
            <a:ext cx="5854700" cy="936625"/>
            <a:chOff x="204" y="2931"/>
            <a:chExt cx="3688" cy="590"/>
          </a:xfrm>
        </p:grpSpPr>
        <p:sp>
          <p:nvSpPr>
            <p:cNvPr id="23566" name="Text Box 9"/>
            <p:cNvSpPr txBox="1">
              <a:spLocks noChangeArrowheads="1"/>
            </p:cNvSpPr>
            <p:nvPr/>
          </p:nvSpPr>
          <p:spPr bwMode="auto">
            <a:xfrm>
              <a:off x="204" y="2931"/>
              <a:ext cx="9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楷体_GB2312" pitchFamily="49" charset="-122"/>
                </a:rPr>
                <a:t>且有：</a:t>
              </a:r>
              <a:endParaRPr kumimoji="1" lang="zh-CN" altLang="en-US" sz="2800" b="1">
                <a:solidFill>
                  <a:srgbClr val="0000FF"/>
                </a:solidFill>
                <a:latin typeface="Times New Roman" panose="02020603050405020304" pitchFamily="18" charset="0"/>
                <a:ea typeface="楷体_GB2312" pitchFamily="49" charset="-122"/>
              </a:endParaRPr>
            </a:p>
          </p:txBody>
        </p:sp>
        <p:graphicFrame>
          <p:nvGraphicFramePr>
            <p:cNvPr id="23558" name="Object 10"/>
            <p:cNvGraphicFramePr>
              <a:graphicFrameLocks noChangeAspect="1"/>
            </p:cNvGraphicFramePr>
            <p:nvPr/>
          </p:nvGraphicFramePr>
          <p:xfrm>
            <a:off x="1020" y="3158"/>
            <a:ext cx="2872" cy="363"/>
          </p:xfrm>
          <a:graphic>
            <a:graphicData uri="http://schemas.openxmlformats.org/presentationml/2006/ole">
              <mc:AlternateContent xmlns:mc="http://schemas.openxmlformats.org/markup-compatibility/2006">
                <mc:Choice xmlns:v="urn:schemas-microsoft-com:vml" Requires="v">
                  <p:oleObj spid="_x0000_s33810" name="Equation" r:id="rId3" imgW="2494915" imgH="313690" progId="Equation.DSMT4">
                    <p:embed/>
                  </p:oleObj>
                </mc:Choice>
                <mc:Fallback>
                  <p:oleObj name="Equation" r:id="rId3" imgW="2494915" imgH="31369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0" y="3158"/>
                          <a:ext cx="2872"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3555" name="Object 13"/>
          <p:cNvGraphicFramePr>
            <a:graphicFrameLocks noChangeAspect="1"/>
          </p:cNvGraphicFramePr>
          <p:nvPr/>
        </p:nvGraphicFramePr>
        <p:xfrm>
          <a:off x="323850" y="188913"/>
          <a:ext cx="2665413" cy="1266825"/>
        </p:xfrm>
        <a:graphic>
          <a:graphicData uri="http://schemas.openxmlformats.org/presentationml/2006/ole">
            <mc:AlternateContent xmlns:mc="http://schemas.openxmlformats.org/markup-compatibility/2006">
              <mc:Choice xmlns:v="urn:schemas-microsoft-com:vml" Requires="v">
                <p:oleObj spid="_x0000_s33811" name="Equation" r:id="rId5" imgW="2051050" imgH="979805" progId="Equation.DSMT4">
                  <p:embed/>
                </p:oleObj>
              </mc:Choice>
              <mc:Fallback>
                <p:oleObj name="Equation" r:id="rId5" imgW="2051050" imgH="979805" progId="Equation.DSMT4">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188913"/>
                        <a:ext cx="2665413" cy="1266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006" name="Object 14"/>
          <p:cNvGraphicFramePr>
            <a:graphicFrameLocks noChangeAspect="1"/>
          </p:cNvGraphicFramePr>
          <p:nvPr/>
        </p:nvGraphicFramePr>
        <p:xfrm>
          <a:off x="6516688" y="2997200"/>
          <a:ext cx="1289050" cy="430213"/>
        </p:xfrm>
        <a:graphic>
          <a:graphicData uri="http://schemas.openxmlformats.org/presentationml/2006/ole">
            <mc:AlternateContent xmlns:mc="http://schemas.openxmlformats.org/markup-compatibility/2006">
              <mc:Choice xmlns:v="urn:schemas-microsoft-com:vml" Requires="v">
                <p:oleObj spid="_x0000_s33812" name="Equation" r:id="rId7" imgW="609600" imgH="203200" progId="Equation.DSMT4">
                  <p:embed/>
                </p:oleObj>
              </mc:Choice>
              <mc:Fallback>
                <p:oleObj name="Equation" r:id="rId7" imgW="609600" imgH="203200"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6688" y="2997200"/>
                        <a:ext cx="1289050" cy="43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007" name="Text Box 15"/>
          <p:cNvSpPr txBox="1">
            <a:spLocks noChangeArrowheads="1"/>
          </p:cNvSpPr>
          <p:nvPr/>
        </p:nvSpPr>
        <p:spPr bwMode="auto">
          <a:xfrm>
            <a:off x="0" y="2924175"/>
            <a:ext cx="6985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由向量组与矩阵秩的关系和定理</a:t>
            </a:r>
            <a:r>
              <a:rPr kumimoji="1" lang="en-US" altLang="zh-CN" sz="2800" b="1">
                <a:latin typeface="Times New Roman" panose="02020603050405020304" pitchFamily="18" charset="0"/>
                <a:ea typeface="楷体_GB2312" pitchFamily="49" charset="-122"/>
              </a:rPr>
              <a:t>2.6</a:t>
            </a:r>
            <a:r>
              <a:rPr kumimoji="1" lang="zh-CN" altLang="en-US" sz="2800" b="1">
                <a:latin typeface="Times New Roman" panose="02020603050405020304" pitchFamily="18" charset="0"/>
                <a:ea typeface="楷体_GB2312" pitchFamily="49" charset="-122"/>
              </a:rPr>
              <a:t>知：</a:t>
            </a:r>
            <a:endParaRPr kumimoji="1" lang="zh-CN" altLang="en-US" sz="2800" b="1">
              <a:latin typeface="Times New Roman" panose="02020603050405020304" pitchFamily="18" charset="0"/>
              <a:ea typeface="楷体_GB2312" pitchFamily="49" charset="-122"/>
            </a:endParaRPr>
          </a:p>
        </p:txBody>
      </p:sp>
      <p:grpSp>
        <p:nvGrpSpPr>
          <p:cNvPr id="3" name="Group 18"/>
          <p:cNvGrpSpPr/>
          <p:nvPr/>
        </p:nvGrpSpPr>
        <p:grpSpPr bwMode="auto">
          <a:xfrm>
            <a:off x="395288" y="3644900"/>
            <a:ext cx="5761037" cy="519113"/>
            <a:chOff x="249" y="2296"/>
            <a:chExt cx="3629" cy="327"/>
          </a:xfrm>
        </p:grpSpPr>
        <p:graphicFrame>
          <p:nvGraphicFramePr>
            <p:cNvPr id="23557" name="Object 16"/>
            <p:cNvGraphicFramePr>
              <a:graphicFrameLocks noChangeAspect="1"/>
            </p:cNvGraphicFramePr>
            <p:nvPr/>
          </p:nvGraphicFramePr>
          <p:xfrm>
            <a:off x="249" y="2296"/>
            <a:ext cx="907" cy="319"/>
          </p:xfrm>
          <a:graphic>
            <a:graphicData uri="http://schemas.openxmlformats.org/presentationml/2006/ole">
              <mc:AlternateContent xmlns:mc="http://schemas.openxmlformats.org/markup-compatibility/2006">
                <mc:Choice xmlns:v="urn:schemas-microsoft-com:vml" Requires="v">
                  <p:oleObj spid="_x0000_s33813" name="Equation" r:id="rId9" imgW="723900" imgH="254000" progId="Equation.DSMT4">
                    <p:embed/>
                  </p:oleObj>
                </mc:Choice>
                <mc:Fallback>
                  <p:oleObj name="Equation" r:id="rId9" imgW="723900" imgH="254000"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 y="2296"/>
                          <a:ext cx="907"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65" name="Text Box 17"/>
            <p:cNvSpPr txBox="1">
              <a:spLocks noChangeArrowheads="1"/>
            </p:cNvSpPr>
            <p:nvPr/>
          </p:nvSpPr>
          <p:spPr bwMode="auto">
            <a:xfrm>
              <a:off x="1202" y="2296"/>
              <a:ext cx="26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为一个极大线性无关组。</a:t>
              </a:r>
              <a:endParaRPr kumimoji="1" lang="zh-CN" altLang="en-US" sz="2800" b="1">
                <a:latin typeface="Times New Roman" panose="02020603050405020304" pitchFamily="18" charset="0"/>
                <a:ea typeface="楷体_GB2312" pitchFamily="49" charset="-122"/>
              </a:endParaRP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5000"/>
                                        </p:tgtEl>
                                        <p:attrNameLst>
                                          <p:attrName>style.visibility</p:attrName>
                                        </p:attrNameLst>
                                      </p:cBhvr>
                                      <p:to>
                                        <p:strVal val="visible"/>
                                      </p:to>
                                    </p:set>
                                    <p:animEffect transition="in" filter="wipe(left)">
                                      <p:cBhvr>
                                        <p:cTn id="7" dur="500"/>
                                        <p:tgtEl>
                                          <p:spTgt spid="850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5007"/>
                                        </p:tgtEl>
                                        <p:attrNameLst>
                                          <p:attrName>style.visibility</p:attrName>
                                        </p:attrNameLst>
                                      </p:cBhvr>
                                      <p:to>
                                        <p:strVal val="visible"/>
                                      </p:to>
                                    </p:set>
                                    <p:anim calcmode="lin" valueType="num">
                                      <p:cBhvr additive="base">
                                        <p:cTn id="12" dur="500" fill="hold"/>
                                        <p:tgtEl>
                                          <p:spTgt spid="85007"/>
                                        </p:tgtEl>
                                        <p:attrNameLst>
                                          <p:attrName>ppt_x</p:attrName>
                                        </p:attrNameLst>
                                      </p:cBhvr>
                                      <p:tavLst>
                                        <p:tav tm="0">
                                          <p:val>
                                            <p:strVal val="#ppt_x"/>
                                          </p:val>
                                        </p:tav>
                                        <p:tav tm="100000">
                                          <p:val>
                                            <p:strVal val="#ppt_x"/>
                                          </p:val>
                                        </p:tav>
                                      </p:tavLst>
                                    </p:anim>
                                    <p:anim calcmode="lin" valueType="num">
                                      <p:cBhvr additive="base">
                                        <p:cTn id="13" dur="500" fill="hold"/>
                                        <p:tgtEl>
                                          <p:spTgt spid="8500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5006"/>
                                        </p:tgtEl>
                                        <p:attrNameLst>
                                          <p:attrName>style.visibility</p:attrName>
                                        </p:attrNameLst>
                                      </p:cBhvr>
                                      <p:to>
                                        <p:strVal val="visible"/>
                                      </p:to>
                                    </p:set>
                                    <p:anim calcmode="lin" valueType="num">
                                      <p:cBhvr additive="base">
                                        <p:cTn id="18" dur="500" fill="hold"/>
                                        <p:tgtEl>
                                          <p:spTgt spid="85006"/>
                                        </p:tgtEl>
                                        <p:attrNameLst>
                                          <p:attrName>ppt_x</p:attrName>
                                        </p:attrNameLst>
                                      </p:cBhvr>
                                      <p:tavLst>
                                        <p:tav tm="0">
                                          <p:val>
                                            <p:strVal val="#ppt_x"/>
                                          </p:val>
                                        </p:tav>
                                        <p:tav tm="100000">
                                          <p:val>
                                            <p:strVal val="#ppt_x"/>
                                          </p:val>
                                        </p:tav>
                                      </p:tavLst>
                                    </p:anim>
                                    <p:anim calcmode="lin" valueType="num">
                                      <p:cBhvr additive="base">
                                        <p:cTn id="19" dur="500" fill="hold"/>
                                        <p:tgtEl>
                                          <p:spTgt spid="8500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ED5618-B780-440C-9F7C-DAEB68978767}" type="datetime3">
              <a:rPr lang="zh-CN" altLang="en-US" smtClean="0"/>
            </a:fld>
            <a:endParaRPr lang="en-US" altLang="zh-CN"/>
          </a:p>
        </p:txBody>
      </p:sp>
      <p:sp>
        <p:nvSpPr>
          <p:cNvPr id="24584"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458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374EBB6-AE8E-4DDC-A08F-CF549B43F658}" type="slidenum">
              <a:rPr lang="en-US" altLang="zh-CN"/>
            </a:fld>
            <a:endParaRPr lang="en-US" altLang="zh-CN"/>
          </a:p>
        </p:txBody>
      </p:sp>
      <p:sp>
        <p:nvSpPr>
          <p:cNvPr id="24586"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》2005</a:t>
            </a:r>
            <a:r>
              <a:rPr lang="zh-CN" altLang="en-US" b="1"/>
              <a:t>学年第一学期，试卷</a:t>
            </a:r>
            <a:endParaRPr lang="zh-CN" altLang="en-US" b="1"/>
          </a:p>
        </p:txBody>
      </p:sp>
      <p:sp>
        <p:nvSpPr>
          <p:cNvPr id="24587" name="Rectangle 3"/>
          <p:cNvSpPr>
            <a:spLocks noChangeArrowheads="1"/>
          </p:cNvSpPr>
          <p:nvPr/>
        </p:nvSpPr>
        <p:spPr bwMode="auto">
          <a:xfrm>
            <a:off x="0"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8" name="Rectangle 4"/>
          <p:cNvSpPr>
            <a:spLocks noChangeArrowheads="1"/>
          </p:cNvSpPr>
          <p:nvPr/>
        </p:nvSpPr>
        <p:spPr bwMode="auto">
          <a:xfrm>
            <a:off x="0" y="1738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89" name="Rectangle 5"/>
          <p:cNvSpPr>
            <a:spLocks noChangeArrowheads="1"/>
          </p:cNvSpPr>
          <p:nvPr/>
        </p:nvSpPr>
        <p:spPr bwMode="auto">
          <a:xfrm>
            <a:off x="179388" y="593725"/>
            <a:ext cx="13350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三、计算题</a:t>
            </a:r>
            <a:endParaRPr lang="zh-CN" altLang="en-US" b="1"/>
          </a:p>
        </p:txBody>
      </p:sp>
      <p:sp>
        <p:nvSpPr>
          <p:cNvPr id="24590" name="Rectangle 6"/>
          <p:cNvSpPr>
            <a:spLocks noChangeArrowheads="1"/>
          </p:cNvSpPr>
          <p:nvPr/>
        </p:nvSpPr>
        <p:spPr bwMode="auto">
          <a:xfrm>
            <a:off x="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4591" name="Rectangle 2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4578" name="Object 33"/>
          <p:cNvGraphicFramePr>
            <a:graphicFrameLocks noChangeAspect="1"/>
          </p:cNvGraphicFramePr>
          <p:nvPr/>
        </p:nvGraphicFramePr>
        <p:xfrm>
          <a:off x="1979613" y="1052513"/>
          <a:ext cx="4537075" cy="446087"/>
        </p:xfrm>
        <a:graphic>
          <a:graphicData uri="http://schemas.openxmlformats.org/presentationml/2006/ole">
            <mc:AlternateContent xmlns:mc="http://schemas.openxmlformats.org/markup-compatibility/2006">
              <mc:Choice xmlns:v="urn:schemas-microsoft-com:vml" Requires="v">
                <p:oleObj spid="_x0000_s34833" name="Equation" r:id="rId1" imgW="2806700" imgH="279400" progId="Equation.DSMT4">
                  <p:embed/>
                </p:oleObj>
              </mc:Choice>
              <mc:Fallback>
                <p:oleObj name="Equation" r:id="rId1" imgW="2806700" imgH="279400" progId="Equation.DSMT4">
                  <p:embed/>
                  <p:pic>
                    <p:nvPicPr>
                      <p:cNvPr id="0" name="Object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052513"/>
                        <a:ext cx="4537075"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79" name="Object 32"/>
          <p:cNvGraphicFramePr>
            <a:graphicFrameLocks noChangeAspect="1"/>
          </p:cNvGraphicFramePr>
          <p:nvPr/>
        </p:nvGraphicFramePr>
        <p:xfrm>
          <a:off x="6588125" y="1052513"/>
          <a:ext cx="2376488" cy="481012"/>
        </p:xfrm>
        <a:graphic>
          <a:graphicData uri="http://schemas.openxmlformats.org/presentationml/2006/ole">
            <mc:AlternateContent xmlns:mc="http://schemas.openxmlformats.org/markup-compatibility/2006">
              <mc:Choice xmlns:v="urn:schemas-microsoft-com:vml" Requires="v">
                <p:oleObj spid="_x0000_s34834" name="Equation" r:id="rId3" imgW="1371600" imgH="279400" progId="Equation.DSMT4">
                  <p:embed/>
                </p:oleObj>
              </mc:Choice>
              <mc:Fallback>
                <p:oleObj name="Equation" r:id="rId3" imgW="1371600" imgH="279400" progId="Equation.DSMT4">
                  <p:embed/>
                  <p:pic>
                    <p:nvPicPr>
                      <p:cNvPr id="0" name="Object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125" y="1052513"/>
                        <a:ext cx="2376488"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0" name="Object 31"/>
          <p:cNvGraphicFramePr>
            <a:graphicFrameLocks noChangeAspect="1"/>
          </p:cNvGraphicFramePr>
          <p:nvPr/>
        </p:nvGraphicFramePr>
        <p:xfrm>
          <a:off x="107950" y="1628775"/>
          <a:ext cx="2663825" cy="482600"/>
        </p:xfrm>
        <a:graphic>
          <a:graphicData uri="http://schemas.openxmlformats.org/presentationml/2006/ole">
            <mc:AlternateContent xmlns:mc="http://schemas.openxmlformats.org/markup-compatibility/2006">
              <mc:Choice xmlns:v="urn:schemas-microsoft-com:vml" Requires="v">
                <p:oleObj spid="_x0000_s34835" name="Equation" r:id="rId5" imgW="1524000" imgH="279400" progId="Equation.DSMT4">
                  <p:embed/>
                </p:oleObj>
              </mc:Choice>
              <mc:Fallback>
                <p:oleObj name="Equation" r:id="rId5" imgW="1524000" imgH="279400" progId="Equation.DSMT4">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 y="1628775"/>
                        <a:ext cx="266382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581" name="Object 30"/>
          <p:cNvGraphicFramePr>
            <a:graphicFrameLocks noChangeAspect="1"/>
          </p:cNvGraphicFramePr>
          <p:nvPr/>
        </p:nvGraphicFramePr>
        <p:xfrm>
          <a:off x="3203575" y="1700213"/>
          <a:ext cx="1441450" cy="411162"/>
        </p:xfrm>
        <a:graphic>
          <a:graphicData uri="http://schemas.openxmlformats.org/presentationml/2006/ole">
            <mc:AlternateContent xmlns:mc="http://schemas.openxmlformats.org/markup-compatibility/2006">
              <mc:Choice xmlns:v="urn:schemas-microsoft-com:vml" Requires="v">
                <p:oleObj spid="_x0000_s34836" name="Equation" r:id="rId7" imgW="800100" imgH="228600" progId="Equation.DSMT4">
                  <p:embed/>
                </p:oleObj>
              </mc:Choice>
              <mc:Fallback>
                <p:oleObj name="Equation" r:id="rId7" imgW="800100" imgH="228600" progId="Equation.DSMT4">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1700213"/>
                        <a:ext cx="144145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92" name="Rectangle 34"/>
          <p:cNvSpPr>
            <a:spLocks noChangeArrowheads="1"/>
          </p:cNvSpPr>
          <p:nvPr/>
        </p:nvSpPr>
        <p:spPr bwMode="auto">
          <a:xfrm>
            <a:off x="0" y="1052513"/>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2.</a:t>
            </a:r>
            <a:r>
              <a:rPr lang="zh-CN" altLang="en-US" sz="2400">
                <a:latin typeface="宋体" panose="02010600030101010101" pitchFamily="2" charset="-122"/>
                <a:cs typeface="Times New Roman" panose="02020603050405020304" pitchFamily="18" charset="0"/>
              </a:rPr>
              <a:t>给定向量组</a:t>
            </a:r>
            <a:endParaRPr lang="zh-CN" altLang="en-US" sz="2400"/>
          </a:p>
        </p:txBody>
      </p:sp>
      <p:sp>
        <p:nvSpPr>
          <p:cNvPr id="24593" name="Rectangle 37"/>
          <p:cNvSpPr>
            <a:spLocks noChangeArrowheads="1"/>
          </p:cNvSpPr>
          <p:nvPr/>
        </p:nvSpPr>
        <p:spPr bwMode="auto">
          <a:xfrm>
            <a:off x="2771775" y="16287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求</a:t>
            </a:r>
            <a:endParaRPr lang="zh-CN" altLang="en-US" sz="2400"/>
          </a:p>
        </p:txBody>
      </p:sp>
      <p:sp>
        <p:nvSpPr>
          <p:cNvPr id="24594" name="Rectangle 38"/>
          <p:cNvSpPr>
            <a:spLocks noChangeArrowheads="1"/>
          </p:cNvSpPr>
          <p:nvPr/>
        </p:nvSpPr>
        <p:spPr bwMode="auto">
          <a:xfrm>
            <a:off x="4540250" y="1628775"/>
            <a:ext cx="460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的一个最大无关组和向量组的秩</a:t>
            </a:r>
            <a:r>
              <a:rPr lang="en-US" altLang="zh-CN" sz="2400">
                <a:latin typeface="宋体" panose="02010600030101010101" pitchFamily="2" charset="-122"/>
                <a:cs typeface="Times New Roman" panose="02020603050405020304" pitchFamily="18" charset="0"/>
              </a:rPr>
              <a:t>.</a:t>
            </a:r>
            <a:endParaRPr lang="en-US" altLang="zh-CN" sz="2400"/>
          </a:p>
        </p:txBody>
      </p:sp>
      <p:sp>
        <p:nvSpPr>
          <p:cNvPr id="24595" name="Rectangle 40"/>
          <p:cNvSpPr>
            <a:spLocks noChangeArrowheads="1"/>
          </p:cNvSpPr>
          <p:nvPr/>
        </p:nvSpPr>
        <p:spPr bwMode="auto">
          <a:xfrm>
            <a:off x="0" y="1919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4342" name="Object 39"/>
          <p:cNvGraphicFramePr>
            <a:graphicFrameLocks noChangeAspect="1"/>
          </p:cNvGraphicFramePr>
          <p:nvPr/>
        </p:nvGraphicFramePr>
        <p:xfrm>
          <a:off x="179388" y="2565400"/>
          <a:ext cx="8713787" cy="3333750"/>
        </p:xfrm>
        <a:graphic>
          <a:graphicData uri="http://schemas.openxmlformats.org/presentationml/2006/ole">
            <mc:AlternateContent xmlns:mc="http://schemas.openxmlformats.org/markup-compatibility/2006">
              <mc:Choice xmlns:v="urn:schemas-microsoft-com:vml" Requires="v">
                <p:oleObj spid="_x0000_s34837" name="Equation" r:id="rId9" imgW="4800600" imgH="2032000" progId="Equation.DSMT4">
                  <p:embed/>
                </p:oleObj>
              </mc:Choice>
              <mc:Fallback>
                <p:oleObj name="Equation" r:id="rId9" imgW="4800600" imgH="2032000" progId="Equation.DSMT4">
                  <p:embed/>
                  <p:pic>
                    <p:nvPicPr>
                      <p:cNvPr id="0" name="Object 3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88" y="2565400"/>
                        <a:ext cx="8713787" cy="333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42"/>
                                        </p:tgtEl>
                                        <p:attrNameLst>
                                          <p:attrName>style.visibility</p:attrName>
                                        </p:attrNameLst>
                                      </p:cBhvr>
                                      <p:to>
                                        <p:strVal val="visible"/>
                                      </p:to>
                                    </p:set>
                                    <p:anim calcmode="lin" valueType="num">
                                      <p:cBhvr additive="base">
                                        <p:cTn id="7" dur="500" fill="hold"/>
                                        <p:tgtEl>
                                          <p:spTgt spid="14342"/>
                                        </p:tgtEl>
                                        <p:attrNameLst>
                                          <p:attrName>ppt_x</p:attrName>
                                        </p:attrNameLst>
                                      </p:cBhvr>
                                      <p:tavLst>
                                        <p:tav tm="0">
                                          <p:val>
                                            <p:strVal val="#ppt_x"/>
                                          </p:val>
                                        </p:tav>
                                        <p:tav tm="100000">
                                          <p:val>
                                            <p:strVal val="#ppt_x"/>
                                          </p:val>
                                        </p:tav>
                                      </p:tavLst>
                                    </p:anim>
                                    <p:anim calcmode="lin" valueType="num">
                                      <p:cBhvr additive="base">
                                        <p:cTn id="8" dur="500" fill="hold"/>
                                        <p:tgtEl>
                                          <p:spTgt spid="143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11D86EC-C591-4C48-B06B-6BC48BE2F179}" type="datetime3">
              <a:rPr lang="zh-CN" altLang="en-US" smtClean="0"/>
            </a:fld>
            <a:endParaRPr lang="en-US" altLang="zh-CN"/>
          </a:p>
        </p:txBody>
      </p:sp>
      <p:sp>
        <p:nvSpPr>
          <p:cNvPr id="2561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561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E96A73-CB77-42EE-9C51-BB509F11CF75}" type="slidenum">
              <a:rPr lang="en-US" altLang="zh-CN"/>
            </a:fld>
            <a:endParaRPr lang="en-US" altLang="zh-CN"/>
          </a:p>
        </p:txBody>
      </p:sp>
      <p:sp>
        <p:nvSpPr>
          <p:cNvPr id="25612"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》2005</a:t>
            </a:r>
            <a:r>
              <a:rPr lang="zh-CN" altLang="en-US" b="1"/>
              <a:t>学年第一学期，试卷</a:t>
            </a:r>
            <a:endParaRPr lang="zh-CN" altLang="en-US" b="1"/>
          </a:p>
        </p:txBody>
      </p:sp>
      <p:sp>
        <p:nvSpPr>
          <p:cNvPr id="25613" name="Rectangle 3"/>
          <p:cNvSpPr>
            <a:spLocks noChangeArrowheads="1"/>
          </p:cNvSpPr>
          <p:nvPr/>
        </p:nvSpPr>
        <p:spPr bwMode="auto">
          <a:xfrm>
            <a:off x="0"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14" name="Rectangle 4"/>
          <p:cNvSpPr>
            <a:spLocks noChangeArrowheads="1"/>
          </p:cNvSpPr>
          <p:nvPr/>
        </p:nvSpPr>
        <p:spPr bwMode="auto">
          <a:xfrm>
            <a:off x="0" y="1738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15" name="Rectangle 5"/>
          <p:cNvSpPr>
            <a:spLocks noChangeArrowheads="1"/>
          </p:cNvSpPr>
          <p:nvPr/>
        </p:nvSpPr>
        <p:spPr bwMode="auto">
          <a:xfrm>
            <a:off x="179388" y="593725"/>
            <a:ext cx="13350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三、计算题</a:t>
            </a:r>
            <a:endParaRPr lang="zh-CN" altLang="en-US" b="1"/>
          </a:p>
        </p:txBody>
      </p:sp>
      <p:sp>
        <p:nvSpPr>
          <p:cNvPr id="25616" name="Rectangle 6"/>
          <p:cNvSpPr>
            <a:spLocks noChangeArrowheads="1"/>
          </p:cNvSpPr>
          <p:nvPr/>
        </p:nvSpPr>
        <p:spPr bwMode="auto">
          <a:xfrm>
            <a:off x="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17"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5602" name="Object 8"/>
          <p:cNvGraphicFramePr>
            <a:graphicFrameLocks noChangeAspect="1"/>
          </p:cNvGraphicFramePr>
          <p:nvPr/>
        </p:nvGraphicFramePr>
        <p:xfrm>
          <a:off x="1979613" y="1052513"/>
          <a:ext cx="4537075" cy="446087"/>
        </p:xfrm>
        <a:graphic>
          <a:graphicData uri="http://schemas.openxmlformats.org/presentationml/2006/ole">
            <mc:AlternateContent xmlns:mc="http://schemas.openxmlformats.org/markup-compatibility/2006">
              <mc:Choice xmlns:v="urn:schemas-microsoft-com:vml" Requires="v">
                <p:oleObj spid="_x0000_s35863" name="Equation" r:id="rId1" imgW="2806700" imgH="279400" progId="Equation.DSMT4">
                  <p:embed/>
                </p:oleObj>
              </mc:Choice>
              <mc:Fallback>
                <p:oleObj name="Equation" r:id="rId1" imgW="2806700" imgH="279400"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052513"/>
                        <a:ext cx="4537075"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9"/>
          <p:cNvGraphicFramePr>
            <a:graphicFrameLocks noChangeAspect="1"/>
          </p:cNvGraphicFramePr>
          <p:nvPr/>
        </p:nvGraphicFramePr>
        <p:xfrm>
          <a:off x="6588125" y="1052513"/>
          <a:ext cx="2376488" cy="481012"/>
        </p:xfrm>
        <a:graphic>
          <a:graphicData uri="http://schemas.openxmlformats.org/presentationml/2006/ole">
            <mc:AlternateContent xmlns:mc="http://schemas.openxmlformats.org/markup-compatibility/2006">
              <mc:Choice xmlns:v="urn:schemas-microsoft-com:vml" Requires="v">
                <p:oleObj spid="_x0000_s35864" name="Equation" r:id="rId3" imgW="1371600" imgH="279400" progId="Equation.DSMT4">
                  <p:embed/>
                </p:oleObj>
              </mc:Choice>
              <mc:Fallback>
                <p:oleObj name="Equation" r:id="rId3" imgW="1371600" imgH="279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125" y="1052513"/>
                        <a:ext cx="2376488"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10"/>
          <p:cNvGraphicFramePr>
            <a:graphicFrameLocks noChangeAspect="1"/>
          </p:cNvGraphicFramePr>
          <p:nvPr/>
        </p:nvGraphicFramePr>
        <p:xfrm>
          <a:off x="107950" y="1628775"/>
          <a:ext cx="2663825" cy="482600"/>
        </p:xfrm>
        <a:graphic>
          <a:graphicData uri="http://schemas.openxmlformats.org/presentationml/2006/ole">
            <mc:AlternateContent xmlns:mc="http://schemas.openxmlformats.org/markup-compatibility/2006">
              <mc:Choice xmlns:v="urn:schemas-microsoft-com:vml" Requires="v">
                <p:oleObj spid="_x0000_s35865" name="Equation" r:id="rId5" imgW="1524000" imgH="279400" progId="Equation.DSMT4">
                  <p:embed/>
                </p:oleObj>
              </mc:Choice>
              <mc:Fallback>
                <p:oleObj name="Equation" r:id="rId5" imgW="1524000" imgH="2794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950" y="1628775"/>
                        <a:ext cx="2663825"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5" name="Object 11"/>
          <p:cNvGraphicFramePr>
            <a:graphicFrameLocks noChangeAspect="1"/>
          </p:cNvGraphicFramePr>
          <p:nvPr/>
        </p:nvGraphicFramePr>
        <p:xfrm>
          <a:off x="3203575" y="1700213"/>
          <a:ext cx="1441450" cy="411162"/>
        </p:xfrm>
        <a:graphic>
          <a:graphicData uri="http://schemas.openxmlformats.org/presentationml/2006/ole">
            <mc:AlternateContent xmlns:mc="http://schemas.openxmlformats.org/markup-compatibility/2006">
              <mc:Choice xmlns:v="urn:schemas-microsoft-com:vml" Requires="v">
                <p:oleObj spid="_x0000_s35866" name="Equation" r:id="rId7" imgW="800100" imgH="228600" progId="Equation.DSMT4">
                  <p:embed/>
                </p:oleObj>
              </mc:Choice>
              <mc:Fallback>
                <p:oleObj name="Equation" r:id="rId7" imgW="800100" imgH="2286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1700213"/>
                        <a:ext cx="144145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618" name="Rectangle 12"/>
          <p:cNvSpPr>
            <a:spLocks noChangeArrowheads="1"/>
          </p:cNvSpPr>
          <p:nvPr/>
        </p:nvSpPr>
        <p:spPr bwMode="auto">
          <a:xfrm>
            <a:off x="0" y="1052513"/>
            <a:ext cx="2012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2.</a:t>
            </a:r>
            <a:r>
              <a:rPr lang="zh-CN" altLang="en-US" sz="2400">
                <a:latin typeface="宋体" panose="02010600030101010101" pitchFamily="2" charset="-122"/>
                <a:cs typeface="Times New Roman" panose="02020603050405020304" pitchFamily="18" charset="0"/>
              </a:rPr>
              <a:t>给定向量组</a:t>
            </a:r>
            <a:endParaRPr lang="zh-CN" altLang="en-US" sz="2400"/>
          </a:p>
        </p:txBody>
      </p:sp>
      <p:sp>
        <p:nvSpPr>
          <p:cNvPr id="25619" name="Rectangle 13"/>
          <p:cNvSpPr>
            <a:spLocks noChangeArrowheads="1"/>
          </p:cNvSpPr>
          <p:nvPr/>
        </p:nvSpPr>
        <p:spPr bwMode="auto">
          <a:xfrm>
            <a:off x="2771775" y="162877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求</a:t>
            </a:r>
            <a:endParaRPr lang="zh-CN" altLang="en-US" sz="2400"/>
          </a:p>
        </p:txBody>
      </p:sp>
      <p:sp>
        <p:nvSpPr>
          <p:cNvPr id="25620" name="Rectangle 14"/>
          <p:cNvSpPr>
            <a:spLocks noChangeArrowheads="1"/>
          </p:cNvSpPr>
          <p:nvPr/>
        </p:nvSpPr>
        <p:spPr bwMode="auto">
          <a:xfrm>
            <a:off x="4540250" y="1628775"/>
            <a:ext cx="460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的一个最大无关组和向量组的秩</a:t>
            </a:r>
            <a:r>
              <a:rPr lang="en-US" altLang="zh-CN" sz="2400">
                <a:latin typeface="宋体" panose="02010600030101010101" pitchFamily="2" charset="-122"/>
                <a:cs typeface="Times New Roman" panose="02020603050405020304" pitchFamily="18" charset="0"/>
              </a:rPr>
              <a:t>.</a:t>
            </a:r>
            <a:endParaRPr lang="en-US" altLang="zh-CN" sz="2400"/>
          </a:p>
        </p:txBody>
      </p:sp>
      <p:sp>
        <p:nvSpPr>
          <p:cNvPr id="25621" name="Rectangle 15"/>
          <p:cNvSpPr>
            <a:spLocks noChangeArrowheads="1"/>
          </p:cNvSpPr>
          <p:nvPr/>
        </p:nvSpPr>
        <p:spPr bwMode="auto">
          <a:xfrm>
            <a:off x="0" y="1919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15366" name="Object 16"/>
          <p:cNvGraphicFramePr>
            <a:graphicFrameLocks noChangeAspect="1"/>
          </p:cNvGraphicFramePr>
          <p:nvPr/>
        </p:nvGraphicFramePr>
        <p:xfrm>
          <a:off x="468313" y="2349500"/>
          <a:ext cx="5975350" cy="2457450"/>
        </p:xfrm>
        <a:graphic>
          <a:graphicData uri="http://schemas.openxmlformats.org/presentationml/2006/ole">
            <mc:AlternateContent xmlns:mc="http://schemas.openxmlformats.org/markup-compatibility/2006">
              <mc:Choice xmlns:v="urn:schemas-microsoft-com:vml" Requires="v">
                <p:oleObj spid="_x0000_s35867" name="Equation" r:id="rId9" imgW="2844800" imgH="1295400" progId="Equation.DSMT4">
                  <p:embed/>
                </p:oleObj>
              </mc:Choice>
              <mc:Fallback>
                <p:oleObj name="Equation" r:id="rId9" imgW="2844800" imgH="1295400"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8313" y="2349500"/>
                        <a:ext cx="5975350" cy="2457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7" name="Object 18"/>
          <p:cNvGraphicFramePr>
            <a:graphicFrameLocks noChangeAspect="1"/>
          </p:cNvGraphicFramePr>
          <p:nvPr/>
        </p:nvGraphicFramePr>
        <p:xfrm>
          <a:off x="1258888" y="4868863"/>
          <a:ext cx="2303462" cy="468312"/>
        </p:xfrm>
        <a:graphic>
          <a:graphicData uri="http://schemas.openxmlformats.org/presentationml/2006/ole">
            <mc:AlternateContent xmlns:mc="http://schemas.openxmlformats.org/markup-compatibility/2006">
              <mc:Choice xmlns:v="urn:schemas-microsoft-com:vml" Requires="v">
                <p:oleObj spid="_x0000_s35868" name="Equation" r:id="rId11" imgW="1269365" imgH="254000" progId="Equation.DSMT4">
                  <p:embed/>
                </p:oleObj>
              </mc:Choice>
              <mc:Fallback>
                <p:oleObj name="Equation" r:id="rId11" imgW="1269365" imgH="254000" progId="Equation.DSMT4">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58888" y="4868863"/>
                        <a:ext cx="2303462"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68" name="Object 17"/>
          <p:cNvGraphicFramePr>
            <a:graphicFrameLocks noChangeAspect="1"/>
          </p:cNvGraphicFramePr>
          <p:nvPr/>
        </p:nvGraphicFramePr>
        <p:xfrm>
          <a:off x="611188" y="5445125"/>
          <a:ext cx="1079500" cy="411163"/>
        </p:xfrm>
        <a:graphic>
          <a:graphicData uri="http://schemas.openxmlformats.org/presentationml/2006/ole">
            <mc:AlternateContent xmlns:mc="http://schemas.openxmlformats.org/markup-compatibility/2006">
              <mc:Choice xmlns:v="urn:schemas-microsoft-com:vml" Requires="v">
                <p:oleObj spid="_x0000_s35869" name="Equation" r:id="rId13" imgW="596900" imgH="228600" progId="Equation.DSMT4">
                  <p:embed/>
                </p:oleObj>
              </mc:Choice>
              <mc:Fallback>
                <p:oleObj name="Equation" r:id="rId13" imgW="596900" imgH="228600"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1188" y="5445125"/>
                        <a:ext cx="1079500"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82" name="Rectangle 19"/>
          <p:cNvSpPr>
            <a:spLocks noChangeArrowheads="1"/>
          </p:cNvSpPr>
          <p:nvPr/>
        </p:nvSpPr>
        <p:spPr bwMode="auto">
          <a:xfrm>
            <a:off x="539750" y="479742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可见</a:t>
            </a:r>
            <a:endParaRPr lang="zh-CN" altLang="en-US" sz="2400"/>
          </a:p>
        </p:txBody>
      </p:sp>
      <p:sp>
        <p:nvSpPr>
          <p:cNvPr id="25623" name="Rectangle 20"/>
          <p:cNvSpPr>
            <a:spLocks noChangeArrowheads="1"/>
          </p:cNvSpPr>
          <p:nvPr/>
        </p:nvSpPr>
        <p:spPr bwMode="auto">
          <a:xfrm>
            <a:off x="3927475" y="3306763"/>
            <a:ext cx="336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a:latin typeface="宋体" panose="02010600030101010101" pitchFamily="2" charset="-122"/>
                <a:cs typeface="Times New Roman" panose="02020603050405020304" pitchFamily="18" charset="0"/>
              </a:rPr>
              <a:t>，</a:t>
            </a:r>
            <a:endParaRPr lang="zh-CN" altLang="en-US"/>
          </a:p>
        </p:txBody>
      </p:sp>
      <p:sp>
        <p:nvSpPr>
          <p:cNvPr id="15384" name="Rectangle 21"/>
          <p:cNvSpPr>
            <a:spLocks noChangeArrowheads="1"/>
          </p:cNvSpPr>
          <p:nvPr/>
        </p:nvSpPr>
        <p:spPr bwMode="auto">
          <a:xfrm>
            <a:off x="1763713" y="5445125"/>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宋体" panose="02010600030101010101" pitchFamily="2" charset="-122"/>
                <a:cs typeface="Times New Roman" panose="02020603050405020304" pitchFamily="18" charset="0"/>
              </a:rPr>
              <a:t>是一个最大无关组。</a:t>
            </a:r>
            <a:endParaRPr lang="zh-CN" altLang="en-US" sz="24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 calcmode="lin" valueType="num">
                                      <p:cBhvr additive="base">
                                        <p:cTn id="7" dur="500" fill="hold"/>
                                        <p:tgtEl>
                                          <p:spTgt spid="15366"/>
                                        </p:tgtEl>
                                        <p:attrNameLst>
                                          <p:attrName>ppt_x</p:attrName>
                                        </p:attrNameLst>
                                      </p:cBhvr>
                                      <p:tavLst>
                                        <p:tav tm="0">
                                          <p:val>
                                            <p:strVal val="#ppt_x"/>
                                          </p:val>
                                        </p:tav>
                                        <p:tav tm="100000">
                                          <p:val>
                                            <p:strVal val="#ppt_x"/>
                                          </p:val>
                                        </p:tav>
                                      </p:tavLst>
                                    </p:anim>
                                    <p:anim calcmode="lin" valueType="num">
                                      <p:cBhvr additive="base">
                                        <p:cTn id="8"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82"/>
                                        </p:tgtEl>
                                        <p:attrNameLst>
                                          <p:attrName>style.visibility</p:attrName>
                                        </p:attrNameLst>
                                      </p:cBhvr>
                                      <p:to>
                                        <p:strVal val="visible"/>
                                      </p:to>
                                    </p:set>
                                    <p:anim calcmode="lin" valueType="num">
                                      <p:cBhvr additive="base">
                                        <p:cTn id="13" dur="500" fill="hold"/>
                                        <p:tgtEl>
                                          <p:spTgt spid="15382"/>
                                        </p:tgtEl>
                                        <p:attrNameLst>
                                          <p:attrName>ppt_x</p:attrName>
                                        </p:attrNameLst>
                                      </p:cBhvr>
                                      <p:tavLst>
                                        <p:tav tm="0">
                                          <p:val>
                                            <p:strVal val="#ppt_x"/>
                                          </p:val>
                                        </p:tav>
                                        <p:tav tm="100000">
                                          <p:val>
                                            <p:strVal val="#ppt_x"/>
                                          </p:val>
                                        </p:tav>
                                      </p:tavLst>
                                    </p:anim>
                                    <p:anim calcmode="lin" valueType="num">
                                      <p:cBhvr additive="base">
                                        <p:cTn id="14" dur="500" fill="hold"/>
                                        <p:tgtEl>
                                          <p:spTgt spid="1538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367"/>
                                        </p:tgtEl>
                                        <p:attrNameLst>
                                          <p:attrName>style.visibility</p:attrName>
                                        </p:attrNameLst>
                                      </p:cBhvr>
                                      <p:to>
                                        <p:strVal val="visible"/>
                                      </p:to>
                                    </p:set>
                                    <p:anim calcmode="lin" valueType="num">
                                      <p:cBhvr additive="base">
                                        <p:cTn id="19" dur="500" fill="hold"/>
                                        <p:tgtEl>
                                          <p:spTgt spid="15367"/>
                                        </p:tgtEl>
                                        <p:attrNameLst>
                                          <p:attrName>ppt_x</p:attrName>
                                        </p:attrNameLst>
                                      </p:cBhvr>
                                      <p:tavLst>
                                        <p:tav tm="0">
                                          <p:val>
                                            <p:strVal val="#ppt_x"/>
                                          </p:val>
                                        </p:tav>
                                        <p:tav tm="100000">
                                          <p:val>
                                            <p:strVal val="#ppt_x"/>
                                          </p:val>
                                        </p:tav>
                                      </p:tavLst>
                                    </p:anim>
                                    <p:anim calcmode="lin" valueType="num">
                                      <p:cBhvr additive="base">
                                        <p:cTn id="20"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368"/>
                                        </p:tgtEl>
                                        <p:attrNameLst>
                                          <p:attrName>style.visibility</p:attrName>
                                        </p:attrNameLst>
                                      </p:cBhvr>
                                      <p:to>
                                        <p:strVal val="visible"/>
                                      </p:to>
                                    </p:set>
                                    <p:anim calcmode="lin" valueType="num">
                                      <p:cBhvr additive="base">
                                        <p:cTn id="25" dur="500" fill="hold"/>
                                        <p:tgtEl>
                                          <p:spTgt spid="15368"/>
                                        </p:tgtEl>
                                        <p:attrNameLst>
                                          <p:attrName>ppt_x</p:attrName>
                                        </p:attrNameLst>
                                      </p:cBhvr>
                                      <p:tavLst>
                                        <p:tav tm="0">
                                          <p:val>
                                            <p:strVal val="#ppt_x"/>
                                          </p:val>
                                        </p:tav>
                                        <p:tav tm="100000">
                                          <p:val>
                                            <p:strVal val="#ppt_x"/>
                                          </p:val>
                                        </p:tav>
                                      </p:tavLst>
                                    </p:anim>
                                    <p:anim calcmode="lin" valueType="num">
                                      <p:cBhvr additive="base">
                                        <p:cTn id="26" dur="500" fill="hold"/>
                                        <p:tgtEl>
                                          <p:spTgt spid="1536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5384"/>
                                        </p:tgtEl>
                                        <p:attrNameLst>
                                          <p:attrName>style.visibility</p:attrName>
                                        </p:attrNameLst>
                                      </p:cBhvr>
                                      <p:to>
                                        <p:strVal val="visible"/>
                                      </p:to>
                                    </p:set>
                                    <p:anim calcmode="lin" valueType="num">
                                      <p:cBhvr additive="base">
                                        <p:cTn id="31" dur="500" fill="hold"/>
                                        <p:tgtEl>
                                          <p:spTgt spid="15384"/>
                                        </p:tgtEl>
                                        <p:attrNameLst>
                                          <p:attrName>ppt_x</p:attrName>
                                        </p:attrNameLst>
                                      </p:cBhvr>
                                      <p:tavLst>
                                        <p:tav tm="0">
                                          <p:val>
                                            <p:strVal val="#ppt_x"/>
                                          </p:val>
                                        </p:tav>
                                        <p:tav tm="100000">
                                          <p:val>
                                            <p:strVal val="#ppt_x"/>
                                          </p:val>
                                        </p:tav>
                                      </p:tavLst>
                                    </p:anim>
                                    <p:anim calcmode="lin" valueType="num">
                                      <p:cBhvr additive="base">
                                        <p:cTn id="32" dur="500" fill="hold"/>
                                        <p:tgtEl>
                                          <p:spTgt spid="153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2" grpId="0"/>
      <p:bldP spid="1538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51449D-3DC4-47D4-BDE5-FDD0B5124221}" type="datetime3">
              <a:rPr lang="zh-CN" altLang="en-US" smtClean="0"/>
            </a:fld>
            <a:endParaRPr lang="en-US" altLang="zh-CN"/>
          </a:p>
        </p:txBody>
      </p:sp>
      <p:sp>
        <p:nvSpPr>
          <p:cNvPr id="26628"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66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504DDEB-E4B4-4733-BAE9-F0FC384C62F7}" type="slidenum">
              <a:rPr lang="en-US" altLang="zh-CN"/>
            </a:fld>
            <a:endParaRPr lang="en-US" altLang="zh-CN"/>
          </a:p>
        </p:txBody>
      </p:sp>
      <p:sp>
        <p:nvSpPr>
          <p:cNvPr id="26630"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6631" name="Rectangle 3"/>
          <p:cNvSpPr>
            <a:spLocks noChangeArrowheads="1"/>
          </p:cNvSpPr>
          <p:nvPr/>
        </p:nvSpPr>
        <p:spPr bwMode="auto">
          <a:xfrm>
            <a:off x="0" y="1738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6632" name="Rectangle 4"/>
          <p:cNvSpPr>
            <a:spLocks noChangeArrowheads="1"/>
          </p:cNvSpPr>
          <p:nvPr/>
        </p:nvSpPr>
        <p:spPr bwMode="auto">
          <a:xfrm>
            <a:off x="250825" y="549275"/>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一</a:t>
            </a:r>
            <a:r>
              <a:rPr lang="en-US" altLang="zh-CN" sz="2400"/>
              <a:t>﹑</a:t>
            </a:r>
            <a:r>
              <a:rPr lang="zh-CN" altLang="en-US" sz="2400"/>
              <a:t>选择题</a:t>
            </a:r>
            <a:endParaRPr lang="zh-CN" altLang="en-US" sz="2400"/>
          </a:p>
        </p:txBody>
      </p:sp>
      <p:sp>
        <p:nvSpPr>
          <p:cNvPr id="26633" name="Rectangle 21"/>
          <p:cNvSpPr>
            <a:spLocks noChangeArrowheads="1"/>
          </p:cNvSpPr>
          <p:nvPr/>
        </p:nvSpPr>
        <p:spPr bwMode="auto">
          <a:xfrm>
            <a:off x="250825" y="1125538"/>
            <a:ext cx="285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cs typeface="Courier New" panose="02070309020205020404" pitchFamily="49" charset="0"/>
              </a:rPr>
              <a:t>5. </a:t>
            </a:r>
            <a:r>
              <a:rPr lang="zh-CN" altLang="en-US" sz="2400">
                <a:cs typeface="Courier New" panose="02070309020205020404" pitchFamily="49" charset="0"/>
              </a:rPr>
              <a:t>若方阵</a:t>
            </a:r>
            <a:r>
              <a:rPr lang="en-US" altLang="zh-CN" sz="2400">
                <a:cs typeface="Courier New" panose="02070309020205020404" pitchFamily="49" charset="0"/>
              </a:rPr>
              <a:t>A</a:t>
            </a:r>
            <a:r>
              <a:rPr lang="zh-CN" altLang="en-US" sz="2400">
                <a:cs typeface="Courier New" panose="02070309020205020404" pitchFamily="49" charset="0"/>
              </a:rPr>
              <a:t>的行列式</a:t>
            </a:r>
            <a:endParaRPr lang="zh-CN" altLang="en-US" sz="2400"/>
          </a:p>
        </p:txBody>
      </p:sp>
      <p:graphicFrame>
        <p:nvGraphicFramePr>
          <p:cNvPr id="26626" name="Object 20"/>
          <p:cNvGraphicFramePr>
            <a:graphicFrameLocks noChangeAspect="1"/>
          </p:cNvGraphicFramePr>
          <p:nvPr/>
        </p:nvGraphicFramePr>
        <p:xfrm>
          <a:off x="3132138" y="1052513"/>
          <a:ext cx="936625" cy="574675"/>
        </p:xfrm>
        <a:graphic>
          <a:graphicData uri="http://schemas.openxmlformats.org/presentationml/2006/ole">
            <mc:AlternateContent xmlns:mc="http://schemas.openxmlformats.org/markup-compatibility/2006">
              <mc:Choice xmlns:v="urn:schemas-microsoft-com:vml" Requires="v">
                <p:oleObj spid="_x0000_s36869" name="Equation" r:id="rId1" imgW="419100" imgH="254000" progId="Equation.DSMT4">
                  <p:embed/>
                </p:oleObj>
              </mc:Choice>
              <mc:Fallback>
                <p:oleObj name="Equation" r:id="rId1" imgW="419100" imgH="254000" progId="Equation.DSMT4">
                  <p:embed/>
                  <p:pic>
                    <p:nvPicPr>
                      <p:cNvPr id="0" name="Object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1052513"/>
                        <a:ext cx="936625"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4" name="Rectangle 22"/>
          <p:cNvSpPr>
            <a:spLocks noChangeArrowheads="1"/>
          </p:cNvSpPr>
          <p:nvPr/>
        </p:nvSpPr>
        <p:spPr bwMode="auto">
          <a:xfrm>
            <a:off x="311150" y="1628775"/>
            <a:ext cx="6432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76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Tx/>
              <a:buAutoNum type="alphaUcParenBoth"/>
            </a:pPr>
            <a:r>
              <a:rPr lang="en-US" altLang="zh-CN" sz="2400">
                <a:latin typeface="宋体" panose="02010600030101010101" pitchFamily="2" charset="-122"/>
                <a:cs typeface="Times New Roman" panose="02020603050405020304" pitchFamily="18" charset="0"/>
              </a:rPr>
              <a:t>A</a:t>
            </a:r>
            <a:r>
              <a:rPr lang="zh-CN" altLang="en-US" sz="2400">
                <a:latin typeface="宋体" panose="02010600030101010101" pitchFamily="2" charset="-122"/>
                <a:cs typeface="Times New Roman" panose="02020603050405020304" pitchFamily="18" charset="0"/>
              </a:rPr>
              <a:t>的行向量组和列向量组均线性相关 </a:t>
            </a:r>
            <a:endParaRPr lang="zh-CN" altLang="en-US" sz="2400">
              <a:latin typeface="宋体" panose="02010600030101010101" pitchFamily="2" charset="-122"/>
              <a:cs typeface="Times New Roman" panose="02020603050405020304" pitchFamily="18" charset="0"/>
            </a:endParaRPr>
          </a:p>
          <a:p>
            <a:pPr eaLnBrk="1" hangingPunct="1"/>
            <a:r>
              <a:rPr lang="en-US" altLang="zh-CN" sz="2400">
                <a:latin typeface="宋体" panose="02010600030101010101" pitchFamily="2" charset="-122"/>
                <a:cs typeface="Times New Roman" panose="02020603050405020304" pitchFamily="18" charset="0"/>
              </a:rPr>
              <a:t>(B)A</a:t>
            </a:r>
            <a:r>
              <a:rPr lang="zh-CN" altLang="en-US" sz="2400">
                <a:latin typeface="宋体" panose="02010600030101010101" pitchFamily="2" charset="-122"/>
                <a:cs typeface="Times New Roman" panose="02020603050405020304" pitchFamily="18" charset="0"/>
              </a:rPr>
              <a:t>的行向量组线性相关</a:t>
            </a:r>
            <a:r>
              <a:rPr lang="en-US" altLang="zh-CN" sz="2400">
                <a:latin typeface="宋体" panose="02010600030101010101" pitchFamily="2" charset="-122"/>
                <a:cs typeface="Times New Roman" panose="02020603050405020304" pitchFamily="18" charset="0"/>
              </a:rPr>
              <a:t>,</a:t>
            </a:r>
            <a:r>
              <a:rPr lang="zh-CN" altLang="en-US" sz="2400">
                <a:latin typeface="宋体" panose="02010600030101010101" pitchFamily="2" charset="-122"/>
                <a:cs typeface="Times New Roman" panose="02020603050405020304" pitchFamily="18" charset="0"/>
              </a:rPr>
              <a:t>列向量组线性无关</a:t>
            </a:r>
            <a:endParaRPr lang="zh-CN" altLang="en-US" sz="2400"/>
          </a:p>
          <a:p>
            <a:r>
              <a:rPr lang="en-US" altLang="zh-CN" sz="2400">
                <a:latin typeface="宋体" panose="02010600030101010101" pitchFamily="2" charset="-122"/>
                <a:cs typeface="Times New Roman" panose="02020603050405020304" pitchFamily="18" charset="0"/>
              </a:rPr>
              <a:t>(C) A</a:t>
            </a:r>
            <a:r>
              <a:rPr lang="zh-CN" altLang="en-US" sz="2400">
                <a:latin typeface="宋体" panose="02010600030101010101" pitchFamily="2" charset="-122"/>
                <a:cs typeface="Times New Roman" panose="02020603050405020304" pitchFamily="18" charset="0"/>
              </a:rPr>
              <a:t>的行向量组和列向量组均线性无关 </a:t>
            </a:r>
            <a:endParaRPr lang="zh-CN" altLang="en-US" sz="2400">
              <a:latin typeface="宋体" panose="02010600030101010101" pitchFamily="2" charset="-122"/>
              <a:cs typeface="Times New Roman" panose="02020603050405020304" pitchFamily="18" charset="0"/>
            </a:endParaRPr>
          </a:p>
          <a:p>
            <a:r>
              <a:rPr lang="en-US" altLang="zh-CN" sz="2400">
                <a:latin typeface="宋体" panose="02010600030101010101" pitchFamily="2" charset="-122"/>
                <a:cs typeface="Times New Roman" panose="02020603050405020304" pitchFamily="18" charset="0"/>
              </a:rPr>
              <a:t>(D)A</a:t>
            </a:r>
            <a:r>
              <a:rPr lang="zh-CN" altLang="en-US" sz="2400">
                <a:latin typeface="宋体" panose="02010600030101010101" pitchFamily="2" charset="-122"/>
                <a:cs typeface="Times New Roman" panose="02020603050405020304" pitchFamily="18" charset="0"/>
              </a:rPr>
              <a:t>的列向量组线性相关</a:t>
            </a:r>
            <a:r>
              <a:rPr lang="en-US" altLang="zh-CN" sz="2400">
                <a:latin typeface="宋体" panose="02010600030101010101" pitchFamily="2" charset="-122"/>
                <a:cs typeface="Times New Roman" panose="02020603050405020304" pitchFamily="18" charset="0"/>
              </a:rPr>
              <a:t>,</a:t>
            </a:r>
            <a:r>
              <a:rPr lang="zh-CN" altLang="en-US" sz="2400">
                <a:latin typeface="宋体" panose="02010600030101010101" pitchFamily="2" charset="-122"/>
                <a:cs typeface="Times New Roman" panose="02020603050405020304" pitchFamily="18" charset="0"/>
              </a:rPr>
              <a:t>行向量组线性无关</a:t>
            </a:r>
            <a:endParaRPr lang="zh-CN" altLang="en-US" sz="2400"/>
          </a:p>
        </p:txBody>
      </p:sp>
      <p:sp>
        <p:nvSpPr>
          <p:cNvPr id="26635" name="Rectangle 23"/>
          <p:cNvSpPr>
            <a:spLocks noChangeArrowheads="1"/>
          </p:cNvSpPr>
          <p:nvPr/>
        </p:nvSpPr>
        <p:spPr bwMode="auto">
          <a:xfrm>
            <a:off x="4140200" y="1125538"/>
            <a:ext cx="1333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，则</a:t>
            </a:r>
            <a:r>
              <a:rPr lang="en-US" altLang="zh-CN" sz="2400"/>
              <a:t>(    )</a:t>
            </a:r>
            <a:endParaRPr lang="en-US" altLang="zh-CN" sz="2400"/>
          </a:p>
        </p:txBody>
      </p:sp>
      <p:sp>
        <p:nvSpPr>
          <p:cNvPr id="26636" name="Rectangle 24"/>
          <p:cNvSpPr>
            <a:spLocks noChangeArrowheads="1"/>
          </p:cNvSpPr>
          <p:nvPr/>
        </p:nvSpPr>
        <p:spPr bwMode="auto">
          <a:xfrm>
            <a:off x="468313" y="3500438"/>
            <a:ext cx="1217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答案</a:t>
            </a:r>
            <a:r>
              <a:rPr lang="en-US" altLang="zh-CN" sz="2400">
                <a:latin typeface="Times New Roman" panose="02020603050405020304" pitchFamily="18" charset="0"/>
                <a:cs typeface="Times New Roman" panose="02020603050405020304" pitchFamily="18" charset="0"/>
              </a:rPr>
              <a:t>(A)</a:t>
            </a:r>
            <a:endParaRPr lang="en-US" altLang="zh-CN" sz="24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36"/>
                                        </p:tgtEl>
                                        <p:attrNameLst>
                                          <p:attrName>style.visibility</p:attrName>
                                        </p:attrNameLst>
                                      </p:cBhvr>
                                      <p:to>
                                        <p:strVal val="visible"/>
                                      </p:to>
                                    </p:set>
                                    <p:anim calcmode="lin" valueType="num">
                                      <p:cBhvr additive="base">
                                        <p:cTn id="7" dur="500" fill="hold"/>
                                        <p:tgtEl>
                                          <p:spTgt spid="26636"/>
                                        </p:tgtEl>
                                        <p:attrNameLst>
                                          <p:attrName>ppt_x</p:attrName>
                                        </p:attrNameLst>
                                      </p:cBhvr>
                                      <p:tavLst>
                                        <p:tav tm="0">
                                          <p:val>
                                            <p:strVal val="#ppt_x"/>
                                          </p:val>
                                        </p:tav>
                                        <p:tav tm="100000">
                                          <p:val>
                                            <p:strVal val="#ppt_x"/>
                                          </p:val>
                                        </p:tav>
                                      </p:tavLst>
                                    </p:anim>
                                    <p:anim calcmode="lin" valueType="num">
                                      <p:cBhvr additive="base">
                                        <p:cTn id="8" dur="500" fill="hold"/>
                                        <p:tgtEl>
                                          <p:spTgt spid="266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D557D3F-E6D9-4433-B1FB-B65CADAB5358}" type="datetime3">
              <a:rPr lang="zh-CN" altLang="en-US" smtClean="0"/>
            </a:fld>
            <a:endParaRPr lang="en-US" altLang="zh-CN"/>
          </a:p>
        </p:txBody>
      </p:sp>
      <p:sp>
        <p:nvSpPr>
          <p:cNvPr id="27654"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765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A656AD-DC9E-4D50-B93F-2F6B6389906D}" type="slidenum">
              <a:rPr lang="en-US" altLang="zh-CN"/>
            </a:fld>
            <a:endParaRPr lang="en-US" altLang="zh-CN"/>
          </a:p>
        </p:txBody>
      </p:sp>
      <p:sp>
        <p:nvSpPr>
          <p:cNvPr id="27656"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7657" name="Rectangle 4"/>
          <p:cNvSpPr>
            <a:spLocks noChangeArrowheads="1"/>
          </p:cNvSpPr>
          <p:nvPr/>
        </p:nvSpPr>
        <p:spPr bwMode="auto">
          <a:xfrm>
            <a:off x="250825" y="593725"/>
            <a:ext cx="132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三</a:t>
            </a:r>
            <a:r>
              <a:rPr lang="en-US" altLang="zh-CN"/>
              <a:t>﹑</a:t>
            </a:r>
            <a:r>
              <a:rPr lang="zh-CN" altLang="en-US"/>
              <a:t>计算题</a:t>
            </a:r>
            <a:endParaRPr lang="zh-CN" altLang="en-US"/>
          </a:p>
        </p:txBody>
      </p:sp>
      <p:sp>
        <p:nvSpPr>
          <p:cNvPr id="27658" name="Rectangle 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59" name="Rectangle 6"/>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0" name="Rectangle 8"/>
          <p:cNvSpPr>
            <a:spLocks noChangeArrowheads="1"/>
          </p:cNvSpPr>
          <p:nvPr/>
        </p:nvSpPr>
        <p:spPr bwMode="auto">
          <a:xfrm>
            <a:off x="4090988" y="4718050"/>
            <a:ext cx="260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a:latin typeface="宋体" panose="02010600030101010101" pitchFamily="2" charset="-122"/>
                <a:cs typeface="Times New Roman" panose="02020603050405020304" pitchFamily="18" charset="0"/>
              </a:rPr>
              <a:t>.</a:t>
            </a:r>
            <a:endParaRPr lang="en-US" altLang="zh-CN"/>
          </a:p>
        </p:txBody>
      </p:sp>
      <p:sp>
        <p:nvSpPr>
          <p:cNvPr id="27661" name="Rectangle 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2" name="Rectangle 10"/>
          <p:cNvSpPr>
            <a:spLocks noChangeArrowheads="1"/>
          </p:cNvSpPr>
          <p:nvPr/>
        </p:nvSpPr>
        <p:spPr bwMode="auto">
          <a:xfrm>
            <a:off x="0"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3" name="Rectangle 11"/>
          <p:cNvSpPr>
            <a:spLocks noChangeArrowheads="1"/>
          </p:cNvSpPr>
          <p:nvPr/>
        </p:nvSpPr>
        <p:spPr bwMode="auto">
          <a:xfrm>
            <a:off x="0" y="1581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7664" name="Rectangle 14"/>
          <p:cNvSpPr>
            <a:spLocks noChangeArrowheads="1"/>
          </p:cNvSpPr>
          <p:nvPr/>
        </p:nvSpPr>
        <p:spPr bwMode="auto">
          <a:xfrm>
            <a:off x="179388" y="981075"/>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3 </a:t>
            </a:r>
            <a:r>
              <a:rPr lang="zh-CN" altLang="en-US" sz="2400">
                <a:latin typeface="Times New Roman" panose="02020603050405020304" pitchFamily="18" charset="0"/>
                <a:cs typeface="Times New Roman" panose="02020603050405020304" pitchFamily="18" charset="0"/>
              </a:rPr>
              <a:t>求向量组</a:t>
            </a:r>
            <a:endParaRPr lang="zh-CN" altLang="en-US" sz="2400"/>
          </a:p>
        </p:txBody>
      </p:sp>
      <p:graphicFrame>
        <p:nvGraphicFramePr>
          <p:cNvPr id="27650" name="Object 13"/>
          <p:cNvGraphicFramePr>
            <a:graphicFrameLocks noChangeAspect="1"/>
          </p:cNvGraphicFramePr>
          <p:nvPr/>
        </p:nvGraphicFramePr>
        <p:xfrm>
          <a:off x="1763713" y="1052513"/>
          <a:ext cx="6913562" cy="388937"/>
        </p:xfrm>
        <a:graphic>
          <a:graphicData uri="http://schemas.openxmlformats.org/presentationml/2006/ole">
            <mc:AlternateContent xmlns:mc="http://schemas.openxmlformats.org/markup-compatibility/2006">
              <mc:Choice xmlns:v="urn:schemas-microsoft-com:vml" Requires="v">
                <p:oleObj spid="_x0000_s37899" name="Equation" r:id="rId1" imgW="4064000" imgH="228600" progId="Equation.DSMT4">
                  <p:embed/>
                </p:oleObj>
              </mc:Choice>
              <mc:Fallback>
                <p:oleObj name="Equation" r:id="rId1" imgW="4064000" imgH="228600" progId="Equation.DSMT4">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052513"/>
                        <a:ext cx="6913562" cy="388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5" name="Rectangle 15"/>
          <p:cNvSpPr>
            <a:spLocks noChangeArrowheads="1"/>
          </p:cNvSpPr>
          <p:nvPr/>
        </p:nvSpPr>
        <p:spPr bwMode="auto">
          <a:xfrm>
            <a:off x="395288" y="1484313"/>
            <a:ext cx="330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的一个最大无关组和秩</a:t>
            </a:r>
            <a:r>
              <a:rPr lang="en-US" altLang="zh-CN" sz="2400">
                <a:latin typeface="Times New Roman" panose="02020603050405020304" pitchFamily="18" charset="0"/>
                <a:cs typeface="Times New Roman" panose="02020603050405020304" pitchFamily="18" charset="0"/>
              </a:rPr>
              <a:t>.</a:t>
            </a:r>
            <a:endParaRPr lang="en-US" altLang="zh-CN" sz="2400"/>
          </a:p>
        </p:txBody>
      </p:sp>
      <p:sp>
        <p:nvSpPr>
          <p:cNvPr id="34834" name="Rectangle 16"/>
          <p:cNvSpPr>
            <a:spLocks noChangeArrowheads="1"/>
          </p:cNvSpPr>
          <p:nvPr/>
        </p:nvSpPr>
        <p:spPr bwMode="auto">
          <a:xfrm>
            <a:off x="107950" y="2074863"/>
            <a:ext cx="86582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a:t>解：把它们按列排成矩阵</a:t>
            </a:r>
            <a:r>
              <a:rPr lang="en-US" altLang="zh-CN" sz="2200"/>
              <a:t>A</a:t>
            </a:r>
            <a:r>
              <a:rPr lang="zh-CN" altLang="en-US" sz="2200"/>
              <a:t>，并对</a:t>
            </a:r>
            <a:r>
              <a:rPr lang="en-US" altLang="zh-CN" sz="2200"/>
              <a:t>A</a:t>
            </a:r>
            <a:r>
              <a:rPr lang="zh-CN" altLang="en-US" sz="2200"/>
              <a:t>实施初等行变化化为行最简型矩阵</a:t>
            </a:r>
            <a:endParaRPr lang="zh-CN" altLang="en-US" sz="2200"/>
          </a:p>
        </p:txBody>
      </p:sp>
      <p:sp>
        <p:nvSpPr>
          <p:cNvPr id="27667" name="Rectangle 18"/>
          <p:cNvSpPr>
            <a:spLocks noChangeArrowheads="1"/>
          </p:cNvSpPr>
          <p:nvPr/>
        </p:nvSpPr>
        <p:spPr bwMode="auto">
          <a:xfrm>
            <a:off x="0" y="2500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19" name="Object 17"/>
          <p:cNvGraphicFramePr>
            <a:graphicFrameLocks noChangeAspect="1"/>
          </p:cNvGraphicFramePr>
          <p:nvPr/>
        </p:nvGraphicFramePr>
        <p:xfrm>
          <a:off x="250825" y="2636838"/>
          <a:ext cx="8642350" cy="2617787"/>
        </p:xfrm>
        <a:graphic>
          <a:graphicData uri="http://schemas.openxmlformats.org/presentationml/2006/ole">
            <mc:AlternateContent xmlns:mc="http://schemas.openxmlformats.org/markup-compatibility/2006">
              <mc:Choice xmlns:v="urn:schemas-microsoft-com:vml" Requires="v">
                <p:oleObj spid="_x0000_s37900" name="Equation" r:id="rId3" imgW="6134100" imgH="1854200" progId="Equation.DSMT4">
                  <p:embed/>
                </p:oleObj>
              </mc:Choice>
              <mc:Fallback>
                <p:oleObj name="Equation" r:id="rId3" imgW="6134100" imgH="185420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636838"/>
                        <a:ext cx="8642350" cy="2617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36" name="Rectangle 20"/>
          <p:cNvSpPr>
            <a:spLocks noChangeArrowheads="1"/>
          </p:cNvSpPr>
          <p:nvPr/>
        </p:nvSpPr>
        <p:spPr bwMode="auto">
          <a:xfrm>
            <a:off x="250825" y="5373688"/>
            <a:ext cx="86344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对</a:t>
            </a:r>
            <a:r>
              <a:rPr lang="en-US" altLang="zh-CN" sz="2400">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实施初等行变化化为行最简型矩阵后，非零行向量个数为，</a:t>
            </a:r>
            <a:endParaRPr lang="zh-CN" altLang="en-US" sz="2400">
              <a:latin typeface="Times New Roman" panose="02020603050405020304" pitchFamily="18" charset="0"/>
              <a:cs typeface="Times New Roman" panose="02020603050405020304" pitchFamily="18" charset="0"/>
            </a:endParaRPr>
          </a:p>
          <a:p>
            <a:pPr eaLnBrk="1" hangingPunct="1"/>
            <a:r>
              <a:rPr lang="zh-CN" altLang="en-US" sz="2400">
                <a:latin typeface="Times New Roman" panose="02020603050405020304" pitchFamily="18" charset="0"/>
                <a:cs typeface="Times New Roman" panose="02020603050405020304" pitchFamily="18" charset="0"/>
              </a:rPr>
              <a:t>所以</a:t>
            </a:r>
            <a:endParaRPr lang="zh-CN" altLang="en-US" sz="2400"/>
          </a:p>
        </p:txBody>
      </p:sp>
      <p:graphicFrame>
        <p:nvGraphicFramePr>
          <p:cNvPr id="27652" name="Object 19"/>
          <p:cNvGraphicFramePr>
            <a:graphicFrameLocks noChangeAspect="1"/>
          </p:cNvGraphicFramePr>
          <p:nvPr/>
        </p:nvGraphicFramePr>
        <p:xfrm>
          <a:off x="1258888" y="5805488"/>
          <a:ext cx="1152525" cy="457200"/>
        </p:xfrm>
        <a:graphic>
          <a:graphicData uri="http://schemas.openxmlformats.org/presentationml/2006/ole">
            <mc:AlternateContent xmlns:mc="http://schemas.openxmlformats.org/markup-compatibility/2006">
              <mc:Choice xmlns:v="urn:schemas-microsoft-com:vml" Requires="v">
                <p:oleObj spid="_x0000_s37901" name="Equation" r:id="rId5" imgW="647700" imgH="254000" progId="Equation.DSMT4">
                  <p:embed/>
                </p:oleObj>
              </mc:Choice>
              <mc:Fallback>
                <p:oleObj name="Equation" r:id="rId5" imgW="647700" imgH="254000" progId="Equation.DSMT4">
                  <p:embed/>
                  <p:pic>
                    <p:nvPicPr>
                      <p:cNvPr id="0"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5805488"/>
                        <a:ext cx="11525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69" name="Rectangle 21"/>
          <p:cNvSpPr>
            <a:spLocks noChangeArrowheads="1"/>
          </p:cNvSpPr>
          <p:nvPr/>
        </p:nvSpPr>
        <p:spPr bwMode="auto">
          <a:xfrm>
            <a:off x="2592388" y="3565525"/>
            <a:ext cx="215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900"/>
              <a:t> </a:t>
            </a:r>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834"/>
                                        </p:tgtEl>
                                        <p:attrNameLst>
                                          <p:attrName>style.visibility</p:attrName>
                                        </p:attrNameLst>
                                      </p:cBhvr>
                                      <p:to>
                                        <p:strVal val="visible"/>
                                      </p:to>
                                    </p:set>
                                    <p:anim calcmode="lin" valueType="num">
                                      <p:cBhvr additive="base">
                                        <p:cTn id="7" dur="500" fill="hold"/>
                                        <p:tgtEl>
                                          <p:spTgt spid="34834"/>
                                        </p:tgtEl>
                                        <p:attrNameLst>
                                          <p:attrName>ppt_x</p:attrName>
                                        </p:attrNameLst>
                                      </p:cBhvr>
                                      <p:tavLst>
                                        <p:tav tm="0">
                                          <p:val>
                                            <p:strVal val="#ppt_x"/>
                                          </p:val>
                                        </p:tav>
                                        <p:tav tm="100000">
                                          <p:val>
                                            <p:strVal val="#ppt_x"/>
                                          </p:val>
                                        </p:tav>
                                      </p:tavLst>
                                    </p:anim>
                                    <p:anim calcmode="lin" valueType="num">
                                      <p:cBhvr additive="base">
                                        <p:cTn id="8" dur="500" fill="hold"/>
                                        <p:tgtEl>
                                          <p:spTgt spid="348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4819"/>
                                        </p:tgtEl>
                                        <p:attrNameLst>
                                          <p:attrName>style.visibility</p:attrName>
                                        </p:attrNameLst>
                                      </p:cBhvr>
                                      <p:to>
                                        <p:strVal val="visible"/>
                                      </p:to>
                                    </p:set>
                                    <p:anim calcmode="lin" valueType="num">
                                      <p:cBhvr additive="base">
                                        <p:cTn id="13" dur="500" fill="hold"/>
                                        <p:tgtEl>
                                          <p:spTgt spid="34819"/>
                                        </p:tgtEl>
                                        <p:attrNameLst>
                                          <p:attrName>ppt_x</p:attrName>
                                        </p:attrNameLst>
                                      </p:cBhvr>
                                      <p:tavLst>
                                        <p:tav tm="0">
                                          <p:val>
                                            <p:strVal val="#ppt_x"/>
                                          </p:val>
                                        </p:tav>
                                        <p:tav tm="100000">
                                          <p:val>
                                            <p:strVal val="#ppt_x"/>
                                          </p:val>
                                        </p:tav>
                                      </p:tavLst>
                                    </p:anim>
                                    <p:anim calcmode="lin" valueType="num">
                                      <p:cBhvr additive="base">
                                        <p:cTn id="14" dur="500" fill="hold"/>
                                        <p:tgtEl>
                                          <p:spTgt spid="348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836"/>
                                        </p:tgtEl>
                                        <p:attrNameLst>
                                          <p:attrName>style.visibility</p:attrName>
                                        </p:attrNameLst>
                                      </p:cBhvr>
                                      <p:to>
                                        <p:strVal val="visible"/>
                                      </p:to>
                                    </p:set>
                                    <p:anim calcmode="lin" valueType="num">
                                      <p:cBhvr additive="base">
                                        <p:cTn id="19" dur="500" fill="hold"/>
                                        <p:tgtEl>
                                          <p:spTgt spid="34836"/>
                                        </p:tgtEl>
                                        <p:attrNameLst>
                                          <p:attrName>ppt_x</p:attrName>
                                        </p:attrNameLst>
                                      </p:cBhvr>
                                      <p:tavLst>
                                        <p:tav tm="0">
                                          <p:val>
                                            <p:strVal val="#ppt_x"/>
                                          </p:val>
                                        </p:tav>
                                        <p:tav tm="100000">
                                          <p:val>
                                            <p:strVal val="#ppt_x"/>
                                          </p:val>
                                        </p:tav>
                                      </p:tavLst>
                                    </p:anim>
                                    <p:anim calcmode="lin" valueType="num">
                                      <p:cBhvr additive="base">
                                        <p:cTn id="20" dur="500" fill="hold"/>
                                        <p:tgtEl>
                                          <p:spTgt spid="348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4" grpId="0"/>
      <p:bldP spid="3483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4A70746-D2AD-4632-9047-AD34018A9915}" type="datetime3">
              <a:rPr lang="zh-CN" altLang="en-US" smtClean="0"/>
            </a:fld>
            <a:endParaRPr lang="en-US" altLang="zh-CN"/>
          </a:p>
        </p:txBody>
      </p:sp>
      <p:sp>
        <p:nvSpPr>
          <p:cNvPr id="28679"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86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1D6498-83D6-41D2-B720-239DFB736C55}" type="slidenum">
              <a:rPr lang="en-US" altLang="zh-CN"/>
            </a:fld>
            <a:endParaRPr lang="en-US" altLang="zh-CN"/>
          </a:p>
        </p:txBody>
      </p:sp>
      <p:sp>
        <p:nvSpPr>
          <p:cNvPr id="28681" name="Rectangle 2"/>
          <p:cNvSpPr>
            <a:spLocks noChangeArrowheads="1"/>
          </p:cNvSpPr>
          <p:nvPr/>
        </p:nvSpPr>
        <p:spPr bwMode="auto">
          <a:xfrm>
            <a:off x="323850" y="188913"/>
            <a:ext cx="414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》2007</a:t>
            </a:r>
            <a:r>
              <a:rPr lang="zh-CN" altLang="en-US" b="1"/>
              <a:t>学年第二学期，试卷</a:t>
            </a:r>
            <a:endParaRPr lang="zh-CN" altLang="en-US" b="1"/>
          </a:p>
        </p:txBody>
      </p:sp>
      <p:sp>
        <p:nvSpPr>
          <p:cNvPr id="28682" name="Rectangle 3"/>
          <p:cNvSpPr>
            <a:spLocks noChangeArrowheads="1"/>
          </p:cNvSpPr>
          <p:nvPr/>
        </p:nvSpPr>
        <p:spPr bwMode="auto">
          <a:xfrm>
            <a:off x="250825" y="593725"/>
            <a:ext cx="1327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三</a:t>
            </a:r>
            <a:r>
              <a:rPr lang="en-US" altLang="zh-CN"/>
              <a:t>﹑</a:t>
            </a:r>
            <a:r>
              <a:rPr lang="zh-CN" altLang="en-US"/>
              <a:t>计算题</a:t>
            </a:r>
            <a:endParaRPr lang="zh-CN" altLang="en-US"/>
          </a:p>
        </p:txBody>
      </p:sp>
      <p:sp>
        <p:nvSpPr>
          <p:cNvPr id="28683" name="Rectangle 4"/>
          <p:cNvSpPr>
            <a:spLocks noChangeArrowheads="1"/>
          </p:cNvSpPr>
          <p:nvPr/>
        </p:nvSpPr>
        <p:spPr bwMode="auto">
          <a:xfrm>
            <a:off x="-107950" y="3360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4" name="Rectangle 5"/>
          <p:cNvSpPr>
            <a:spLocks noChangeArrowheads="1"/>
          </p:cNvSpPr>
          <p:nvPr/>
        </p:nvSpPr>
        <p:spPr bwMode="auto">
          <a:xfrm>
            <a:off x="-107950" y="3522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5" name="Rectangle 7"/>
          <p:cNvSpPr>
            <a:spLocks noChangeArrowheads="1"/>
          </p:cNvSpPr>
          <p:nvPr/>
        </p:nvSpPr>
        <p:spPr bwMode="auto">
          <a:xfrm>
            <a:off x="-107950" y="3589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6" name="Rectangle 8"/>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7" name="Rectangle 9"/>
          <p:cNvSpPr>
            <a:spLocks noChangeArrowheads="1"/>
          </p:cNvSpPr>
          <p:nvPr/>
        </p:nvSpPr>
        <p:spPr bwMode="auto">
          <a:xfrm>
            <a:off x="-107950" y="1870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88" name="Rectangle 10"/>
          <p:cNvSpPr>
            <a:spLocks noChangeArrowheads="1"/>
          </p:cNvSpPr>
          <p:nvPr/>
        </p:nvSpPr>
        <p:spPr bwMode="auto">
          <a:xfrm>
            <a:off x="179388" y="981075"/>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3 </a:t>
            </a:r>
            <a:r>
              <a:rPr lang="zh-CN" altLang="en-US" sz="2400">
                <a:latin typeface="Times New Roman" panose="02020603050405020304" pitchFamily="18" charset="0"/>
                <a:cs typeface="Times New Roman" panose="02020603050405020304" pitchFamily="18" charset="0"/>
              </a:rPr>
              <a:t>求向量组</a:t>
            </a:r>
            <a:endParaRPr lang="zh-CN" altLang="en-US" sz="2400"/>
          </a:p>
        </p:txBody>
      </p:sp>
      <p:graphicFrame>
        <p:nvGraphicFramePr>
          <p:cNvPr id="28674" name="Object 11"/>
          <p:cNvGraphicFramePr>
            <a:graphicFrameLocks noChangeAspect="1"/>
          </p:cNvGraphicFramePr>
          <p:nvPr/>
        </p:nvGraphicFramePr>
        <p:xfrm>
          <a:off x="1763713" y="1052513"/>
          <a:ext cx="6913562" cy="388937"/>
        </p:xfrm>
        <a:graphic>
          <a:graphicData uri="http://schemas.openxmlformats.org/presentationml/2006/ole">
            <mc:AlternateContent xmlns:mc="http://schemas.openxmlformats.org/markup-compatibility/2006">
              <mc:Choice xmlns:v="urn:schemas-microsoft-com:vml" Requires="v">
                <p:oleObj spid="_x0000_s38926" name="Equation" r:id="rId1" imgW="4064000" imgH="228600" progId="Equation.DSMT4">
                  <p:embed/>
                </p:oleObj>
              </mc:Choice>
              <mc:Fallback>
                <p:oleObj name="Equation" r:id="rId1" imgW="4064000" imgH="228600" progId="Equation.DSMT4">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052513"/>
                        <a:ext cx="6913562" cy="388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89" name="Rectangle 12"/>
          <p:cNvSpPr>
            <a:spLocks noChangeArrowheads="1"/>
          </p:cNvSpPr>
          <p:nvPr/>
        </p:nvSpPr>
        <p:spPr bwMode="auto">
          <a:xfrm>
            <a:off x="395288" y="1484313"/>
            <a:ext cx="330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的一个最大无关组和秩</a:t>
            </a:r>
            <a:r>
              <a:rPr lang="en-US" altLang="zh-CN" sz="2400">
                <a:latin typeface="Times New Roman" panose="02020603050405020304" pitchFamily="18" charset="0"/>
                <a:cs typeface="Times New Roman" panose="02020603050405020304" pitchFamily="18" charset="0"/>
              </a:rPr>
              <a:t>.</a:t>
            </a:r>
            <a:endParaRPr lang="en-US" altLang="zh-CN" sz="2400"/>
          </a:p>
        </p:txBody>
      </p:sp>
      <p:sp>
        <p:nvSpPr>
          <p:cNvPr id="28690" name="Rectangle 14"/>
          <p:cNvSpPr>
            <a:spLocks noChangeArrowheads="1"/>
          </p:cNvSpPr>
          <p:nvPr/>
        </p:nvSpPr>
        <p:spPr bwMode="auto">
          <a:xfrm>
            <a:off x="-107950" y="2789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8691" name="Rectangle 20"/>
          <p:cNvSpPr>
            <a:spLocks noChangeArrowheads="1"/>
          </p:cNvSpPr>
          <p:nvPr/>
        </p:nvSpPr>
        <p:spPr bwMode="auto">
          <a:xfrm>
            <a:off x="-107950" y="32607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43" name="Object 19"/>
          <p:cNvGraphicFramePr>
            <a:graphicFrameLocks noChangeAspect="1"/>
          </p:cNvGraphicFramePr>
          <p:nvPr/>
        </p:nvGraphicFramePr>
        <p:xfrm>
          <a:off x="360363" y="2349500"/>
          <a:ext cx="6408737" cy="1497013"/>
        </p:xfrm>
        <a:graphic>
          <a:graphicData uri="http://schemas.openxmlformats.org/presentationml/2006/ole">
            <mc:AlternateContent xmlns:mc="http://schemas.openxmlformats.org/markup-compatibility/2006">
              <mc:Choice xmlns:v="urn:schemas-microsoft-com:vml" Requires="v">
                <p:oleObj spid="_x0000_s38927" name="Equation" r:id="rId3" imgW="3911600" imgH="914400" progId="Equation.DSMT4">
                  <p:embed/>
                </p:oleObj>
              </mc:Choice>
              <mc:Fallback>
                <p:oleObj name="Equation" r:id="rId3" imgW="3911600" imgH="914400" progId="Equation.DSMT4">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363" y="2349500"/>
                        <a:ext cx="6408737" cy="1497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23"/>
          <p:cNvGrpSpPr/>
          <p:nvPr/>
        </p:nvGrpSpPr>
        <p:grpSpPr bwMode="auto">
          <a:xfrm>
            <a:off x="0" y="3933825"/>
            <a:ext cx="9144000" cy="468313"/>
            <a:chOff x="0" y="3933056"/>
            <a:chExt cx="9144000" cy="469082"/>
          </a:xfrm>
        </p:grpSpPr>
        <p:sp>
          <p:nvSpPr>
            <p:cNvPr id="28695" name="Rectangle 22"/>
            <p:cNvSpPr>
              <a:spLocks noChangeArrowheads="1"/>
            </p:cNvSpPr>
            <p:nvPr/>
          </p:nvSpPr>
          <p:spPr bwMode="auto">
            <a:xfrm>
              <a:off x="0" y="3933825"/>
              <a:ext cx="544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由向量组与矩阵秩的关系和定理</a:t>
              </a:r>
              <a:r>
                <a:rPr lang="en-US" altLang="zh-CN" sz="2400">
                  <a:latin typeface="Times New Roman" panose="02020603050405020304" pitchFamily="18" charset="0"/>
                  <a:cs typeface="Times New Roman" panose="02020603050405020304" pitchFamily="18" charset="0"/>
                </a:rPr>
                <a:t>2.6</a:t>
              </a:r>
              <a:r>
                <a:rPr lang="zh-CN" altLang="en-US" sz="2400">
                  <a:latin typeface="Times New Roman" panose="02020603050405020304" pitchFamily="18" charset="0"/>
                  <a:cs typeface="Times New Roman" panose="02020603050405020304" pitchFamily="18" charset="0"/>
                </a:rPr>
                <a:t>知：</a:t>
              </a:r>
              <a:endParaRPr lang="zh-CN" altLang="en-US" sz="2400"/>
            </a:p>
          </p:txBody>
        </p:sp>
        <p:graphicFrame>
          <p:nvGraphicFramePr>
            <p:cNvPr id="28677" name="Object 21"/>
            <p:cNvGraphicFramePr>
              <a:graphicFrameLocks noChangeAspect="1"/>
            </p:cNvGraphicFramePr>
            <p:nvPr/>
          </p:nvGraphicFramePr>
          <p:xfrm>
            <a:off x="5256213" y="4005263"/>
            <a:ext cx="1008062" cy="396875"/>
          </p:xfrm>
          <a:graphic>
            <a:graphicData uri="http://schemas.openxmlformats.org/presentationml/2006/ole">
              <mc:AlternateContent xmlns:mc="http://schemas.openxmlformats.org/markup-compatibility/2006">
                <mc:Choice xmlns:v="urn:schemas-microsoft-com:vml" Requires="v">
                  <p:oleObj spid="_x0000_s38928" name="Equation" r:id="rId5" imgW="584200" imgH="228600" progId="Equation.DSMT4">
                    <p:embed/>
                  </p:oleObj>
                </mc:Choice>
                <mc:Fallback>
                  <p:oleObj name="Equation" r:id="rId5" imgW="584200" imgH="228600" progId="Equation.DSMT4">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6213" y="4005263"/>
                          <a:ext cx="1008062"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6" name="Rectangle 23"/>
            <p:cNvSpPr>
              <a:spLocks noChangeArrowheads="1"/>
            </p:cNvSpPr>
            <p:nvPr/>
          </p:nvSpPr>
          <p:spPr bwMode="auto">
            <a:xfrm>
              <a:off x="6216650" y="3933056"/>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latin typeface="Times New Roman" panose="02020603050405020304" pitchFamily="18" charset="0"/>
                  <a:cs typeface="Times New Roman" panose="02020603050405020304" pitchFamily="18" charset="0"/>
                </a:rPr>
                <a:t>为一个最大无关组。</a:t>
              </a:r>
              <a:endParaRPr lang="zh-CN" altLang="en-US" sz="2400"/>
            </a:p>
          </p:txBody>
        </p:sp>
      </p:grpSp>
      <p:sp>
        <p:nvSpPr>
          <p:cNvPr id="35862" name="Rectangle 24"/>
          <p:cNvSpPr>
            <a:spLocks noChangeArrowheads="1"/>
          </p:cNvSpPr>
          <p:nvPr/>
        </p:nvSpPr>
        <p:spPr bwMode="auto">
          <a:xfrm>
            <a:off x="71438" y="4510088"/>
            <a:ext cx="1182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并且有 </a:t>
            </a:r>
            <a:endParaRPr lang="zh-CN" altLang="en-US" sz="2400"/>
          </a:p>
        </p:txBody>
      </p:sp>
      <p:sp>
        <p:nvSpPr>
          <p:cNvPr id="28694" name="Rectangle 26"/>
          <p:cNvSpPr>
            <a:spLocks noChangeArrowheads="1"/>
          </p:cNvSpPr>
          <p:nvPr/>
        </p:nvSpPr>
        <p:spPr bwMode="auto">
          <a:xfrm>
            <a:off x="-107950" y="36036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5845" name="Object 25"/>
          <p:cNvGraphicFramePr>
            <a:graphicFrameLocks noChangeAspect="1"/>
          </p:cNvGraphicFramePr>
          <p:nvPr/>
        </p:nvGraphicFramePr>
        <p:xfrm>
          <a:off x="1223963" y="4581525"/>
          <a:ext cx="2808287" cy="458788"/>
        </p:xfrm>
        <a:graphic>
          <a:graphicData uri="http://schemas.openxmlformats.org/presentationml/2006/ole">
            <mc:AlternateContent xmlns:mc="http://schemas.openxmlformats.org/markup-compatibility/2006">
              <mc:Choice xmlns:v="urn:schemas-microsoft-com:vml" Requires="v">
                <p:oleObj spid="_x0000_s38929" name="Equation" r:id="rId7" imgW="1397000" imgH="228600" progId="Equation.DSMT4">
                  <p:embed/>
                </p:oleObj>
              </mc:Choice>
              <mc:Fallback>
                <p:oleObj name="Equation" r:id="rId7" imgW="1397000" imgH="228600" progId="Equation.DSMT4">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3963" y="4581525"/>
                        <a:ext cx="2808287"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blinds(horizontal)">
                                      <p:cBhvr>
                                        <p:cTn id="7" dur="500"/>
                                        <p:tgtEl>
                                          <p:spTgt spid="358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5862"/>
                                        </p:tgtEl>
                                        <p:attrNameLst>
                                          <p:attrName>style.visibility</p:attrName>
                                        </p:attrNameLst>
                                      </p:cBhvr>
                                      <p:to>
                                        <p:strVal val="visible"/>
                                      </p:to>
                                    </p:set>
                                    <p:anim calcmode="lin" valueType="num">
                                      <p:cBhvr additive="base">
                                        <p:cTn id="18" dur="500" fill="hold"/>
                                        <p:tgtEl>
                                          <p:spTgt spid="35862"/>
                                        </p:tgtEl>
                                        <p:attrNameLst>
                                          <p:attrName>ppt_x</p:attrName>
                                        </p:attrNameLst>
                                      </p:cBhvr>
                                      <p:tavLst>
                                        <p:tav tm="0">
                                          <p:val>
                                            <p:strVal val="#ppt_x"/>
                                          </p:val>
                                        </p:tav>
                                        <p:tav tm="100000">
                                          <p:val>
                                            <p:strVal val="#ppt_x"/>
                                          </p:val>
                                        </p:tav>
                                      </p:tavLst>
                                    </p:anim>
                                    <p:anim calcmode="lin" valueType="num">
                                      <p:cBhvr additive="base">
                                        <p:cTn id="19" dur="500" fill="hold"/>
                                        <p:tgtEl>
                                          <p:spTgt spid="3586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5845"/>
                                        </p:tgtEl>
                                        <p:attrNameLst>
                                          <p:attrName>style.visibility</p:attrName>
                                        </p:attrNameLst>
                                      </p:cBhvr>
                                      <p:to>
                                        <p:strVal val="visible"/>
                                      </p:to>
                                    </p:set>
                                    <p:anim calcmode="lin" valueType="num">
                                      <p:cBhvr additive="base">
                                        <p:cTn id="24" dur="500" fill="hold"/>
                                        <p:tgtEl>
                                          <p:spTgt spid="35845"/>
                                        </p:tgtEl>
                                        <p:attrNameLst>
                                          <p:attrName>ppt_x</p:attrName>
                                        </p:attrNameLst>
                                      </p:cBhvr>
                                      <p:tavLst>
                                        <p:tav tm="0">
                                          <p:val>
                                            <p:strVal val="#ppt_x"/>
                                          </p:val>
                                        </p:tav>
                                        <p:tav tm="100000">
                                          <p:val>
                                            <p:strVal val="#ppt_x"/>
                                          </p:val>
                                        </p:tav>
                                      </p:tavLst>
                                    </p:anim>
                                    <p:anim calcmode="lin" valueType="num">
                                      <p:cBhvr additive="base">
                                        <p:cTn id="25" dur="500" fill="hold"/>
                                        <p:tgtEl>
                                          <p:spTgt spid="358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5"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1302AA2-E083-4657-9590-816D38F428DE}" type="datetime3">
              <a:rPr lang="zh-CN" altLang="en-US" smtClean="0"/>
            </a:fld>
            <a:endParaRPr lang="en-US" altLang="zh-CN" dirty="0"/>
          </a:p>
        </p:txBody>
      </p:sp>
      <p:sp>
        <p:nvSpPr>
          <p:cNvPr id="29706"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2970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8634935-51F7-45A2-BC89-267D49DF9B8E}" type="slidenum">
              <a:rPr lang="en-US" altLang="zh-CN"/>
            </a:fld>
            <a:endParaRPr lang="en-US" altLang="zh-CN" dirty="0"/>
          </a:p>
        </p:txBody>
      </p:sp>
      <p:sp>
        <p:nvSpPr>
          <p:cNvPr id="29708" name="Rectangle 2"/>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》2009-2010</a:t>
            </a:r>
            <a:r>
              <a:rPr lang="zh-CN" altLang="en-US" b="1"/>
              <a:t>学年第</a:t>
            </a:r>
            <a:r>
              <a:rPr lang="en-US" altLang="zh-CN" b="1"/>
              <a:t>2</a:t>
            </a:r>
            <a:r>
              <a:rPr lang="zh-CN" altLang="en-US" b="1"/>
              <a:t>学期，试卷</a:t>
            </a:r>
            <a:endParaRPr lang="zh-CN" altLang="en-US" b="1"/>
          </a:p>
        </p:txBody>
      </p:sp>
      <p:sp>
        <p:nvSpPr>
          <p:cNvPr id="29709" name="Rectangle 3"/>
          <p:cNvSpPr>
            <a:spLocks noChangeArrowheads="1"/>
          </p:cNvSpPr>
          <p:nvPr/>
        </p:nvSpPr>
        <p:spPr bwMode="auto">
          <a:xfrm>
            <a:off x="250825" y="549275"/>
            <a:ext cx="1576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一</a:t>
            </a:r>
            <a:r>
              <a:rPr lang="en-US" altLang="zh-CN" sz="2400"/>
              <a:t>. </a:t>
            </a:r>
            <a:r>
              <a:rPr lang="zh-CN" altLang="en-US" sz="2400" b="1"/>
              <a:t>选择题</a:t>
            </a:r>
            <a:endParaRPr lang="zh-CN" altLang="en-US" sz="2400" b="1"/>
          </a:p>
        </p:txBody>
      </p:sp>
      <p:sp>
        <p:nvSpPr>
          <p:cNvPr id="29710" name="Rectangle 24"/>
          <p:cNvSpPr>
            <a:spLocks noChangeArrowheads="1"/>
          </p:cNvSpPr>
          <p:nvPr/>
        </p:nvSpPr>
        <p:spPr bwMode="auto">
          <a:xfrm>
            <a:off x="323850" y="1125538"/>
            <a:ext cx="155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3</a:t>
            </a:r>
            <a:r>
              <a:rPr lang="zh-CN" altLang="en-US" sz="2400">
                <a:latin typeface="Times New Roman" panose="02020603050405020304" pitchFamily="18" charset="0"/>
                <a:cs typeface="Times New Roman" panose="02020603050405020304" pitchFamily="18" charset="0"/>
              </a:rPr>
              <a:t>．设矩阵</a:t>
            </a:r>
            <a:endParaRPr lang="zh-CN" altLang="en-US" sz="2400"/>
          </a:p>
        </p:txBody>
      </p:sp>
      <p:graphicFrame>
        <p:nvGraphicFramePr>
          <p:cNvPr id="29698" name="Object 23"/>
          <p:cNvGraphicFramePr>
            <a:graphicFrameLocks noChangeAspect="1"/>
          </p:cNvGraphicFramePr>
          <p:nvPr/>
        </p:nvGraphicFramePr>
        <p:xfrm>
          <a:off x="1908175" y="836613"/>
          <a:ext cx="2519363" cy="1144587"/>
        </p:xfrm>
        <a:graphic>
          <a:graphicData uri="http://schemas.openxmlformats.org/presentationml/2006/ole">
            <mc:AlternateContent xmlns:mc="http://schemas.openxmlformats.org/markup-compatibility/2006">
              <mc:Choice xmlns:v="urn:schemas-microsoft-com:vml" Requires="v">
                <p:oleObj spid="_x0000_s39959" name="Equation" r:id="rId1" imgW="1574800" imgH="711200" progId="Equation.DSMT4">
                  <p:embed/>
                </p:oleObj>
              </mc:Choice>
              <mc:Fallback>
                <p:oleObj name="Equation" r:id="rId1" imgW="1574800" imgH="711200" progId="Equation.DSMT4">
                  <p:embed/>
                  <p:pic>
                    <p:nvPicPr>
                      <p:cNvPr id="0" name="Object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836613"/>
                        <a:ext cx="2519363" cy="1144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1" name="Rectangle 25"/>
          <p:cNvSpPr>
            <a:spLocks noChangeArrowheads="1"/>
          </p:cNvSpPr>
          <p:nvPr/>
        </p:nvSpPr>
        <p:spPr bwMode="auto">
          <a:xfrm>
            <a:off x="4500563" y="1339205"/>
            <a:ext cx="231345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Times New Roman" panose="02020603050405020304" pitchFamily="18" charset="0"/>
                <a:cs typeface="Times New Roman" panose="02020603050405020304" pitchFamily="18" charset="0"/>
              </a:rPr>
              <a:t>的秩为</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，则</a:t>
            </a:r>
            <a:r>
              <a:rPr lang="en-US" altLang="zh-CN" sz="2400" dirty="0">
                <a:latin typeface="Times New Roman" panose="02020603050405020304" pitchFamily="18" charset="0"/>
                <a:cs typeface="Times New Roman" panose="02020603050405020304" pitchFamily="18" charset="0"/>
              </a:rPr>
              <a:t>(   )</a:t>
            </a:r>
            <a:endParaRPr lang="en-US" altLang="zh-CN" sz="2400" dirty="0"/>
          </a:p>
        </p:txBody>
      </p:sp>
      <p:graphicFrame>
        <p:nvGraphicFramePr>
          <p:cNvPr id="50179" name="Object 26"/>
          <p:cNvGraphicFramePr>
            <a:graphicFrameLocks noChangeAspect="1"/>
          </p:cNvGraphicFramePr>
          <p:nvPr/>
        </p:nvGraphicFramePr>
        <p:xfrm>
          <a:off x="755650" y="3573463"/>
          <a:ext cx="5473700" cy="1252537"/>
        </p:xfrm>
        <a:graphic>
          <a:graphicData uri="http://schemas.openxmlformats.org/presentationml/2006/ole">
            <mc:AlternateContent xmlns:mc="http://schemas.openxmlformats.org/markup-compatibility/2006">
              <mc:Choice xmlns:v="urn:schemas-microsoft-com:vml" Requires="v">
                <p:oleObj spid="_x0000_s39960" name="Equation" r:id="rId3" imgW="3124200" imgH="711200" progId="Equation.DSMT4">
                  <p:embed/>
                </p:oleObj>
              </mc:Choice>
              <mc:Fallback>
                <p:oleObj name="Equation" r:id="rId3" imgW="3124200" imgH="711200" progId="Equation.DSMT4">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573463"/>
                        <a:ext cx="5473700" cy="1252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88" name="Rectangle 27"/>
          <p:cNvSpPr>
            <a:spLocks noChangeArrowheads="1"/>
          </p:cNvSpPr>
          <p:nvPr/>
        </p:nvSpPr>
        <p:spPr bwMode="auto">
          <a:xfrm>
            <a:off x="468313" y="4868863"/>
            <a:ext cx="88136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因为</a:t>
            </a:r>
            <a:r>
              <a:rPr lang="en-US" altLang="zh-CN" sz="2400" dirty="0"/>
              <a:t>A</a:t>
            </a:r>
            <a:r>
              <a:rPr lang="zh-CN" altLang="en-US" sz="2400" dirty="0"/>
              <a:t>的秩为</a:t>
            </a:r>
            <a:r>
              <a:rPr lang="en-US" altLang="zh-CN" sz="2400" dirty="0"/>
              <a:t>2</a:t>
            </a:r>
            <a:r>
              <a:rPr lang="zh-CN" altLang="en-US" sz="2400" dirty="0"/>
              <a:t>，所以最后一个行阶梯形矩阵应该有且仅有一个</a:t>
            </a:r>
            <a:endParaRPr lang="zh-CN" altLang="en-US" sz="2400" dirty="0"/>
          </a:p>
          <a:p>
            <a:pPr eaLnBrk="1" hangingPunct="1"/>
            <a:r>
              <a:rPr lang="zh-CN" altLang="en-US" sz="2400" dirty="0"/>
              <a:t>非零行向量</a:t>
            </a:r>
            <a:endParaRPr lang="zh-CN" altLang="en-US" sz="2400" dirty="0"/>
          </a:p>
        </p:txBody>
      </p:sp>
      <p:sp>
        <p:nvSpPr>
          <p:cNvPr id="29713" name="Rectangle 29"/>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50180" name="Object 28"/>
          <p:cNvGraphicFramePr>
            <a:graphicFrameLocks noChangeAspect="1"/>
          </p:cNvGraphicFramePr>
          <p:nvPr/>
        </p:nvGraphicFramePr>
        <p:xfrm>
          <a:off x="2268538" y="5732463"/>
          <a:ext cx="1846262" cy="481012"/>
        </p:xfrm>
        <a:graphic>
          <a:graphicData uri="http://schemas.openxmlformats.org/presentationml/2006/ole">
            <mc:AlternateContent xmlns:mc="http://schemas.openxmlformats.org/markup-compatibility/2006">
              <mc:Choice xmlns:v="urn:schemas-microsoft-com:vml" Requires="v">
                <p:oleObj spid="_x0000_s39961" name="Equation" r:id="rId5" imgW="774065" imgH="203200" progId="Equation.DSMT4">
                  <p:embed/>
                </p:oleObj>
              </mc:Choice>
              <mc:Fallback>
                <p:oleObj name="Equation" r:id="rId5" imgW="774065" imgH="2032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5732463"/>
                        <a:ext cx="184626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0" name="Rectangle 30"/>
          <p:cNvSpPr>
            <a:spLocks noChangeArrowheads="1"/>
          </p:cNvSpPr>
          <p:nvPr/>
        </p:nvSpPr>
        <p:spPr bwMode="auto">
          <a:xfrm>
            <a:off x="827088" y="5661025"/>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所以</a:t>
            </a:r>
            <a:endParaRPr lang="zh-CN" altLang="en-US" sz="2400"/>
          </a:p>
        </p:txBody>
      </p:sp>
      <p:sp>
        <p:nvSpPr>
          <p:cNvPr id="29715" name="Rectangle 1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01" name="Object 5"/>
          <p:cNvGraphicFramePr>
            <a:graphicFrameLocks noChangeAspect="1"/>
          </p:cNvGraphicFramePr>
          <p:nvPr/>
        </p:nvGraphicFramePr>
        <p:xfrm>
          <a:off x="684213" y="2133600"/>
          <a:ext cx="2082800" cy="457200"/>
        </p:xfrm>
        <a:graphic>
          <a:graphicData uri="http://schemas.openxmlformats.org/presentationml/2006/ole">
            <mc:AlternateContent xmlns:mc="http://schemas.openxmlformats.org/markup-compatibility/2006">
              <mc:Choice xmlns:v="urn:schemas-microsoft-com:vml" Requires="v">
                <p:oleObj spid="_x0000_s39962" name="Equation" r:id="rId7" imgW="1143000" imgH="254000" progId="Equation.DSMT4">
                  <p:embed/>
                </p:oleObj>
              </mc:Choice>
              <mc:Fallback>
                <p:oleObj name="Equation" r:id="rId7" imgW="1143000" imgH="2540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2133600"/>
                        <a:ext cx="2082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6" name="Rectangle 18"/>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02" name="Object 6"/>
          <p:cNvGraphicFramePr>
            <a:graphicFrameLocks noChangeAspect="1"/>
          </p:cNvGraphicFramePr>
          <p:nvPr/>
        </p:nvGraphicFramePr>
        <p:xfrm>
          <a:off x="3635375" y="2133600"/>
          <a:ext cx="2238375" cy="457200"/>
        </p:xfrm>
        <a:graphic>
          <a:graphicData uri="http://schemas.openxmlformats.org/presentationml/2006/ole">
            <mc:AlternateContent xmlns:mc="http://schemas.openxmlformats.org/markup-compatibility/2006">
              <mc:Choice xmlns:v="urn:schemas-microsoft-com:vml" Requires="v">
                <p:oleObj spid="_x0000_s39963" name="Equation" r:id="rId9" imgW="1231265" imgH="254000" progId="Equation.DSMT4">
                  <p:embed/>
                </p:oleObj>
              </mc:Choice>
              <mc:Fallback>
                <p:oleObj name="Equation" r:id="rId9" imgW="1231265" imgH="2540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35375" y="2133600"/>
                        <a:ext cx="22383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7" name="Rectangle 2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03" name="Object 7"/>
          <p:cNvGraphicFramePr>
            <a:graphicFrameLocks noChangeAspect="1"/>
          </p:cNvGraphicFramePr>
          <p:nvPr/>
        </p:nvGraphicFramePr>
        <p:xfrm>
          <a:off x="711200" y="2684463"/>
          <a:ext cx="2108200" cy="457200"/>
        </p:xfrm>
        <a:graphic>
          <a:graphicData uri="http://schemas.openxmlformats.org/presentationml/2006/ole">
            <mc:AlternateContent xmlns:mc="http://schemas.openxmlformats.org/markup-compatibility/2006">
              <mc:Choice xmlns:v="urn:schemas-microsoft-com:vml" Requires="v">
                <p:oleObj spid="_x0000_s39964" name="Equation" r:id="rId11" imgW="1155700" imgH="254000" progId="Equation.DSMT4">
                  <p:embed/>
                </p:oleObj>
              </mc:Choice>
              <mc:Fallback>
                <p:oleObj name="Equation" r:id="rId11" imgW="1155700" imgH="2540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1200" y="2684463"/>
                        <a:ext cx="2108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18" name="Rectangle 2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9704" name="Object 8"/>
          <p:cNvGraphicFramePr>
            <a:graphicFrameLocks noChangeAspect="1"/>
          </p:cNvGraphicFramePr>
          <p:nvPr/>
        </p:nvGraphicFramePr>
        <p:xfrm>
          <a:off x="3779838" y="2708275"/>
          <a:ext cx="2132012" cy="457200"/>
        </p:xfrm>
        <a:graphic>
          <a:graphicData uri="http://schemas.openxmlformats.org/presentationml/2006/ole">
            <mc:AlternateContent xmlns:mc="http://schemas.openxmlformats.org/markup-compatibility/2006">
              <mc:Choice xmlns:v="urn:schemas-microsoft-com:vml" Requires="v">
                <p:oleObj spid="_x0000_s39965" name="Equation" r:id="rId13" imgW="1167765" imgH="254000" progId="Equation.DSMT4">
                  <p:embed/>
                </p:oleObj>
              </mc:Choice>
              <mc:Fallback>
                <p:oleObj name="Equation" r:id="rId13" imgW="1167765" imgH="2540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79838" y="2708275"/>
                        <a:ext cx="21320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30"/>
          <p:cNvSpPr>
            <a:spLocks noChangeArrowheads="1"/>
          </p:cNvSpPr>
          <p:nvPr/>
        </p:nvSpPr>
        <p:spPr bwMode="auto">
          <a:xfrm>
            <a:off x="5724525" y="5732463"/>
            <a:ext cx="1330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FF0000"/>
                </a:solidFill>
              </a:rPr>
              <a:t>答案：</a:t>
            </a:r>
            <a:r>
              <a:rPr lang="en-US" altLang="zh-CN" sz="2400">
                <a:solidFill>
                  <a:srgbClr val="FF0000"/>
                </a:solidFill>
              </a:rPr>
              <a:t>C</a:t>
            </a:r>
            <a:endParaRPr lang="zh-CN" altLang="en-US" sz="2400">
              <a:solidFill>
                <a:srgbClr val="FF0000"/>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179"/>
                                        </p:tgtEl>
                                        <p:attrNameLst>
                                          <p:attrName>style.visibility</p:attrName>
                                        </p:attrNameLst>
                                      </p:cBhvr>
                                      <p:to>
                                        <p:strVal val="visible"/>
                                      </p:to>
                                    </p:set>
                                    <p:anim calcmode="lin" valueType="num">
                                      <p:cBhvr additive="base">
                                        <p:cTn id="7" dur="500" fill="hold"/>
                                        <p:tgtEl>
                                          <p:spTgt spid="50179"/>
                                        </p:tgtEl>
                                        <p:attrNameLst>
                                          <p:attrName>ppt_x</p:attrName>
                                        </p:attrNameLst>
                                      </p:cBhvr>
                                      <p:tavLst>
                                        <p:tav tm="0">
                                          <p:val>
                                            <p:strVal val="#ppt_x"/>
                                          </p:val>
                                        </p:tav>
                                        <p:tav tm="100000">
                                          <p:val>
                                            <p:strVal val="#ppt_x"/>
                                          </p:val>
                                        </p:tav>
                                      </p:tavLst>
                                    </p:anim>
                                    <p:anim calcmode="lin" valueType="num">
                                      <p:cBhvr additive="base">
                                        <p:cTn id="8" dur="500" fill="hold"/>
                                        <p:tgtEl>
                                          <p:spTgt spid="501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88"/>
                                        </p:tgtEl>
                                        <p:attrNameLst>
                                          <p:attrName>style.visibility</p:attrName>
                                        </p:attrNameLst>
                                      </p:cBhvr>
                                      <p:to>
                                        <p:strVal val="visible"/>
                                      </p:to>
                                    </p:set>
                                    <p:anim calcmode="lin" valueType="num">
                                      <p:cBhvr additive="base">
                                        <p:cTn id="13" dur="500" fill="hold"/>
                                        <p:tgtEl>
                                          <p:spTgt spid="50188"/>
                                        </p:tgtEl>
                                        <p:attrNameLst>
                                          <p:attrName>ppt_x</p:attrName>
                                        </p:attrNameLst>
                                      </p:cBhvr>
                                      <p:tavLst>
                                        <p:tav tm="0">
                                          <p:val>
                                            <p:strVal val="#ppt_x"/>
                                          </p:val>
                                        </p:tav>
                                        <p:tav tm="100000">
                                          <p:val>
                                            <p:strVal val="#ppt_x"/>
                                          </p:val>
                                        </p:tav>
                                      </p:tavLst>
                                    </p:anim>
                                    <p:anim calcmode="lin" valueType="num">
                                      <p:cBhvr additive="base">
                                        <p:cTn id="14" dur="500" fill="hold"/>
                                        <p:tgtEl>
                                          <p:spTgt spid="5018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190"/>
                                        </p:tgtEl>
                                        <p:attrNameLst>
                                          <p:attrName>style.visibility</p:attrName>
                                        </p:attrNameLst>
                                      </p:cBhvr>
                                      <p:to>
                                        <p:strVal val="visible"/>
                                      </p:to>
                                    </p:set>
                                    <p:anim calcmode="lin" valueType="num">
                                      <p:cBhvr additive="base">
                                        <p:cTn id="19" dur="500" fill="hold"/>
                                        <p:tgtEl>
                                          <p:spTgt spid="50190"/>
                                        </p:tgtEl>
                                        <p:attrNameLst>
                                          <p:attrName>ppt_x</p:attrName>
                                        </p:attrNameLst>
                                      </p:cBhvr>
                                      <p:tavLst>
                                        <p:tav tm="0">
                                          <p:val>
                                            <p:strVal val="#ppt_x"/>
                                          </p:val>
                                        </p:tav>
                                        <p:tav tm="100000">
                                          <p:val>
                                            <p:strVal val="#ppt_x"/>
                                          </p:val>
                                        </p:tav>
                                      </p:tavLst>
                                    </p:anim>
                                    <p:anim calcmode="lin" valueType="num">
                                      <p:cBhvr additive="base">
                                        <p:cTn id="20" dur="500" fill="hold"/>
                                        <p:tgtEl>
                                          <p:spTgt spid="5019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0180"/>
                                        </p:tgtEl>
                                        <p:attrNameLst>
                                          <p:attrName>style.visibility</p:attrName>
                                        </p:attrNameLst>
                                      </p:cBhvr>
                                      <p:to>
                                        <p:strVal val="visible"/>
                                      </p:to>
                                    </p:set>
                                    <p:anim calcmode="lin" valueType="num">
                                      <p:cBhvr additive="base">
                                        <p:cTn id="25" dur="500" fill="hold"/>
                                        <p:tgtEl>
                                          <p:spTgt spid="50180"/>
                                        </p:tgtEl>
                                        <p:attrNameLst>
                                          <p:attrName>ppt_x</p:attrName>
                                        </p:attrNameLst>
                                      </p:cBhvr>
                                      <p:tavLst>
                                        <p:tav tm="0">
                                          <p:val>
                                            <p:strVal val="#ppt_x"/>
                                          </p:val>
                                        </p:tav>
                                        <p:tav tm="100000">
                                          <p:val>
                                            <p:strVal val="#ppt_x"/>
                                          </p:val>
                                        </p:tav>
                                      </p:tavLst>
                                    </p:anim>
                                    <p:anim calcmode="lin" valueType="num">
                                      <p:cBhvr additive="base">
                                        <p:cTn id="26" dur="500" fill="hold"/>
                                        <p:tgtEl>
                                          <p:spTgt spid="5018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8" grpId="0"/>
      <p:bldP spid="50190" grpId="0"/>
      <p:bldP spid="2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7B9580-FB95-401F-BF6B-312188A222D5}" type="datetime3">
              <a:rPr lang="zh-CN" altLang="en-US" smtClean="0"/>
            </a:fld>
            <a:endParaRPr lang="en-US" altLang="zh-CN"/>
          </a:p>
        </p:txBody>
      </p:sp>
      <p:sp>
        <p:nvSpPr>
          <p:cNvPr id="38915"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24ppt)</a:t>
            </a:r>
            <a:endParaRPr lang="en-US" altLang="zh-CN"/>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F5100DD-15A2-4267-BB9D-D54E568081FD}" type="slidenum">
              <a:rPr lang="en-US" altLang="zh-CN"/>
            </a:fld>
            <a:endParaRPr lang="en-US" altLang="zh-CN"/>
          </a:p>
        </p:txBody>
      </p:sp>
      <p:sp>
        <p:nvSpPr>
          <p:cNvPr id="38917" name="Rectangle 2"/>
          <p:cNvSpPr>
            <a:spLocks noChangeArrowheads="1"/>
          </p:cNvSpPr>
          <p:nvPr/>
        </p:nvSpPr>
        <p:spPr bwMode="auto">
          <a:xfrm>
            <a:off x="323850" y="188913"/>
            <a:ext cx="5111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a:t>
            </a:r>
            <a:r>
              <a:rPr lang="zh-CN" altLang="en-US" b="1"/>
              <a:t>线性代数</a:t>
            </a:r>
            <a:r>
              <a:rPr lang="en-US" altLang="zh-CN" b="1"/>
              <a:t>》2012-2013</a:t>
            </a:r>
            <a:r>
              <a:rPr lang="zh-CN" altLang="en-US" b="1"/>
              <a:t>学年第</a:t>
            </a:r>
            <a:r>
              <a:rPr lang="en-US" altLang="zh-CN" b="1"/>
              <a:t>2</a:t>
            </a:r>
            <a:r>
              <a:rPr lang="zh-CN" altLang="en-US" b="1"/>
              <a:t>学期，试卷</a:t>
            </a:r>
            <a:endParaRPr lang="zh-CN" altLang="en-US" b="1"/>
          </a:p>
        </p:txBody>
      </p:sp>
      <p:sp>
        <p:nvSpPr>
          <p:cNvPr id="38918" name="Rectangle 3"/>
          <p:cNvSpPr>
            <a:spLocks noChangeArrowheads="1"/>
          </p:cNvSpPr>
          <p:nvPr/>
        </p:nvSpPr>
        <p:spPr bwMode="auto">
          <a:xfrm>
            <a:off x="-1044575" y="28146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38919" name="Rectangle 7"/>
          <p:cNvSpPr>
            <a:spLocks noChangeArrowheads="1"/>
          </p:cNvSpPr>
          <p:nvPr/>
        </p:nvSpPr>
        <p:spPr bwMode="auto">
          <a:xfrm>
            <a:off x="179388" y="619125"/>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宋体" panose="02010600030101010101" pitchFamily="2" charset="-122"/>
                <a:cs typeface="Times New Roman" panose="02020603050405020304" pitchFamily="18" charset="0"/>
              </a:rPr>
              <a:t>3.</a:t>
            </a:r>
            <a:endParaRPr lang="en-US" altLang="zh-CN" sz="2400"/>
          </a:p>
        </p:txBody>
      </p:sp>
      <p:sp>
        <p:nvSpPr>
          <p:cNvPr id="38920" name="Rectangle 19"/>
          <p:cNvSpPr>
            <a:spLocks noChangeArrowheads="1"/>
          </p:cNvSpPr>
          <p:nvPr/>
        </p:nvSpPr>
        <p:spPr bwMode="auto">
          <a:xfrm>
            <a:off x="0" y="3290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21" name="Rectangle 22"/>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22" name="Rectangle 25"/>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23" name="Rectangle 2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24" name="Rectangle 30"/>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8925" name="Rectangle 8"/>
          <p:cNvSpPr>
            <a:spLocks noChangeArrowheads="1"/>
          </p:cNvSpPr>
          <p:nvPr/>
        </p:nvSpPr>
        <p:spPr bwMode="auto">
          <a:xfrm>
            <a:off x="684213" y="765175"/>
            <a:ext cx="8024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2400">
                <a:latin typeface="Times New Roman" panose="02020603050405020304" pitchFamily="18" charset="0"/>
                <a:cs typeface="Times New Roman" panose="02020603050405020304" pitchFamily="18" charset="0"/>
              </a:rPr>
              <a:t>已知</a:t>
            </a:r>
            <a:r>
              <a:rPr lang="en-US" altLang="zh-CN" sz="2400">
                <a:latin typeface="Times New Roman" panose="02020603050405020304" pitchFamily="18" charset="0"/>
                <a:cs typeface="Times New Roman" panose="02020603050405020304" pitchFamily="18" charset="0"/>
              </a:rPr>
              <a:t>3×4</a:t>
            </a:r>
            <a:r>
              <a:rPr lang="zh-CN" altLang="en-US" sz="2400">
                <a:latin typeface="Times New Roman" panose="02020603050405020304" pitchFamily="18" charset="0"/>
                <a:cs typeface="Times New Roman" panose="02020603050405020304" pitchFamily="18" charset="0"/>
              </a:rPr>
              <a:t>矩阵</a:t>
            </a:r>
            <a:r>
              <a:rPr lang="en-US" altLang="zh-CN" sz="2400" b="1" i="1">
                <a:latin typeface="Times New Roman" panose="02020603050405020304" pitchFamily="18" charset="0"/>
                <a:cs typeface="Times New Roman" panose="02020603050405020304" pitchFamily="18" charset="0"/>
              </a:rPr>
              <a:t>A</a:t>
            </a:r>
            <a:r>
              <a:rPr lang="zh-CN" altLang="en-US" sz="2400">
                <a:latin typeface="Times New Roman" panose="02020603050405020304" pitchFamily="18" charset="0"/>
                <a:cs typeface="Times New Roman" panose="02020603050405020304" pitchFamily="18" charset="0"/>
              </a:rPr>
              <a:t>的行向量组线性无关，则</a:t>
            </a:r>
            <a:r>
              <a:rPr lang="en-US" altLang="zh-CN" sz="2400">
                <a:latin typeface="Times New Roman" panose="02020603050405020304" pitchFamily="18" charset="0"/>
                <a:cs typeface="Times New Roman" panose="02020603050405020304" pitchFamily="18" charset="0"/>
              </a:rPr>
              <a:t>R( </a:t>
            </a:r>
            <a:r>
              <a:rPr lang="en-US" altLang="zh-CN" sz="2400" b="1" i="1">
                <a:latin typeface="Times New Roman" panose="02020603050405020304" pitchFamily="18" charset="0"/>
                <a:cs typeface="Times New Roman" panose="02020603050405020304" pitchFamily="18" charset="0"/>
              </a:rPr>
              <a:t>A</a:t>
            </a:r>
            <a:r>
              <a:rPr lang="en-US" altLang="zh-CN" sz="2400" baseline="30000">
                <a:latin typeface="Times New Roman" panose="02020603050405020304" pitchFamily="18" charset="0"/>
                <a:cs typeface="Times New Roman" panose="02020603050405020304" pitchFamily="18" charset="0"/>
              </a:rPr>
              <a:t>T </a:t>
            </a:r>
            <a:r>
              <a:rPr lang="en-US" altLang="zh-CN" sz="2400">
                <a:latin typeface="Times New Roman" panose="02020603050405020304" pitchFamily="18" charset="0"/>
                <a:cs typeface="Times New Roman" panose="02020603050405020304" pitchFamily="18" charset="0"/>
              </a:rPr>
              <a:t>) </a:t>
            </a:r>
            <a:r>
              <a:rPr lang="zh-CN" altLang="en-US" sz="2400">
                <a:latin typeface="Times New Roman" panose="02020603050405020304" pitchFamily="18" charset="0"/>
                <a:cs typeface="Times New Roman" panose="02020603050405020304" pitchFamily="18" charset="0"/>
              </a:rPr>
              <a:t>等于（   ）</a:t>
            </a:r>
            <a:endParaRPr lang="zh-CN" altLang="en-US" sz="2400"/>
          </a:p>
        </p:txBody>
      </p:sp>
      <p:sp>
        <p:nvSpPr>
          <p:cNvPr id="38926" name="Rectangle 9"/>
          <p:cNvSpPr>
            <a:spLocks noChangeArrowheads="1"/>
          </p:cNvSpPr>
          <p:nvPr/>
        </p:nvSpPr>
        <p:spPr bwMode="auto">
          <a:xfrm>
            <a:off x="1187450" y="1268413"/>
            <a:ext cx="44862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0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A.  1				B.  2</a:t>
            </a:r>
            <a:endParaRPr lang="en-US" altLang="zh-CN" sz="2400"/>
          </a:p>
          <a:p>
            <a:r>
              <a:rPr lang="en-US" altLang="zh-CN" sz="2400">
                <a:latin typeface="Times New Roman" panose="02020603050405020304" pitchFamily="18" charset="0"/>
                <a:cs typeface="Times New Roman" panose="02020603050405020304" pitchFamily="18" charset="0"/>
              </a:rPr>
              <a:t>C.  3				D.  4</a:t>
            </a:r>
            <a:endParaRPr lang="en-US" altLang="zh-CN" sz="2400"/>
          </a:p>
        </p:txBody>
      </p:sp>
      <p:sp>
        <p:nvSpPr>
          <p:cNvPr id="25" name="矩形 24"/>
          <p:cNvSpPr>
            <a:spLocks noChangeArrowheads="1"/>
          </p:cNvSpPr>
          <p:nvPr/>
        </p:nvSpPr>
        <p:spPr bwMode="auto">
          <a:xfrm>
            <a:off x="611188" y="2349500"/>
            <a:ext cx="13985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答案</a:t>
            </a:r>
            <a:r>
              <a:rPr lang="en-US" altLang="zh-CN" sz="2400">
                <a:sym typeface="Wingdings" panose="05000000000000000000" pitchFamily="2" charset="2"/>
              </a:rPr>
              <a:t>: (C)</a:t>
            </a:r>
            <a:endParaRPr lang="zh-CN" altLang="en-US" sz="2400"/>
          </a:p>
        </p:txBody>
      </p:sp>
      <p:sp>
        <p:nvSpPr>
          <p:cNvPr id="26" name="矩形 25"/>
          <p:cNvSpPr>
            <a:spLocks noChangeArrowheads="1"/>
          </p:cNvSpPr>
          <p:nvPr/>
        </p:nvSpPr>
        <p:spPr bwMode="auto">
          <a:xfrm>
            <a:off x="684213" y="3141663"/>
            <a:ext cx="2524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Times New Roman" panose="02020603050405020304" pitchFamily="18" charset="0"/>
                <a:cs typeface="Times New Roman" panose="02020603050405020304" pitchFamily="18" charset="0"/>
              </a:rPr>
              <a:t>R( </a:t>
            </a:r>
            <a:r>
              <a:rPr lang="en-US" altLang="zh-CN" sz="2400" b="1" i="1">
                <a:latin typeface="Times New Roman" panose="02020603050405020304" pitchFamily="18" charset="0"/>
                <a:cs typeface="Times New Roman" panose="02020603050405020304" pitchFamily="18" charset="0"/>
              </a:rPr>
              <a:t>A</a:t>
            </a:r>
            <a:r>
              <a:rPr lang="en-US" altLang="zh-CN" sz="2400" baseline="30000">
                <a:latin typeface="Times New Roman" panose="02020603050405020304" pitchFamily="18" charset="0"/>
                <a:cs typeface="Times New Roman" panose="02020603050405020304" pitchFamily="18" charset="0"/>
              </a:rPr>
              <a:t>T </a:t>
            </a:r>
            <a:r>
              <a:rPr lang="en-US" altLang="zh-CN" sz="2400">
                <a:latin typeface="Times New Roman" panose="02020603050405020304" pitchFamily="18" charset="0"/>
                <a:cs typeface="Times New Roman" panose="02020603050405020304" pitchFamily="18" charset="0"/>
              </a:rPr>
              <a:t>) = R( </a:t>
            </a:r>
            <a:r>
              <a:rPr lang="en-US" altLang="zh-CN" sz="2400" b="1" i="1">
                <a:latin typeface="Times New Roman" panose="02020603050405020304" pitchFamily="18" charset="0"/>
                <a:cs typeface="Times New Roman" panose="02020603050405020304" pitchFamily="18" charset="0"/>
              </a:rPr>
              <a:t>A</a:t>
            </a:r>
            <a:r>
              <a:rPr lang="en-US" altLang="zh-CN" sz="2400" baseline="30000">
                <a:latin typeface="Times New Roman" panose="02020603050405020304" pitchFamily="18" charset="0"/>
                <a:cs typeface="Times New Roman" panose="02020603050405020304" pitchFamily="18" charset="0"/>
              </a:rPr>
              <a:t> </a:t>
            </a:r>
            <a:r>
              <a:rPr lang="en-US" altLang="zh-CN" sz="2400">
                <a:latin typeface="Times New Roman" panose="02020603050405020304" pitchFamily="18" charset="0"/>
                <a:cs typeface="Times New Roman" panose="02020603050405020304" pitchFamily="18" charset="0"/>
              </a:rPr>
              <a:t>) =3</a:t>
            </a:r>
            <a:endParaRPr lang="zh-CN" altLang="en-US" sz="240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additive="base">
                                        <p:cTn id="13" dur="500" fill="hold"/>
                                        <p:tgtEl>
                                          <p:spTgt spid="26"/>
                                        </p:tgtEl>
                                        <p:attrNameLst>
                                          <p:attrName>ppt_x</p:attrName>
                                        </p:attrNameLst>
                                      </p:cBhvr>
                                      <p:tavLst>
                                        <p:tav tm="0">
                                          <p:val>
                                            <p:strVal val="#ppt_x"/>
                                          </p:val>
                                        </p:tav>
                                        <p:tav tm="100000">
                                          <p:val>
                                            <p:strVal val="#ppt_x"/>
                                          </p:val>
                                        </p:tav>
                                      </p:tavLst>
                                    </p:anim>
                                    <p:anim calcmode="lin" valueType="num">
                                      <p:cBhvr additive="base">
                                        <p:cTn id="1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4"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A988401-BBA4-4451-844E-CC1AF56D4295}" type="datetime3">
              <a:rPr lang="zh-CN" altLang="en-US" smtClean="0"/>
            </a:fld>
            <a:endParaRPr lang="en-US" altLang="zh-CN"/>
          </a:p>
        </p:txBody>
      </p:sp>
      <p:sp>
        <p:nvSpPr>
          <p:cNvPr id="30725"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307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1984FA-148C-4427-86C2-437F37709575}" type="slidenum">
              <a:rPr lang="en-US" altLang="zh-CN"/>
            </a:fld>
            <a:endParaRPr lang="en-US" altLang="zh-CN"/>
          </a:p>
        </p:txBody>
      </p:sp>
      <p:sp>
        <p:nvSpPr>
          <p:cNvPr id="71683" name="Text Box 3"/>
          <p:cNvSpPr txBox="1">
            <a:spLocks noChangeArrowheads="1"/>
          </p:cNvSpPr>
          <p:nvPr/>
        </p:nvSpPr>
        <p:spPr bwMode="auto">
          <a:xfrm>
            <a:off x="468313" y="958850"/>
            <a:ext cx="181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rgbClr val="0000FF"/>
                </a:solidFill>
                <a:latin typeface="Times New Roman" panose="02020603050405020304" pitchFamily="18" charset="0"/>
                <a:ea typeface="楷体_GB2312" pitchFamily="49" charset="-122"/>
              </a:rPr>
              <a:t>2.</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设矩阵</a:t>
            </a:r>
            <a:endParaRPr kumimoji="1" lang="zh-CN" altLang="en-US" sz="2800" b="1">
              <a:latin typeface="Times New Roman" panose="02020603050405020304" pitchFamily="18" charset="0"/>
              <a:ea typeface="楷体_GB2312" pitchFamily="49" charset="-122"/>
            </a:endParaRPr>
          </a:p>
        </p:txBody>
      </p:sp>
      <p:graphicFrame>
        <p:nvGraphicFramePr>
          <p:cNvPr id="71684" name="Object 4"/>
          <p:cNvGraphicFramePr>
            <a:graphicFrameLocks noChangeAspect="1"/>
          </p:cNvGraphicFramePr>
          <p:nvPr/>
        </p:nvGraphicFramePr>
        <p:xfrm>
          <a:off x="2052638" y="246063"/>
          <a:ext cx="3511550" cy="1887537"/>
        </p:xfrm>
        <a:graphic>
          <a:graphicData uri="http://schemas.openxmlformats.org/presentationml/2006/ole">
            <mc:AlternateContent xmlns:mc="http://schemas.openxmlformats.org/markup-compatibility/2006">
              <mc:Choice xmlns:v="urn:schemas-microsoft-com:vml" Requires="v">
                <p:oleObj spid="_x0000_s40968" name="Equation" r:id="rId1" imgW="2338070" imgH="1254125" progId="Equation.DSMT4">
                  <p:embed/>
                </p:oleObj>
              </mc:Choice>
              <mc:Fallback>
                <p:oleObj name="Equation" r:id="rId1" imgW="2338070" imgH="1254125"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638" y="246063"/>
                        <a:ext cx="3511550" cy="1887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685" name="Text Box 5"/>
          <p:cNvSpPr txBox="1">
            <a:spLocks noChangeArrowheads="1"/>
          </p:cNvSpPr>
          <p:nvPr/>
        </p:nvSpPr>
        <p:spPr bwMode="auto">
          <a:xfrm>
            <a:off x="381000" y="2209800"/>
            <a:ext cx="8305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求矩阵</a:t>
            </a:r>
            <a:r>
              <a:rPr kumimoji="1" lang="en-US" altLang="zh-CN" sz="2800" b="1" i="1">
                <a:latin typeface="Times New Roman" panose="02020603050405020304" pitchFamily="18" charset="0"/>
                <a:ea typeface="楷体_GB2312" pitchFamily="49" charset="-122"/>
              </a:rPr>
              <a:t>A</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的列向量组的一个最大无关组，并把不属于最大无关组的列向量用最大无关组线性表示。</a:t>
            </a:r>
            <a:endParaRPr kumimoji="1" lang="zh-CN" altLang="en-US" sz="2800" b="1">
              <a:latin typeface="Times New Roman" panose="02020603050405020304" pitchFamily="18" charset="0"/>
              <a:ea typeface="楷体_GB2312" pitchFamily="49" charset="-122"/>
            </a:endParaRPr>
          </a:p>
        </p:txBody>
      </p:sp>
      <p:sp>
        <p:nvSpPr>
          <p:cNvPr id="71686" name="Text Box 6"/>
          <p:cNvSpPr txBox="1">
            <a:spLocks noChangeArrowheads="1"/>
          </p:cNvSpPr>
          <p:nvPr/>
        </p:nvSpPr>
        <p:spPr bwMode="auto">
          <a:xfrm>
            <a:off x="400050" y="3244850"/>
            <a:ext cx="54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楷体_GB2312" pitchFamily="49" charset="-122"/>
              </a:rPr>
              <a:t>解</a:t>
            </a:r>
            <a:endParaRPr kumimoji="1" lang="zh-CN" altLang="en-US" sz="2800" b="1">
              <a:solidFill>
                <a:srgbClr val="0000FF"/>
              </a:solidFill>
              <a:latin typeface="Times New Roman" panose="02020603050405020304" pitchFamily="18" charset="0"/>
              <a:ea typeface="楷体_GB2312" pitchFamily="49" charset="-122"/>
            </a:endParaRPr>
          </a:p>
        </p:txBody>
      </p:sp>
      <p:sp>
        <p:nvSpPr>
          <p:cNvPr id="71687" name="Text Box 7"/>
          <p:cNvSpPr txBox="1">
            <a:spLocks noChangeArrowheads="1"/>
          </p:cNvSpPr>
          <p:nvPr/>
        </p:nvSpPr>
        <p:spPr bwMode="auto">
          <a:xfrm>
            <a:off x="1085850" y="3267075"/>
            <a:ext cx="65817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对</a:t>
            </a:r>
            <a:r>
              <a:rPr kumimoji="1" lang="en-US" altLang="zh-CN" sz="2800" b="1" i="1">
                <a:latin typeface="Times New Roman" panose="02020603050405020304" pitchFamily="18" charset="0"/>
                <a:ea typeface="楷体_GB2312" pitchFamily="49" charset="-122"/>
              </a:rPr>
              <a:t>A</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施行初等行变换变为行阶梯形矩阵。</a:t>
            </a:r>
            <a:endParaRPr kumimoji="1" lang="zh-CN" altLang="en-US" sz="2800" b="1">
              <a:latin typeface="Times New Roman" panose="02020603050405020304" pitchFamily="18" charset="0"/>
              <a:ea typeface="楷体_GB2312" pitchFamily="49" charset="-122"/>
            </a:endParaRPr>
          </a:p>
        </p:txBody>
      </p:sp>
      <p:graphicFrame>
        <p:nvGraphicFramePr>
          <p:cNvPr id="71688" name="Object 8"/>
          <p:cNvGraphicFramePr>
            <a:graphicFrameLocks noChangeAspect="1"/>
          </p:cNvGraphicFramePr>
          <p:nvPr/>
        </p:nvGraphicFramePr>
        <p:xfrm>
          <a:off x="1560513" y="3822700"/>
          <a:ext cx="4010025" cy="1887538"/>
        </p:xfrm>
        <a:graphic>
          <a:graphicData uri="http://schemas.openxmlformats.org/presentationml/2006/ole">
            <mc:AlternateContent xmlns:mc="http://schemas.openxmlformats.org/markup-compatibility/2006">
              <mc:Choice xmlns:v="urn:schemas-microsoft-com:vml" Requires="v">
                <p:oleObj spid="_x0000_s40969" name="Equation" r:id="rId3" imgW="2665095" imgH="1254125" progId="Equation.DSMT4">
                  <p:embed/>
                </p:oleObj>
              </mc:Choice>
              <mc:Fallback>
                <p:oleObj name="Equation" r:id="rId3" imgW="2665095" imgH="1254125"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0513" y="3822700"/>
                        <a:ext cx="4010025" cy="188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500"/>
                                        <p:tgtEl>
                                          <p:spTgt spid="7168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1684"/>
                                        </p:tgtEl>
                                        <p:attrNameLst>
                                          <p:attrName>style.visibility</p:attrName>
                                        </p:attrNameLst>
                                      </p:cBhvr>
                                      <p:to>
                                        <p:strVal val="visible"/>
                                      </p:to>
                                    </p:set>
                                    <p:animEffect transition="in" filter="wipe(left)">
                                      <p:cBhvr>
                                        <p:cTn id="11" dur="500"/>
                                        <p:tgtEl>
                                          <p:spTgt spid="7168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1685">
                                            <p:txEl>
                                              <p:pRg st="0" end="0"/>
                                            </p:txEl>
                                          </p:spTgt>
                                        </p:tgtEl>
                                        <p:attrNameLst>
                                          <p:attrName>style.visibility</p:attrName>
                                        </p:attrNameLst>
                                      </p:cBhvr>
                                      <p:to>
                                        <p:strVal val="visible"/>
                                      </p:to>
                                    </p:set>
                                    <p:animEffect transition="in" filter="wipe(left)">
                                      <p:cBhvr>
                                        <p:cTn id="15" dur="500"/>
                                        <p:tgtEl>
                                          <p:spTgt spid="7168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1686">
                                            <p:txEl>
                                              <p:pRg st="0" end="0"/>
                                            </p:txEl>
                                          </p:spTgt>
                                        </p:tgtEl>
                                        <p:attrNameLst>
                                          <p:attrName>style.visibility</p:attrName>
                                        </p:attrNameLst>
                                      </p:cBhvr>
                                      <p:to>
                                        <p:strVal val="visible"/>
                                      </p:to>
                                    </p:set>
                                    <p:animEffect transition="in" filter="wipe(left)">
                                      <p:cBhvr>
                                        <p:cTn id="20" dur="500"/>
                                        <p:tgtEl>
                                          <p:spTgt spid="71686">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1687">
                                            <p:txEl>
                                              <p:pRg st="0" end="0"/>
                                            </p:txEl>
                                          </p:spTgt>
                                        </p:tgtEl>
                                        <p:attrNameLst>
                                          <p:attrName>style.visibility</p:attrName>
                                        </p:attrNameLst>
                                      </p:cBhvr>
                                      <p:to>
                                        <p:strVal val="visible"/>
                                      </p:to>
                                    </p:set>
                                    <p:animEffect transition="in" filter="wipe(left)">
                                      <p:cBhvr>
                                        <p:cTn id="25" dur="500"/>
                                        <p:tgtEl>
                                          <p:spTgt spid="7168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1688"/>
                                        </p:tgtEl>
                                        <p:attrNameLst>
                                          <p:attrName>style.visibility</p:attrName>
                                        </p:attrNameLst>
                                      </p:cBhvr>
                                      <p:to>
                                        <p:strVal val="visible"/>
                                      </p:to>
                                    </p:set>
                                    <p:animEffect transition="in" filter="wipe(left)">
                                      <p:cBhvr>
                                        <p:cTn id="30" dur="500"/>
                                        <p:tgtEl>
                                          <p:spTgt spid="71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advAuto="0" autoUpdateAnimBg="0" build="p"/>
      <p:bldP spid="71685" grpId="0" advAuto="0" autoUpdateAnimBg="0" build="p"/>
      <p:bldP spid="71686" grpId="0" autoUpdateAnimBg="0" build="p"/>
      <p:bldP spid="71687" grpId="0"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日期占位符 1"/>
          <p:cNvSpPr>
            <a:spLocks noGrp="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CD72E9-0936-4255-9661-514155538708}" type="datetime3">
              <a:rPr lang="zh-CN" altLang="en-US" smtClean="0"/>
            </a:fld>
            <a:endParaRPr lang="en-US" altLang="zh-CN"/>
          </a:p>
        </p:txBody>
      </p:sp>
      <p:sp>
        <p:nvSpPr>
          <p:cNvPr id="31750" name="页脚占位符 2"/>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Spring 2010, 17ppt</a:t>
            </a:r>
            <a:endParaRPr lang="en-US" altLang="zh-CN"/>
          </a:p>
        </p:txBody>
      </p:sp>
      <p:sp>
        <p:nvSpPr>
          <p:cNvPr id="3175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B106018-9782-4E30-932F-F68914EE1055}" type="slidenum">
              <a:rPr lang="en-US" altLang="zh-CN"/>
            </a:fld>
            <a:endParaRPr lang="en-US" altLang="zh-CN"/>
          </a:p>
        </p:txBody>
      </p:sp>
      <p:sp>
        <p:nvSpPr>
          <p:cNvPr id="72706" name="Text Box 2"/>
          <p:cNvSpPr txBox="1">
            <a:spLocks noChangeArrowheads="1"/>
          </p:cNvSpPr>
          <p:nvPr/>
        </p:nvSpPr>
        <p:spPr bwMode="auto">
          <a:xfrm>
            <a:off x="517525" y="2617788"/>
            <a:ext cx="82454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而三个非零行向量的非零首元在</a:t>
            </a:r>
            <a:r>
              <a:rPr kumimoji="1" lang="en-US" altLang="zh-CN" sz="2800" b="1">
                <a:latin typeface="Times New Roman" panose="02020603050405020304" pitchFamily="18" charset="0"/>
                <a:ea typeface="楷体_GB2312" pitchFamily="49" charset="-122"/>
              </a:rPr>
              <a:t>1</a:t>
            </a:r>
            <a:r>
              <a:rPr kumimoji="1" lang="zh-CN" altLang="en-US" sz="2800" b="1">
                <a:latin typeface="Times New Roman" panose="02020603050405020304" pitchFamily="18" charset="0"/>
                <a:ea typeface="楷体_GB2312" pitchFamily="49" charset="-122"/>
              </a:rPr>
              <a:t>、</a:t>
            </a:r>
            <a:r>
              <a:rPr kumimoji="1" lang="en-US" altLang="zh-CN" sz="2800" b="1">
                <a:latin typeface="Times New Roman" panose="02020603050405020304" pitchFamily="18" charset="0"/>
                <a:ea typeface="楷体_GB2312" pitchFamily="49" charset="-122"/>
              </a:rPr>
              <a:t>2</a:t>
            </a:r>
            <a:r>
              <a:rPr kumimoji="1" lang="zh-CN" altLang="en-US" sz="2800" b="1">
                <a:latin typeface="Times New Roman" panose="02020603050405020304" pitchFamily="18" charset="0"/>
                <a:ea typeface="楷体_GB2312" pitchFamily="49" charset="-122"/>
              </a:rPr>
              <a:t>、</a:t>
            </a:r>
            <a:r>
              <a:rPr kumimoji="1" lang="en-US" altLang="zh-CN" sz="2800" b="1">
                <a:latin typeface="Times New Roman" panose="02020603050405020304" pitchFamily="18" charset="0"/>
                <a:ea typeface="楷体_GB2312" pitchFamily="49" charset="-122"/>
              </a:rPr>
              <a:t>4</a:t>
            </a:r>
            <a:r>
              <a:rPr kumimoji="1" lang="zh-CN" altLang="en-US" sz="2800" b="1">
                <a:latin typeface="Times New Roman" panose="02020603050405020304" pitchFamily="18" charset="0"/>
                <a:ea typeface="楷体_GB2312" pitchFamily="49" charset="-122"/>
              </a:rPr>
              <a:t>三列，</a:t>
            </a:r>
            <a:endParaRPr kumimoji="1" lang="zh-CN" altLang="en-US" sz="2800" b="1">
              <a:latin typeface="Times New Roman" panose="02020603050405020304" pitchFamily="18" charset="0"/>
              <a:ea typeface="楷体_GB2312" pitchFamily="49" charset="-122"/>
            </a:endParaRPr>
          </a:p>
          <a:p>
            <a:pPr eaLnBrk="1" hangingPunct="1"/>
            <a:r>
              <a:rPr kumimoji="1" lang="zh-CN" altLang="en-US" sz="2800" b="1">
                <a:latin typeface="Times New Roman" panose="02020603050405020304" pitchFamily="18" charset="0"/>
                <a:ea typeface="楷体_GB2312" pitchFamily="49" charset="-122"/>
              </a:rPr>
              <a:t>故 </a:t>
            </a:r>
            <a:r>
              <a:rPr kumimoji="1" lang="en-US" altLang="zh-CN" sz="2800" b="1" i="1">
                <a:latin typeface="Times New Roman" panose="02020603050405020304" pitchFamily="18" charset="0"/>
                <a:ea typeface="楷体_GB2312" pitchFamily="49" charset="-122"/>
              </a:rPr>
              <a:t>a</a:t>
            </a:r>
            <a:r>
              <a:rPr kumimoji="1" lang="en-US" altLang="zh-CN" sz="2800" b="1" baseline="-25000">
                <a:latin typeface="Times New Roman" panose="02020603050405020304" pitchFamily="18" charset="0"/>
                <a:ea typeface="楷体_GB2312" pitchFamily="49" charset="-122"/>
              </a:rPr>
              <a:t>1</a:t>
            </a:r>
            <a:r>
              <a:rPr kumimoji="1" lang="en-US" altLang="zh-CN" sz="2800" b="1">
                <a:latin typeface="Times New Roman" panose="02020603050405020304" pitchFamily="18" charset="0"/>
                <a:ea typeface="楷体_GB2312" pitchFamily="49" charset="-122"/>
              </a:rPr>
              <a:t>, </a:t>
            </a:r>
            <a:r>
              <a:rPr kumimoji="1" lang="en-US" altLang="zh-CN" sz="2800" b="1" i="1">
                <a:latin typeface="Times New Roman" panose="02020603050405020304" pitchFamily="18" charset="0"/>
                <a:ea typeface="楷体_GB2312" pitchFamily="49" charset="-122"/>
              </a:rPr>
              <a:t>a</a:t>
            </a:r>
            <a:r>
              <a:rPr kumimoji="1" lang="en-US" altLang="zh-CN" sz="2800" b="1" baseline="-25000">
                <a:latin typeface="Times New Roman" panose="02020603050405020304" pitchFamily="18" charset="0"/>
                <a:ea typeface="楷体_GB2312" pitchFamily="49" charset="-122"/>
              </a:rPr>
              <a:t>2</a:t>
            </a:r>
            <a:r>
              <a:rPr kumimoji="1" lang="en-US" altLang="zh-CN" sz="2800" b="1">
                <a:latin typeface="Times New Roman" panose="02020603050405020304" pitchFamily="18" charset="0"/>
                <a:ea typeface="楷体_GB2312" pitchFamily="49" charset="-122"/>
              </a:rPr>
              <a:t>, </a:t>
            </a:r>
            <a:r>
              <a:rPr kumimoji="1" lang="en-US" altLang="zh-CN" sz="2800" b="1" i="1">
                <a:latin typeface="Times New Roman" panose="02020603050405020304" pitchFamily="18" charset="0"/>
                <a:ea typeface="楷体_GB2312" pitchFamily="49" charset="-122"/>
              </a:rPr>
              <a:t>a</a:t>
            </a:r>
            <a:r>
              <a:rPr kumimoji="1" lang="en-US" altLang="zh-CN" sz="2800" b="1" baseline="-25000">
                <a:latin typeface="Times New Roman" panose="02020603050405020304" pitchFamily="18" charset="0"/>
                <a:ea typeface="楷体_GB2312" pitchFamily="49" charset="-122"/>
              </a:rPr>
              <a:t>4</a:t>
            </a:r>
            <a:r>
              <a:rPr kumimoji="1" lang="en-US" altLang="zh-CN" sz="2800" b="1">
                <a:latin typeface="Times New Roman" panose="02020603050405020304" pitchFamily="18" charset="0"/>
                <a:ea typeface="楷体_GB2312" pitchFamily="49" charset="-122"/>
              </a:rPr>
              <a:t> </a:t>
            </a:r>
            <a:r>
              <a:rPr kumimoji="1" lang="zh-CN" altLang="en-US" sz="2800" b="1">
                <a:latin typeface="Times New Roman" panose="02020603050405020304" pitchFamily="18" charset="0"/>
                <a:ea typeface="楷体_GB2312" pitchFamily="49" charset="-122"/>
              </a:rPr>
              <a:t>为列向量组的一个最大无关组。</a:t>
            </a:r>
            <a:endParaRPr kumimoji="1" lang="zh-CN" altLang="en-US" sz="2800" b="1">
              <a:latin typeface="Times New Roman" panose="02020603050405020304" pitchFamily="18" charset="0"/>
              <a:ea typeface="楷体_GB2312" pitchFamily="49" charset="-122"/>
            </a:endParaRPr>
          </a:p>
        </p:txBody>
      </p:sp>
      <p:graphicFrame>
        <p:nvGraphicFramePr>
          <p:cNvPr id="72707" name="Object 3"/>
          <p:cNvGraphicFramePr>
            <a:graphicFrameLocks noChangeAspect="1"/>
          </p:cNvGraphicFramePr>
          <p:nvPr/>
        </p:nvGraphicFramePr>
        <p:xfrm>
          <a:off x="2209800" y="3849688"/>
          <a:ext cx="3981450" cy="1951037"/>
        </p:xfrm>
        <a:graphic>
          <a:graphicData uri="http://schemas.openxmlformats.org/presentationml/2006/ole">
            <mc:AlternateContent xmlns:mc="http://schemas.openxmlformats.org/markup-compatibility/2006">
              <mc:Choice xmlns:v="urn:schemas-microsoft-com:vml" Requires="v">
                <p:oleObj spid="_x0000_s41995" name="Equation" r:id="rId1" imgW="2560320" imgH="1254125" progId="Equation.DSMT4">
                  <p:embed/>
                </p:oleObj>
              </mc:Choice>
              <mc:Fallback>
                <p:oleObj name="Equation" r:id="rId1" imgW="2560320" imgH="1254125"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849688"/>
                        <a:ext cx="3981450" cy="195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8" name="Object 4"/>
          <p:cNvGraphicFramePr>
            <a:graphicFrameLocks noChangeAspect="1"/>
          </p:cNvGraphicFramePr>
          <p:nvPr/>
        </p:nvGraphicFramePr>
        <p:xfrm>
          <a:off x="573088" y="5803900"/>
          <a:ext cx="5254625" cy="522288"/>
        </p:xfrm>
        <a:graphic>
          <a:graphicData uri="http://schemas.openxmlformats.org/presentationml/2006/ole">
            <mc:AlternateContent xmlns:mc="http://schemas.openxmlformats.org/markup-compatibility/2006">
              <mc:Choice xmlns:v="urn:schemas-microsoft-com:vml" Requires="v">
                <p:oleObj spid="_x0000_s41996" name="Equation" r:id="rId3" imgW="3148330" imgH="313690" progId="Equation.DSMT4">
                  <p:embed/>
                </p:oleObj>
              </mc:Choice>
              <mc:Fallback>
                <p:oleObj name="Equation" r:id="rId3" imgW="3148330" imgH="31369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88" y="5803900"/>
                        <a:ext cx="5254625" cy="522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09" name="Rectangle 5"/>
          <p:cNvSpPr>
            <a:spLocks noChangeArrowheads="1"/>
          </p:cNvSpPr>
          <p:nvPr/>
        </p:nvSpPr>
        <p:spPr bwMode="auto">
          <a:xfrm>
            <a:off x="609600" y="2160588"/>
            <a:ext cx="1900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知</a:t>
            </a:r>
            <a:r>
              <a:rPr kumimoji="1" lang="en-US" altLang="zh-CN" sz="2800" b="1" i="1">
                <a:latin typeface="Times New Roman" panose="02020603050405020304" pitchFamily="18" charset="0"/>
                <a:ea typeface="楷体_GB2312" pitchFamily="49" charset="-122"/>
              </a:rPr>
              <a:t>R</a:t>
            </a:r>
            <a:r>
              <a:rPr kumimoji="1" lang="en-US" altLang="zh-CN" sz="2800" b="1">
                <a:latin typeface="Times New Roman" panose="02020603050405020304" pitchFamily="18" charset="0"/>
                <a:ea typeface="楷体_GB2312" pitchFamily="49" charset="-122"/>
              </a:rPr>
              <a:t>(</a:t>
            </a:r>
            <a:r>
              <a:rPr kumimoji="1" lang="en-US" altLang="zh-CN" sz="2800" b="1" i="1">
                <a:latin typeface="Times New Roman" panose="02020603050405020304" pitchFamily="18" charset="0"/>
                <a:ea typeface="楷体_GB2312" pitchFamily="49" charset="-122"/>
              </a:rPr>
              <a:t>A</a:t>
            </a:r>
            <a:r>
              <a:rPr kumimoji="1" lang="en-US" altLang="zh-CN" sz="2800" b="1">
                <a:latin typeface="Times New Roman" panose="02020603050405020304" pitchFamily="18" charset="0"/>
                <a:ea typeface="楷体_GB2312" pitchFamily="49" charset="-122"/>
              </a:rPr>
              <a:t>) = 3,</a:t>
            </a:r>
            <a:endParaRPr kumimoji="1" lang="en-US" altLang="zh-CN" sz="2800" b="1">
              <a:latin typeface="Times New Roman" panose="02020603050405020304" pitchFamily="18" charset="0"/>
              <a:ea typeface="楷体_GB2312" pitchFamily="49" charset="-122"/>
            </a:endParaRPr>
          </a:p>
        </p:txBody>
      </p:sp>
      <p:sp>
        <p:nvSpPr>
          <p:cNvPr id="72710" name="Rectangle 6"/>
          <p:cNvSpPr>
            <a:spLocks noChangeArrowheads="1"/>
          </p:cNvSpPr>
          <p:nvPr/>
        </p:nvSpPr>
        <p:spPr bwMode="auto">
          <a:xfrm>
            <a:off x="2590800" y="2160588"/>
            <a:ext cx="6076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故列向量组的最大无关组含</a:t>
            </a:r>
            <a:r>
              <a:rPr kumimoji="1" lang="en-US" altLang="zh-CN" sz="2800" b="1">
                <a:latin typeface="Times New Roman" panose="02020603050405020304" pitchFamily="18" charset="0"/>
                <a:ea typeface="楷体_GB2312" pitchFamily="49" charset="-122"/>
              </a:rPr>
              <a:t>3</a:t>
            </a:r>
            <a:r>
              <a:rPr kumimoji="1" lang="zh-CN" altLang="en-US" sz="2800" b="1">
                <a:latin typeface="Times New Roman" panose="02020603050405020304" pitchFamily="18" charset="0"/>
                <a:ea typeface="楷体_GB2312" pitchFamily="49" charset="-122"/>
              </a:rPr>
              <a:t>个向量。</a:t>
            </a:r>
            <a:endParaRPr kumimoji="1" lang="zh-CN" altLang="en-US" sz="2800" b="1">
              <a:latin typeface="Times New Roman" panose="02020603050405020304" pitchFamily="18" charset="0"/>
              <a:ea typeface="楷体_GB2312" pitchFamily="49" charset="-122"/>
            </a:endParaRPr>
          </a:p>
        </p:txBody>
      </p:sp>
      <p:sp>
        <p:nvSpPr>
          <p:cNvPr id="72711" name="Rectangle 7"/>
          <p:cNvSpPr>
            <a:spLocks noChangeArrowheads="1"/>
          </p:cNvSpPr>
          <p:nvPr/>
        </p:nvSpPr>
        <p:spPr bwMode="auto">
          <a:xfrm>
            <a:off x="533400" y="3455988"/>
            <a:ext cx="1612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楷体_GB2312" pitchFamily="49" charset="-122"/>
              </a:rPr>
              <a:t>这是因为</a:t>
            </a:r>
            <a:endParaRPr kumimoji="1" lang="zh-CN" altLang="en-US" sz="2800" b="1">
              <a:latin typeface="Times New Roman" panose="02020603050405020304" pitchFamily="18" charset="0"/>
              <a:ea typeface="楷体_GB2312" pitchFamily="49" charset="-122"/>
            </a:endParaRPr>
          </a:p>
        </p:txBody>
      </p:sp>
      <p:graphicFrame>
        <p:nvGraphicFramePr>
          <p:cNvPr id="72712" name="Object 8"/>
          <p:cNvGraphicFramePr>
            <a:graphicFrameLocks noChangeAspect="1"/>
          </p:cNvGraphicFramePr>
          <p:nvPr/>
        </p:nvGraphicFramePr>
        <p:xfrm>
          <a:off x="2171700" y="115888"/>
          <a:ext cx="3327400" cy="1887537"/>
        </p:xfrm>
        <a:graphic>
          <a:graphicData uri="http://schemas.openxmlformats.org/presentationml/2006/ole">
            <mc:AlternateContent xmlns:mc="http://schemas.openxmlformats.org/markup-compatibility/2006">
              <mc:Choice xmlns:v="urn:schemas-microsoft-com:vml" Requires="v">
                <p:oleObj spid="_x0000_s41997" name="Equation" r:id="rId5" imgW="2207895" imgH="1254125" progId="Equation.DSMT4">
                  <p:embed/>
                </p:oleObj>
              </mc:Choice>
              <mc:Fallback>
                <p:oleObj name="Equation" r:id="rId5" imgW="2207895" imgH="1254125"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1700" y="115888"/>
                        <a:ext cx="3327400" cy="1887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2712"/>
                                        </p:tgtEl>
                                        <p:attrNameLst>
                                          <p:attrName>style.visibility</p:attrName>
                                        </p:attrNameLst>
                                      </p:cBhvr>
                                      <p:to>
                                        <p:strVal val="visible"/>
                                      </p:to>
                                    </p:set>
                                    <p:animEffect transition="in" filter="wipe(left)">
                                      <p:cBhvr>
                                        <p:cTn id="7" dur="500"/>
                                        <p:tgtEl>
                                          <p:spTgt spid="727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709">
                                            <p:txEl>
                                              <p:pRg st="0" end="0"/>
                                            </p:txEl>
                                          </p:spTgt>
                                        </p:tgtEl>
                                        <p:attrNameLst>
                                          <p:attrName>style.visibility</p:attrName>
                                        </p:attrNameLst>
                                      </p:cBhvr>
                                      <p:to>
                                        <p:strVal val="visible"/>
                                      </p:to>
                                    </p:set>
                                    <p:animEffect transition="in" filter="wipe(left)">
                                      <p:cBhvr>
                                        <p:cTn id="12" dur="500"/>
                                        <p:tgtEl>
                                          <p:spTgt spid="7270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710">
                                            <p:txEl>
                                              <p:pRg st="0" end="0"/>
                                            </p:txEl>
                                          </p:spTgt>
                                        </p:tgtEl>
                                        <p:attrNameLst>
                                          <p:attrName>style.visibility</p:attrName>
                                        </p:attrNameLst>
                                      </p:cBhvr>
                                      <p:to>
                                        <p:strVal val="visible"/>
                                      </p:to>
                                    </p:set>
                                    <p:animEffect transition="in" filter="wipe(left)">
                                      <p:cBhvr>
                                        <p:cTn id="17" dur="500"/>
                                        <p:tgtEl>
                                          <p:spTgt spid="727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706">
                                            <p:txEl>
                                              <p:pRg st="0" end="0"/>
                                            </p:txEl>
                                          </p:spTgt>
                                        </p:tgtEl>
                                        <p:attrNameLst>
                                          <p:attrName>style.visibility</p:attrName>
                                        </p:attrNameLst>
                                      </p:cBhvr>
                                      <p:to>
                                        <p:strVal val="visible"/>
                                      </p:to>
                                    </p:set>
                                    <p:animEffect transition="in" filter="wipe(left)">
                                      <p:cBhvr>
                                        <p:cTn id="22" dur="500"/>
                                        <p:tgtEl>
                                          <p:spTgt spid="7270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2706">
                                            <p:txEl>
                                              <p:pRg st="1" end="1"/>
                                            </p:txEl>
                                          </p:spTgt>
                                        </p:tgtEl>
                                        <p:attrNameLst>
                                          <p:attrName>style.visibility</p:attrName>
                                        </p:attrNameLst>
                                      </p:cBhvr>
                                      <p:to>
                                        <p:strVal val="visible"/>
                                      </p:to>
                                    </p:set>
                                    <p:animEffect transition="in" filter="wipe(left)">
                                      <p:cBhvr>
                                        <p:cTn id="27" dur="500"/>
                                        <p:tgtEl>
                                          <p:spTgt spid="72706">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2711">
                                            <p:txEl>
                                              <p:pRg st="0" end="0"/>
                                            </p:txEl>
                                          </p:spTgt>
                                        </p:tgtEl>
                                        <p:attrNameLst>
                                          <p:attrName>style.visibility</p:attrName>
                                        </p:attrNameLst>
                                      </p:cBhvr>
                                      <p:to>
                                        <p:strVal val="visible"/>
                                      </p:to>
                                    </p:set>
                                    <p:animEffect transition="in" filter="wipe(left)">
                                      <p:cBhvr>
                                        <p:cTn id="32" dur="500"/>
                                        <p:tgtEl>
                                          <p:spTgt spid="72711">
                                            <p:txEl>
                                              <p:pRg st="0" end="0"/>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72707"/>
                                        </p:tgtEl>
                                        <p:attrNameLst>
                                          <p:attrName>style.visibility</p:attrName>
                                        </p:attrNameLst>
                                      </p:cBhvr>
                                      <p:to>
                                        <p:strVal val="visible"/>
                                      </p:to>
                                    </p:set>
                                    <p:animEffect transition="in" filter="wipe(left)">
                                      <p:cBhvr>
                                        <p:cTn id="36" dur="500"/>
                                        <p:tgtEl>
                                          <p:spTgt spid="7270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2708"/>
                                        </p:tgtEl>
                                        <p:attrNameLst>
                                          <p:attrName>style.visibility</p:attrName>
                                        </p:attrNameLst>
                                      </p:cBhvr>
                                      <p:to>
                                        <p:strVal val="visible"/>
                                      </p:to>
                                    </p:set>
                                    <p:animEffect transition="in" filter="wipe(left)">
                                      <p:cBhvr>
                                        <p:cTn id="41" dur="5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6" grpId="0" autoUpdateAnimBg="0" build="p"/>
      <p:bldP spid="72709" grpId="0" autoUpdateAnimBg="0" build="p"/>
      <p:bldP spid="72710" grpId="0" autoUpdateAnimBg="0" build="p"/>
      <p:bldP spid="72711" grpId="0" autoUpdateAnimBg="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3924300" y="571500"/>
            <a:ext cx="198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楷体_GB2312" pitchFamily="49" charset="-122"/>
              </a:rPr>
              <a:t>线性表示，</a:t>
            </a:r>
            <a:endParaRPr kumimoji="1" lang="zh-CN" altLang="en-US" sz="2800" b="1">
              <a:solidFill>
                <a:srgbClr val="0000FF"/>
              </a:solidFill>
              <a:latin typeface="Times New Roman" panose="02020603050405020304" pitchFamily="18" charset="0"/>
              <a:ea typeface="楷体_GB2312" pitchFamily="49" charset="-122"/>
            </a:endParaRPr>
          </a:p>
        </p:txBody>
      </p:sp>
      <p:graphicFrame>
        <p:nvGraphicFramePr>
          <p:cNvPr id="73731" name="Object 3"/>
          <p:cNvGraphicFramePr>
            <a:graphicFrameLocks noChangeAspect="1"/>
          </p:cNvGraphicFramePr>
          <p:nvPr/>
        </p:nvGraphicFramePr>
        <p:xfrm>
          <a:off x="1268413" y="1711325"/>
          <a:ext cx="6491287" cy="2097088"/>
        </p:xfrm>
        <a:graphic>
          <a:graphicData uri="http://schemas.openxmlformats.org/presentationml/2006/ole">
            <mc:AlternateContent xmlns:mc="http://schemas.openxmlformats.org/markup-compatibility/2006">
              <mc:Choice xmlns:v="urn:schemas-microsoft-com:vml" Requires="v">
                <p:oleObj spid="_x0000_s43019" name="Equation" r:id="rId1" imgW="3879850" imgH="1254125" progId="Equation.DSMT4">
                  <p:embed/>
                </p:oleObj>
              </mc:Choice>
              <mc:Fallback>
                <p:oleObj name="Equation" r:id="rId1" imgW="3879850" imgH="1254125"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413" y="1711325"/>
                        <a:ext cx="6491287" cy="2097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2" name="Object 4"/>
          <p:cNvGraphicFramePr>
            <a:graphicFrameLocks noChangeAspect="1"/>
          </p:cNvGraphicFramePr>
          <p:nvPr/>
        </p:nvGraphicFramePr>
        <p:xfrm>
          <a:off x="1042988" y="3609975"/>
          <a:ext cx="3744912" cy="1114425"/>
        </p:xfrm>
        <a:graphic>
          <a:graphicData uri="http://schemas.openxmlformats.org/presentationml/2006/ole">
            <mc:AlternateContent xmlns:mc="http://schemas.openxmlformats.org/markup-compatibility/2006">
              <mc:Choice xmlns:v="urn:schemas-microsoft-com:vml" Requires="v">
                <p:oleObj spid="_x0000_s43020" name="Equation" r:id="rId3" imgW="2103120" imgH="626745" progId="Equation.DSMT4">
                  <p:embed/>
                </p:oleObj>
              </mc:Choice>
              <mc:Fallback>
                <p:oleObj name="Equation" r:id="rId3" imgW="2103120" imgH="626745"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609975"/>
                        <a:ext cx="3744912"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4" name="Object 6"/>
          <p:cNvGraphicFramePr>
            <a:graphicFrameLocks noChangeAspect="1"/>
          </p:cNvGraphicFramePr>
          <p:nvPr/>
        </p:nvGraphicFramePr>
        <p:xfrm>
          <a:off x="827088" y="585788"/>
          <a:ext cx="3119437" cy="508000"/>
        </p:xfrm>
        <a:graphic>
          <a:graphicData uri="http://schemas.openxmlformats.org/presentationml/2006/ole">
            <mc:AlternateContent xmlns:mc="http://schemas.openxmlformats.org/markup-compatibility/2006">
              <mc:Choice xmlns:v="urn:schemas-microsoft-com:vml" Requires="v">
                <p:oleObj spid="_x0000_s43021" name="Equation" r:id="rId5" imgW="1776730" imgH="313690" progId="Equation.DSMT4">
                  <p:embed/>
                </p:oleObj>
              </mc:Choice>
              <mc:Fallback>
                <p:oleObj name="Equation" r:id="rId5" imgW="1776730" imgH="31369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585788"/>
                        <a:ext cx="311943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5" name="Rectangle 7"/>
          <p:cNvSpPr>
            <a:spLocks noChangeArrowheads="1"/>
          </p:cNvSpPr>
          <p:nvPr/>
        </p:nvSpPr>
        <p:spPr bwMode="auto">
          <a:xfrm>
            <a:off x="685800" y="1163638"/>
            <a:ext cx="452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solidFill>
                  <a:srgbClr val="0000FF"/>
                </a:solidFill>
                <a:latin typeface="Times New Roman" panose="02020603050405020304" pitchFamily="18" charset="0"/>
                <a:ea typeface="楷体_GB2312" pitchFamily="49" charset="-122"/>
              </a:rPr>
              <a:t>把 </a:t>
            </a:r>
            <a:r>
              <a:rPr kumimoji="1" lang="en-US" altLang="zh-CN" sz="2800" b="1" i="1">
                <a:solidFill>
                  <a:srgbClr val="0000FF"/>
                </a:solidFill>
                <a:latin typeface="Times New Roman" panose="02020603050405020304" pitchFamily="18" charset="0"/>
                <a:ea typeface="楷体_GB2312" pitchFamily="49" charset="-122"/>
              </a:rPr>
              <a:t>A</a:t>
            </a:r>
            <a:r>
              <a:rPr kumimoji="1" lang="en-US" altLang="zh-CN" sz="2800" b="1">
                <a:solidFill>
                  <a:srgbClr val="0000FF"/>
                </a:solidFill>
                <a:latin typeface="Times New Roman" panose="02020603050405020304" pitchFamily="18" charset="0"/>
                <a:ea typeface="楷体_GB2312" pitchFamily="49" charset="-122"/>
              </a:rPr>
              <a:t> </a:t>
            </a:r>
            <a:r>
              <a:rPr kumimoji="1" lang="zh-CN" altLang="en-US" sz="2800" b="1">
                <a:solidFill>
                  <a:srgbClr val="0000FF"/>
                </a:solidFill>
                <a:latin typeface="Times New Roman" panose="02020603050405020304" pitchFamily="18" charset="0"/>
                <a:ea typeface="楷体_GB2312" pitchFamily="49" charset="-122"/>
              </a:rPr>
              <a:t>再变成行最简形矩阵。</a:t>
            </a:r>
            <a:endParaRPr kumimoji="1" lang="zh-CN" altLang="en-US" sz="2800" b="1">
              <a:solidFill>
                <a:srgbClr val="0000FF"/>
              </a:solidFill>
              <a:latin typeface="Times New Roman" panose="02020603050405020304" pitchFamily="18" charset="0"/>
              <a:ea typeface="楷体_GB2312"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3734"/>
                                        </p:tgtEl>
                                        <p:attrNameLst>
                                          <p:attrName>style.visibility</p:attrName>
                                        </p:attrNameLst>
                                      </p:cBhvr>
                                      <p:to>
                                        <p:strVal val="visible"/>
                                      </p:to>
                                    </p:set>
                                    <p:animEffect transition="in" filter="wipe(left)">
                                      <p:cBhvr>
                                        <p:cTn id="7" dur="500"/>
                                        <p:tgtEl>
                                          <p:spTgt spid="7373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3730">
                                            <p:txEl>
                                              <p:pRg st="0" end="0"/>
                                            </p:txEl>
                                          </p:spTgt>
                                        </p:tgtEl>
                                        <p:attrNameLst>
                                          <p:attrName>style.visibility</p:attrName>
                                        </p:attrNameLst>
                                      </p:cBhvr>
                                      <p:to>
                                        <p:strVal val="visible"/>
                                      </p:to>
                                    </p:set>
                                    <p:animEffect transition="in" filter="wipe(left)">
                                      <p:cBhvr>
                                        <p:cTn id="11" dur="500"/>
                                        <p:tgtEl>
                                          <p:spTgt spid="73730">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3735">
                                            <p:txEl>
                                              <p:pRg st="0" end="0"/>
                                            </p:txEl>
                                          </p:spTgt>
                                        </p:tgtEl>
                                        <p:attrNameLst>
                                          <p:attrName>style.visibility</p:attrName>
                                        </p:attrNameLst>
                                      </p:cBhvr>
                                      <p:to>
                                        <p:strVal val="visible"/>
                                      </p:to>
                                    </p:set>
                                    <p:animEffect transition="in" filter="wipe(left)">
                                      <p:cBhvr>
                                        <p:cTn id="15" dur="500"/>
                                        <p:tgtEl>
                                          <p:spTgt spid="7373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3731"/>
                                        </p:tgtEl>
                                        <p:attrNameLst>
                                          <p:attrName>style.visibility</p:attrName>
                                        </p:attrNameLst>
                                      </p:cBhvr>
                                      <p:to>
                                        <p:strVal val="visible"/>
                                      </p:to>
                                    </p:set>
                                    <p:animEffect transition="in" filter="wipe(left)">
                                      <p:cBhvr>
                                        <p:cTn id="20" dur="500"/>
                                        <p:tgtEl>
                                          <p:spTgt spid="7373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3732"/>
                                        </p:tgtEl>
                                        <p:attrNameLst>
                                          <p:attrName>style.visibility</p:attrName>
                                        </p:attrNameLst>
                                      </p:cBhvr>
                                      <p:to>
                                        <p:strVal val="visible"/>
                                      </p:to>
                                    </p:set>
                                    <p:animEffect transition="in" filter="wipe(left)">
                                      <p:cBhvr>
                                        <p:cTn id="25" dur="500"/>
                                        <p:tgtEl>
                                          <p:spTgt spid="73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advAuto="0" autoUpdateAnimBg="0" build="p"/>
      <p:bldP spid="73735" grpId="0" advAuto="0"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158602" y="764704"/>
            <a:ext cx="1944687" cy="7620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dirty="0">
                <a:solidFill>
                  <a:srgbClr val="0000FF"/>
                </a:solidFill>
              </a:rPr>
              <a:t>小结</a:t>
            </a:r>
            <a:endParaRPr lang="zh-CN" altLang="en-US" dirty="0">
              <a:solidFill>
                <a:srgbClr val="0000FF"/>
              </a:solidFill>
            </a:endParaRPr>
          </a:p>
        </p:txBody>
      </p:sp>
      <p:sp>
        <p:nvSpPr>
          <p:cNvPr id="3" name="Rectangle 2"/>
          <p:cNvSpPr>
            <a:spLocks noChangeArrowheads="1"/>
          </p:cNvSpPr>
          <p:nvPr/>
        </p:nvSpPr>
        <p:spPr bwMode="auto">
          <a:xfrm>
            <a:off x="1158079" y="1886347"/>
            <a:ext cx="592822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0" dirty="0">
                <a:latin typeface="+mn-ea"/>
                <a:ea typeface="+mn-ea"/>
              </a:rPr>
              <a:t>1. </a:t>
            </a:r>
            <a:r>
              <a:rPr kumimoji="1" lang="zh-CN" altLang="en-US" sz="2400" b="0" dirty="0">
                <a:latin typeface="+mn-ea"/>
                <a:ea typeface="+mn-ea"/>
              </a:rPr>
              <a:t>矩阵的秩的定义</a:t>
            </a:r>
            <a:r>
              <a:rPr kumimoji="1" lang="en-US" altLang="zh-CN" sz="2400" b="0" dirty="0">
                <a:latin typeface="+mn-ea"/>
                <a:ea typeface="+mn-ea"/>
              </a:rPr>
              <a:t>---</a:t>
            </a:r>
            <a:r>
              <a:rPr kumimoji="1" lang="zh-CN" altLang="en-US" sz="2400" b="0" dirty="0">
                <a:latin typeface="+mn-ea"/>
                <a:ea typeface="+mn-ea"/>
              </a:rPr>
              <a:t>非零子式的最高阶数</a:t>
            </a:r>
            <a:r>
              <a:rPr kumimoji="1" lang="en-US" altLang="zh-CN" sz="2400" b="0" dirty="0">
                <a:latin typeface="+mn-ea"/>
                <a:ea typeface="+mn-ea"/>
              </a:rPr>
              <a:t>.</a:t>
            </a:r>
            <a:endParaRPr kumimoji="1" lang="zh-CN" altLang="en-US" sz="2400" b="0" dirty="0">
              <a:latin typeface="+mn-ea"/>
              <a:ea typeface="+mn-ea"/>
            </a:endParaRPr>
          </a:p>
        </p:txBody>
      </p:sp>
      <p:sp>
        <p:nvSpPr>
          <p:cNvPr id="16" name="Rectangle 2"/>
          <p:cNvSpPr>
            <a:spLocks noChangeArrowheads="1"/>
          </p:cNvSpPr>
          <p:nvPr/>
        </p:nvSpPr>
        <p:spPr bwMode="auto">
          <a:xfrm>
            <a:off x="1093090" y="2559581"/>
            <a:ext cx="65437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0" dirty="0">
                <a:latin typeface="+mn-ea"/>
                <a:ea typeface="+mn-ea"/>
              </a:rPr>
              <a:t>2. </a:t>
            </a:r>
            <a:r>
              <a:rPr kumimoji="1" lang="zh-CN" altLang="en-US" sz="2400" b="0" dirty="0">
                <a:latin typeface="+mn-ea"/>
                <a:ea typeface="+mn-ea"/>
              </a:rPr>
              <a:t>矩阵的秩的求法</a:t>
            </a:r>
            <a:r>
              <a:rPr kumimoji="1" lang="en-US" altLang="zh-CN" sz="2400" b="0" dirty="0">
                <a:latin typeface="+mn-ea"/>
                <a:ea typeface="+mn-ea"/>
              </a:rPr>
              <a:t>---</a:t>
            </a:r>
            <a:r>
              <a:rPr kumimoji="1" lang="zh-CN" altLang="en-US" sz="2400" b="0" dirty="0">
                <a:latin typeface="+mn-ea"/>
                <a:ea typeface="+mn-ea"/>
              </a:rPr>
              <a:t>行阶梯形矩阵的非零行数</a:t>
            </a:r>
            <a:r>
              <a:rPr kumimoji="1" lang="en-US" altLang="zh-CN" sz="2400" b="0" dirty="0">
                <a:latin typeface="+mn-ea"/>
                <a:ea typeface="+mn-ea"/>
              </a:rPr>
              <a:t>.</a:t>
            </a:r>
            <a:endParaRPr kumimoji="1" lang="zh-CN" altLang="en-US" sz="2400" b="0" dirty="0">
              <a:latin typeface="+mn-ea"/>
              <a:ea typeface="+mn-ea"/>
            </a:endParaRPr>
          </a:p>
        </p:txBody>
      </p:sp>
      <p:sp>
        <p:nvSpPr>
          <p:cNvPr id="18" name="Rectangle 2"/>
          <p:cNvSpPr>
            <a:spLocks noChangeArrowheads="1"/>
          </p:cNvSpPr>
          <p:nvPr/>
        </p:nvSpPr>
        <p:spPr bwMode="auto">
          <a:xfrm>
            <a:off x="485553" y="3284984"/>
            <a:ext cx="77588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a:solidFill>
                  <a:schemeClr val="tx1"/>
                </a:solidFill>
                <a:latin typeface="Arial" panose="020B0604020202020204" pitchFamily="34" charset="0"/>
                <a:ea typeface="宋体" panose="02010600030101010101" pitchFamily="2" charset="-122"/>
              </a:defRPr>
            </a:lvl1pPr>
            <a:lvl2pPr marL="742950" indent="-285750">
              <a:defRPr sz="3200" b="1">
                <a:solidFill>
                  <a:schemeClr val="tx1"/>
                </a:solidFill>
                <a:latin typeface="Arial" panose="020B0604020202020204" pitchFamily="34" charset="0"/>
                <a:ea typeface="宋体" panose="02010600030101010101" pitchFamily="2" charset="-122"/>
              </a:defRPr>
            </a:lvl2pPr>
            <a:lvl3pPr marL="1143000" indent="-228600">
              <a:defRPr sz="3200" b="1">
                <a:solidFill>
                  <a:schemeClr val="tx1"/>
                </a:solidFill>
                <a:latin typeface="Arial" panose="020B0604020202020204" pitchFamily="34" charset="0"/>
                <a:ea typeface="宋体" panose="02010600030101010101" pitchFamily="2" charset="-122"/>
              </a:defRPr>
            </a:lvl3pPr>
            <a:lvl4pPr marL="1600200" indent="-228600">
              <a:defRPr sz="3200" b="1">
                <a:solidFill>
                  <a:schemeClr val="tx1"/>
                </a:solidFill>
                <a:latin typeface="Arial" panose="020B0604020202020204" pitchFamily="34" charset="0"/>
                <a:ea typeface="宋体" panose="02010600030101010101" pitchFamily="2" charset="-122"/>
              </a:defRPr>
            </a:lvl4pPr>
            <a:lvl5pPr marL="2057400" indent="-228600">
              <a:defRPr sz="3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en-US" altLang="zh-CN" sz="2400" b="0" dirty="0">
                <a:latin typeface="+mn-ea"/>
                <a:ea typeface="+mn-ea"/>
              </a:rPr>
              <a:t>      3.</a:t>
            </a:r>
            <a:r>
              <a:rPr kumimoji="1" lang="zh-CN" altLang="en-US" sz="2400" b="0" dirty="0">
                <a:latin typeface="+mn-ea"/>
                <a:ea typeface="+mn-ea"/>
              </a:rPr>
              <a:t>求向量组极大无关组以及把其余向量用极大无关组</a:t>
            </a:r>
            <a:endParaRPr kumimoji="1" lang="en-US" altLang="zh-CN" sz="2400" b="0" dirty="0">
              <a:latin typeface="+mn-ea"/>
              <a:ea typeface="+mn-ea"/>
            </a:endParaRPr>
          </a:p>
          <a:p>
            <a:pPr eaLnBrk="1" hangingPunct="1">
              <a:lnSpc>
                <a:spcPct val="150000"/>
              </a:lnSpc>
            </a:pPr>
            <a:r>
              <a:rPr kumimoji="1" lang="zh-CN" altLang="en-US" sz="2400" b="0" dirty="0">
                <a:latin typeface="+mn-ea"/>
                <a:ea typeface="+mn-ea"/>
              </a:rPr>
              <a:t>线性表示的方法</a:t>
            </a:r>
            <a:r>
              <a:rPr kumimoji="1" lang="en-US" altLang="zh-CN" sz="2400" b="0" dirty="0">
                <a:latin typeface="+mn-ea"/>
                <a:ea typeface="+mn-ea"/>
              </a:rPr>
              <a:t>.</a:t>
            </a:r>
            <a:endParaRPr kumimoji="1" lang="zh-CN" altLang="en-US" sz="2400" b="0" dirty="0">
              <a:latin typeface="+mn-ea"/>
              <a:ea typeface="+mn-ea"/>
            </a:endParaRPr>
          </a:p>
        </p:txBody>
      </p:sp>
      <p:sp>
        <p:nvSpPr>
          <p:cNvPr id="6" name="直角三角形 5"/>
          <p:cNvSpPr/>
          <p:nvPr/>
        </p:nvSpPr>
        <p:spPr>
          <a:xfrm>
            <a:off x="0" y="5873377"/>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直角三角形 6"/>
          <p:cNvSpPr/>
          <p:nvPr/>
        </p:nvSpPr>
        <p:spPr>
          <a:xfrm rot="16200000">
            <a:off x="8130760" y="5832084"/>
            <a:ext cx="1025211" cy="1001270"/>
          </a:xfrm>
          <a:prstGeom prst="rtTriangle">
            <a:avLst/>
          </a:prstGeom>
          <a:gradFill>
            <a:gsLst>
              <a:gs pos="0">
                <a:srgbClr val="326698"/>
              </a:gs>
              <a:gs pos="100000">
                <a:srgbClr val="66CDCC"/>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1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6" grpId="0"/>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259632" y="764704"/>
            <a:ext cx="1944687" cy="7620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dirty="0">
                <a:solidFill>
                  <a:srgbClr val="0000FF"/>
                </a:solidFill>
              </a:rPr>
              <a:t>作业</a:t>
            </a:r>
            <a:endParaRPr lang="zh-CN" altLang="en-US" dirty="0">
              <a:solidFill>
                <a:srgbClr val="0000FF"/>
              </a:solidFill>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6076851" y="2556694"/>
            <a:ext cx="3204430" cy="4278255"/>
          </a:xfrm>
          <a:prstGeom prst="rect">
            <a:avLst/>
          </a:prstGeom>
        </p:spPr>
      </p:pic>
      <p:sp>
        <p:nvSpPr>
          <p:cNvPr id="4" name="TextBox 15"/>
          <p:cNvSpPr txBox="1"/>
          <p:nvPr/>
        </p:nvSpPr>
        <p:spPr>
          <a:xfrm>
            <a:off x="1115616" y="1610281"/>
            <a:ext cx="4464496" cy="1892826"/>
          </a:xfrm>
          <a:prstGeom prst="rect">
            <a:avLst/>
          </a:prstGeom>
          <a:noFill/>
        </p:spPr>
        <p:txBody>
          <a:bodyPr wrap="square" rtlCol="0">
            <a:spAutoFit/>
          </a:bodyPr>
          <a:lstStyle/>
          <a:p>
            <a:pPr defTabSz="800100">
              <a:lnSpc>
                <a:spcPct val="150000"/>
              </a:lnSpc>
            </a:pPr>
            <a:r>
              <a:rPr lang="zh-CN" altLang="en-US" sz="2600" dirty="0">
                <a:latin typeface="微软雅黑" panose="020B0503020204020204" pitchFamily="34" charset="-122"/>
                <a:ea typeface="微软雅黑" panose="020B0503020204020204" pitchFamily="34" charset="-122"/>
              </a:rPr>
              <a:t>作业</a:t>
            </a:r>
            <a:r>
              <a:rPr lang="en-US" altLang="zh-CN" sz="2600" dirty="0">
                <a:latin typeface="微软雅黑" panose="020B0503020204020204" pitchFamily="34" charset="-122"/>
                <a:ea typeface="微软雅黑" panose="020B0503020204020204" pitchFamily="34" charset="-122"/>
              </a:rPr>
              <a:t>2.16   </a:t>
            </a:r>
            <a:endParaRPr lang="en-US" altLang="zh-CN" sz="2600" dirty="0">
              <a:latin typeface="微软雅黑" panose="020B0503020204020204" pitchFamily="34" charset="-122"/>
              <a:ea typeface="微软雅黑" panose="020B0503020204020204" pitchFamily="34" charset="-122"/>
            </a:endParaRPr>
          </a:p>
          <a:p>
            <a:pPr defTabSz="800100">
              <a:lnSpc>
                <a:spcPct val="150000"/>
              </a:lnSpc>
            </a:pPr>
            <a:r>
              <a:rPr lang="zh-CN" altLang="en-US" sz="2600" dirty="0">
                <a:latin typeface="微软雅黑" panose="020B0503020204020204" pitchFamily="34" charset="-122"/>
              </a:rPr>
              <a:t>作业</a:t>
            </a:r>
            <a:r>
              <a:rPr lang="en-US" altLang="zh-CN" sz="2600" dirty="0">
                <a:latin typeface="微软雅黑" panose="020B0503020204020204" pitchFamily="34" charset="-122"/>
                <a:ea typeface="微软雅黑" panose="020B0503020204020204" pitchFamily="34" charset="-122"/>
              </a:rPr>
              <a:t>2.17</a:t>
            </a:r>
            <a:endParaRPr lang="en-US" altLang="zh-CN" sz="2600" dirty="0">
              <a:latin typeface="微软雅黑" panose="020B0503020204020204" pitchFamily="34" charset="-122"/>
              <a:ea typeface="微软雅黑" panose="020B0503020204020204" pitchFamily="34" charset="-122"/>
            </a:endParaRPr>
          </a:p>
          <a:p>
            <a:pPr defTabSz="800100">
              <a:lnSpc>
                <a:spcPct val="150000"/>
              </a:lnSpc>
            </a:pPr>
            <a:r>
              <a:rPr lang="zh-CN" altLang="en-US" sz="2600" dirty="0">
                <a:latin typeface="微软雅黑" panose="020B0503020204020204" pitchFamily="34" charset="-122"/>
              </a:rPr>
              <a:t>作业</a:t>
            </a:r>
            <a:r>
              <a:rPr lang="en-US" altLang="zh-CN" sz="2600" dirty="0">
                <a:latin typeface="微软雅黑" panose="020B0503020204020204" pitchFamily="34" charset="-122"/>
                <a:ea typeface="微软雅黑" panose="020B0503020204020204" pitchFamily="34" charset="-122"/>
              </a:rPr>
              <a:t>2.18</a:t>
            </a:r>
            <a:endParaRPr lang="zh-CN" altLang="en-US" sz="2600" dirty="0">
              <a:latin typeface="微软雅黑" panose="020B0503020204020204" pitchFamily="34" charset="-122"/>
              <a:ea typeface="微软雅黑" panose="020B0503020204020204" pitchFamily="34" charset="-122"/>
            </a:endParaRPr>
          </a:p>
        </p:txBody>
      </p:sp>
      <p:sp>
        <p:nvSpPr>
          <p:cNvPr id="5" name="TextBox 15"/>
          <p:cNvSpPr txBox="1"/>
          <p:nvPr/>
        </p:nvSpPr>
        <p:spPr>
          <a:xfrm>
            <a:off x="1115616" y="3586684"/>
            <a:ext cx="5472608" cy="1292662"/>
          </a:xfrm>
          <a:prstGeom prst="rect">
            <a:avLst/>
          </a:prstGeom>
          <a:noFill/>
        </p:spPr>
        <p:txBody>
          <a:bodyPr wrap="square" rtlCol="0">
            <a:spAutoFit/>
          </a:bodyPr>
          <a:lstStyle/>
          <a:p>
            <a:pPr defTabSz="800100">
              <a:lnSpc>
                <a:spcPct val="150000"/>
              </a:lnSpc>
            </a:pPr>
            <a:r>
              <a:rPr lang="zh-CN" altLang="en-US" sz="2600" dirty="0">
                <a:latin typeface="微软雅黑" panose="020B0503020204020204" pitchFamily="34" charset="-122"/>
                <a:ea typeface="微软雅黑" panose="020B0503020204020204" pitchFamily="34" charset="-122"/>
              </a:rPr>
              <a:t>预习</a:t>
            </a:r>
            <a:r>
              <a:rPr lang="en-US" altLang="zh-CN" sz="2600" dirty="0">
                <a:latin typeface="微软雅黑" panose="020B0503020204020204" pitchFamily="34" charset="-122"/>
                <a:ea typeface="微软雅黑" panose="020B0503020204020204" pitchFamily="34" charset="-122"/>
              </a:rPr>
              <a:t>2.20-2.23</a:t>
            </a:r>
            <a:r>
              <a:rPr lang="zh-CN" altLang="en-US" sz="2600" dirty="0">
                <a:latin typeface="微软雅黑" panose="020B0503020204020204" pitchFamily="34" charset="-122"/>
                <a:ea typeface="微软雅黑" panose="020B0503020204020204" pitchFamily="34" charset="-122"/>
              </a:rPr>
              <a:t>节</a:t>
            </a:r>
            <a:endParaRPr lang="en-US" altLang="zh-CN" sz="2600" dirty="0">
              <a:latin typeface="微软雅黑" panose="020B0503020204020204" pitchFamily="34" charset="-122"/>
              <a:ea typeface="微软雅黑" panose="020B0503020204020204" pitchFamily="34" charset="-122"/>
            </a:endParaRPr>
          </a:p>
          <a:p>
            <a:pPr defTabSz="800100">
              <a:lnSpc>
                <a:spcPct val="150000"/>
              </a:lnSpc>
            </a:pPr>
            <a:r>
              <a:rPr lang="zh-CN" altLang="en-US" sz="2600" dirty="0">
                <a:latin typeface="微软雅黑" panose="020B0503020204020204" pitchFamily="34" charset="-122"/>
                <a:ea typeface="微软雅黑" panose="020B0503020204020204" pitchFamily="34" charset="-122"/>
              </a:rPr>
              <a:t>观看视频</a:t>
            </a:r>
            <a:r>
              <a:rPr lang="en-US" altLang="zh-CN" sz="2600" dirty="0">
                <a:latin typeface="微软雅黑" panose="020B0503020204020204" pitchFamily="34" charset="-122"/>
              </a:rPr>
              <a:t>2.20-2.23</a:t>
            </a:r>
            <a:endParaRPr lang="en-US" altLang="zh-CN" sz="2600" dirty="0">
              <a:latin typeface="微软雅黑" panose="020B0503020204020204" pitchFamily="34"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4480</Words>
  <Application>WPS 演示</Application>
  <PresentationFormat>全屏显示(4:3)</PresentationFormat>
  <Paragraphs>598</Paragraphs>
  <Slides>49</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237</vt:i4>
      </vt:variant>
      <vt:variant>
        <vt:lpstr>幻灯片标题</vt:lpstr>
      </vt:variant>
      <vt:variant>
        <vt:i4>49</vt:i4>
      </vt:variant>
    </vt:vector>
  </HeadingPairs>
  <TitlesOfParts>
    <vt:vector size="301" baseType="lpstr">
      <vt:lpstr>Arial</vt:lpstr>
      <vt:lpstr>宋体</vt:lpstr>
      <vt:lpstr>Wingdings</vt:lpstr>
      <vt:lpstr>Verdana</vt:lpstr>
      <vt:lpstr>Calibri</vt:lpstr>
      <vt:lpstr>Times New Roman</vt:lpstr>
      <vt:lpstr>微软雅黑</vt:lpstr>
      <vt:lpstr>楷体_GB2312</vt:lpstr>
      <vt:lpstr>新宋体</vt:lpstr>
      <vt:lpstr>Symbol</vt:lpstr>
      <vt:lpstr>Arial Unicode MS</vt:lpstr>
      <vt:lpstr>黑体</vt:lpstr>
      <vt:lpstr>华文新魏</vt:lpstr>
      <vt:lpstr>Courier New</vt:lpstr>
      <vt:lpstr>1_Office 主题</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Equation.DSMT4</vt:lpstr>
      <vt:lpstr>Equation.3</vt:lpstr>
      <vt:lpstr>Equation.3</vt:lpstr>
      <vt:lpstr>Equation.3</vt:lpstr>
      <vt:lpstr>Equation.3</vt:lpstr>
      <vt:lpstr>Equation.3</vt:lpstr>
      <vt:lpstr>Equation.DSMT4</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Paint.Picture</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第九讲  矩阵的秩与向量组秩的关系</vt:lpstr>
      <vt:lpstr>一、矩阵的秩（1）</vt:lpstr>
      <vt:lpstr>PowerPoint 演示文稿</vt:lpstr>
      <vt:lpstr>PowerPoint 演示文稿</vt:lpstr>
      <vt:lpstr>PowerPoint 演示文稿</vt:lpstr>
      <vt:lpstr>PowerPoint 演示文稿</vt:lpstr>
      <vt:lpstr>PowerPoint 演示文稿</vt:lpstr>
      <vt:lpstr>PowerPoint 演示文稿</vt:lpstr>
      <vt:lpstr>二、矩阵的秩（2）</vt:lpstr>
      <vt:lpstr>PowerPoint 演示文稿</vt:lpstr>
      <vt:lpstr>PowerPoint 演示文稿</vt:lpstr>
      <vt:lpstr>PowerPoint 演示文稿</vt:lpstr>
      <vt:lpstr>三、向量组与矩阵的秩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特征值与特征向量</dc:title>
  <dc:creator>Administrator</dc:creator>
  <cp:lastModifiedBy>Administrator</cp:lastModifiedBy>
  <cp:revision>326</cp:revision>
  <dcterms:created xsi:type="dcterms:W3CDTF">2020-12-08T11:04:00Z</dcterms:created>
  <dcterms:modified xsi:type="dcterms:W3CDTF">2025-03-10T15:49:50Z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4B4DEFBCCCFA47A28962FA04C5E365B2_12</vt:lpwstr>
  </property>
</Properties>
</file>