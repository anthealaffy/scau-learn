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emf" ContentType="image/x-emf"/>
  <Default Extension="jpeg" ContentType="image/jpeg"/>
  <Default Extension="rels" ContentType="application/vnd.openxmlformats-package.relationships+xml"/>
  <Default Extension="xml" ContentType="application/xml"/>
  <Default Extension="wav" ContentType="audio/x-wav"/>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1"/>
  </p:sldMasterIdLst>
  <p:notesMasterIdLst>
    <p:notesMasterId r:id="rId74"/>
  </p:notesMasterIdLst>
  <p:sldIdLst>
    <p:sldId id="256" r:id="rId2"/>
    <p:sldId id="297" r:id="rId3"/>
    <p:sldId id="298" r:id="rId4"/>
    <p:sldId id="258" r:id="rId5"/>
    <p:sldId id="276" r:id="rId6"/>
    <p:sldId id="281" r:id="rId7"/>
    <p:sldId id="300" r:id="rId8"/>
    <p:sldId id="301" r:id="rId9"/>
    <p:sldId id="302" r:id="rId10"/>
    <p:sldId id="304" r:id="rId11"/>
    <p:sldId id="305" r:id="rId12"/>
    <p:sldId id="306" r:id="rId13"/>
    <p:sldId id="307" r:id="rId14"/>
    <p:sldId id="308" r:id="rId15"/>
    <p:sldId id="309" r:id="rId16"/>
    <p:sldId id="310" r:id="rId17"/>
    <p:sldId id="312" r:id="rId18"/>
    <p:sldId id="336" r:id="rId19"/>
    <p:sldId id="315" r:id="rId20"/>
    <p:sldId id="277" r:id="rId21"/>
    <p:sldId id="279" r:id="rId22"/>
    <p:sldId id="278" r:id="rId23"/>
    <p:sldId id="282" r:id="rId24"/>
    <p:sldId id="280" r:id="rId25"/>
    <p:sldId id="316" r:id="rId26"/>
    <p:sldId id="317" r:id="rId27"/>
    <p:sldId id="283" r:id="rId28"/>
    <p:sldId id="284" r:id="rId29"/>
    <p:sldId id="327" r:id="rId30"/>
    <p:sldId id="328" r:id="rId31"/>
    <p:sldId id="329" r:id="rId32"/>
    <p:sldId id="330" r:id="rId33"/>
    <p:sldId id="332" r:id="rId34"/>
    <p:sldId id="333" r:id="rId35"/>
    <p:sldId id="335" r:id="rId36"/>
    <p:sldId id="334" r:id="rId37"/>
    <p:sldId id="274" r:id="rId38"/>
    <p:sldId id="285" r:id="rId39"/>
    <p:sldId id="325" r:id="rId40"/>
    <p:sldId id="318" r:id="rId41"/>
    <p:sldId id="319" r:id="rId42"/>
    <p:sldId id="286" r:id="rId43"/>
    <p:sldId id="321" r:id="rId44"/>
    <p:sldId id="287" r:id="rId45"/>
    <p:sldId id="288" r:id="rId46"/>
    <p:sldId id="260" r:id="rId47"/>
    <p:sldId id="337" r:id="rId48"/>
    <p:sldId id="338" r:id="rId49"/>
    <p:sldId id="289" r:id="rId50"/>
    <p:sldId id="261" r:id="rId51"/>
    <p:sldId id="339" r:id="rId52"/>
    <p:sldId id="340" r:id="rId53"/>
    <p:sldId id="341" r:id="rId54"/>
    <p:sldId id="295" r:id="rId55"/>
    <p:sldId id="265" r:id="rId56"/>
    <p:sldId id="342" r:id="rId57"/>
    <p:sldId id="343" r:id="rId58"/>
    <p:sldId id="344" r:id="rId59"/>
    <p:sldId id="264" r:id="rId60"/>
    <p:sldId id="267" r:id="rId61"/>
    <p:sldId id="291" r:id="rId62"/>
    <p:sldId id="347" r:id="rId63"/>
    <p:sldId id="348" r:id="rId64"/>
    <p:sldId id="349" r:id="rId65"/>
    <p:sldId id="350" r:id="rId66"/>
    <p:sldId id="351" r:id="rId67"/>
    <p:sldId id="292" r:id="rId68"/>
    <p:sldId id="293" r:id="rId69"/>
    <p:sldId id="294" r:id="rId70"/>
    <p:sldId id="345" r:id="rId71"/>
    <p:sldId id="346" r:id="rId72"/>
    <p:sldId id="272" r:id="rId73"/>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6000" autoAdjust="0"/>
  </p:normalViewPr>
  <p:slideViewPr>
    <p:cSldViewPr>
      <p:cViewPr varScale="1">
        <p:scale>
          <a:sx n="65" d="100"/>
          <a:sy n="65" d="100"/>
        </p:scale>
        <p:origin x="1954" y="5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drawings/_rels/vmlDrawing1.vml.rels><?xml version="1.0" encoding="UTF-8" standalone="yes"?>
<Relationships xmlns="http://schemas.openxmlformats.org/package/2006/relationships"><Relationship Id="rId8" Type="http://schemas.openxmlformats.org/officeDocument/2006/relationships/image" Target="../media/image9.wmf"/><Relationship Id="rId3" Type="http://schemas.openxmlformats.org/officeDocument/2006/relationships/image" Target="../media/image4.wmf"/><Relationship Id="rId7" Type="http://schemas.openxmlformats.org/officeDocument/2006/relationships/image" Target="../media/image8.wmf"/><Relationship Id="rId2" Type="http://schemas.openxmlformats.org/officeDocument/2006/relationships/image" Target="../media/image3.wmf"/><Relationship Id="rId1" Type="http://schemas.openxmlformats.org/officeDocument/2006/relationships/image" Target="../media/image2.wmf"/><Relationship Id="rId6" Type="http://schemas.openxmlformats.org/officeDocument/2006/relationships/image" Target="../media/image7.wmf"/><Relationship Id="rId5" Type="http://schemas.openxmlformats.org/officeDocument/2006/relationships/image" Target="../media/image6.wmf"/><Relationship Id="rId4"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2.wmf"/><Relationship Id="rId7" Type="http://schemas.openxmlformats.org/officeDocument/2006/relationships/image" Target="../media/image16.wmf"/><Relationship Id="rId2" Type="http://schemas.openxmlformats.org/officeDocument/2006/relationships/image" Target="../media/image11.wmf"/><Relationship Id="rId1" Type="http://schemas.openxmlformats.org/officeDocument/2006/relationships/image" Target="../media/image10.wmf"/><Relationship Id="rId6" Type="http://schemas.openxmlformats.org/officeDocument/2006/relationships/image" Target="../media/image15.wmf"/><Relationship Id="rId5" Type="http://schemas.openxmlformats.org/officeDocument/2006/relationships/image" Target="../media/image14.wmf"/><Relationship Id="rId4" Type="http://schemas.openxmlformats.org/officeDocument/2006/relationships/image" Target="../media/image13.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image" Target="../media/image18.wmf"/><Relationship Id="rId1" Type="http://schemas.openxmlformats.org/officeDocument/2006/relationships/image" Target="../media/image17.wmf"/><Relationship Id="rId4" Type="http://schemas.openxmlformats.org/officeDocument/2006/relationships/image" Target="../media/image20.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image" Target="../media/image21.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image" Target="../media/image18.wmf"/><Relationship Id="rId1" Type="http://schemas.openxmlformats.org/officeDocument/2006/relationships/image" Target="../media/image17.wmf"/><Relationship Id="rId6" Type="http://schemas.openxmlformats.org/officeDocument/2006/relationships/image" Target="../media/image24.wmf"/><Relationship Id="rId5" Type="http://schemas.openxmlformats.org/officeDocument/2006/relationships/image" Target="../media/image23.wmf"/><Relationship Id="rId4" Type="http://schemas.openxmlformats.org/officeDocument/2006/relationships/image" Target="../media/image20.wmf"/></Relationships>
</file>

<file path=ppt/drawings/_rels/vmlDrawing6.vml.rels><?xml version="1.0" encoding="UTF-8" standalone="yes"?>
<Relationships xmlns="http://schemas.openxmlformats.org/package/2006/relationships"><Relationship Id="rId8" Type="http://schemas.openxmlformats.org/officeDocument/2006/relationships/image" Target="../media/image2.wmf"/><Relationship Id="rId3" Type="http://schemas.openxmlformats.org/officeDocument/2006/relationships/image" Target="../media/image27.wmf"/><Relationship Id="rId7" Type="http://schemas.openxmlformats.org/officeDocument/2006/relationships/image" Target="../media/image31.wmf"/><Relationship Id="rId2" Type="http://schemas.openxmlformats.org/officeDocument/2006/relationships/image" Target="../media/image26.wmf"/><Relationship Id="rId1" Type="http://schemas.openxmlformats.org/officeDocument/2006/relationships/image" Target="../media/image25.wmf"/><Relationship Id="rId6" Type="http://schemas.openxmlformats.org/officeDocument/2006/relationships/image" Target="../media/image30.emf"/><Relationship Id="rId5" Type="http://schemas.openxmlformats.org/officeDocument/2006/relationships/image" Target="../media/image29.emf"/><Relationship Id="rId4" Type="http://schemas.openxmlformats.org/officeDocument/2006/relationships/image" Target="../media/image28.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image" Target="../media/image31.wmf"/><Relationship Id="rId1" Type="http://schemas.openxmlformats.org/officeDocument/2006/relationships/image" Target="../media/image2.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image" Target="../media/image31.wmf"/><Relationship Id="rId1" Type="http://schemas.openxmlformats.org/officeDocument/2006/relationships/image" Target="../media/image2.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35.wmf"/><Relationship Id="rId1" Type="http://schemas.openxmlformats.org/officeDocument/2006/relationships/image" Target="../media/image34.wmf"/></Relationships>
</file>

<file path=ppt/drawings/_rels/vmlDrawing10.vml.rels><?xml version="1.0" encoding="UTF-8" standalone="yes"?>
<Relationships xmlns="http://schemas.openxmlformats.org/package/2006/relationships"><Relationship Id="rId8" Type="http://schemas.openxmlformats.org/officeDocument/2006/relationships/image" Target="../media/image43.wmf"/><Relationship Id="rId13" Type="http://schemas.openxmlformats.org/officeDocument/2006/relationships/image" Target="../media/image48.wmf"/><Relationship Id="rId3" Type="http://schemas.openxmlformats.org/officeDocument/2006/relationships/image" Target="../media/image38.wmf"/><Relationship Id="rId7" Type="http://schemas.openxmlformats.org/officeDocument/2006/relationships/image" Target="../media/image42.wmf"/><Relationship Id="rId12" Type="http://schemas.openxmlformats.org/officeDocument/2006/relationships/image" Target="../media/image47.wmf"/><Relationship Id="rId2" Type="http://schemas.openxmlformats.org/officeDocument/2006/relationships/image" Target="../media/image37.wmf"/><Relationship Id="rId1" Type="http://schemas.openxmlformats.org/officeDocument/2006/relationships/image" Target="../media/image36.wmf"/><Relationship Id="rId6" Type="http://schemas.openxmlformats.org/officeDocument/2006/relationships/image" Target="../media/image41.wmf"/><Relationship Id="rId11" Type="http://schemas.openxmlformats.org/officeDocument/2006/relationships/image" Target="../media/image46.wmf"/><Relationship Id="rId5" Type="http://schemas.openxmlformats.org/officeDocument/2006/relationships/image" Target="../media/image40.wmf"/><Relationship Id="rId10" Type="http://schemas.openxmlformats.org/officeDocument/2006/relationships/image" Target="../media/image45.wmf"/><Relationship Id="rId4" Type="http://schemas.openxmlformats.org/officeDocument/2006/relationships/image" Target="../media/image39.wmf"/><Relationship Id="rId9" Type="http://schemas.openxmlformats.org/officeDocument/2006/relationships/image" Target="../media/image44.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51.wmf"/><Relationship Id="rId2" Type="http://schemas.openxmlformats.org/officeDocument/2006/relationships/image" Target="../media/image50.wmf"/><Relationship Id="rId1" Type="http://schemas.openxmlformats.org/officeDocument/2006/relationships/image" Target="../media/image49.wmf"/></Relationships>
</file>

<file path=ppt/drawings/_rels/vmlDrawing12.vml.rels><?xml version="1.0" encoding="UTF-8" standalone="yes"?>
<Relationships xmlns="http://schemas.openxmlformats.org/package/2006/relationships"><Relationship Id="rId8" Type="http://schemas.openxmlformats.org/officeDocument/2006/relationships/image" Target="../media/image59.wmf"/><Relationship Id="rId3" Type="http://schemas.openxmlformats.org/officeDocument/2006/relationships/image" Target="../media/image54.wmf"/><Relationship Id="rId7" Type="http://schemas.openxmlformats.org/officeDocument/2006/relationships/image" Target="../media/image58.wmf"/><Relationship Id="rId2" Type="http://schemas.openxmlformats.org/officeDocument/2006/relationships/image" Target="../media/image53.wmf"/><Relationship Id="rId1" Type="http://schemas.openxmlformats.org/officeDocument/2006/relationships/image" Target="../media/image52.wmf"/><Relationship Id="rId6" Type="http://schemas.openxmlformats.org/officeDocument/2006/relationships/image" Target="../media/image57.wmf"/><Relationship Id="rId5" Type="http://schemas.openxmlformats.org/officeDocument/2006/relationships/image" Target="../media/image56.emf"/><Relationship Id="rId4" Type="http://schemas.openxmlformats.org/officeDocument/2006/relationships/image" Target="../media/image55.e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62.emf"/><Relationship Id="rId7" Type="http://schemas.openxmlformats.org/officeDocument/2006/relationships/image" Target="../media/image66.emf"/><Relationship Id="rId2" Type="http://schemas.openxmlformats.org/officeDocument/2006/relationships/image" Target="../media/image61.emf"/><Relationship Id="rId1" Type="http://schemas.openxmlformats.org/officeDocument/2006/relationships/image" Target="../media/image60.wmf"/><Relationship Id="rId6" Type="http://schemas.openxmlformats.org/officeDocument/2006/relationships/image" Target="../media/image65.emf"/><Relationship Id="rId5" Type="http://schemas.openxmlformats.org/officeDocument/2006/relationships/image" Target="../media/image64.emf"/><Relationship Id="rId4" Type="http://schemas.openxmlformats.org/officeDocument/2006/relationships/image" Target="../media/image63.e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68.wmf"/><Relationship Id="rId2" Type="http://schemas.openxmlformats.org/officeDocument/2006/relationships/image" Target="../media/image58.wmf"/><Relationship Id="rId1" Type="http://schemas.openxmlformats.org/officeDocument/2006/relationships/image" Target="../media/image67.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58.wmf"/><Relationship Id="rId2" Type="http://schemas.openxmlformats.org/officeDocument/2006/relationships/image" Target="../media/image69.wmf"/><Relationship Id="rId1" Type="http://schemas.openxmlformats.org/officeDocument/2006/relationships/image" Target="../media/image67.wmf"/><Relationship Id="rId4" Type="http://schemas.openxmlformats.org/officeDocument/2006/relationships/image" Target="../media/image70.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71.wmf"/><Relationship Id="rId2" Type="http://schemas.openxmlformats.org/officeDocument/2006/relationships/image" Target="../media/image58.wmf"/><Relationship Id="rId1" Type="http://schemas.openxmlformats.org/officeDocument/2006/relationships/image" Target="../media/image67.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72.wmf"/><Relationship Id="rId2" Type="http://schemas.openxmlformats.org/officeDocument/2006/relationships/image" Target="../media/image58.wmf"/><Relationship Id="rId1" Type="http://schemas.openxmlformats.org/officeDocument/2006/relationships/image" Target="../media/image67.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74.wmf"/><Relationship Id="rId7" Type="http://schemas.openxmlformats.org/officeDocument/2006/relationships/image" Target="../media/image69.wmf"/><Relationship Id="rId2" Type="http://schemas.openxmlformats.org/officeDocument/2006/relationships/image" Target="../media/image73.wmf"/><Relationship Id="rId1" Type="http://schemas.openxmlformats.org/officeDocument/2006/relationships/image" Target="../media/image71.wmf"/><Relationship Id="rId6" Type="http://schemas.openxmlformats.org/officeDocument/2006/relationships/image" Target="../media/image58.wmf"/><Relationship Id="rId5" Type="http://schemas.openxmlformats.org/officeDocument/2006/relationships/image" Target="../media/image76.wmf"/><Relationship Id="rId4" Type="http://schemas.openxmlformats.org/officeDocument/2006/relationships/image" Target="../media/image75.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79.wmf"/><Relationship Id="rId2" Type="http://schemas.openxmlformats.org/officeDocument/2006/relationships/image" Target="../media/image78.wmf"/><Relationship Id="rId1" Type="http://schemas.openxmlformats.org/officeDocument/2006/relationships/image" Target="../media/image77.wmf"/><Relationship Id="rId5" Type="http://schemas.openxmlformats.org/officeDocument/2006/relationships/image" Target="../media/image81.wmf"/><Relationship Id="rId4" Type="http://schemas.openxmlformats.org/officeDocument/2006/relationships/image" Target="../media/image80.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81.wmf"/><Relationship Id="rId2" Type="http://schemas.openxmlformats.org/officeDocument/2006/relationships/image" Target="../media/image80.wmf"/><Relationship Id="rId1" Type="http://schemas.openxmlformats.org/officeDocument/2006/relationships/image" Target="../media/image79.w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83.wmf"/><Relationship Id="rId1" Type="http://schemas.openxmlformats.org/officeDocument/2006/relationships/image" Target="../media/image82.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86.wmf"/><Relationship Id="rId2" Type="http://schemas.openxmlformats.org/officeDocument/2006/relationships/image" Target="../media/image85.wmf"/><Relationship Id="rId1" Type="http://schemas.openxmlformats.org/officeDocument/2006/relationships/image" Target="../media/image84.wmf"/><Relationship Id="rId6" Type="http://schemas.openxmlformats.org/officeDocument/2006/relationships/image" Target="../media/image81.wmf"/><Relationship Id="rId5" Type="http://schemas.openxmlformats.org/officeDocument/2006/relationships/image" Target="../media/image80.wmf"/><Relationship Id="rId4" Type="http://schemas.openxmlformats.org/officeDocument/2006/relationships/image" Target="../media/image79.wmf"/></Relationships>
</file>

<file path=ppt/drawings/_rels/vmlDrawing23.vml.rels><?xml version="1.0" encoding="UTF-8" standalone="yes"?>
<Relationships xmlns="http://schemas.openxmlformats.org/package/2006/relationships"><Relationship Id="rId8" Type="http://schemas.openxmlformats.org/officeDocument/2006/relationships/image" Target="../media/image94.wmf"/><Relationship Id="rId3" Type="http://schemas.openxmlformats.org/officeDocument/2006/relationships/image" Target="../media/image89.wmf"/><Relationship Id="rId7" Type="http://schemas.openxmlformats.org/officeDocument/2006/relationships/image" Target="../media/image93.wmf"/><Relationship Id="rId2" Type="http://schemas.openxmlformats.org/officeDocument/2006/relationships/image" Target="../media/image88.wmf"/><Relationship Id="rId1" Type="http://schemas.openxmlformats.org/officeDocument/2006/relationships/image" Target="../media/image87.wmf"/><Relationship Id="rId6" Type="http://schemas.openxmlformats.org/officeDocument/2006/relationships/image" Target="../media/image92.wmf"/><Relationship Id="rId5" Type="http://schemas.openxmlformats.org/officeDocument/2006/relationships/image" Target="../media/image91.wmf"/><Relationship Id="rId10" Type="http://schemas.openxmlformats.org/officeDocument/2006/relationships/image" Target="../media/image96.wmf"/><Relationship Id="rId4" Type="http://schemas.openxmlformats.org/officeDocument/2006/relationships/image" Target="../media/image90.wmf"/><Relationship Id="rId9" Type="http://schemas.openxmlformats.org/officeDocument/2006/relationships/image" Target="../media/image95.wmf"/></Relationships>
</file>

<file path=ppt/drawings/_rels/vmlDrawing24.vml.rels><?xml version="1.0" encoding="UTF-8" standalone="yes"?>
<Relationships xmlns="http://schemas.openxmlformats.org/package/2006/relationships"><Relationship Id="rId8" Type="http://schemas.openxmlformats.org/officeDocument/2006/relationships/image" Target="../media/image104.wmf"/><Relationship Id="rId3" Type="http://schemas.openxmlformats.org/officeDocument/2006/relationships/image" Target="../media/image99.wmf"/><Relationship Id="rId7" Type="http://schemas.openxmlformats.org/officeDocument/2006/relationships/image" Target="../media/image103.wmf"/><Relationship Id="rId2" Type="http://schemas.openxmlformats.org/officeDocument/2006/relationships/image" Target="../media/image98.wmf"/><Relationship Id="rId1" Type="http://schemas.openxmlformats.org/officeDocument/2006/relationships/image" Target="../media/image97.wmf"/><Relationship Id="rId6" Type="http://schemas.openxmlformats.org/officeDocument/2006/relationships/image" Target="../media/image102.wmf"/><Relationship Id="rId5" Type="http://schemas.openxmlformats.org/officeDocument/2006/relationships/image" Target="../media/image101.wmf"/><Relationship Id="rId4" Type="http://schemas.openxmlformats.org/officeDocument/2006/relationships/image" Target="../media/image100.wmf"/><Relationship Id="rId9" Type="http://schemas.openxmlformats.org/officeDocument/2006/relationships/image" Target="../media/image105.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108.wmf"/><Relationship Id="rId2" Type="http://schemas.openxmlformats.org/officeDocument/2006/relationships/image" Target="../media/image107.wmf"/><Relationship Id="rId1" Type="http://schemas.openxmlformats.org/officeDocument/2006/relationships/image" Target="../media/image106.wmf"/><Relationship Id="rId4" Type="http://schemas.openxmlformats.org/officeDocument/2006/relationships/image" Target="../media/image109.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112.wmf"/><Relationship Id="rId7" Type="http://schemas.openxmlformats.org/officeDocument/2006/relationships/image" Target="../media/image116.wmf"/><Relationship Id="rId2" Type="http://schemas.openxmlformats.org/officeDocument/2006/relationships/image" Target="../media/image111.wmf"/><Relationship Id="rId1" Type="http://schemas.openxmlformats.org/officeDocument/2006/relationships/image" Target="../media/image110.wmf"/><Relationship Id="rId6" Type="http://schemas.openxmlformats.org/officeDocument/2006/relationships/image" Target="../media/image115.wmf"/><Relationship Id="rId5" Type="http://schemas.openxmlformats.org/officeDocument/2006/relationships/image" Target="../media/image114.wmf"/><Relationship Id="rId4" Type="http://schemas.openxmlformats.org/officeDocument/2006/relationships/image" Target="../media/image113.wmf"/></Relationships>
</file>

<file path=ppt/drawings/_rels/vmlDrawing27.vml.rels><?xml version="1.0" encoding="UTF-8" standalone="yes"?>
<Relationships xmlns="http://schemas.openxmlformats.org/package/2006/relationships"><Relationship Id="rId2" Type="http://schemas.openxmlformats.org/officeDocument/2006/relationships/image" Target="../media/image118.wmf"/><Relationship Id="rId1" Type="http://schemas.openxmlformats.org/officeDocument/2006/relationships/image" Target="../media/image117.w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121.wmf"/><Relationship Id="rId2" Type="http://schemas.openxmlformats.org/officeDocument/2006/relationships/image" Target="../media/image120.wmf"/><Relationship Id="rId1" Type="http://schemas.openxmlformats.org/officeDocument/2006/relationships/image" Target="../media/image119.wmf"/><Relationship Id="rId4" Type="http://schemas.openxmlformats.org/officeDocument/2006/relationships/image" Target="../media/image122.wmf"/></Relationships>
</file>

<file path=ppt/drawings/_rels/vmlDrawing29.vml.rels><?xml version="1.0" encoding="UTF-8" standalone="yes"?>
<Relationships xmlns="http://schemas.openxmlformats.org/package/2006/relationships"><Relationship Id="rId8" Type="http://schemas.openxmlformats.org/officeDocument/2006/relationships/image" Target="../media/image130.wmf"/><Relationship Id="rId3" Type="http://schemas.openxmlformats.org/officeDocument/2006/relationships/image" Target="../media/image125.wmf"/><Relationship Id="rId7" Type="http://schemas.openxmlformats.org/officeDocument/2006/relationships/image" Target="../media/image129.wmf"/><Relationship Id="rId12" Type="http://schemas.openxmlformats.org/officeDocument/2006/relationships/image" Target="../media/image134.wmf"/><Relationship Id="rId2" Type="http://schemas.openxmlformats.org/officeDocument/2006/relationships/image" Target="../media/image124.wmf"/><Relationship Id="rId1" Type="http://schemas.openxmlformats.org/officeDocument/2006/relationships/image" Target="../media/image123.wmf"/><Relationship Id="rId6" Type="http://schemas.openxmlformats.org/officeDocument/2006/relationships/image" Target="../media/image128.wmf"/><Relationship Id="rId11" Type="http://schemas.openxmlformats.org/officeDocument/2006/relationships/image" Target="../media/image133.wmf"/><Relationship Id="rId5" Type="http://schemas.openxmlformats.org/officeDocument/2006/relationships/image" Target="../media/image127.wmf"/><Relationship Id="rId10" Type="http://schemas.openxmlformats.org/officeDocument/2006/relationships/image" Target="../media/image132.wmf"/><Relationship Id="rId4" Type="http://schemas.openxmlformats.org/officeDocument/2006/relationships/image" Target="../media/image126.wmf"/><Relationship Id="rId9" Type="http://schemas.openxmlformats.org/officeDocument/2006/relationships/image" Target="../media/image131.w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137.wmf"/><Relationship Id="rId7" Type="http://schemas.openxmlformats.org/officeDocument/2006/relationships/image" Target="../media/image141.wmf"/><Relationship Id="rId2" Type="http://schemas.openxmlformats.org/officeDocument/2006/relationships/image" Target="../media/image136.wmf"/><Relationship Id="rId1" Type="http://schemas.openxmlformats.org/officeDocument/2006/relationships/image" Target="../media/image135.wmf"/><Relationship Id="rId6" Type="http://schemas.openxmlformats.org/officeDocument/2006/relationships/image" Target="../media/image140.wmf"/><Relationship Id="rId5" Type="http://schemas.openxmlformats.org/officeDocument/2006/relationships/image" Target="../media/image139.wmf"/><Relationship Id="rId4" Type="http://schemas.openxmlformats.org/officeDocument/2006/relationships/image" Target="../media/image138.wmf"/></Relationships>
</file>

<file path=ppt/drawings/_rels/vmlDrawing31.vml.rels><?xml version="1.0" encoding="UTF-8" standalone="yes"?>
<Relationships xmlns="http://schemas.openxmlformats.org/package/2006/relationships"><Relationship Id="rId3" Type="http://schemas.openxmlformats.org/officeDocument/2006/relationships/image" Target="../media/image144.wmf"/><Relationship Id="rId7" Type="http://schemas.openxmlformats.org/officeDocument/2006/relationships/image" Target="../media/image148.wmf"/><Relationship Id="rId2" Type="http://schemas.openxmlformats.org/officeDocument/2006/relationships/image" Target="../media/image143.wmf"/><Relationship Id="rId1" Type="http://schemas.openxmlformats.org/officeDocument/2006/relationships/image" Target="../media/image142.wmf"/><Relationship Id="rId6" Type="http://schemas.openxmlformats.org/officeDocument/2006/relationships/image" Target="../media/image147.wmf"/><Relationship Id="rId5" Type="http://schemas.openxmlformats.org/officeDocument/2006/relationships/image" Target="../media/image146.wmf"/><Relationship Id="rId4" Type="http://schemas.openxmlformats.org/officeDocument/2006/relationships/image" Target="../media/image145.wmf"/></Relationships>
</file>

<file path=ppt/drawings/_rels/vmlDrawing32.vml.rels><?xml version="1.0" encoding="UTF-8" standalone="yes"?>
<Relationships xmlns="http://schemas.openxmlformats.org/package/2006/relationships"><Relationship Id="rId3" Type="http://schemas.openxmlformats.org/officeDocument/2006/relationships/image" Target="../media/image151.wmf"/><Relationship Id="rId7" Type="http://schemas.openxmlformats.org/officeDocument/2006/relationships/image" Target="../media/image155.wmf"/><Relationship Id="rId2" Type="http://schemas.openxmlformats.org/officeDocument/2006/relationships/image" Target="../media/image150.wmf"/><Relationship Id="rId1" Type="http://schemas.openxmlformats.org/officeDocument/2006/relationships/image" Target="../media/image149.wmf"/><Relationship Id="rId6" Type="http://schemas.openxmlformats.org/officeDocument/2006/relationships/image" Target="../media/image154.wmf"/><Relationship Id="rId5" Type="http://schemas.openxmlformats.org/officeDocument/2006/relationships/image" Target="../media/image153.wmf"/><Relationship Id="rId4" Type="http://schemas.openxmlformats.org/officeDocument/2006/relationships/image" Target="../media/image152.wmf"/></Relationships>
</file>

<file path=ppt/drawings/_rels/vmlDrawing33.vml.rels><?xml version="1.0" encoding="UTF-8" standalone="yes"?>
<Relationships xmlns="http://schemas.openxmlformats.org/package/2006/relationships"><Relationship Id="rId3" Type="http://schemas.openxmlformats.org/officeDocument/2006/relationships/image" Target="../media/image158.wmf"/><Relationship Id="rId7" Type="http://schemas.openxmlformats.org/officeDocument/2006/relationships/image" Target="../media/image162.wmf"/><Relationship Id="rId2" Type="http://schemas.openxmlformats.org/officeDocument/2006/relationships/image" Target="../media/image157.wmf"/><Relationship Id="rId1" Type="http://schemas.openxmlformats.org/officeDocument/2006/relationships/image" Target="../media/image156.wmf"/><Relationship Id="rId6" Type="http://schemas.openxmlformats.org/officeDocument/2006/relationships/image" Target="../media/image161.wmf"/><Relationship Id="rId5" Type="http://schemas.openxmlformats.org/officeDocument/2006/relationships/image" Target="../media/image160.wmf"/><Relationship Id="rId4" Type="http://schemas.openxmlformats.org/officeDocument/2006/relationships/image" Target="../media/image159.wmf"/></Relationships>
</file>

<file path=ppt/drawings/_rels/vmlDrawing34.vml.rels><?xml version="1.0" encoding="UTF-8" standalone="yes"?>
<Relationships xmlns="http://schemas.openxmlformats.org/package/2006/relationships"><Relationship Id="rId3" Type="http://schemas.openxmlformats.org/officeDocument/2006/relationships/image" Target="../media/image165.wmf"/><Relationship Id="rId2" Type="http://schemas.openxmlformats.org/officeDocument/2006/relationships/image" Target="../media/image164.wmf"/><Relationship Id="rId1" Type="http://schemas.openxmlformats.org/officeDocument/2006/relationships/image" Target="../media/image163.wmf"/><Relationship Id="rId5" Type="http://schemas.openxmlformats.org/officeDocument/2006/relationships/image" Target="../media/image167.wmf"/><Relationship Id="rId4" Type="http://schemas.openxmlformats.org/officeDocument/2006/relationships/image" Target="../media/image166.wmf"/></Relationships>
</file>

<file path=ppt/drawings/_rels/vmlDrawing35.vml.rels><?xml version="1.0" encoding="UTF-8" standalone="yes"?>
<Relationships xmlns="http://schemas.openxmlformats.org/package/2006/relationships"><Relationship Id="rId3" Type="http://schemas.openxmlformats.org/officeDocument/2006/relationships/image" Target="../media/image170.wmf"/><Relationship Id="rId2" Type="http://schemas.openxmlformats.org/officeDocument/2006/relationships/image" Target="../media/image169.wmf"/><Relationship Id="rId1" Type="http://schemas.openxmlformats.org/officeDocument/2006/relationships/image" Target="../media/image168.wmf"/><Relationship Id="rId4" Type="http://schemas.openxmlformats.org/officeDocument/2006/relationships/image" Target="../media/image171.wmf"/></Relationships>
</file>

<file path=ppt/drawings/_rels/vmlDrawing36.vml.rels><?xml version="1.0" encoding="UTF-8" standalone="yes"?>
<Relationships xmlns="http://schemas.openxmlformats.org/package/2006/relationships"><Relationship Id="rId3" Type="http://schemas.openxmlformats.org/officeDocument/2006/relationships/image" Target="../media/image174.wmf"/><Relationship Id="rId2" Type="http://schemas.openxmlformats.org/officeDocument/2006/relationships/image" Target="../media/image173.wmf"/><Relationship Id="rId1" Type="http://schemas.openxmlformats.org/officeDocument/2006/relationships/image" Target="../media/image172.wmf"/><Relationship Id="rId5" Type="http://schemas.openxmlformats.org/officeDocument/2006/relationships/image" Target="../media/image176.wmf"/><Relationship Id="rId4" Type="http://schemas.openxmlformats.org/officeDocument/2006/relationships/image" Target="../media/image175.wmf"/></Relationships>
</file>

<file path=ppt/drawings/_rels/vmlDrawing37.vml.rels><?xml version="1.0" encoding="UTF-8" standalone="yes"?>
<Relationships xmlns="http://schemas.openxmlformats.org/package/2006/relationships"><Relationship Id="rId3" Type="http://schemas.openxmlformats.org/officeDocument/2006/relationships/image" Target="../media/image179.wmf"/><Relationship Id="rId2" Type="http://schemas.openxmlformats.org/officeDocument/2006/relationships/image" Target="../media/image178.wmf"/><Relationship Id="rId1" Type="http://schemas.openxmlformats.org/officeDocument/2006/relationships/image" Target="../media/image177.wmf"/><Relationship Id="rId6" Type="http://schemas.openxmlformats.org/officeDocument/2006/relationships/image" Target="../media/image182.wmf"/><Relationship Id="rId5" Type="http://schemas.openxmlformats.org/officeDocument/2006/relationships/image" Target="../media/image181.wmf"/><Relationship Id="rId4" Type="http://schemas.openxmlformats.org/officeDocument/2006/relationships/image" Target="../media/image180.wmf"/></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183.wmf"/></Relationships>
</file>

<file path=ppt/drawings/_rels/vmlDrawing39.vml.rels><?xml version="1.0" encoding="UTF-8" standalone="yes"?>
<Relationships xmlns="http://schemas.openxmlformats.org/package/2006/relationships"><Relationship Id="rId3" Type="http://schemas.openxmlformats.org/officeDocument/2006/relationships/image" Target="../media/image98.wmf"/><Relationship Id="rId2" Type="http://schemas.openxmlformats.org/officeDocument/2006/relationships/image" Target="../media/image185.wmf"/><Relationship Id="rId1" Type="http://schemas.openxmlformats.org/officeDocument/2006/relationships/image" Target="../media/image184.wmf"/><Relationship Id="rId5" Type="http://schemas.openxmlformats.org/officeDocument/2006/relationships/image" Target="../media/image187.wmf"/><Relationship Id="rId4" Type="http://schemas.openxmlformats.org/officeDocument/2006/relationships/image" Target="../media/image186.wmf"/></Relationships>
</file>

<file path=ppt/drawings/_rels/vmlDrawing40.vml.rels><?xml version="1.0" encoding="UTF-8" standalone="yes"?>
<Relationships xmlns="http://schemas.openxmlformats.org/package/2006/relationships"><Relationship Id="rId3" Type="http://schemas.openxmlformats.org/officeDocument/2006/relationships/image" Target="../media/image98.wmf"/><Relationship Id="rId7" Type="http://schemas.openxmlformats.org/officeDocument/2006/relationships/image" Target="../media/image193.wmf"/><Relationship Id="rId2" Type="http://schemas.openxmlformats.org/officeDocument/2006/relationships/image" Target="../media/image189.wmf"/><Relationship Id="rId1" Type="http://schemas.openxmlformats.org/officeDocument/2006/relationships/image" Target="../media/image188.wmf"/><Relationship Id="rId6" Type="http://schemas.openxmlformats.org/officeDocument/2006/relationships/image" Target="../media/image192.wmf"/><Relationship Id="rId5" Type="http://schemas.openxmlformats.org/officeDocument/2006/relationships/image" Target="../media/image191.wmf"/><Relationship Id="rId4" Type="http://schemas.openxmlformats.org/officeDocument/2006/relationships/image" Target="../media/image190.wmf"/></Relationships>
</file>

<file path=ppt/drawings/_rels/vmlDrawing41.vml.rels><?xml version="1.0" encoding="UTF-8" standalone="yes"?>
<Relationships xmlns="http://schemas.openxmlformats.org/package/2006/relationships"><Relationship Id="rId3" Type="http://schemas.openxmlformats.org/officeDocument/2006/relationships/image" Target="../media/image194.wmf"/><Relationship Id="rId2" Type="http://schemas.openxmlformats.org/officeDocument/2006/relationships/image" Target="../media/image176.wmf"/><Relationship Id="rId1" Type="http://schemas.openxmlformats.org/officeDocument/2006/relationships/image" Target="../media/image172.wmf"/><Relationship Id="rId4" Type="http://schemas.openxmlformats.org/officeDocument/2006/relationships/image" Target="../media/image195.wmf"/></Relationships>
</file>

<file path=ppt/drawings/_rels/vmlDrawing42.vml.rels><?xml version="1.0" encoding="UTF-8" standalone="yes"?>
<Relationships xmlns="http://schemas.openxmlformats.org/package/2006/relationships"><Relationship Id="rId3" Type="http://schemas.openxmlformats.org/officeDocument/2006/relationships/image" Target="../media/image198.wmf"/><Relationship Id="rId2" Type="http://schemas.openxmlformats.org/officeDocument/2006/relationships/image" Target="../media/image197.wmf"/><Relationship Id="rId1" Type="http://schemas.openxmlformats.org/officeDocument/2006/relationships/image" Target="../media/image196.wmf"/><Relationship Id="rId4" Type="http://schemas.openxmlformats.org/officeDocument/2006/relationships/image" Target="../media/image199.wmf"/></Relationships>
</file>

<file path=ppt/drawings/_rels/vmlDrawing43.vml.rels><?xml version="1.0" encoding="UTF-8" standalone="yes"?>
<Relationships xmlns="http://schemas.openxmlformats.org/package/2006/relationships"><Relationship Id="rId1" Type="http://schemas.openxmlformats.org/officeDocument/2006/relationships/image" Target="../media/image200.wmf"/></Relationships>
</file>

<file path=ppt/drawings/_rels/vmlDrawing44.vml.rels><?xml version="1.0" encoding="UTF-8" standalone="yes"?>
<Relationships xmlns="http://schemas.openxmlformats.org/package/2006/relationships"><Relationship Id="rId2" Type="http://schemas.openxmlformats.org/officeDocument/2006/relationships/image" Target="../media/image202.wmf"/><Relationship Id="rId1" Type="http://schemas.openxmlformats.org/officeDocument/2006/relationships/image" Target="../media/image201.wmf"/></Relationships>
</file>

<file path=ppt/drawings/_rels/vmlDrawing45.vml.rels><?xml version="1.0" encoding="UTF-8" standalone="yes"?>
<Relationships xmlns="http://schemas.openxmlformats.org/package/2006/relationships"><Relationship Id="rId3" Type="http://schemas.openxmlformats.org/officeDocument/2006/relationships/image" Target="../media/image205.wmf"/><Relationship Id="rId2" Type="http://schemas.openxmlformats.org/officeDocument/2006/relationships/image" Target="../media/image204.wmf"/><Relationship Id="rId1" Type="http://schemas.openxmlformats.org/officeDocument/2006/relationships/image" Target="../media/image203.wmf"/></Relationships>
</file>

<file path=ppt/drawings/_rels/vmlDrawing46.vml.rels><?xml version="1.0" encoding="UTF-8" standalone="yes"?>
<Relationships xmlns="http://schemas.openxmlformats.org/package/2006/relationships"><Relationship Id="rId3" Type="http://schemas.openxmlformats.org/officeDocument/2006/relationships/image" Target="../media/image208.wmf"/><Relationship Id="rId2" Type="http://schemas.openxmlformats.org/officeDocument/2006/relationships/image" Target="../media/image207.wmf"/><Relationship Id="rId1" Type="http://schemas.openxmlformats.org/officeDocument/2006/relationships/image" Target="../media/image206.wmf"/><Relationship Id="rId5" Type="http://schemas.openxmlformats.org/officeDocument/2006/relationships/image" Target="../media/image210.wmf"/><Relationship Id="rId4" Type="http://schemas.openxmlformats.org/officeDocument/2006/relationships/image" Target="../media/image209.wmf"/></Relationships>
</file>

<file path=ppt/drawings/_rels/vmlDrawing47.vml.rels><?xml version="1.0" encoding="UTF-8" standalone="yes"?>
<Relationships xmlns="http://schemas.openxmlformats.org/package/2006/relationships"><Relationship Id="rId3" Type="http://schemas.openxmlformats.org/officeDocument/2006/relationships/image" Target="../media/image212.wmf"/><Relationship Id="rId2" Type="http://schemas.openxmlformats.org/officeDocument/2006/relationships/image" Target="../media/image207.wmf"/><Relationship Id="rId1" Type="http://schemas.openxmlformats.org/officeDocument/2006/relationships/image" Target="../media/image211.wmf"/><Relationship Id="rId5" Type="http://schemas.openxmlformats.org/officeDocument/2006/relationships/image" Target="../media/image210.wmf"/><Relationship Id="rId4" Type="http://schemas.openxmlformats.org/officeDocument/2006/relationships/image" Target="../media/image213.wmf"/></Relationships>
</file>

<file path=ppt/drawings/_rels/vmlDrawing48.vml.rels><?xml version="1.0" encoding="UTF-8" standalone="yes"?>
<Relationships xmlns="http://schemas.openxmlformats.org/package/2006/relationships"><Relationship Id="rId3" Type="http://schemas.openxmlformats.org/officeDocument/2006/relationships/image" Target="../media/image216.wmf"/><Relationship Id="rId2" Type="http://schemas.openxmlformats.org/officeDocument/2006/relationships/image" Target="../media/image215.wmf"/><Relationship Id="rId1" Type="http://schemas.openxmlformats.org/officeDocument/2006/relationships/image" Target="../media/image214.wmf"/><Relationship Id="rId6" Type="http://schemas.openxmlformats.org/officeDocument/2006/relationships/image" Target="../media/image219.wmf"/><Relationship Id="rId5" Type="http://schemas.openxmlformats.org/officeDocument/2006/relationships/image" Target="../media/image218.wmf"/><Relationship Id="rId4" Type="http://schemas.openxmlformats.org/officeDocument/2006/relationships/image" Target="../media/image217.wmf"/></Relationships>
</file>

<file path=ppt/drawings/_rels/vmlDrawing49.vml.rels><?xml version="1.0" encoding="UTF-8" standalone="yes"?>
<Relationships xmlns="http://schemas.openxmlformats.org/package/2006/relationships"><Relationship Id="rId3" Type="http://schemas.openxmlformats.org/officeDocument/2006/relationships/image" Target="../media/image222.wmf"/><Relationship Id="rId2" Type="http://schemas.openxmlformats.org/officeDocument/2006/relationships/image" Target="../media/image221.wmf"/><Relationship Id="rId1" Type="http://schemas.openxmlformats.org/officeDocument/2006/relationships/image" Target="../media/image220.wmf"/></Relationships>
</file>

<file path=ppt/drawings/_rels/vmlDrawing50.vml.rels><?xml version="1.0" encoding="UTF-8" standalone="yes"?>
<Relationships xmlns="http://schemas.openxmlformats.org/package/2006/relationships"><Relationship Id="rId3" Type="http://schemas.openxmlformats.org/officeDocument/2006/relationships/image" Target="../media/image225.wmf"/><Relationship Id="rId2" Type="http://schemas.openxmlformats.org/officeDocument/2006/relationships/image" Target="../media/image224.wmf"/><Relationship Id="rId1" Type="http://schemas.openxmlformats.org/officeDocument/2006/relationships/image" Target="../media/image223.wmf"/></Relationships>
</file>

<file path=ppt/drawings/_rels/vmlDrawing51.vml.rels><?xml version="1.0" encoding="UTF-8" standalone="yes"?>
<Relationships xmlns="http://schemas.openxmlformats.org/package/2006/relationships"><Relationship Id="rId3" Type="http://schemas.openxmlformats.org/officeDocument/2006/relationships/image" Target="../media/image225.wmf"/><Relationship Id="rId2" Type="http://schemas.openxmlformats.org/officeDocument/2006/relationships/image" Target="../media/image224.wmf"/><Relationship Id="rId1" Type="http://schemas.openxmlformats.org/officeDocument/2006/relationships/image" Target="../media/image223.wmf"/></Relationships>
</file>

<file path=ppt/drawings/_rels/vmlDrawing52.vml.rels><?xml version="1.0" encoding="UTF-8" standalone="yes"?>
<Relationships xmlns="http://schemas.openxmlformats.org/package/2006/relationships"><Relationship Id="rId2" Type="http://schemas.openxmlformats.org/officeDocument/2006/relationships/image" Target="../media/image227.wmf"/><Relationship Id="rId1" Type="http://schemas.openxmlformats.org/officeDocument/2006/relationships/image" Target="../media/image226.wmf"/></Relationships>
</file>

<file path=ppt/drawings/_rels/vmlDrawing53.vml.rels><?xml version="1.0" encoding="UTF-8" standalone="yes"?>
<Relationships xmlns="http://schemas.openxmlformats.org/package/2006/relationships"><Relationship Id="rId1" Type="http://schemas.openxmlformats.org/officeDocument/2006/relationships/image" Target="../media/image228.wmf"/></Relationships>
</file>

<file path=ppt/drawings/_rels/vmlDrawing54.vml.rels><?xml version="1.0" encoding="UTF-8" standalone="yes"?>
<Relationships xmlns="http://schemas.openxmlformats.org/package/2006/relationships"><Relationship Id="rId1" Type="http://schemas.openxmlformats.org/officeDocument/2006/relationships/image" Target="../media/image229.wmf"/></Relationships>
</file>

<file path=ppt/drawings/_rels/vmlDrawing55.vml.rels><?xml version="1.0" encoding="UTF-8" standalone="yes"?>
<Relationships xmlns="http://schemas.openxmlformats.org/package/2006/relationships"><Relationship Id="rId3" Type="http://schemas.openxmlformats.org/officeDocument/2006/relationships/image" Target="../media/image225.wmf"/><Relationship Id="rId2" Type="http://schemas.openxmlformats.org/officeDocument/2006/relationships/image" Target="../media/image224.wmf"/><Relationship Id="rId1" Type="http://schemas.openxmlformats.org/officeDocument/2006/relationships/image" Target="../media/image223.wmf"/></Relationships>
</file>

<file path=ppt/drawings/_rels/vmlDrawing56.vml.rels><?xml version="1.0" encoding="UTF-8" standalone="yes"?>
<Relationships xmlns="http://schemas.openxmlformats.org/package/2006/relationships"><Relationship Id="rId1" Type="http://schemas.openxmlformats.org/officeDocument/2006/relationships/image" Target="../media/image230.wmf"/></Relationships>
</file>

<file path=ppt/drawings/_rels/vmlDrawing57.vml.rels><?xml version="1.0" encoding="UTF-8" standalone="yes"?>
<Relationships xmlns="http://schemas.openxmlformats.org/package/2006/relationships"><Relationship Id="rId8" Type="http://schemas.openxmlformats.org/officeDocument/2006/relationships/image" Target="../media/image238.wmf"/><Relationship Id="rId3" Type="http://schemas.openxmlformats.org/officeDocument/2006/relationships/image" Target="../media/image233.wmf"/><Relationship Id="rId7" Type="http://schemas.openxmlformats.org/officeDocument/2006/relationships/image" Target="../media/image237.wmf"/><Relationship Id="rId2" Type="http://schemas.openxmlformats.org/officeDocument/2006/relationships/image" Target="../media/image232.wmf"/><Relationship Id="rId1" Type="http://schemas.openxmlformats.org/officeDocument/2006/relationships/image" Target="../media/image231.wmf"/><Relationship Id="rId6" Type="http://schemas.openxmlformats.org/officeDocument/2006/relationships/image" Target="../media/image236.wmf"/><Relationship Id="rId5" Type="http://schemas.openxmlformats.org/officeDocument/2006/relationships/image" Target="../media/image235.wmf"/><Relationship Id="rId4" Type="http://schemas.openxmlformats.org/officeDocument/2006/relationships/image" Target="../media/image234.wmf"/></Relationships>
</file>

<file path=ppt/drawings/_rels/vmlDrawing58.vml.rels><?xml version="1.0" encoding="UTF-8" standalone="yes"?>
<Relationships xmlns="http://schemas.openxmlformats.org/package/2006/relationships"><Relationship Id="rId3" Type="http://schemas.openxmlformats.org/officeDocument/2006/relationships/image" Target="../media/image241.wmf"/><Relationship Id="rId2" Type="http://schemas.openxmlformats.org/officeDocument/2006/relationships/image" Target="../media/image240.wmf"/><Relationship Id="rId1" Type="http://schemas.openxmlformats.org/officeDocument/2006/relationships/image" Target="../media/image239.wmf"/><Relationship Id="rId6" Type="http://schemas.openxmlformats.org/officeDocument/2006/relationships/image" Target="../media/image244.wmf"/><Relationship Id="rId5" Type="http://schemas.openxmlformats.org/officeDocument/2006/relationships/image" Target="../media/image243.wmf"/><Relationship Id="rId4" Type="http://schemas.openxmlformats.org/officeDocument/2006/relationships/image" Target="../media/image242.wmf"/></Relationships>
</file>

<file path=ppt/drawings/_rels/vmlDrawing59.vml.rels><?xml version="1.0" encoding="UTF-8" standalone="yes"?>
<Relationships xmlns="http://schemas.openxmlformats.org/package/2006/relationships"><Relationship Id="rId3" Type="http://schemas.openxmlformats.org/officeDocument/2006/relationships/image" Target="../media/image241.wmf"/><Relationship Id="rId2" Type="http://schemas.openxmlformats.org/officeDocument/2006/relationships/image" Target="../media/image240.wmf"/><Relationship Id="rId1" Type="http://schemas.openxmlformats.org/officeDocument/2006/relationships/image" Target="../media/image239.wmf"/><Relationship Id="rId6" Type="http://schemas.openxmlformats.org/officeDocument/2006/relationships/image" Target="../media/image244.wmf"/><Relationship Id="rId5" Type="http://schemas.openxmlformats.org/officeDocument/2006/relationships/image" Target="../media/image245.wmf"/><Relationship Id="rId4" Type="http://schemas.openxmlformats.org/officeDocument/2006/relationships/image" Target="../media/image242.wmf"/></Relationships>
</file>

<file path=ppt/drawings/_rels/vmlDrawing60.vml.rels><?xml version="1.0" encoding="UTF-8" standalone="yes"?>
<Relationships xmlns="http://schemas.openxmlformats.org/package/2006/relationships"><Relationship Id="rId3" Type="http://schemas.openxmlformats.org/officeDocument/2006/relationships/image" Target="../media/image248.wmf"/><Relationship Id="rId2" Type="http://schemas.openxmlformats.org/officeDocument/2006/relationships/image" Target="../media/image247.wmf"/><Relationship Id="rId1" Type="http://schemas.openxmlformats.org/officeDocument/2006/relationships/image" Target="../media/image246.wmf"/><Relationship Id="rId6" Type="http://schemas.openxmlformats.org/officeDocument/2006/relationships/image" Target="../media/image251.wmf"/><Relationship Id="rId5" Type="http://schemas.openxmlformats.org/officeDocument/2006/relationships/image" Target="../media/image250.wmf"/><Relationship Id="rId4" Type="http://schemas.openxmlformats.org/officeDocument/2006/relationships/image" Target="../media/image249.wmf"/></Relationships>
</file>

<file path=ppt/drawings/_rels/vmlDrawing61.vml.rels><?xml version="1.0" encoding="UTF-8" standalone="yes"?>
<Relationships xmlns="http://schemas.openxmlformats.org/package/2006/relationships"><Relationship Id="rId1" Type="http://schemas.openxmlformats.org/officeDocument/2006/relationships/image" Target="../media/image252.wmf"/></Relationships>
</file>

<file path=ppt/drawings/_rels/vmlDrawing62.vml.rels><?xml version="1.0" encoding="UTF-8" standalone="yes"?>
<Relationships xmlns="http://schemas.openxmlformats.org/package/2006/relationships"><Relationship Id="rId2" Type="http://schemas.openxmlformats.org/officeDocument/2006/relationships/image" Target="../media/image254.wmf"/><Relationship Id="rId1" Type="http://schemas.openxmlformats.org/officeDocument/2006/relationships/image" Target="../media/image253.wmf"/></Relationships>
</file>

<file path=ppt/drawings/_rels/vmlDrawing63.vml.rels><?xml version="1.0" encoding="UTF-8" standalone="yes"?>
<Relationships xmlns="http://schemas.openxmlformats.org/package/2006/relationships"><Relationship Id="rId1" Type="http://schemas.openxmlformats.org/officeDocument/2006/relationships/image" Target="../media/image255.wmf"/></Relationships>
</file>

<file path=ppt/drawings/_rels/vmlDrawing64.vml.rels><?xml version="1.0" encoding="UTF-8" standalone="yes"?>
<Relationships xmlns="http://schemas.openxmlformats.org/package/2006/relationships"><Relationship Id="rId8" Type="http://schemas.openxmlformats.org/officeDocument/2006/relationships/image" Target="../media/image263.wmf"/><Relationship Id="rId3" Type="http://schemas.openxmlformats.org/officeDocument/2006/relationships/image" Target="../media/image258.wmf"/><Relationship Id="rId7" Type="http://schemas.openxmlformats.org/officeDocument/2006/relationships/image" Target="../media/image262.wmf"/><Relationship Id="rId2" Type="http://schemas.openxmlformats.org/officeDocument/2006/relationships/image" Target="../media/image257.wmf"/><Relationship Id="rId1" Type="http://schemas.openxmlformats.org/officeDocument/2006/relationships/image" Target="../media/image256.wmf"/><Relationship Id="rId6" Type="http://schemas.openxmlformats.org/officeDocument/2006/relationships/image" Target="../media/image261.wmf"/><Relationship Id="rId5" Type="http://schemas.openxmlformats.org/officeDocument/2006/relationships/image" Target="../media/image260.wmf"/><Relationship Id="rId10" Type="http://schemas.openxmlformats.org/officeDocument/2006/relationships/image" Target="../media/image265.wmf"/><Relationship Id="rId4" Type="http://schemas.openxmlformats.org/officeDocument/2006/relationships/image" Target="../media/image259.wmf"/><Relationship Id="rId9" Type="http://schemas.openxmlformats.org/officeDocument/2006/relationships/image" Target="../media/image264.wmf"/></Relationships>
</file>

<file path=ppt/drawings/_rels/vmlDrawing65.vml.rels><?xml version="1.0" encoding="UTF-8" standalone="yes"?>
<Relationships xmlns="http://schemas.openxmlformats.org/package/2006/relationships"><Relationship Id="rId3" Type="http://schemas.openxmlformats.org/officeDocument/2006/relationships/image" Target="../media/image268.wmf"/><Relationship Id="rId2" Type="http://schemas.openxmlformats.org/officeDocument/2006/relationships/image" Target="../media/image267.wmf"/><Relationship Id="rId1" Type="http://schemas.openxmlformats.org/officeDocument/2006/relationships/image" Target="../media/image266.wmf"/><Relationship Id="rId4" Type="http://schemas.openxmlformats.org/officeDocument/2006/relationships/image" Target="../media/image269.wmf"/></Relationships>
</file>

<file path=ppt/drawings/_rels/vmlDrawing66.vml.rels><?xml version="1.0" encoding="UTF-8" standalone="yes"?>
<Relationships xmlns="http://schemas.openxmlformats.org/package/2006/relationships"><Relationship Id="rId3" Type="http://schemas.openxmlformats.org/officeDocument/2006/relationships/image" Target="../media/image271.wmf"/><Relationship Id="rId2" Type="http://schemas.openxmlformats.org/officeDocument/2006/relationships/image" Target="../media/image270.wmf"/><Relationship Id="rId1" Type="http://schemas.openxmlformats.org/officeDocument/2006/relationships/image" Target="../media/image268.wmf"/><Relationship Id="rId5" Type="http://schemas.openxmlformats.org/officeDocument/2006/relationships/image" Target="../media/image273.wmf"/><Relationship Id="rId4" Type="http://schemas.openxmlformats.org/officeDocument/2006/relationships/image" Target="../media/image272.wmf"/></Relationships>
</file>

<file path=ppt/drawings/_rels/vmlDrawing67.vml.rels><?xml version="1.0" encoding="UTF-8" standalone="yes"?>
<Relationships xmlns="http://schemas.openxmlformats.org/package/2006/relationships"><Relationship Id="rId3" Type="http://schemas.openxmlformats.org/officeDocument/2006/relationships/image" Target="../media/image276.wmf"/><Relationship Id="rId2" Type="http://schemas.openxmlformats.org/officeDocument/2006/relationships/image" Target="../media/image275.wmf"/><Relationship Id="rId1" Type="http://schemas.openxmlformats.org/officeDocument/2006/relationships/image" Target="../media/image274.wmf"/><Relationship Id="rId4" Type="http://schemas.openxmlformats.org/officeDocument/2006/relationships/image" Target="../media/image277.wmf"/></Relationships>
</file>

<file path=ppt/drawings/_rels/vmlDrawing68.vml.rels><?xml version="1.0" encoding="UTF-8" standalone="yes"?>
<Relationships xmlns="http://schemas.openxmlformats.org/package/2006/relationships"><Relationship Id="rId3" Type="http://schemas.openxmlformats.org/officeDocument/2006/relationships/image" Target="../media/image280.wmf"/><Relationship Id="rId2" Type="http://schemas.openxmlformats.org/officeDocument/2006/relationships/image" Target="../media/image279.wmf"/><Relationship Id="rId1" Type="http://schemas.openxmlformats.org/officeDocument/2006/relationships/image" Target="../media/image27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7208F89-9C62-40E6-A4B7-5241B108DCB9}" type="datetimeFigureOut">
              <a:rPr lang="zh-CN" altLang="en-US" smtClean="0"/>
              <a:t>2025/2/28</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F307C1D-A20E-4502-A38E-1928A7EE2657}" type="slidenum">
              <a:rPr lang="zh-CN" altLang="en-US" smtClean="0"/>
              <a:t>‹#›</a:t>
            </a:fld>
            <a:endParaRPr lang="zh-CN" altLang="en-US"/>
          </a:p>
        </p:txBody>
      </p:sp>
    </p:spTree>
    <p:extLst>
      <p:ext uri="{BB962C8B-B14F-4D97-AF65-F5344CB8AC3E}">
        <p14:creationId xmlns:p14="http://schemas.microsoft.com/office/powerpoint/2010/main" val="4595597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F307C1D-A20E-4502-A38E-1928A7EE2657}" type="slidenum">
              <a:rPr lang="zh-CN" altLang="en-US" smtClean="0"/>
              <a:t>1</a:t>
            </a:fld>
            <a:endParaRPr lang="zh-CN" altLang="en-US"/>
          </a:p>
        </p:txBody>
      </p:sp>
    </p:spTree>
    <p:extLst>
      <p:ext uri="{BB962C8B-B14F-4D97-AF65-F5344CB8AC3E}">
        <p14:creationId xmlns:p14="http://schemas.microsoft.com/office/powerpoint/2010/main" val="18427718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E3CC2DE3-8A69-4220-BE16-4C623431F4E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12BA626-4EE4-4D8B-AE83-AC3854CC95D8}" type="slidenum">
              <a:rPr lang="en-US" altLang="zh-CN">
                <a:latin typeface="Times New Roman" panose="02020603050405020304" pitchFamily="18" charset="0"/>
              </a:rPr>
              <a:pPr eaLnBrk="1" hangingPunct="1"/>
              <a:t>35</a:t>
            </a:fld>
            <a:endParaRPr lang="en-US" altLang="zh-CN">
              <a:latin typeface="Times New Roman" panose="02020603050405020304" pitchFamily="18" charset="0"/>
            </a:endParaRPr>
          </a:p>
        </p:txBody>
      </p:sp>
      <p:sp>
        <p:nvSpPr>
          <p:cNvPr id="50179" name="Rectangle 2">
            <a:extLst>
              <a:ext uri="{FF2B5EF4-FFF2-40B4-BE49-F238E27FC236}">
                <a16:creationId xmlns:a16="http://schemas.microsoft.com/office/drawing/2014/main" id="{79A78333-C102-49B3-B7C2-D41D61E5FAC9}"/>
              </a:ext>
            </a:extLst>
          </p:cNvPr>
          <p:cNvSpPr>
            <a:spLocks noGrp="1" noRot="1" noChangeAspect="1" noChangeArrowheads="1" noTextEdit="1"/>
          </p:cNvSpPr>
          <p:nvPr>
            <p:ph type="sldImg"/>
          </p:nvPr>
        </p:nvSpPr>
        <p:spPr>
          <a:ln/>
        </p:spPr>
      </p:sp>
      <p:sp>
        <p:nvSpPr>
          <p:cNvPr id="50180" name="Rectangle 3">
            <a:extLst>
              <a:ext uri="{FF2B5EF4-FFF2-40B4-BE49-F238E27FC236}">
                <a16:creationId xmlns:a16="http://schemas.microsoft.com/office/drawing/2014/main" id="{BBCF8946-D1A4-4D3F-8D0F-00EB3D4A334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2524321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5AC6D365-79F3-4E29-827D-47741B745966}" type="datetimeFigureOut">
              <a:rPr lang="zh-CN" altLang="en-US"/>
              <a:pPr>
                <a:defRPr/>
              </a:pPr>
              <a:t>2025/2/28</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14713A92-851F-4046-AB96-6749A4FAE778}" type="slidenum">
              <a:rPr lang="zh-CN" altLang="en-US"/>
              <a:pPr>
                <a:defRPr/>
              </a:pPr>
              <a:t>‹#›</a:t>
            </a:fld>
            <a:endParaRPr lang="zh-CN" altLang="en-US"/>
          </a:p>
        </p:txBody>
      </p:sp>
    </p:spTree>
    <p:extLst>
      <p:ext uri="{BB962C8B-B14F-4D97-AF65-F5344CB8AC3E}">
        <p14:creationId xmlns:p14="http://schemas.microsoft.com/office/powerpoint/2010/main" val="2443332668"/>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42F9F44C-D2E7-4871-89D7-A41FF6B1E657}" type="datetimeFigureOut">
              <a:rPr lang="zh-CN" altLang="en-US"/>
              <a:pPr>
                <a:defRPr/>
              </a:pPr>
              <a:t>2025/2/28</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79AA0418-908A-4144-B86F-AB19D097D0B0}" type="slidenum">
              <a:rPr lang="zh-CN" altLang="en-US"/>
              <a:pPr>
                <a:defRPr/>
              </a:pPr>
              <a:t>‹#›</a:t>
            </a:fld>
            <a:endParaRPr lang="zh-CN" altLang="en-US"/>
          </a:p>
        </p:txBody>
      </p:sp>
    </p:spTree>
    <p:extLst>
      <p:ext uri="{BB962C8B-B14F-4D97-AF65-F5344CB8AC3E}">
        <p14:creationId xmlns:p14="http://schemas.microsoft.com/office/powerpoint/2010/main" val="1316011345"/>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8EFEEEB4-01B2-4795-8753-450FBE59DA35}" type="datetimeFigureOut">
              <a:rPr lang="zh-CN" altLang="en-US"/>
              <a:pPr>
                <a:defRPr/>
              </a:pPr>
              <a:t>2025/2/28</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05D1BE08-A67C-4428-8F9A-F1B2D4481BED}" type="slidenum">
              <a:rPr lang="zh-CN" altLang="en-US"/>
              <a:pPr>
                <a:defRPr/>
              </a:pPr>
              <a:t>‹#›</a:t>
            </a:fld>
            <a:endParaRPr lang="zh-CN" altLang="en-US"/>
          </a:p>
        </p:txBody>
      </p:sp>
    </p:spTree>
    <p:extLst>
      <p:ext uri="{BB962C8B-B14F-4D97-AF65-F5344CB8AC3E}">
        <p14:creationId xmlns:p14="http://schemas.microsoft.com/office/powerpoint/2010/main" val="210066138"/>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210C3632-CB7A-49E8-83B7-5DDD92EE2FC9}" type="datetimeFigureOut">
              <a:rPr lang="zh-CN" altLang="en-US"/>
              <a:pPr>
                <a:defRPr/>
              </a:pPr>
              <a:t>2025/2/28</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E3ACEE13-770E-40DC-A5C5-1AE13704BA92}" type="slidenum">
              <a:rPr lang="zh-CN" altLang="en-US"/>
              <a:pPr>
                <a:defRPr/>
              </a:pPr>
              <a:t>‹#›</a:t>
            </a:fld>
            <a:endParaRPr lang="zh-CN" altLang="en-US"/>
          </a:p>
        </p:txBody>
      </p:sp>
    </p:spTree>
    <p:extLst>
      <p:ext uri="{BB962C8B-B14F-4D97-AF65-F5344CB8AC3E}">
        <p14:creationId xmlns:p14="http://schemas.microsoft.com/office/powerpoint/2010/main" val="2488359815"/>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79DA0C7A-EF68-4A11-A8C1-DF48FCAB4299}" type="datetimeFigureOut">
              <a:rPr lang="zh-CN" altLang="en-US"/>
              <a:pPr>
                <a:defRPr/>
              </a:pPr>
              <a:t>2025/2/28</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945E6ECC-CBFC-42D8-9D8E-19CDB0B41839}" type="slidenum">
              <a:rPr lang="zh-CN" altLang="en-US"/>
              <a:pPr>
                <a:defRPr/>
              </a:pPr>
              <a:t>‹#›</a:t>
            </a:fld>
            <a:endParaRPr lang="zh-CN" altLang="en-US"/>
          </a:p>
        </p:txBody>
      </p:sp>
    </p:spTree>
    <p:extLst>
      <p:ext uri="{BB962C8B-B14F-4D97-AF65-F5344CB8AC3E}">
        <p14:creationId xmlns:p14="http://schemas.microsoft.com/office/powerpoint/2010/main" val="1020958017"/>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D8DAF795-E19B-4ACA-8D6F-21DBE6C199B8}" type="datetimeFigureOut">
              <a:rPr lang="zh-CN" altLang="en-US"/>
              <a:pPr>
                <a:defRPr/>
              </a:pPr>
              <a:t>2025/2/28</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4D0BC8DD-2C88-4838-B589-125B9BEA2F2F}" type="slidenum">
              <a:rPr lang="zh-CN" altLang="en-US"/>
              <a:pPr>
                <a:defRPr/>
              </a:pPr>
              <a:t>‹#›</a:t>
            </a:fld>
            <a:endParaRPr lang="zh-CN" altLang="en-US"/>
          </a:p>
        </p:txBody>
      </p:sp>
    </p:spTree>
    <p:extLst>
      <p:ext uri="{BB962C8B-B14F-4D97-AF65-F5344CB8AC3E}">
        <p14:creationId xmlns:p14="http://schemas.microsoft.com/office/powerpoint/2010/main" val="2948773462"/>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F0865F79-E326-4221-8FE8-CB8858CA0072}" type="datetimeFigureOut">
              <a:rPr lang="zh-CN" altLang="en-US"/>
              <a:pPr>
                <a:defRPr/>
              </a:pPr>
              <a:t>2025/2/28</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4D204DAF-B3F8-4F06-AF20-DA6EEC3FC759}" type="slidenum">
              <a:rPr lang="zh-CN" altLang="en-US"/>
              <a:pPr>
                <a:defRPr/>
              </a:pPr>
              <a:t>‹#›</a:t>
            </a:fld>
            <a:endParaRPr lang="zh-CN" altLang="en-US"/>
          </a:p>
        </p:txBody>
      </p:sp>
    </p:spTree>
    <p:extLst>
      <p:ext uri="{BB962C8B-B14F-4D97-AF65-F5344CB8AC3E}">
        <p14:creationId xmlns:p14="http://schemas.microsoft.com/office/powerpoint/2010/main" val="1495675452"/>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5E206766-486F-4395-A698-99ED75D95E09}" type="datetimeFigureOut">
              <a:rPr lang="zh-CN" altLang="en-US"/>
              <a:pPr>
                <a:defRPr/>
              </a:pPr>
              <a:t>2025/2/28</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982F05E3-7A7E-486F-AAB5-1EEECF90B344}" type="slidenum">
              <a:rPr lang="zh-CN" altLang="en-US"/>
              <a:pPr>
                <a:defRPr/>
              </a:pPr>
              <a:t>‹#›</a:t>
            </a:fld>
            <a:endParaRPr lang="zh-CN" altLang="en-US"/>
          </a:p>
        </p:txBody>
      </p:sp>
    </p:spTree>
    <p:extLst>
      <p:ext uri="{BB962C8B-B14F-4D97-AF65-F5344CB8AC3E}">
        <p14:creationId xmlns:p14="http://schemas.microsoft.com/office/powerpoint/2010/main" val="1780122450"/>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D20AABE4-DBAD-413F-9695-D32309004977}" type="datetimeFigureOut">
              <a:rPr lang="zh-CN" altLang="en-US"/>
              <a:pPr>
                <a:defRPr/>
              </a:pPr>
              <a:t>2025/2/28</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76151A8D-E287-42AA-A00D-957F390EC9CD}" type="slidenum">
              <a:rPr lang="zh-CN" altLang="en-US"/>
              <a:pPr>
                <a:defRPr/>
              </a:pPr>
              <a:t>‹#›</a:t>
            </a:fld>
            <a:endParaRPr lang="zh-CN" altLang="en-US"/>
          </a:p>
        </p:txBody>
      </p:sp>
    </p:spTree>
    <p:extLst>
      <p:ext uri="{BB962C8B-B14F-4D97-AF65-F5344CB8AC3E}">
        <p14:creationId xmlns:p14="http://schemas.microsoft.com/office/powerpoint/2010/main" val="803596630"/>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9C6A799B-102E-4998-91DA-768EE48F5D65}" type="datetimeFigureOut">
              <a:rPr lang="zh-CN" altLang="en-US"/>
              <a:pPr>
                <a:defRPr/>
              </a:pPr>
              <a:t>2025/2/28</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252B1119-01E9-4913-98EE-F01F5707363A}" type="slidenum">
              <a:rPr lang="zh-CN" altLang="en-US"/>
              <a:pPr>
                <a:defRPr/>
              </a:pPr>
              <a:t>‹#›</a:t>
            </a:fld>
            <a:endParaRPr lang="zh-CN" altLang="en-US"/>
          </a:p>
        </p:txBody>
      </p:sp>
    </p:spTree>
    <p:extLst>
      <p:ext uri="{BB962C8B-B14F-4D97-AF65-F5344CB8AC3E}">
        <p14:creationId xmlns:p14="http://schemas.microsoft.com/office/powerpoint/2010/main" val="1824588629"/>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E10907B6-CC8A-445E-933C-08EFEB514A0D}" type="datetimeFigureOut">
              <a:rPr lang="zh-CN" altLang="en-US"/>
              <a:pPr>
                <a:defRPr/>
              </a:pPr>
              <a:t>2025/2/28</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294341D0-EACF-4B33-A546-69A10F574033}" type="slidenum">
              <a:rPr lang="zh-CN" altLang="en-US"/>
              <a:pPr>
                <a:defRPr/>
              </a:pPr>
              <a:t>‹#›</a:t>
            </a:fld>
            <a:endParaRPr lang="zh-CN" altLang="en-US"/>
          </a:p>
        </p:txBody>
      </p:sp>
    </p:spTree>
    <p:extLst>
      <p:ext uri="{BB962C8B-B14F-4D97-AF65-F5344CB8AC3E}">
        <p14:creationId xmlns:p14="http://schemas.microsoft.com/office/powerpoint/2010/main" val="3401577089"/>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a:extLst>
              <a:ext uri="{FF2B5EF4-FFF2-40B4-BE49-F238E27FC236}">
                <a16:creationId xmlns:a16="http://schemas.microsoft.com/office/drawing/2014/main" id="{08A6EDA1-BC38-42AE-85B0-AE3D44192FC4}"/>
              </a:ext>
            </a:extLst>
          </p:cNvPr>
          <p:cNvSpPr>
            <a:spLocks noGrp="1" noChangeArrowheads="1"/>
          </p:cNvSpPr>
          <p:nvPr>
            <p:ph type="dt" sz="half" idx="10"/>
          </p:nvPr>
        </p:nvSpPr>
        <p:spPr>
          <a:ln/>
        </p:spPr>
        <p:txBody>
          <a:bodyPr/>
          <a:lstStyle>
            <a:lvl1pPr>
              <a:defRPr/>
            </a:lvl1pPr>
          </a:lstStyle>
          <a:p>
            <a:pPr>
              <a:defRPr/>
            </a:pPr>
            <a:fld id="{3C07D6E6-16D4-4D22-9DB2-852A7DD0C8ED}" type="datetime1">
              <a:rPr lang="zh-CN" altLang="en-US"/>
              <a:pPr>
                <a:defRPr/>
              </a:pPr>
              <a:t>2025/2/28</a:t>
            </a:fld>
            <a:endParaRPr lang="en-US" altLang="zh-CN"/>
          </a:p>
        </p:txBody>
      </p:sp>
      <p:sp>
        <p:nvSpPr>
          <p:cNvPr id="4" name="Rectangle 5">
            <a:extLst>
              <a:ext uri="{FF2B5EF4-FFF2-40B4-BE49-F238E27FC236}">
                <a16:creationId xmlns:a16="http://schemas.microsoft.com/office/drawing/2014/main" id="{F5A15EC7-2298-45CE-A2B8-8DBF11BD0796}"/>
              </a:ext>
            </a:extLst>
          </p:cNvPr>
          <p:cNvSpPr>
            <a:spLocks noGrp="1" noChangeArrowheads="1"/>
          </p:cNvSpPr>
          <p:nvPr>
            <p:ph type="ftr" sz="quarter" idx="11"/>
          </p:nvPr>
        </p:nvSpPr>
        <p:spPr>
          <a:ln/>
        </p:spPr>
        <p:txBody>
          <a:bodyPr/>
          <a:lstStyle>
            <a:lvl1pPr>
              <a:defRPr/>
            </a:lvl1pPr>
          </a:lstStyle>
          <a:p>
            <a:pPr>
              <a:defRPr/>
            </a:pPr>
            <a:r>
              <a:rPr lang="en-US" altLang="zh-CN"/>
              <a:t>(共20页)</a:t>
            </a:r>
          </a:p>
        </p:txBody>
      </p:sp>
      <p:sp>
        <p:nvSpPr>
          <p:cNvPr id="5" name="Rectangle 6">
            <a:extLst>
              <a:ext uri="{FF2B5EF4-FFF2-40B4-BE49-F238E27FC236}">
                <a16:creationId xmlns:a16="http://schemas.microsoft.com/office/drawing/2014/main" id="{A9E5467C-2ADB-4CCF-B846-F808E322776D}"/>
              </a:ext>
            </a:extLst>
          </p:cNvPr>
          <p:cNvSpPr>
            <a:spLocks noGrp="1" noChangeArrowheads="1"/>
          </p:cNvSpPr>
          <p:nvPr>
            <p:ph type="sldNum" sz="quarter" idx="12"/>
          </p:nvPr>
        </p:nvSpPr>
        <p:spPr>
          <a:ln/>
        </p:spPr>
        <p:txBody>
          <a:bodyPr/>
          <a:lstStyle>
            <a:lvl1pPr>
              <a:defRPr/>
            </a:lvl1pPr>
          </a:lstStyle>
          <a:p>
            <a:fld id="{E41A5E0D-63F2-4E0B-ADB7-CCEFDFB0AB8F}" type="slidenum">
              <a:rPr lang="en-US" altLang="zh-CN"/>
              <a:pPr/>
              <a:t>‹#›</a:t>
            </a:fld>
            <a:endParaRPr lang="en-US" altLang="zh-CN"/>
          </a:p>
        </p:txBody>
      </p:sp>
    </p:spTree>
    <p:extLst>
      <p:ext uri="{BB962C8B-B14F-4D97-AF65-F5344CB8AC3E}">
        <p14:creationId xmlns:p14="http://schemas.microsoft.com/office/powerpoint/2010/main" val="3801251743"/>
      </p:ext>
    </p:extLst>
  </p:cSld>
  <p:clrMapOvr>
    <a:masterClrMapping/>
  </p:clrMapOvr>
  <p:transition>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hangingPunct="1">
              <a:defRPr sz="1200" smtClean="0">
                <a:solidFill>
                  <a:schemeClr val="tx1">
                    <a:tint val="75000"/>
                  </a:schemeClr>
                </a:solidFill>
              </a:defRPr>
            </a:lvl1pPr>
          </a:lstStyle>
          <a:p>
            <a:pPr>
              <a:defRPr/>
            </a:pPr>
            <a:fld id="{1ED1E859-4328-4B75-B582-C57FDB034DFF}" type="datetimeFigureOut">
              <a:rPr lang="zh-CN" altLang="en-US"/>
              <a:pPr>
                <a:defRPr/>
              </a:pPr>
              <a:t>2025/2/28</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hangingPunct="1">
              <a:defRPr sz="1200">
                <a:solidFill>
                  <a:schemeClr val="tx1">
                    <a:tint val="75000"/>
                  </a:schemeClr>
                </a:solidFill>
              </a:defRPr>
            </a:lvl1pPr>
          </a:lstStyle>
          <a:p>
            <a:pPr>
              <a:defRPr/>
            </a:pPr>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eaLnBrk="1" hangingPunct="1">
              <a:defRPr sz="1200" smtClean="0">
                <a:solidFill>
                  <a:schemeClr val="tx1">
                    <a:tint val="75000"/>
                  </a:schemeClr>
                </a:solidFill>
              </a:defRPr>
            </a:lvl1pPr>
          </a:lstStyle>
          <a:p>
            <a:pPr>
              <a:defRPr/>
            </a:pPr>
            <a:fld id="{45C8C7C3-6F25-42BF-98FD-950C908DA168}" type="slidenum">
              <a:rPr lang="zh-CN" altLang="en-US"/>
              <a:pPr>
                <a:defRPr/>
              </a:pPr>
              <a:t>‹#›</a:t>
            </a:fld>
            <a:endParaRPr lang="zh-CN" altLang="en-US"/>
          </a:p>
        </p:txBody>
      </p:sp>
    </p:spTree>
    <p:extLst>
      <p:ext uri="{BB962C8B-B14F-4D97-AF65-F5344CB8AC3E}">
        <p14:creationId xmlns:p14="http://schemas.microsoft.com/office/powerpoint/2010/main" val="113328444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ransition>
    <p:fade/>
  </p:transition>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Verdana" panose="020B0604030504040204" pitchFamily="34" charset="0"/>
        </a:defRPr>
      </a:lvl2pPr>
      <a:lvl3pPr algn="ctr" rtl="0" fontAlgn="base">
        <a:spcBef>
          <a:spcPct val="0"/>
        </a:spcBef>
        <a:spcAft>
          <a:spcPct val="0"/>
        </a:spcAft>
        <a:defRPr sz="4400">
          <a:solidFill>
            <a:schemeClr val="tx1"/>
          </a:solidFill>
          <a:latin typeface="Verdana" panose="020B0604030504040204" pitchFamily="34" charset="0"/>
        </a:defRPr>
      </a:lvl3pPr>
      <a:lvl4pPr algn="ctr" rtl="0" fontAlgn="base">
        <a:spcBef>
          <a:spcPct val="0"/>
        </a:spcBef>
        <a:spcAft>
          <a:spcPct val="0"/>
        </a:spcAft>
        <a:defRPr sz="4400">
          <a:solidFill>
            <a:schemeClr val="tx1"/>
          </a:solidFill>
          <a:latin typeface="Verdana" panose="020B0604030504040204" pitchFamily="34" charset="0"/>
        </a:defRPr>
      </a:lvl4pPr>
      <a:lvl5pPr algn="ctr" rtl="0" fontAlgn="base">
        <a:spcBef>
          <a:spcPct val="0"/>
        </a:spcBef>
        <a:spcAft>
          <a:spcPct val="0"/>
        </a:spcAft>
        <a:defRPr sz="4400">
          <a:solidFill>
            <a:schemeClr val="tx1"/>
          </a:solidFill>
          <a:latin typeface="Verdana" panose="020B0604030504040204" pitchFamily="34" charset="0"/>
        </a:defRPr>
      </a:lvl5pPr>
      <a:lvl6pPr marL="457200" algn="ctr" rtl="0" fontAlgn="base">
        <a:spcBef>
          <a:spcPct val="0"/>
        </a:spcBef>
        <a:spcAft>
          <a:spcPct val="0"/>
        </a:spcAft>
        <a:defRPr sz="4400">
          <a:solidFill>
            <a:schemeClr val="tx1"/>
          </a:solidFill>
          <a:latin typeface="Verdana" panose="020B0604030504040204" pitchFamily="34" charset="0"/>
        </a:defRPr>
      </a:lvl6pPr>
      <a:lvl7pPr marL="914400" algn="ctr" rtl="0" fontAlgn="base">
        <a:spcBef>
          <a:spcPct val="0"/>
        </a:spcBef>
        <a:spcAft>
          <a:spcPct val="0"/>
        </a:spcAft>
        <a:defRPr sz="4400">
          <a:solidFill>
            <a:schemeClr val="tx1"/>
          </a:solidFill>
          <a:latin typeface="Verdana" panose="020B0604030504040204" pitchFamily="34" charset="0"/>
        </a:defRPr>
      </a:lvl7pPr>
      <a:lvl8pPr marL="1371600" algn="ctr" rtl="0" fontAlgn="base">
        <a:spcBef>
          <a:spcPct val="0"/>
        </a:spcBef>
        <a:spcAft>
          <a:spcPct val="0"/>
        </a:spcAft>
        <a:defRPr sz="4400">
          <a:solidFill>
            <a:schemeClr val="tx1"/>
          </a:solidFill>
          <a:latin typeface="Verdana" panose="020B0604030504040204" pitchFamily="34" charset="0"/>
        </a:defRPr>
      </a:lvl8pPr>
      <a:lvl9pPr marL="1828800" algn="ctr" rtl="0" fontAlgn="base">
        <a:spcBef>
          <a:spcPct val="0"/>
        </a:spcBef>
        <a:spcAft>
          <a:spcPct val="0"/>
        </a:spcAft>
        <a:defRPr sz="4400">
          <a:solidFill>
            <a:schemeClr val="tx1"/>
          </a:solidFill>
          <a:latin typeface="Verdana" panose="020B0604030504040204" pitchFamily="34" charset="0"/>
        </a:defRPr>
      </a:lvl9pPr>
    </p:titleStyle>
    <p:bodyStyle>
      <a:lvl1pPr marL="342900" indent="-342900" algn="l" rtl="0" fontAlgn="base">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4.wmf"/><Relationship Id="rId13" Type="http://schemas.openxmlformats.org/officeDocument/2006/relationships/oleObject" Target="../embeddings/oleObject6.bin"/><Relationship Id="rId18" Type="http://schemas.openxmlformats.org/officeDocument/2006/relationships/image" Target="../media/image9.wmf"/><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6.wmf"/><Relationship Id="rId17" Type="http://schemas.openxmlformats.org/officeDocument/2006/relationships/oleObject" Target="../embeddings/oleObject8.bin"/><Relationship Id="rId2" Type="http://schemas.openxmlformats.org/officeDocument/2006/relationships/slideLayout" Target="../slideLayouts/slideLayout6.xml"/><Relationship Id="rId16" Type="http://schemas.openxmlformats.org/officeDocument/2006/relationships/image" Target="../media/image8.wmf"/><Relationship Id="rId1" Type="http://schemas.openxmlformats.org/officeDocument/2006/relationships/vmlDrawing" Target="../drawings/vmlDrawing1.vml"/><Relationship Id="rId6" Type="http://schemas.openxmlformats.org/officeDocument/2006/relationships/image" Target="../media/image3.wmf"/><Relationship Id="rId11" Type="http://schemas.openxmlformats.org/officeDocument/2006/relationships/oleObject" Target="../embeddings/oleObject5.bin"/><Relationship Id="rId5" Type="http://schemas.openxmlformats.org/officeDocument/2006/relationships/oleObject" Target="../embeddings/oleObject2.bin"/><Relationship Id="rId15" Type="http://schemas.openxmlformats.org/officeDocument/2006/relationships/oleObject" Target="../embeddings/oleObject7.bin"/><Relationship Id="rId10" Type="http://schemas.openxmlformats.org/officeDocument/2006/relationships/image" Target="../media/image5.wmf"/><Relationship Id="rId4" Type="http://schemas.openxmlformats.org/officeDocument/2006/relationships/image" Target="../media/image2.wmf"/><Relationship Id="rId9" Type="http://schemas.openxmlformats.org/officeDocument/2006/relationships/oleObject" Target="../embeddings/oleObject4.bin"/><Relationship Id="rId14" Type="http://schemas.openxmlformats.org/officeDocument/2006/relationships/image" Target="../media/image7.wmf"/></Relationships>
</file>

<file path=ppt/slides/_rels/slide3.xml.rels><?xml version="1.0" encoding="UTF-8" standalone="yes"?>
<Relationships xmlns="http://schemas.openxmlformats.org/package/2006/relationships"><Relationship Id="rId8" Type="http://schemas.openxmlformats.org/officeDocument/2006/relationships/image" Target="../media/image12.wmf"/><Relationship Id="rId13" Type="http://schemas.openxmlformats.org/officeDocument/2006/relationships/oleObject" Target="../embeddings/oleObject14.bin"/><Relationship Id="rId3" Type="http://schemas.openxmlformats.org/officeDocument/2006/relationships/oleObject" Target="../embeddings/oleObject9.bin"/><Relationship Id="rId7" Type="http://schemas.openxmlformats.org/officeDocument/2006/relationships/oleObject" Target="../embeddings/oleObject11.bin"/><Relationship Id="rId12" Type="http://schemas.openxmlformats.org/officeDocument/2006/relationships/image" Target="../media/image14.wmf"/><Relationship Id="rId2" Type="http://schemas.openxmlformats.org/officeDocument/2006/relationships/slideLayout" Target="../slideLayouts/slideLayout12.xml"/><Relationship Id="rId16" Type="http://schemas.openxmlformats.org/officeDocument/2006/relationships/image" Target="../media/image16.wmf"/><Relationship Id="rId1" Type="http://schemas.openxmlformats.org/officeDocument/2006/relationships/vmlDrawing" Target="../drawings/vmlDrawing2.vml"/><Relationship Id="rId6" Type="http://schemas.openxmlformats.org/officeDocument/2006/relationships/image" Target="../media/image11.wmf"/><Relationship Id="rId11" Type="http://schemas.openxmlformats.org/officeDocument/2006/relationships/oleObject" Target="../embeddings/oleObject13.bin"/><Relationship Id="rId5" Type="http://schemas.openxmlformats.org/officeDocument/2006/relationships/oleObject" Target="../embeddings/oleObject10.bin"/><Relationship Id="rId15" Type="http://schemas.openxmlformats.org/officeDocument/2006/relationships/oleObject" Target="../embeddings/oleObject15.bin"/><Relationship Id="rId10" Type="http://schemas.openxmlformats.org/officeDocument/2006/relationships/image" Target="../media/image13.wmf"/><Relationship Id="rId4" Type="http://schemas.openxmlformats.org/officeDocument/2006/relationships/image" Target="../media/image10.wmf"/><Relationship Id="rId9" Type="http://schemas.openxmlformats.org/officeDocument/2006/relationships/oleObject" Target="../embeddings/oleObject12.bin"/><Relationship Id="rId14" Type="http://schemas.openxmlformats.org/officeDocument/2006/relationships/image" Target="../media/image15.wmf"/></Relationships>
</file>

<file path=ppt/slides/_rels/slide4.xml.rels><?xml version="1.0" encoding="UTF-8" standalone="yes"?>
<Relationships xmlns="http://schemas.openxmlformats.org/package/2006/relationships"><Relationship Id="rId8" Type="http://schemas.openxmlformats.org/officeDocument/2006/relationships/image" Target="../media/image19.wmf"/><Relationship Id="rId3" Type="http://schemas.openxmlformats.org/officeDocument/2006/relationships/oleObject" Target="../embeddings/oleObject16.bin"/><Relationship Id="rId7" Type="http://schemas.openxmlformats.org/officeDocument/2006/relationships/oleObject" Target="../embeddings/oleObject18.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18.wmf"/><Relationship Id="rId5" Type="http://schemas.openxmlformats.org/officeDocument/2006/relationships/oleObject" Target="../embeddings/oleObject17.bin"/><Relationship Id="rId10" Type="http://schemas.openxmlformats.org/officeDocument/2006/relationships/image" Target="../media/image20.wmf"/><Relationship Id="rId4" Type="http://schemas.openxmlformats.org/officeDocument/2006/relationships/image" Target="../media/image17.wmf"/><Relationship Id="rId9" Type="http://schemas.openxmlformats.org/officeDocument/2006/relationships/oleObject" Target="../embeddings/oleObject19.bin"/></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22.wmf"/><Relationship Id="rId5" Type="http://schemas.openxmlformats.org/officeDocument/2006/relationships/oleObject" Target="../embeddings/oleObject21.bin"/><Relationship Id="rId4" Type="http://schemas.openxmlformats.org/officeDocument/2006/relationships/image" Target="../media/image21.wmf"/></Relationships>
</file>

<file path=ppt/slides/_rels/slide6.xml.rels><?xml version="1.0" encoding="UTF-8" standalone="yes"?>
<Relationships xmlns="http://schemas.openxmlformats.org/package/2006/relationships"><Relationship Id="rId8" Type="http://schemas.openxmlformats.org/officeDocument/2006/relationships/image" Target="../media/image19.wmf"/><Relationship Id="rId13" Type="http://schemas.openxmlformats.org/officeDocument/2006/relationships/oleObject" Target="../embeddings/oleObject27.bin"/><Relationship Id="rId3" Type="http://schemas.openxmlformats.org/officeDocument/2006/relationships/oleObject" Target="../embeddings/oleObject22.bin"/><Relationship Id="rId7" Type="http://schemas.openxmlformats.org/officeDocument/2006/relationships/oleObject" Target="../embeddings/oleObject24.bin"/><Relationship Id="rId12" Type="http://schemas.openxmlformats.org/officeDocument/2006/relationships/image" Target="../media/image23.wmf"/><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18.wmf"/><Relationship Id="rId11" Type="http://schemas.openxmlformats.org/officeDocument/2006/relationships/oleObject" Target="../embeddings/oleObject26.bin"/><Relationship Id="rId5" Type="http://schemas.openxmlformats.org/officeDocument/2006/relationships/oleObject" Target="../embeddings/oleObject23.bin"/><Relationship Id="rId10" Type="http://schemas.openxmlformats.org/officeDocument/2006/relationships/image" Target="../media/image20.wmf"/><Relationship Id="rId4" Type="http://schemas.openxmlformats.org/officeDocument/2006/relationships/image" Target="../media/image17.wmf"/><Relationship Id="rId9" Type="http://schemas.openxmlformats.org/officeDocument/2006/relationships/oleObject" Target="../embeddings/oleObject25.bin"/><Relationship Id="rId14" Type="http://schemas.openxmlformats.org/officeDocument/2006/relationships/image" Target="../media/image24.wmf"/></Relationships>
</file>

<file path=ppt/slides/_rels/slide7.xml.rels><?xml version="1.0" encoding="UTF-8" standalone="yes"?>
<Relationships xmlns="http://schemas.openxmlformats.org/package/2006/relationships"><Relationship Id="rId8" Type="http://schemas.openxmlformats.org/officeDocument/2006/relationships/image" Target="../media/image27.wmf"/><Relationship Id="rId13" Type="http://schemas.openxmlformats.org/officeDocument/2006/relationships/oleObject" Target="../embeddings/oleObject33.bin"/><Relationship Id="rId18" Type="http://schemas.openxmlformats.org/officeDocument/2006/relationships/image" Target="../media/image2.wmf"/><Relationship Id="rId3" Type="http://schemas.openxmlformats.org/officeDocument/2006/relationships/oleObject" Target="../embeddings/oleObject28.bin"/><Relationship Id="rId7" Type="http://schemas.openxmlformats.org/officeDocument/2006/relationships/oleObject" Target="../embeddings/oleObject30.bin"/><Relationship Id="rId12" Type="http://schemas.openxmlformats.org/officeDocument/2006/relationships/image" Target="../media/image29.emf"/><Relationship Id="rId17" Type="http://schemas.openxmlformats.org/officeDocument/2006/relationships/oleObject" Target="../embeddings/oleObject35.bin"/><Relationship Id="rId2" Type="http://schemas.openxmlformats.org/officeDocument/2006/relationships/slideLayout" Target="../slideLayouts/slideLayout6.xml"/><Relationship Id="rId16" Type="http://schemas.openxmlformats.org/officeDocument/2006/relationships/image" Target="../media/image31.wmf"/><Relationship Id="rId1" Type="http://schemas.openxmlformats.org/officeDocument/2006/relationships/vmlDrawing" Target="../drawings/vmlDrawing6.vml"/><Relationship Id="rId6" Type="http://schemas.openxmlformats.org/officeDocument/2006/relationships/image" Target="../media/image26.wmf"/><Relationship Id="rId11" Type="http://schemas.openxmlformats.org/officeDocument/2006/relationships/oleObject" Target="../embeddings/oleObject32.bin"/><Relationship Id="rId5" Type="http://schemas.openxmlformats.org/officeDocument/2006/relationships/oleObject" Target="../embeddings/oleObject29.bin"/><Relationship Id="rId15" Type="http://schemas.openxmlformats.org/officeDocument/2006/relationships/oleObject" Target="../embeddings/oleObject34.bin"/><Relationship Id="rId10" Type="http://schemas.openxmlformats.org/officeDocument/2006/relationships/image" Target="../media/image28.wmf"/><Relationship Id="rId4" Type="http://schemas.openxmlformats.org/officeDocument/2006/relationships/image" Target="../media/image25.wmf"/><Relationship Id="rId9" Type="http://schemas.openxmlformats.org/officeDocument/2006/relationships/oleObject" Target="../embeddings/oleObject31.bin"/><Relationship Id="rId14" Type="http://schemas.openxmlformats.org/officeDocument/2006/relationships/image" Target="../media/image30.emf"/></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39.bin"/><Relationship Id="rId3" Type="http://schemas.openxmlformats.org/officeDocument/2006/relationships/oleObject" Target="../embeddings/oleObject36.bin"/><Relationship Id="rId7" Type="http://schemas.openxmlformats.org/officeDocument/2006/relationships/oleObject" Target="../embeddings/oleObject38.bin"/><Relationship Id="rId2" Type="http://schemas.openxmlformats.org/officeDocument/2006/relationships/slideLayout" Target="../slideLayouts/slideLayout6.xml"/><Relationship Id="rId1" Type="http://schemas.openxmlformats.org/officeDocument/2006/relationships/vmlDrawing" Target="../drawings/vmlDrawing7.vml"/><Relationship Id="rId6" Type="http://schemas.openxmlformats.org/officeDocument/2006/relationships/image" Target="../media/image31.wmf"/><Relationship Id="rId5" Type="http://schemas.openxmlformats.org/officeDocument/2006/relationships/oleObject" Target="../embeddings/oleObject37.bin"/><Relationship Id="rId4" Type="http://schemas.openxmlformats.org/officeDocument/2006/relationships/image" Target="../media/image2.wmf"/><Relationship Id="rId9" Type="http://schemas.openxmlformats.org/officeDocument/2006/relationships/image" Target="../media/image32.wmf"/></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43.bin"/><Relationship Id="rId3" Type="http://schemas.openxmlformats.org/officeDocument/2006/relationships/oleObject" Target="../embeddings/oleObject40.bin"/><Relationship Id="rId7" Type="http://schemas.openxmlformats.org/officeDocument/2006/relationships/oleObject" Target="../embeddings/oleObject42.bin"/><Relationship Id="rId2" Type="http://schemas.openxmlformats.org/officeDocument/2006/relationships/slideLayout" Target="../slideLayouts/slideLayout6.xml"/><Relationship Id="rId1" Type="http://schemas.openxmlformats.org/officeDocument/2006/relationships/vmlDrawing" Target="../drawings/vmlDrawing8.vml"/><Relationship Id="rId6" Type="http://schemas.openxmlformats.org/officeDocument/2006/relationships/image" Target="../media/image31.wmf"/><Relationship Id="rId5" Type="http://schemas.openxmlformats.org/officeDocument/2006/relationships/oleObject" Target="../embeddings/oleObject41.bin"/><Relationship Id="rId4" Type="http://schemas.openxmlformats.org/officeDocument/2006/relationships/image" Target="../media/image2.wmf"/><Relationship Id="rId9" Type="http://schemas.openxmlformats.org/officeDocument/2006/relationships/image" Target="../media/image33.w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44.bin"/><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35.wmf"/><Relationship Id="rId5" Type="http://schemas.openxmlformats.org/officeDocument/2006/relationships/oleObject" Target="../embeddings/oleObject45.bin"/><Relationship Id="rId4" Type="http://schemas.openxmlformats.org/officeDocument/2006/relationships/image" Target="../media/image34.wmf"/></Relationships>
</file>

<file path=ppt/slides/_rels/slide11.xml.rels><?xml version="1.0" encoding="UTF-8" standalone="yes"?>
<Relationships xmlns="http://schemas.openxmlformats.org/package/2006/relationships"><Relationship Id="rId8" Type="http://schemas.openxmlformats.org/officeDocument/2006/relationships/image" Target="../media/image38.wmf"/><Relationship Id="rId13" Type="http://schemas.openxmlformats.org/officeDocument/2006/relationships/oleObject" Target="../embeddings/oleObject51.bin"/><Relationship Id="rId18" Type="http://schemas.openxmlformats.org/officeDocument/2006/relationships/image" Target="../media/image43.wmf"/><Relationship Id="rId26" Type="http://schemas.openxmlformats.org/officeDocument/2006/relationships/image" Target="../media/image47.wmf"/><Relationship Id="rId3" Type="http://schemas.openxmlformats.org/officeDocument/2006/relationships/oleObject" Target="../embeddings/oleObject46.bin"/><Relationship Id="rId21" Type="http://schemas.openxmlformats.org/officeDocument/2006/relationships/oleObject" Target="../embeddings/oleObject55.bin"/><Relationship Id="rId7" Type="http://schemas.openxmlformats.org/officeDocument/2006/relationships/oleObject" Target="../embeddings/oleObject48.bin"/><Relationship Id="rId12" Type="http://schemas.openxmlformats.org/officeDocument/2006/relationships/image" Target="../media/image40.wmf"/><Relationship Id="rId17" Type="http://schemas.openxmlformats.org/officeDocument/2006/relationships/oleObject" Target="../embeddings/oleObject53.bin"/><Relationship Id="rId25" Type="http://schemas.openxmlformats.org/officeDocument/2006/relationships/oleObject" Target="../embeddings/oleObject57.bin"/><Relationship Id="rId2" Type="http://schemas.openxmlformats.org/officeDocument/2006/relationships/slideLayout" Target="../slideLayouts/slideLayout7.xml"/><Relationship Id="rId16" Type="http://schemas.openxmlformats.org/officeDocument/2006/relationships/image" Target="../media/image42.wmf"/><Relationship Id="rId20" Type="http://schemas.openxmlformats.org/officeDocument/2006/relationships/image" Target="../media/image44.wmf"/><Relationship Id="rId1" Type="http://schemas.openxmlformats.org/officeDocument/2006/relationships/vmlDrawing" Target="../drawings/vmlDrawing10.vml"/><Relationship Id="rId6" Type="http://schemas.openxmlformats.org/officeDocument/2006/relationships/image" Target="../media/image37.wmf"/><Relationship Id="rId11" Type="http://schemas.openxmlformats.org/officeDocument/2006/relationships/oleObject" Target="../embeddings/oleObject50.bin"/><Relationship Id="rId24" Type="http://schemas.openxmlformats.org/officeDocument/2006/relationships/image" Target="../media/image46.wmf"/><Relationship Id="rId5" Type="http://schemas.openxmlformats.org/officeDocument/2006/relationships/oleObject" Target="../embeddings/oleObject47.bin"/><Relationship Id="rId15" Type="http://schemas.openxmlformats.org/officeDocument/2006/relationships/oleObject" Target="../embeddings/oleObject52.bin"/><Relationship Id="rId23" Type="http://schemas.openxmlformats.org/officeDocument/2006/relationships/oleObject" Target="../embeddings/oleObject56.bin"/><Relationship Id="rId28" Type="http://schemas.openxmlformats.org/officeDocument/2006/relationships/image" Target="../media/image48.wmf"/><Relationship Id="rId10" Type="http://schemas.openxmlformats.org/officeDocument/2006/relationships/image" Target="../media/image39.wmf"/><Relationship Id="rId19" Type="http://schemas.openxmlformats.org/officeDocument/2006/relationships/oleObject" Target="../embeddings/oleObject54.bin"/><Relationship Id="rId4" Type="http://schemas.openxmlformats.org/officeDocument/2006/relationships/image" Target="../media/image36.wmf"/><Relationship Id="rId9" Type="http://schemas.openxmlformats.org/officeDocument/2006/relationships/oleObject" Target="../embeddings/oleObject49.bin"/><Relationship Id="rId14" Type="http://schemas.openxmlformats.org/officeDocument/2006/relationships/image" Target="../media/image41.wmf"/><Relationship Id="rId22" Type="http://schemas.openxmlformats.org/officeDocument/2006/relationships/image" Target="../media/image45.wmf"/><Relationship Id="rId27" Type="http://schemas.openxmlformats.org/officeDocument/2006/relationships/oleObject" Target="../embeddings/oleObject58.bin"/></Relationships>
</file>

<file path=ppt/slides/_rels/slide12.xml.rels><?xml version="1.0" encoding="UTF-8" standalone="yes"?>
<Relationships xmlns="http://schemas.openxmlformats.org/package/2006/relationships"><Relationship Id="rId8" Type="http://schemas.openxmlformats.org/officeDocument/2006/relationships/image" Target="../media/image51.wmf"/><Relationship Id="rId3" Type="http://schemas.openxmlformats.org/officeDocument/2006/relationships/oleObject" Target="../embeddings/oleObject59.bin"/><Relationship Id="rId7" Type="http://schemas.openxmlformats.org/officeDocument/2006/relationships/oleObject" Target="../embeddings/oleObject61.bin"/><Relationship Id="rId2" Type="http://schemas.openxmlformats.org/officeDocument/2006/relationships/slideLayout" Target="../slideLayouts/slideLayout6.xml"/><Relationship Id="rId1" Type="http://schemas.openxmlformats.org/officeDocument/2006/relationships/vmlDrawing" Target="../drawings/vmlDrawing11.vml"/><Relationship Id="rId6" Type="http://schemas.openxmlformats.org/officeDocument/2006/relationships/image" Target="../media/image50.wmf"/><Relationship Id="rId5" Type="http://schemas.openxmlformats.org/officeDocument/2006/relationships/oleObject" Target="../embeddings/oleObject60.bin"/><Relationship Id="rId4" Type="http://schemas.openxmlformats.org/officeDocument/2006/relationships/image" Target="../media/image49.wmf"/></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65.bin"/><Relationship Id="rId13" Type="http://schemas.openxmlformats.org/officeDocument/2006/relationships/oleObject" Target="../embeddings/oleObject69.bin"/><Relationship Id="rId18" Type="http://schemas.openxmlformats.org/officeDocument/2006/relationships/image" Target="../media/image57.wmf"/><Relationship Id="rId3" Type="http://schemas.openxmlformats.org/officeDocument/2006/relationships/oleObject" Target="../embeddings/oleObject62.bin"/><Relationship Id="rId21" Type="http://schemas.openxmlformats.org/officeDocument/2006/relationships/oleObject" Target="../embeddings/oleObject73.bin"/><Relationship Id="rId7" Type="http://schemas.openxmlformats.org/officeDocument/2006/relationships/oleObject" Target="../embeddings/oleObject64.bin"/><Relationship Id="rId12" Type="http://schemas.openxmlformats.org/officeDocument/2006/relationships/oleObject" Target="../embeddings/oleObject68.bin"/><Relationship Id="rId17" Type="http://schemas.openxmlformats.org/officeDocument/2006/relationships/oleObject" Target="../embeddings/oleObject71.bin"/><Relationship Id="rId2" Type="http://schemas.openxmlformats.org/officeDocument/2006/relationships/slideLayout" Target="../slideLayouts/slideLayout6.xml"/><Relationship Id="rId16" Type="http://schemas.openxmlformats.org/officeDocument/2006/relationships/image" Target="../media/image56.emf"/><Relationship Id="rId20" Type="http://schemas.openxmlformats.org/officeDocument/2006/relationships/image" Target="../media/image58.wmf"/><Relationship Id="rId1" Type="http://schemas.openxmlformats.org/officeDocument/2006/relationships/vmlDrawing" Target="../drawings/vmlDrawing12.vml"/><Relationship Id="rId6" Type="http://schemas.openxmlformats.org/officeDocument/2006/relationships/image" Target="../media/image53.wmf"/><Relationship Id="rId11" Type="http://schemas.openxmlformats.org/officeDocument/2006/relationships/oleObject" Target="../embeddings/oleObject67.bin"/><Relationship Id="rId5" Type="http://schemas.openxmlformats.org/officeDocument/2006/relationships/oleObject" Target="../embeddings/oleObject63.bin"/><Relationship Id="rId15" Type="http://schemas.openxmlformats.org/officeDocument/2006/relationships/oleObject" Target="../embeddings/oleObject70.bin"/><Relationship Id="rId10" Type="http://schemas.openxmlformats.org/officeDocument/2006/relationships/image" Target="../media/image54.wmf"/><Relationship Id="rId19" Type="http://schemas.openxmlformats.org/officeDocument/2006/relationships/oleObject" Target="../embeddings/oleObject72.bin"/><Relationship Id="rId4" Type="http://schemas.openxmlformats.org/officeDocument/2006/relationships/image" Target="../media/image52.wmf"/><Relationship Id="rId9" Type="http://schemas.openxmlformats.org/officeDocument/2006/relationships/oleObject" Target="../embeddings/oleObject66.bin"/><Relationship Id="rId14" Type="http://schemas.openxmlformats.org/officeDocument/2006/relationships/image" Target="../media/image55.emf"/><Relationship Id="rId22" Type="http://schemas.openxmlformats.org/officeDocument/2006/relationships/image" Target="../media/image59.wmf"/></Relationships>
</file>

<file path=ppt/slides/_rels/slide14.xml.rels><?xml version="1.0" encoding="UTF-8" standalone="yes"?>
<Relationships xmlns="http://schemas.openxmlformats.org/package/2006/relationships"><Relationship Id="rId8" Type="http://schemas.openxmlformats.org/officeDocument/2006/relationships/image" Target="../media/image62.emf"/><Relationship Id="rId13" Type="http://schemas.openxmlformats.org/officeDocument/2006/relationships/oleObject" Target="../embeddings/oleObject79.bin"/><Relationship Id="rId3" Type="http://schemas.openxmlformats.org/officeDocument/2006/relationships/oleObject" Target="../embeddings/oleObject74.bin"/><Relationship Id="rId7" Type="http://schemas.openxmlformats.org/officeDocument/2006/relationships/oleObject" Target="../embeddings/oleObject76.bin"/><Relationship Id="rId12" Type="http://schemas.openxmlformats.org/officeDocument/2006/relationships/image" Target="../media/image64.emf"/><Relationship Id="rId2" Type="http://schemas.openxmlformats.org/officeDocument/2006/relationships/slideLayout" Target="../slideLayouts/slideLayout6.xml"/><Relationship Id="rId16" Type="http://schemas.openxmlformats.org/officeDocument/2006/relationships/image" Target="../media/image66.emf"/><Relationship Id="rId1" Type="http://schemas.openxmlformats.org/officeDocument/2006/relationships/vmlDrawing" Target="../drawings/vmlDrawing13.vml"/><Relationship Id="rId6" Type="http://schemas.openxmlformats.org/officeDocument/2006/relationships/image" Target="../media/image61.emf"/><Relationship Id="rId11" Type="http://schemas.openxmlformats.org/officeDocument/2006/relationships/oleObject" Target="../embeddings/oleObject78.bin"/><Relationship Id="rId5" Type="http://schemas.openxmlformats.org/officeDocument/2006/relationships/oleObject" Target="../embeddings/oleObject75.bin"/><Relationship Id="rId15" Type="http://schemas.openxmlformats.org/officeDocument/2006/relationships/oleObject" Target="../embeddings/oleObject80.bin"/><Relationship Id="rId10" Type="http://schemas.openxmlformats.org/officeDocument/2006/relationships/image" Target="../media/image63.emf"/><Relationship Id="rId4" Type="http://schemas.openxmlformats.org/officeDocument/2006/relationships/image" Target="../media/image60.wmf"/><Relationship Id="rId9" Type="http://schemas.openxmlformats.org/officeDocument/2006/relationships/oleObject" Target="../embeddings/oleObject77.bin"/><Relationship Id="rId14" Type="http://schemas.openxmlformats.org/officeDocument/2006/relationships/image" Target="../media/image65.emf"/></Relationships>
</file>

<file path=ppt/slides/_rels/slide15.xml.rels><?xml version="1.0" encoding="UTF-8" standalone="yes"?>
<Relationships xmlns="http://schemas.openxmlformats.org/package/2006/relationships"><Relationship Id="rId8" Type="http://schemas.openxmlformats.org/officeDocument/2006/relationships/image" Target="../media/image68.wmf"/><Relationship Id="rId3" Type="http://schemas.openxmlformats.org/officeDocument/2006/relationships/oleObject" Target="../embeddings/oleObject81.bin"/><Relationship Id="rId7" Type="http://schemas.openxmlformats.org/officeDocument/2006/relationships/oleObject" Target="../embeddings/oleObject83.bin"/><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image" Target="../media/image58.wmf"/><Relationship Id="rId5" Type="http://schemas.openxmlformats.org/officeDocument/2006/relationships/oleObject" Target="../embeddings/oleObject82.bin"/><Relationship Id="rId4" Type="http://schemas.openxmlformats.org/officeDocument/2006/relationships/image" Target="../media/image67.wmf"/></Relationships>
</file>

<file path=ppt/slides/_rels/slide16.xml.rels><?xml version="1.0" encoding="UTF-8" standalone="yes"?>
<Relationships xmlns="http://schemas.openxmlformats.org/package/2006/relationships"><Relationship Id="rId8" Type="http://schemas.openxmlformats.org/officeDocument/2006/relationships/image" Target="../media/image58.wmf"/><Relationship Id="rId3" Type="http://schemas.openxmlformats.org/officeDocument/2006/relationships/oleObject" Target="../embeddings/oleObject84.bin"/><Relationship Id="rId7" Type="http://schemas.openxmlformats.org/officeDocument/2006/relationships/oleObject" Target="../embeddings/oleObject86.bin"/><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image" Target="../media/image69.wmf"/><Relationship Id="rId5" Type="http://schemas.openxmlformats.org/officeDocument/2006/relationships/oleObject" Target="../embeddings/oleObject85.bin"/><Relationship Id="rId10" Type="http://schemas.openxmlformats.org/officeDocument/2006/relationships/image" Target="../media/image70.wmf"/><Relationship Id="rId4" Type="http://schemas.openxmlformats.org/officeDocument/2006/relationships/image" Target="../media/image67.wmf"/><Relationship Id="rId9" Type="http://schemas.openxmlformats.org/officeDocument/2006/relationships/oleObject" Target="../embeddings/oleObject87.bin"/></Relationships>
</file>

<file path=ppt/slides/_rels/slide17.xml.rels><?xml version="1.0" encoding="UTF-8" standalone="yes"?>
<Relationships xmlns="http://schemas.openxmlformats.org/package/2006/relationships"><Relationship Id="rId8" Type="http://schemas.openxmlformats.org/officeDocument/2006/relationships/image" Target="../media/image71.wmf"/><Relationship Id="rId3" Type="http://schemas.openxmlformats.org/officeDocument/2006/relationships/oleObject" Target="../embeddings/oleObject88.bin"/><Relationship Id="rId7" Type="http://schemas.openxmlformats.org/officeDocument/2006/relationships/oleObject" Target="../embeddings/oleObject90.bin"/><Relationship Id="rId2" Type="http://schemas.openxmlformats.org/officeDocument/2006/relationships/slideLayout" Target="../slideLayouts/slideLayout6.xml"/><Relationship Id="rId1" Type="http://schemas.openxmlformats.org/officeDocument/2006/relationships/vmlDrawing" Target="../drawings/vmlDrawing16.vml"/><Relationship Id="rId6" Type="http://schemas.openxmlformats.org/officeDocument/2006/relationships/image" Target="../media/image58.wmf"/><Relationship Id="rId5" Type="http://schemas.openxmlformats.org/officeDocument/2006/relationships/oleObject" Target="../embeddings/oleObject89.bin"/><Relationship Id="rId4" Type="http://schemas.openxmlformats.org/officeDocument/2006/relationships/image" Target="../media/image67.wmf"/></Relationships>
</file>

<file path=ppt/slides/_rels/slide18.xml.rels><?xml version="1.0" encoding="UTF-8" standalone="yes"?>
<Relationships xmlns="http://schemas.openxmlformats.org/package/2006/relationships"><Relationship Id="rId8" Type="http://schemas.openxmlformats.org/officeDocument/2006/relationships/image" Target="../media/image72.wmf"/><Relationship Id="rId3" Type="http://schemas.openxmlformats.org/officeDocument/2006/relationships/oleObject" Target="../embeddings/oleObject91.bin"/><Relationship Id="rId7" Type="http://schemas.openxmlformats.org/officeDocument/2006/relationships/oleObject" Target="../embeddings/oleObject93.bin"/><Relationship Id="rId2" Type="http://schemas.openxmlformats.org/officeDocument/2006/relationships/slideLayout" Target="../slideLayouts/slideLayout12.xml"/><Relationship Id="rId1" Type="http://schemas.openxmlformats.org/officeDocument/2006/relationships/vmlDrawing" Target="../drawings/vmlDrawing17.vml"/><Relationship Id="rId6" Type="http://schemas.openxmlformats.org/officeDocument/2006/relationships/image" Target="../media/image58.wmf"/><Relationship Id="rId5" Type="http://schemas.openxmlformats.org/officeDocument/2006/relationships/oleObject" Target="../embeddings/oleObject92.bin"/><Relationship Id="rId4" Type="http://schemas.openxmlformats.org/officeDocument/2006/relationships/image" Target="../media/image67.wmf"/></Relationships>
</file>

<file path=ppt/slides/_rels/slide19.xml.rels><?xml version="1.0" encoding="UTF-8" standalone="yes"?>
<Relationships xmlns="http://schemas.openxmlformats.org/package/2006/relationships"><Relationship Id="rId8" Type="http://schemas.openxmlformats.org/officeDocument/2006/relationships/image" Target="../media/image74.wmf"/><Relationship Id="rId13" Type="http://schemas.openxmlformats.org/officeDocument/2006/relationships/oleObject" Target="../embeddings/oleObject99.bin"/><Relationship Id="rId3" Type="http://schemas.openxmlformats.org/officeDocument/2006/relationships/oleObject" Target="../embeddings/oleObject94.bin"/><Relationship Id="rId7" Type="http://schemas.openxmlformats.org/officeDocument/2006/relationships/oleObject" Target="../embeddings/oleObject96.bin"/><Relationship Id="rId12" Type="http://schemas.openxmlformats.org/officeDocument/2006/relationships/image" Target="../media/image76.wmf"/><Relationship Id="rId2" Type="http://schemas.openxmlformats.org/officeDocument/2006/relationships/slideLayout" Target="../slideLayouts/slideLayout6.xml"/><Relationship Id="rId16" Type="http://schemas.openxmlformats.org/officeDocument/2006/relationships/image" Target="../media/image69.wmf"/><Relationship Id="rId1" Type="http://schemas.openxmlformats.org/officeDocument/2006/relationships/vmlDrawing" Target="../drawings/vmlDrawing18.vml"/><Relationship Id="rId6" Type="http://schemas.openxmlformats.org/officeDocument/2006/relationships/image" Target="../media/image73.wmf"/><Relationship Id="rId11" Type="http://schemas.openxmlformats.org/officeDocument/2006/relationships/oleObject" Target="../embeddings/oleObject98.bin"/><Relationship Id="rId5" Type="http://schemas.openxmlformats.org/officeDocument/2006/relationships/oleObject" Target="../embeddings/oleObject95.bin"/><Relationship Id="rId15" Type="http://schemas.openxmlformats.org/officeDocument/2006/relationships/oleObject" Target="../embeddings/oleObject100.bin"/><Relationship Id="rId10" Type="http://schemas.openxmlformats.org/officeDocument/2006/relationships/image" Target="../media/image75.wmf"/><Relationship Id="rId4" Type="http://schemas.openxmlformats.org/officeDocument/2006/relationships/image" Target="../media/image71.wmf"/><Relationship Id="rId9" Type="http://schemas.openxmlformats.org/officeDocument/2006/relationships/oleObject" Target="../embeddings/oleObject97.bin"/><Relationship Id="rId14" Type="http://schemas.openxmlformats.org/officeDocument/2006/relationships/image" Target="../media/image58.wmf"/></Relationships>
</file>

<file path=ppt/slides/_rels/slide20.xml.rels><?xml version="1.0" encoding="UTF-8" standalone="yes"?>
<Relationships xmlns="http://schemas.openxmlformats.org/package/2006/relationships"><Relationship Id="rId8" Type="http://schemas.openxmlformats.org/officeDocument/2006/relationships/image" Target="../media/image79.wmf"/><Relationship Id="rId3" Type="http://schemas.openxmlformats.org/officeDocument/2006/relationships/oleObject" Target="../embeddings/oleObject101.bin"/><Relationship Id="rId7" Type="http://schemas.openxmlformats.org/officeDocument/2006/relationships/oleObject" Target="../embeddings/oleObject103.bin"/><Relationship Id="rId12" Type="http://schemas.openxmlformats.org/officeDocument/2006/relationships/image" Target="../media/image81.wmf"/><Relationship Id="rId2" Type="http://schemas.openxmlformats.org/officeDocument/2006/relationships/slideLayout" Target="../slideLayouts/slideLayout2.xml"/><Relationship Id="rId1" Type="http://schemas.openxmlformats.org/officeDocument/2006/relationships/vmlDrawing" Target="../drawings/vmlDrawing19.vml"/><Relationship Id="rId6" Type="http://schemas.openxmlformats.org/officeDocument/2006/relationships/image" Target="../media/image78.wmf"/><Relationship Id="rId11" Type="http://schemas.openxmlformats.org/officeDocument/2006/relationships/oleObject" Target="../embeddings/oleObject105.bin"/><Relationship Id="rId5" Type="http://schemas.openxmlformats.org/officeDocument/2006/relationships/oleObject" Target="../embeddings/oleObject102.bin"/><Relationship Id="rId10" Type="http://schemas.openxmlformats.org/officeDocument/2006/relationships/image" Target="../media/image80.wmf"/><Relationship Id="rId4" Type="http://schemas.openxmlformats.org/officeDocument/2006/relationships/image" Target="../media/image77.wmf"/><Relationship Id="rId9" Type="http://schemas.openxmlformats.org/officeDocument/2006/relationships/oleObject" Target="../embeddings/oleObject104.bin"/></Relationships>
</file>

<file path=ppt/slides/_rels/slide21.xml.rels><?xml version="1.0" encoding="UTF-8" standalone="yes"?>
<Relationships xmlns="http://schemas.openxmlformats.org/package/2006/relationships"><Relationship Id="rId8" Type="http://schemas.openxmlformats.org/officeDocument/2006/relationships/image" Target="../media/image81.wmf"/><Relationship Id="rId3" Type="http://schemas.openxmlformats.org/officeDocument/2006/relationships/oleObject" Target="../embeddings/oleObject106.bin"/><Relationship Id="rId7" Type="http://schemas.openxmlformats.org/officeDocument/2006/relationships/oleObject" Target="../embeddings/oleObject108.bin"/><Relationship Id="rId2" Type="http://schemas.openxmlformats.org/officeDocument/2006/relationships/slideLayout" Target="../slideLayouts/slideLayout2.xml"/><Relationship Id="rId1" Type="http://schemas.openxmlformats.org/officeDocument/2006/relationships/vmlDrawing" Target="../drawings/vmlDrawing20.vml"/><Relationship Id="rId6" Type="http://schemas.openxmlformats.org/officeDocument/2006/relationships/image" Target="../media/image80.wmf"/><Relationship Id="rId5" Type="http://schemas.openxmlformats.org/officeDocument/2006/relationships/oleObject" Target="../embeddings/oleObject107.bin"/><Relationship Id="rId4" Type="http://schemas.openxmlformats.org/officeDocument/2006/relationships/image" Target="../media/image79.w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09.bin"/><Relationship Id="rId2" Type="http://schemas.openxmlformats.org/officeDocument/2006/relationships/slideLayout" Target="../slideLayouts/slideLayout2.xml"/><Relationship Id="rId1" Type="http://schemas.openxmlformats.org/officeDocument/2006/relationships/vmlDrawing" Target="../drawings/vmlDrawing21.vml"/><Relationship Id="rId6" Type="http://schemas.openxmlformats.org/officeDocument/2006/relationships/image" Target="../media/image83.wmf"/><Relationship Id="rId5" Type="http://schemas.openxmlformats.org/officeDocument/2006/relationships/oleObject" Target="../embeddings/oleObject110.bin"/><Relationship Id="rId4" Type="http://schemas.openxmlformats.org/officeDocument/2006/relationships/image" Target="../media/image82.wmf"/></Relationships>
</file>

<file path=ppt/slides/_rels/slide23.xml.rels><?xml version="1.0" encoding="UTF-8" standalone="yes"?>
<Relationships xmlns="http://schemas.openxmlformats.org/package/2006/relationships"><Relationship Id="rId8" Type="http://schemas.openxmlformats.org/officeDocument/2006/relationships/image" Target="../media/image86.wmf"/><Relationship Id="rId13" Type="http://schemas.openxmlformats.org/officeDocument/2006/relationships/oleObject" Target="../embeddings/oleObject116.bin"/><Relationship Id="rId3" Type="http://schemas.openxmlformats.org/officeDocument/2006/relationships/oleObject" Target="../embeddings/oleObject111.bin"/><Relationship Id="rId7" Type="http://schemas.openxmlformats.org/officeDocument/2006/relationships/oleObject" Target="../embeddings/oleObject113.bin"/><Relationship Id="rId12" Type="http://schemas.openxmlformats.org/officeDocument/2006/relationships/image" Target="../media/image80.wmf"/><Relationship Id="rId2" Type="http://schemas.openxmlformats.org/officeDocument/2006/relationships/slideLayout" Target="../slideLayouts/slideLayout2.xml"/><Relationship Id="rId1" Type="http://schemas.openxmlformats.org/officeDocument/2006/relationships/vmlDrawing" Target="../drawings/vmlDrawing22.vml"/><Relationship Id="rId6" Type="http://schemas.openxmlformats.org/officeDocument/2006/relationships/image" Target="../media/image85.wmf"/><Relationship Id="rId11" Type="http://schemas.openxmlformats.org/officeDocument/2006/relationships/oleObject" Target="../embeddings/oleObject115.bin"/><Relationship Id="rId5" Type="http://schemas.openxmlformats.org/officeDocument/2006/relationships/oleObject" Target="../embeddings/oleObject112.bin"/><Relationship Id="rId10" Type="http://schemas.openxmlformats.org/officeDocument/2006/relationships/image" Target="../media/image79.wmf"/><Relationship Id="rId4" Type="http://schemas.openxmlformats.org/officeDocument/2006/relationships/image" Target="../media/image84.wmf"/><Relationship Id="rId9" Type="http://schemas.openxmlformats.org/officeDocument/2006/relationships/oleObject" Target="../embeddings/oleObject114.bin"/><Relationship Id="rId14" Type="http://schemas.openxmlformats.org/officeDocument/2006/relationships/image" Target="../media/image81.wmf"/></Relationships>
</file>

<file path=ppt/slides/_rels/slide24.xml.rels><?xml version="1.0" encoding="UTF-8" standalone="yes"?>
<Relationships xmlns="http://schemas.openxmlformats.org/package/2006/relationships"><Relationship Id="rId8" Type="http://schemas.openxmlformats.org/officeDocument/2006/relationships/image" Target="../media/image89.wmf"/><Relationship Id="rId13" Type="http://schemas.openxmlformats.org/officeDocument/2006/relationships/oleObject" Target="../embeddings/oleObject122.bin"/><Relationship Id="rId18" Type="http://schemas.openxmlformats.org/officeDocument/2006/relationships/image" Target="../media/image94.wmf"/><Relationship Id="rId3" Type="http://schemas.openxmlformats.org/officeDocument/2006/relationships/oleObject" Target="../embeddings/oleObject117.bin"/><Relationship Id="rId21" Type="http://schemas.openxmlformats.org/officeDocument/2006/relationships/oleObject" Target="../embeddings/oleObject126.bin"/><Relationship Id="rId7" Type="http://schemas.openxmlformats.org/officeDocument/2006/relationships/oleObject" Target="../embeddings/oleObject119.bin"/><Relationship Id="rId12" Type="http://schemas.openxmlformats.org/officeDocument/2006/relationships/image" Target="../media/image91.wmf"/><Relationship Id="rId17" Type="http://schemas.openxmlformats.org/officeDocument/2006/relationships/oleObject" Target="../embeddings/oleObject124.bin"/><Relationship Id="rId2" Type="http://schemas.openxmlformats.org/officeDocument/2006/relationships/slideLayout" Target="../slideLayouts/slideLayout2.xml"/><Relationship Id="rId16" Type="http://schemas.openxmlformats.org/officeDocument/2006/relationships/image" Target="../media/image93.wmf"/><Relationship Id="rId20" Type="http://schemas.openxmlformats.org/officeDocument/2006/relationships/image" Target="../media/image95.wmf"/><Relationship Id="rId1" Type="http://schemas.openxmlformats.org/officeDocument/2006/relationships/vmlDrawing" Target="../drawings/vmlDrawing23.vml"/><Relationship Id="rId6" Type="http://schemas.openxmlformats.org/officeDocument/2006/relationships/image" Target="../media/image88.wmf"/><Relationship Id="rId11" Type="http://schemas.openxmlformats.org/officeDocument/2006/relationships/oleObject" Target="../embeddings/oleObject121.bin"/><Relationship Id="rId5" Type="http://schemas.openxmlformats.org/officeDocument/2006/relationships/oleObject" Target="../embeddings/oleObject118.bin"/><Relationship Id="rId15" Type="http://schemas.openxmlformats.org/officeDocument/2006/relationships/oleObject" Target="../embeddings/oleObject123.bin"/><Relationship Id="rId10" Type="http://schemas.openxmlformats.org/officeDocument/2006/relationships/image" Target="../media/image90.wmf"/><Relationship Id="rId19" Type="http://schemas.openxmlformats.org/officeDocument/2006/relationships/oleObject" Target="../embeddings/oleObject125.bin"/><Relationship Id="rId4" Type="http://schemas.openxmlformats.org/officeDocument/2006/relationships/image" Target="../media/image87.wmf"/><Relationship Id="rId9" Type="http://schemas.openxmlformats.org/officeDocument/2006/relationships/oleObject" Target="../embeddings/oleObject120.bin"/><Relationship Id="rId14" Type="http://schemas.openxmlformats.org/officeDocument/2006/relationships/image" Target="../media/image92.wmf"/><Relationship Id="rId22" Type="http://schemas.openxmlformats.org/officeDocument/2006/relationships/image" Target="../media/image96.wmf"/></Relationships>
</file>

<file path=ppt/slides/_rels/slide25.xml.rels><?xml version="1.0" encoding="UTF-8" standalone="yes"?>
<Relationships xmlns="http://schemas.openxmlformats.org/package/2006/relationships"><Relationship Id="rId8" Type="http://schemas.openxmlformats.org/officeDocument/2006/relationships/image" Target="../media/image99.wmf"/><Relationship Id="rId13" Type="http://schemas.openxmlformats.org/officeDocument/2006/relationships/oleObject" Target="../embeddings/oleObject132.bin"/><Relationship Id="rId18" Type="http://schemas.openxmlformats.org/officeDocument/2006/relationships/image" Target="../media/image104.wmf"/><Relationship Id="rId3" Type="http://schemas.openxmlformats.org/officeDocument/2006/relationships/oleObject" Target="../embeddings/oleObject127.bin"/><Relationship Id="rId7" Type="http://schemas.openxmlformats.org/officeDocument/2006/relationships/oleObject" Target="../embeddings/oleObject129.bin"/><Relationship Id="rId12" Type="http://schemas.openxmlformats.org/officeDocument/2006/relationships/image" Target="../media/image101.wmf"/><Relationship Id="rId17" Type="http://schemas.openxmlformats.org/officeDocument/2006/relationships/oleObject" Target="../embeddings/oleObject134.bin"/><Relationship Id="rId2" Type="http://schemas.openxmlformats.org/officeDocument/2006/relationships/slideLayout" Target="../slideLayouts/slideLayout7.xml"/><Relationship Id="rId16" Type="http://schemas.openxmlformats.org/officeDocument/2006/relationships/image" Target="../media/image103.wmf"/><Relationship Id="rId20" Type="http://schemas.openxmlformats.org/officeDocument/2006/relationships/image" Target="../media/image105.wmf"/><Relationship Id="rId1" Type="http://schemas.openxmlformats.org/officeDocument/2006/relationships/vmlDrawing" Target="../drawings/vmlDrawing24.vml"/><Relationship Id="rId6" Type="http://schemas.openxmlformats.org/officeDocument/2006/relationships/image" Target="../media/image98.wmf"/><Relationship Id="rId11" Type="http://schemas.openxmlformats.org/officeDocument/2006/relationships/oleObject" Target="../embeddings/oleObject131.bin"/><Relationship Id="rId5" Type="http://schemas.openxmlformats.org/officeDocument/2006/relationships/oleObject" Target="../embeddings/oleObject128.bin"/><Relationship Id="rId15" Type="http://schemas.openxmlformats.org/officeDocument/2006/relationships/oleObject" Target="../embeddings/oleObject133.bin"/><Relationship Id="rId10" Type="http://schemas.openxmlformats.org/officeDocument/2006/relationships/image" Target="../media/image100.wmf"/><Relationship Id="rId19" Type="http://schemas.openxmlformats.org/officeDocument/2006/relationships/oleObject" Target="../embeddings/oleObject135.bin"/><Relationship Id="rId4" Type="http://schemas.openxmlformats.org/officeDocument/2006/relationships/image" Target="../media/image97.wmf"/><Relationship Id="rId9" Type="http://schemas.openxmlformats.org/officeDocument/2006/relationships/oleObject" Target="../embeddings/oleObject130.bin"/><Relationship Id="rId14" Type="http://schemas.openxmlformats.org/officeDocument/2006/relationships/image" Target="../media/image102.wmf"/></Relationships>
</file>

<file path=ppt/slides/_rels/slide26.xml.rels><?xml version="1.0" encoding="UTF-8" standalone="yes"?>
<Relationships xmlns="http://schemas.openxmlformats.org/package/2006/relationships"><Relationship Id="rId8" Type="http://schemas.openxmlformats.org/officeDocument/2006/relationships/image" Target="../media/image108.wmf"/><Relationship Id="rId3" Type="http://schemas.openxmlformats.org/officeDocument/2006/relationships/oleObject" Target="../embeddings/oleObject136.bin"/><Relationship Id="rId7" Type="http://schemas.openxmlformats.org/officeDocument/2006/relationships/oleObject" Target="../embeddings/oleObject138.bin"/><Relationship Id="rId2" Type="http://schemas.openxmlformats.org/officeDocument/2006/relationships/slideLayout" Target="../slideLayouts/slideLayout7.xml"/><Relationship Id="rId1" Type="http://schemas.openxmlformats.org/officeDocument/2006/relationships/vmlDrawing" Target="../drawings/vmlDrawing25.vml"/><Relationship Id="rId6" Type="http://schemas.openxmlformats.org/officeDocument/2006/relationships/image" Target="../media/image107.wmf"/><Relationship Id="rId5" Type="http://schemas.openxmlformats.org/officeDocument/2006/relationships/oleObject" Target="../embeddings/oleObject137.bin"/><Relationship Id="rId10" Type="http://schemas.openxmlformats.org/officeDocument/2006/relationships/image" Target="../media/image109.wmf"/><Relationship Id="rId4" Type="http://schemas.openxmlformats.org/officeDocument/2006/relationships/image" Target="../media/image106.wmf"/><Relationship Id="rId9" Type="http://schemas.openxmlformats.org/officeDocument/2006/relationships/oleObject" Target="../embeddings/oleObject139.bin"/></Relationships>
</file>

<file path=ppt/slides/_rels/slide27.xml.rels><?xml version="1.0" encoding="UTF-8" standalone="yes"?>
<Relationships xmlns="http://schemas.openxmlformats.org/package/2006/relationships"><Relationship Id="rId8" Type="http://schemas.openxmlformats.org/officeDocument/2006/relationships/image" Target="../media/image112.wmf"/><Relationship Id="rId13" Type="http://schemas.openxmlformats.org/officeDocument/2006/relationships/oleObject" Target="../embeddings/oleObject145.bin"/><Relationship Id="rId3" Type="http://schemas.openxmlformats.org/officeDocument/2006/relationships/oleObject" Target="../embeddings/oleObject140.bin"/><Relationship Id="rId7" Type="http://schemas.openxmlformats.org/officeDocument/2006/relationships/oleObject" Target="../embeddings/oleObject142.bin"/><Relationship Id="rId12" Type="http://schemas.openxmlformats.org/officeDocument/2006/relationships/image" Target="../media/image114.wmf"/><Relationship Id="rId2" Type="http://schemas.openxmlformats.org/officeDocument/2006/relationships/slideLayout" Target="../slideLayouts/slideLayout2.xml"/><Relationship Id="rId16" Type="http://schemas.openxmlformats.org/officeDocument/2006/relationships/image" Target="../media/image116.wmf"/><Relationship Id="rId1" Type="http://schemas.openxmlformats.org/officeDocument/2006/relationships/vmlDrawing" Target="../drawings/vmlDrawing26.vml"/><Relationship Id="rId6" Type="http://schemas.openxmlformats.org/officeDocument/2006/relationships/image" Target="../media/image111.wmf"/><Relationship Id="rId11" Type="http://schemas.openxmlformats.org/officeDocument/2006/relationships/oleObject" Target="../embeddings/oleObject144.bin"/><Relationship Id="rId5" Type="http://schemas.openxmlformats.org/officeDocument/2006/relationships/oleObject" Target="../embeddings/oleObject141.bin"/><Relationship Id="rId15" Type="http://schemas.openxmlformats.org/officeDocument/2006/relationships/oleObject" Target="../embeddings/oleObject146.bin"/><Relationship Id="rId10" Type="http://schemas.openxmlformats.org/officeDocument/2006/relationships/image" Target="../media/image113.wmf"/><Relationship Id="rId4" Type="http://schemas.openxmlformats.org/officeDocument/2006/relationships/image" Target="../media/image110.wmf"/><Relationship Id="rId9" Type="http://schemas.openxmlformats.org/officeDocument/2006/relationships/oleObject" Target="../embeddings/oleObject143.bin"/><Relationship Id="rId14" Type="http://schemas.openxmlformats.org/officeDocument/2006/relationships/image" Target="../media/image115.w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147.bin"/><Relationship Id="rId2" Type="http://schemas.openxmlformats.org/officeDocument/2006/relationships/slideLayout" Target="../slideLayouts/slideLayout2.xml"/><Relationship Id="rId1" Type="http://schemas.openxmlformats.org/officeDocument/2006/relationships/vmlDrawing" Target="../drawings/vmlDrawing27.vml"/><Relationship Id="rId6" Type="http://schemas.openxmlformats.org/officeDocument/2006/relationships/image" Target="../media/image118.wmf"/><Relationship Id="rId5" Type="http://schemas.openxmlformats.org/officeDocument/2006/relationships/oleObject" Target="../embeddings/oleObject148.bin"/><Relationship Id="rId4" Type="http://schemas.openxmlformats.org/officeDocument/2006/relationships/image" Target="../media/image117.wmf"/></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151.bin"/><Relationship Id="rId3" Type="http://schemas.openxmlformats.org/officeDocument/2006/relationships/audio" Target="../media/audio1.wav"/><Relationship Id="rId7" Type="http://schemas.openxmlformats.org/officeDocument/2006/relationships/image" Target="../media/image120.wmf"/><Relationship Id="rId2" Type="http://schemas.openxmlformats.org/officeDocument/2006/relationships/slideLayout" Target="../slideLayouts/slideLayout7.xml"/><Relationship Id="rId1" Type="http://schemas.openxmlformats.org/officeDocument/2006/relationships/vmlDrawing" Target="../drawings/vmlDrawing28.vml"/><Relationship Id="rId6" Type="http://schemas.openxmlformats.org/officeDocument/2006/relationships/oleObject" Target="../embeddings/oleObject150.bin"/><Relationship Id="rId11" Type="http://schemas.openxmlformats.org/officeDocument/2006/relationships/image" Target="../media/image122.wmf"/><Relationship Id="rId5" Type="http://schemas.openxmlformats.org/officeDocument/2006/relationships/image" Target="../media/image119.wmf"/><Relationship Id="rId10" Type="http://schemas.openxmlformats.org/officeDocument/2006/relationships/oleObject" Target="../embeddings/oleObject152.bin"/><Relationship Id="rId4" Type="http://schemas.openxmlformats.org/officeDocument/2006/relationships/oleObject" Target="../embeddings/oleObject149.bin"/><Relationship Id="rId9" Type="http://schemas.openxmlformats.org/officeDocument/2006/relationships/image" Target="../media/image121.wmf"/></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155.bin"/><Relationship Id="rId13" Type="http://schemas.openxmlformats.org/officeDocument/2006/relationships/image" Target="../media/image127.wmf"/><Relationship Id="rId18" Type="http://schemas.openxmlformats.org/officeDocument/2006/relationships/oleObject" Target="../embeddings/oleObject160.bin"/><Relationship Id="rId26" Type="http://schemas.openxmlformats.org/officeDocument/2006/relationships/oleObject" Target="../embeddings/oleObject164.bin"/><Relationship Id="rId3" Type="http://schemas.openxmlformats.org/officeDocument/2006/relationships/audio" Target="../media/audio2.wav"/><Relationship Id="rId21" Type="http://schemas.openxmlformats.org/officeDocument/2006/relationships/image" Target="../media/image131.wmf"/><Relationship Id="rId7" Type="http://schemas.openxmlformats.org/officeDocument/2006/relationships/image" Target="../media/image124.wmf"/><Relationship Id="rId12" Type="http://schemas.openxmlformats.org/officeDocument/2006/relationships/oleObject" Target="../embeddings/oleObject157.bin"/><Relationship Id="rId17" Type="http://schemas.openxmlformats.org/officeDocument/2006/relationships/image" Target="../media/image129.wmf"/><Relationship Id="rId25" Type="http://schemas.openxmlformats.org/officeDocument/2006/relationships/image" Target="../media/image133.wmf"/><Relationship Id="rId2" Type="http://schemas.openxmlformats.org/officeDocument/2006/relationships/slideLayout" Target="../slideLayouts/slideLayout7.xml"/><Relationship Id="rId16" Type="http://schemas.openxmlformats.org/officeDocument/2006/relationships/oleObject" Target="../embeddings/oleObject159.bin"/><Relationship Id="rId20" Type="http://schemas.openxmlformats.org/officeDocument/2006/relationships/oleObject" Target="../embeddings/oleObject161.bin"/><Relationship Id="rId1" Type="http://schemas.openxmlformats.org/officeDocument/2006/relationships/vmlDrawing" Target="../drawings/vmlDrawing29.vml"/><Relationship Id="rId6" Type="http://schemas.openxmlformats.org/officeDocument/2006/relationships/oleObject" Target="../embeddings/oleObject154.bin"/><Relationship Id="rId11" Type="http://schemas.openxmlformats.org/officeDocument/2006/relationships/image" Target="../media/image126.wmf"/><Relationship Id="rId24" Type="http://schemas.openxmlformats.org/officeDocument/2006/relationships/oleObject" Target="../embeddings/oleObject163.bin"/><Relationship Id="rId5" Type="http://schemas.openxmlformats.org/officeDocument/2006/relationships/image" Target="../media/image123.wmf"/><Relationship Id="rId15" Type="http://schemas.openxmlformats.org/officeDocument/2006/relationships/image" Target="../media/image128.wmf"/><Relationship Id="rId23" Type="http://schemas.openxmlformats.org/officeDocument/2006/relationships/image" Target="../media/image132.wmf"/><Relationship Id="rId10" Type="http://schemas.openxmlformats.org/officeDocument/2006/relationships/oleObject" Target="../embeddings/oleObject156.bin"/><Relationship Id="rId19" Type="http://schemas.openxmlformats.org/officeDocument/2006/relationships/image" Target="../media/image130.wmf"/><Relationship Id="rId4" Type="http://schemas.openxmlformats.org/officeDocument/2006/relationships/oleObject" Target="../embeddings/oleObject153.bin"/><Relationship Id="rId9" Type="http://schemas.openxmlformats.org/officeDocument/2006/relationships/image" Target="../media/image125.wmf"/><Relationship Id="rId14" Type="http://schemas.openxmlformats.org/officeDocument/2006/relationships/oleObject" Target="../embeddings/oleObject158.bin"/><Relationship Id="rId22" Type="http://schemas.openxmlformats.org/officeDocument/2006/relationships/oleObject" Target="../embeddings/oleObject162.bin"/><Relationship Id="rId27" Type="http://schemas.openxmlformats.org/officeDocument/2006/relationships/image" Target="../media/image134.wmf"/></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167.bin"/><Relationship Id="rId13" Type="http://schemas.openxmlformats.org/officeDocument/2006/relationships/image" Target="../media/image139.wmf"/><Relationship Id="rId3" Type="http://schemas.openxmlformats.org/officeDocument/2006/relationships/audio" Target="../media/audio1.wav"/><Relationship Id="rId7" Type="http://schemas.openxmlformats.org/officeDocument/2006/relationships/image" Target="../media/image136.wmf"/><Relationship Id="rId12" Type="http://schemas.openxmlformats.org/officeDocument/2006/relationships/oleObject" Target="../embeddings/oleObject169.bin"/><Relationship Id="rId17" Type="http://schemas.openxmlformats.org/officeDocument/2006/relationships/image" Target="../media/image141.wmf"/><Relationship Id="rId2" Type="http://schemas.openxmlformats.org/officeDocument/2006/relationships/slideLayout" Target="../slideLayouts/slideLayout7.xml"/><Relationship Id="rId16" Type="http://schemas.openxmlformats.org/officeDocument/2006/relationships/oleObject" Target="../embeddings/oleObject171.bin"/><Relationship Id="rId1" Type="http://schemas.openxmlformats.org/officeDocument/2006/relationships/vmlDrawing" Target="../drawings/vmlDrawing30.vml"/><Relationship Id="rId6" Type="http://schemas.openxmlformats.org/officeDocument/2006/relationships/oleObject" Target="../embeddings/oleObject166.bin"/><Relationship Id="rId11" Type="http://schemas.openxmlformats.org/officeDocument/2006/relationships/image" Target="../media/image138.wmf"/><Relationship Id="rId5" Type="http://schemas.openxmlformats.org/officeDocument/2006/relationships/image" Target="../media/image135.wmf"/><Relationship Id="rId15" Type="http://schemas.openxmlformats.org/officeDocument/2006/relationships/image" Target="../media/image140.wmf"/><Relationship Id="rId10" Type="http://schemas.openxmlformats.org/officeDocument/2006/relationships/oleObject" Target="../embeddings/oleObject168.bin"/><Relationship Id="rId4" Type="http://schemas.openxmlformats.org/officeDocument/2006/relationships/oleObject" Target="../embeddings/oleObject165.bin"/><Relationship Id="rId9" Type="http://schemas.openxmlformats.org/officeDocument/2006/relationships/image" Target="../media/image137.wmf"/><Relationship Id="rId14" Type="http://schemas.openxmlformats.org/officeDocument/2006/relationships/oleObject" Target="../embeddings/oleObject170.bin"/></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174.bin"/><Relationship Id="rId13" Type="http://schemas.openxmlformats.org/officeDocument/2006/relationships/image" Target="../media/image146.wmf"/><Relationship Id="rId3" Type="http://schemas.openxmlformats.org/officeDocument/2006/relationships/audio" Target="../media/audio2.wav"/><Relationship Id="rId7" Type="http://schemas.openxmlformats.org/officeDocument/2006/relationships/image" Target="../media/image143.wmf"/><Relationship Id="rId12" Type="http://schemas.openxmlformats.org/officeDocument/2006/relationships/oleObject" Target="../embeddings/oleObject176.bin"/><Relationship Id="rId17" Type="http://schemas.openxmlformats.org/officeDocument/2006/relationships/image" Target="../media/image148.wmf"/><Relationship Id="rId2" Type="http://schemas.openxmlformats.org/officeDocument/2006/relationships/slideLayout" Target="../slideLayouts/slideLayout7.xml"/><Relationship Id="rId16" Type="http://schemas.openxmlformats.org/officeDocument/2006/relationships/oleObject" Target="../embeddings/oleObject178.bin"/><Relationship Id="rId1" Type="http://schemas.openxmlformats.org/officeDocument/2006/relationships/vmlDrawing" Target="../drawings/vmlDrawing31.vml"/><Relationship Id="rId6" Type="http://schemas.openxmlformats.org/officeDocument/2006/relationships/oleObject" Target="../embeddings/oleObject173.bin"/><Relationship Id="rId11" Type="http://schemas.openxmlformats.org/officeDocument/2006/relationships/image" Target="../media/image145.wmf"/><Relationship Id="rId5" Type="http://schemas.openxmlformats.org/officeDocument/2006/relationships/image" Target="../media/image142.wmf"/><Relationship Id="rId15" Type="http://schemas.openxmlformats.org/officeDocument/2006/relationships/image" Target="../media/image147.wmf"/><Relationship Id="rId10" Type="http://schemas.openxmlformats.org/officeDocument/2006/relationships/oleObject" Target="../embeddings/oleObject175.bin"/><Relationship Id="rId4" Type="http://schemas.openxmlformats.org/officeDocument/2006/relationships/oleObject" Target="../embeddings/oleObject172.bin"/><Relationship Id="rId9" Type="http://schemas.openxmlformats.org/officeDocument/2006/relationships/image" Target="../media/image144.wmf"/><Relationship Id="rId14" Type="http://schemas.openxmlformats.org/officeDocument/2006/relationships/oleObject" Target="../embeddings/oleObject177.bin"/></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181.bin"/><Relationship Id="rId13" Type="http://schemas.openxmlformats.org/officeDocument/2006/relationships/image" Target="../media/image153.wmf"/><Relationship Id="rId18" Type="http://schemas.openxmlformats.org/officeDocument/2006/relationships/image" Target="../media/image155.wmf"/><Relationship Id="rId3" Type="http://schemas.openxmlformats.org/officeDocument/2006/relationships/audio" Target="../media/audio1.wav"/><Relationship Id="rId7" Type="http://schemas.openxmlformats.org/officeDocument/2006/relationships/image" Target="../media/image150.wmf"/><Relationship Id="rId12" Type="http://schemas.openxmlformats.org/officeDocument/2006/relationships/oleObject" Target="../embeddings/oleObject183.bin"/><Relationship Id="rId17" Type="http://schemas.openxmlformats.org/officeDocument/2006/relationships/oleObject" Target="../embeddings/oleObject186.bin"/><Relationship Id="rId2" Type="http://schemas.openxmlformats.org/officeDocument/2006/relationships/slideLayout" Target="../slideLayouts/slideLayout7.xml"/><Relationship Id="rId16" Type="http://schemas.openxmlformats.org/officeDocument/2006/relationships/image" Target="../media/image154.wmf"/><Relationship Id="rId1" Type="http://schemas.openxmlformats.org/officeDocument/2006/relationships/vmlDrawing" Target="../drawings/vmlDrawing32.vml"/><Relationship Id="rId6" Type="http://schemas.openxmlformats.org/officeDocument/2006/relationships/oleObject" Target="../embeddings/oleObject180.bin"/><Relationship Id="rId11" Type="http://schemas.openxmlformats.org/officeDocument/2006/relationships/image" Target="../media/image152.wmf"/><Relationship Id="rId5" Type="http://schemas.openxmlformats.org/officeDocument/2006/relationships/image" Target="../media/image149.wmf"/><Relationship Id="rId15" Type="http://schemas.openxmlformats.org/officeDocument/2006/relationships/oleObject" Target="../embeddings/oleObject185.bin"/><Relationship Id="rId10" Type="http://schemas.openxmlformats.org/officeDocument/2006/relationships/oleObject" Target="../embeddings/oleObject182.bin"/><Relationship Id="rId4" Type="http://schemas.openxmlformats.org/officeDocument/2006/relationships/oleObject" Target="../embeddings/oleObject179.bin"/><Relationship Id="rId9" Type="http://schemas.openxmlformats.org/officeDocument/2006/relationships/image" Target="../media/image151.wmf"/><Relationship Id="rId14" Type="http://schemas.openxmlformats.org/officeDocument/2006/relationships/oleObject" Target="../embeddings/oleObject184.bin"/></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189.bin"/><Relationship Id="rId13" Type="http://schemas.openxmlformats.org/officeDocument/2006/relationships/image" Target="../media/image160.wmf"/><Relationship Id="rId3" Type="http://schemas.openxmlformats.org/officeDocument/2006/relationships/audio" Target="../media/audio3.wav"/><Relationship Id="rId7" Type="http://schemas.openxmlformats.org/officeDocument/2006/relationships/image" Target="../media/image157.wmf"/><Relationship Id="rId12" Type="http://schemas.openxmlformats.org/officeDocument/2006/relationships/oleObject" Target="../embeddings/oleObject191.bin"/><Relationship Id="rId17" Type="http://schemas.openxmlformats.org/officeDocument/2006/relationships/image" Target="../media/image162.wmf"/><Relationship Id="rId2" Type="http://schemas.openxmlformats.org/officeDocument/2006/relationships/slideLayout" Target="../slideLayouts/slideLayout7.xml"/><Relationship Id="rId16" Type="http://schemas.openxmlformats.org/officeDocument/2006/relationships/oleObject" Target="../embeddings/oleObject193.bin"/><Relationship Id="rId1" Type="http://schemas.openxmlformats.org/officeDocument/2006/relationships/vmlDrawing" Target="../drawings/vmlDrawing33.vml"/><Relationship Id="rId6" Type="http://schemas.openxmlformats.org/officeDocument/2006/relationships/oleObject" Target="../embeddings/oleObject188.bin"/><Relationship Id="rId11" Type="http://schemas.openxmlformats.org/officeDocument/2006/relationships/image" Target="../media/image159.wmf"/><Relationship Id="rId5" Type="http://schemas.openxmlformats.org/officeDocument/2006/relationships/image" Target="../media/image156.wmf"/><Relationship Id="rId15" Type="http://schemas.openxmlformats.org/officeDocument/2006/relationships/image" Target="../media/image161.wmf"/><Relationship Id="rId10" Type="http://schemas.openxmlformats.org/officeDocument/2006/relationships/oleObject" Target="../embeddings/oleObject190.bin"/><Relationship Id="rId4" Type="http://schemas.openxmlformats.org/officeDocument/2006/relationships/oleObject" Target="../embeddings/oleObject187.bin"/><Relationship Id="rId9" Type="http://schemas.openxmlformats.org/officeDocument/2006/relationships/image" Target="../media/image158.wmf"/><Relationship Id="rId14" Type="http://schemas.openxmlformats.org/officeDocument/2006/relationships/oleObject" Target="../embeddings/oleObject192.bin"/></Relationships>
</file>

<file path=ppt/slides/_rels/slide35.xml.rels><?xml version="1.0" encoding="UTF-8" standalone="yes"?>
<Relationships xmlns="http://schemas.openxmlformats.org/package/2006/relationships"><Relationship Id="rId8" Type="http://schemas.openxmlformats.org/officeDocument/2006/relationships/image" Target="../media/image164.wmf"/><Relationship Id="rId13" Type="http://schemas.openxmlformats.org/officeDocument/2006/relationships/oleObject" Target="../embeddings/oleObject198.bin"/><Relationship Id="rId3" Type="http://schemas.openxmlformats.org/officeDocument/2006/relationships/notesSlide" Target="../notesSlides/notesSlide2.xml"/><Relationship Id="rId7" Type="http://schemas.openxmlformats.org/officeDocument/2006/relationships/oleObject" Target="../embeddings/oleObject195.bin"/><Relationship Id="rId12" Type="http://schemas.openxmlformats.org/officeDocument/2006/relationships/image" Target="../media/image166.wmf"/><Relationship Id="rId2" Type="http://schemas.openxmlformats.org/officeDocument/2006/relationships/slideLayout" Target="../slideLayouts/slideLayout7.xml"/><Relationship Id="rId1" Type="http://schemas.openxmlformats.org/officeDocument/2006/relationships/vmlDrawing" Target="../drawings/vmlDrawing34.vml"/><Relationship Id="rId6" Type="http://schemas.openxmlformats.org/officeDocument/2006/relationships/image" Target="../media/image163.wmf"/><Relationship Id="rId11" Type="http://schemas.openxmlformats.org/officeDocument/2006/relationships/oleObject" Target="../embeddings/oleObject197.bin"/><Relationship Id="rId5" Type="http://schemas.openxmlformats.org/officeDocument/2006/relationships/oleObject" Target="../embeddings/oleObject194.bin"/><Relationship Id="rId10" Type="http://schemas.openxmlformats.org/officeDocument/2006/relationships/image" Target="../media/image165.wmf"/><Relationship Id="rId4" Type="http://schemas.openxmlformats.org/officeDocument/2006/relationships/audio" Target="../media/audio4.wav"/><Relationship Id="rId9" Type="http://schemas.openxmlformats.org/officeDocument/2006/relationships/oleObject" Target="../embeddings/oleObject196.bin"/><Relationship Id="rId14" Type="http://schemas.openxmlformats.org/officeDocument/2006/relationships/image" Target="../media/image167.wmf"/></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201.bin"/><Relationship Id="rId3" Type="http://schemas.openxmlformats.org/officeDocument/2006/relationships/audio" Target="../media/audio5.wav"/><Relationship Id="rId7" Type="http://schemas.openxmlformats.org/officeDocument/2006/relationships/image" Target="../media/image169.wmf"/><Relationship Id="rId2" Type="http://schemas.openxmlformats.org/officeDocument/2006/relationships/slideLayout" Target="../slideLayouts/slideLayout7.xml"/><Relationship Id="rId1" Type="http://schemas.openxmlformats.org/officeDocument/2006/relationships/vmlDrawing" Target="../drawings/vmlDrawing35.vml"/><Relationship Id="rId6" Type="http://schemas.openxmlformats.org/officeDocument/2006/relationships/oleObject" Target="../embeddings/oleObject200.bin"/><Relationship Id="rId11" Type="http://schemas.openxmlformats.org/officeDocument/2006/relationships/image" Target="../media/image171.wmf"/><Relationship Id="rId5" Type="http://schemas.openxmlformats.org/officeDocument/2006/relationships/image" Target="../media/image168.wmf"/><Relationship Id="rId10" Type="http://schemas.openxmlformats.org/officeDocument/2006/relationships/oleObject" Target="../embeddings/oleObject202.bin"/><Relationship Id="rId4" Type="http://schemas.openxmlformats.org/officeDocument/2006/relationships/oleObject" Target="../embeddings/oleObject199.bin"/><Relationship Id="rId9" Type="http://schemas.openxmlformats.org/officeDocument/2006/relationships/image" Target="../media/image170.wmf"/></Relationships>
</file>

<file path=ppt/slides/_rels/slide37.xml.rels><?xml version="1.0" encoding="UTF-8" standalone="yes"?>
<Relationships xmlns="http://schemas.openxmlformats.org/package/2006/relationships"><Relationship Id="rId8" Type="http://schemas.openxmlformats.org/officeDocument/2006/relationships/image" Target="../media/image174.wmf"/><Relationship Id="rId3" Type="http://schemas.openxmlformats.org/officeDocument/2006/relationships/oleObject" Target="../embeddings/oleObject203.bin"/><Relationship Id="rId7" Type="http://schemas.openxmlformats.org/officeDocument/2006/relationships/oleObject" Target="../embeddings/oleObject205.bin"/><Relationship Id="rId12" Type="http://schemas.openxmlformats.org/officeDocument/2006/relationships/image" Target="../media/image176.wmf"/><Relationship Id="rId2" Type="http://schemas.openxmlformats.org/officeDocument/2006/relationships/slideLayout" Target="../slideLayouts/slideLayout2.xml"/><Relationship Id="rId1" Type="http://schemas.openxmlformats.org/officeDocument/2006/relationships/vmlDrawing" Target="../drawings/vmlDrawing36.vml"/><Relationship Id="rId6" Type="http://schemas.openxmlformats.org/officeDocument/2006/relationships/image" Target="../media/image173.wmf"/><Relationship Id="rId11" Type="http://schemas.openxmlformats.org/officeDocument/2006/relationships/oleObject" Target="../embeddings/oleObject207.bin"/><Relationship Id="rId5" Type="http://schemas.openxmlformats.org/officeDocument/2006/relationships/oleObject" Target="../embeddings/oleObject204.bin"/><Relationship Id="rId10" Type="http://schemas.openxmlformats.org/officeDocument/2006/relationships/image" Target="../media/image175.wmf"/><Relationship Id="rId4" Type="http://schemas.openxmlformats.org/officeDocument/2006/relationships/image" Target="../media/image172.wmf"/><Relationship Id="rId9" Type="http://schemas.openxmlformats.org/officeDocument/2006/relationships/oleObject" Target="../embeddings/oleObject206.bin"/></Relationships>
</file>

<file path=ppt/slides/_rels/slide38.xml.rels><?xml version="1.0" encoding="UTF-8" standalone="yes"?>
<Relationships xmlns="http://schemas.openxmlformats.org/package/2006/relationships"><Relationship Id="rId8" Type="http://schemas.openxmlformats.org/officeDocument/2006/relationships/image" Target="../media/image179.wmf"/><Relationship Id="rId13" Type="http://schemas.openxmlformats.org/officeDocument/2006/relationships/image" Target="../media/image181.wmf"/><Relationship Id="rId3" Type="http://schemas.openxmlformats.org/officeDocument/2006/relationships/oleObject" Target="../embeddings/oleObject208.bin"/><Relationship Id="rId7" Type="http://schemas.openxmlformats.org/officeDocument/2006/relationships/oleObject" Target="../embeddings/oleObject210.bin"/><Relationship Id="rId12" Type="http://schemas.openxmlformats.org/officeDocument/2006/relationships/oleObject" Target="../embeddings/oleObject213.bin"/><Relationship Id="rId2" Type="http://schemas.openxmlformats.org/officeDocument/2006/relationships/slideLayout" Target="../slideLayouts/slideLayout2.xml"/><Relationship Id="rId1" Type="http://schemas.openxmlformats.org/officeDocument/2006/relationships/vmlDrawing" Target="../drawings/vmlDrawing37.vml"/><Relationship Id="rId6" Type="http://schemas.openxmlformats.org/officeDocument/2006/relationships/image" Target="../media/image178.wmf"/><Relationship Id="rId11" Type="http://schemas.openxmlformats.org/officeDocument/2006/relationships/image" Target="../media/image180.wmf"/><Relationship Id="rId5" Type="http://schemas.openxmlformats.org/officeDocument/2006/relationships/oleObject" Target="../embeddings/oleObject209.bin"/><Relationship Id="rId15" Type="http://schemas.openxmlformats.org/officeDocument/2006/relationships/image" Target="../media/image182.wmf"/><Relationship Id="rId10" Type="http://schemas.openxmlformats.org/officeDocument/2006/relationships/oleObject" Target="../embeddings/oleObject212.bin"/><Relationship Id="rId4" Type="http://schemas.openxmlformats.org/officeDocument/2006/relationships/image" Target="../media/image177.wmf"/><Relationship Id="rId9" Type="http://schemas.openxmlformats.org/officeDocument/2006/relationships/oleObject" Target="../embeddings/oleObject211.bin"/><Relationship Id="rId14" Type="http://schemas.openxmlformats.org/officeDocument/2006/relationships/oleObject" Target="../embeddings/oleObject214.bin"/></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215.bin"/><Relationship Id="rId2" Type="http://schemas.openxmlformats.org/officeDocument/2006/relationships/slideLayout" Target="../slideLayouts/slideLayout7.xml"/><Relationship Id="rId1" Type="http://schemas.openxmlformats.org/officeDocument/2006/relationships/vmlDrawing" Target="../drawings/vmlDrawing38.vml"/><Relationship Id="rId4" Type="http://schemas.openxmlformats.org/officeDocument/2006/relationships/image" Target="../media/image183.wmf"/></Relationships>
</file>

<file path=ppt/slides/_rels/slide40.xml.rels><?xml version="1.0" encoding="UTF-8" standalone="yes"?>
<Relationships xmlns="http://schemas.openxmlformats.org/package/2006/relationships"><Relationship Id="rId8" Type="http://schemas.openxmlformats.org/officeDocument/2006/relationships/oleObject" Target="../embeddings/oleObject219.bin"/><Relationship Id="rId13" Type="http://schemas.openxmlformats.org/officeDocument/2006/relationships/image" Target="../media/image187.wmf"/><Relationship Id="rId3" Type="http://schemas.openxmlformats.org/officeDocument/2006/relationships/oleObject" Target="../embeddings/oleObject216.bin"/><Relationship Id="rId7" Type="http://schemas.openxmlformats.org/officeDocument/2006/relationships/image" Target="../media/image185.wmf"/><Relationship Id="rId12" Type="http://schemas.openxmlformats.org/officeDocument/2006/relationships/oleObject" Target="../embeddings/oleObject221.bin"/><Relationship Id="rId2" Type="http://schemas.openxmlformats.org/officeDocument/2006/relationships/slideLayout" Target="../slideLayouts/slideLayout7.xml"/><Relationship Id="rId1" Type="http://schemas.openxmlformats.org/officeDocument/2006/relationships/vmlDrawing" Target="../drawings/vmlDrawing39.vml"/><Relationship Id="rId6" Type="http://schemas.openxmlformats.org/officeDocument/2006/relationships/oleObject" Target="../embeddings/oleObject218.bin"/><Relationship Id="rId11" Type="http://schemas.openxmlformats.org/officeDocument/2006/relationships/image" Target="../media/image186.wmf"/><Relationship Id="rId5" Type="http://schemas.openxmlformats.org/officeDocument/2006/relationships/oleObject" Target="../embeddings/oleObject217.bin"/><Relationship Id="rId10" Type="http://schemas.openxmlformats.org/officeDocument/2006/relationships/oleObject" Target="../embeddings/oleObject220.bin"/><Relationship Id="rId4" Type="http://schemas.openxmlformats.org/officeDocument/2006/relationships/image" Target="../media/image184.wmf"/><Relationship Id="rId9" Type="http://schemas.openxmlformats.org/officeDocument/2006/relationships/image" Target="../media/image98.wmf"/></Relationships>
</file>

<file path=ppt/slides/_rels/slide41.xml.rels><?xml version="1.0" encoding="UTF-8" standalone="yes"?>
<Relationships xmlns="http://schemas.openxmlformats.org/package/2006/relationships"><Relationship Id="rId8" Type="http://schemas.openxmlformats.org/officeDocument/2006/relationships/image" Target="../media/image98.wmf"/><Relationship Id="rId13" Type="http://schemas.openxmlformats.org/officeDocument/2006/relationships/oleObject" Target="../embeddings/oleObject227.bin"/><Relationship Id="rId3" Type="http://schemas.openxmlformats.org/officeDocument/2006/relationships/oleObject" Target="../embeddings/oleObject222.bin"/><Relationship Id="rId7" Type="http://schemas.openxmlformats.org/officeDocument/2006/relationships/oleObject" Target="../embeddings/oleObject224.bin"/><Relationship Id="rId12" Type="http://schemas.openxmlformats.org/officeDocument/2006/relationships/image" Target="../media/image191.wmf"/><Relationship Id="rId2" Type="http://schemas.openxmlformats.org/officeDocument/2006/relationships/slideLayout" Target="../slideLayouts/slideLayout7.xml"/><Relationship Id="rId16" Type="http://schemas.openxmlformats.org/officeDocument/2006/relationships/image" Target="../media/image193.wmf"/><Relationship Id="rId1" Type="http://schemas.openxmlformats.org/officeDocument/2006/relationships/vmlDrawing" Target="../drawings/vmlDrawing40.vml"/><Relationship Id="rId6" Type="http://schemas.openxmlformats.org/officeDocument/2006/relationships/image" Target="../media/image189.wmf"/><Relationship Id="rId11" Type="http://schemas.openxmlformats.org/officeDocument/2006/relationships/oleObject" Target="../embeddings/oleObject226.bin"/><Relationship Id="rId5" Type="http://schemas.openxmlformats.org/officeDocument/2006/relationships/oleObject" Target="../embeddings/oleObject223.bin"/><Relationship Id="rId15" Type="http://schemas.openxmlformats.org/officeDocument/2006/relationships/oleObject" Target="../embeddings/oleObject228.bin"/><Relationship Id="rId10" Type="http://schemas.openxmlformats.org/officeDocument/2006/relationships/image" Target="../media/image190.wmf"/><Relationship Id="rId4" Type="http://schemas.openxmlformats.org/officeDocument/2006/relationships/image" Target="../media/image188.wmf"/><Relationship Id="rId9" Type="http://schemas.openxmlformats.org/officeDocument/2006/relationships/oleObject" Target="../embeddings/oleObject225.bin"/><Relationship Id="rId14" Type="http://schemas.openxmlformats.org/officeDocument/2006/relationships/image" Target="../media/image192.wmf"/></Relationships>
</file>

<file path=ppt/slides/_rels/slide42.xml.rels><?xml version="1.0" encoding="UTF-8" standalone="yes"?>
<Relationships xmlns="http://schemas.openxmlformats.org/package/2006/relationships"><Relationship Id="rId8" Type="http://schemas.openxmlformats.org/officeDocument/2006/relationships/image" Target="../media/image194.wmf"/><Relationship Id="rId3" Type="http://schemas.openxmlformats.org/officeDocument/2006/relationships/oleObject" Target="../embeddings/oleObject229.bin"/><Relationship Id="rId7" Type="http://schemas.openxmlformats.org/officeDocument/2006/relationships/oleObject" Target="../embeddings/oleObject231.bin"/><Relationship Id="rId2" Type="http://schemas.openxmlformats.org/officeDocument/2006/relationships/slideLayout" Target="../slideLayouts/slideLayout7.xml"/><Relationship Id="rId1" Type="http://schemas.openxmlformats.org/officeDocument/2006/relationships/vmlDrawing" Target="../drawings/vmlDrawing41.vml"/><Relationship Id="rId6" Type="http://schemas.openxmlformats.org/officeDocument/2006/relationships/image" Target="../media/image176.wmf"/><Relationship Id="rId5" Type="http://schemas.openxmlformats.org/officeDocument/2006/relationships/oleObject" Target="../embeddings/oleObject230.bin"/><Relationship Id="rId10" Type="http://schemas.openxmlformats.org/officeDocument/2006/relationships/image" Target="../media/image195.wmf"/><Relationship Id="rId4" Type="http://schemas.openxmlformats.org/officeDocument/2006/relationships/image" Target="../media/image172.wmf"/><Relationship Id="rId9" Type="http://schemas.openxmlformats.org/officeDocument/2006/relationships/oleObject" Target="../embeddings/oleObject232.bin"/></Relationships>
</file>

<file path=ppt/slides/_rels/slide43.xml.rels><?xml version="1.0" encoding="UTF-8" standalone="yes"?>
<Relationships xmlns="http://schemas.openxmlformats.org/package/2006/relationships"><Relationship Id="rId8" Type="http://schemas.openxmlformats.org/officeDocument/2006/relationships/image" Target="../media/image198.wmf"/><Relationship Id="rId3" Type="http://schemas.openxmlformats.org/officeDocument/2006/relationships/oleObject" Target="../embeddings/oleObject233.bin"/><Relationship Id="rId7" Type="http://schemas.openxmlformats.org/officeDocument/2006/relationships/oleObject" Target="../embeddings/oleObject235.bin"/><Relationship Id="rId2" Type="http://schemas.openxmlformats.org/officeDocument/2006/relationships/slideLayout" Target="../slideLayouts/slideLayout7.xml"/><Relationship Id="rId1" Type="http://schemas.openxmlformats.org/officeDocument/2006/relationships/vmlDrawing" Target="../drawings/vmlDrawing42.vml"/><Relationship Id="rId6" Type="http://schemas.openxmlformats.org/officeDocument/2006/relationships/image" Target="../media/image197.wmf"/><Relationship Id="rId5" Type="http://schemas.openxmlformats.org/officeDocument/2006/relationships/oleObject" Target="../embeddings/oleObject234.bin"/><Relationship Id="rId10" Type="http://schemas.openxmlformats.org/officeDocument/2006/relationships/image" Target="../media/image199.wmf"/><Relationship Id="rId4" Type="http://schemas.openxmlformats.org/officeDocument/2006/relationships/image" Target="../media/image196.wmf"/><Relationship Id="rId9" Type="http://schemas.openxmlformats.org/officeDocument/2006/relationships/oleObject" Target="../embeddings/oleObject236.bin"/></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237.bin"/><Relationship Id="rId2" Type="http://schemas.openxmlformats.org/officeDocument/2006/relationships/slideLayout" Target="../slideLayouts/slideLayout2.xml"/><Relationship Id="rId1" Type="http://schemas.openxmlformats.org/officeDocument/2006/relationships/vmlDrawing" Target="../drawings/vmlDrawing43.vml"/><Relationship Id="rId4" Type="http://schemas.openxmlformats.org/officeDocument/2006/relationships/image" Target="../media/image200.wmf"/></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238.bin"/><Relationship Id="rId2" Type="http://schemas.openxmlformats.org/officeDocument/2006/relationships/slideLayout" Target="../slideLayouts/slideLayout2.xml"/><Relationship Id="rId1" Type="http://schemas.openxmlformats.org/officeDocument/2006/relationships/vmlDrawing" Target="../drawings/vmlDrawing44.vml"/><Relationship Id="rId6" Type="http://schemas.openxmlformats.org/officeDocument/2006/relationships/image" Target="../media/image202.wmf"/><Relationship Id="rId5" Type="http://schemas.openxmlformats.org/officeDocument/2006/relationships/oleObject" Target="../embeddings/oleObject239.bin"/><Relationship Id="rId4" Type="http://schemas.openxmlformats.org/officeDocument/2006/relationships/image" Target="../media/image201.wmf"/></Relationships>
</file>

<file path=ppt/slides/_rels/slide46.xml.rels><?xml version="1.0" encoding="UTF-8" standalone="yes"?>
<Relationships xmlns="http://schemas.openxmlformats.org/package/2006/relationships"><Relationship Id="rId8" Type="http://schemas.openxmlformats.org/officeDocument/2006/relationships/image" Target="../media/image205.wmf"/><Relationship Id="rId3" Type="http://schemas.openxmlformats.org/officeDocument/2006/relationships/oleObject" Target="../embeddings/oleObject240.bin"/><Relationship Id="rId7" Type="http://schemas.openxmlformats.org/officeDocument/2006/relationships/oleObject" Target="../embeddings/oleObject242.bin"/><Relationship Id="rId2" Type="http://schemas.openxmlformats.org/officeDocument/2006/relationships/slideLayout" Target="../slideLayouts/slideLayout2.xml"/><Relationship Id="rId1" Type="http://schemas.openxmlformats.org/officeDocument/2006/relationships/vmlDrawing" Target="../drawings/vmlDrawing45.vml"/><Relationship Id="rId6" Type="http://schemas.openxmlformats.org/officeDocument/2006/relationships/image" Target="../media/image204.wmf"/><Relationship Id="rId5" Type="http://schemas.openxmlformats.org/officeDocument/2006/relationships/oleObject" Target="../embeddings/oleObject241.bin"/><Relationship Id="rId4" Type="http://schemas.openxmlformats.org/officeDocument/2006/relationships/image" Target="../media/image203.wmf"/></Relationships>
</file>

<file path=ppt/slides/_rels/slide47.xml.rels><?xml version="1.0" encoding="UTF-8" standalone="yes"?>
<Relationships xmlns="http://schemas.openxmlformats.org/package/2006/relationships"><Relationship Id="rId8" Type="http://schemas.openxmlformats.org/officeDocument/2006/relationships/image" Target="../media/image208.wmf"/><Relationship Id="rId3" Type="http://schemas.openxmlformats.org/officeDocument/2006/relationships/oleObject" Target="../embeddings/oleObject243.bin"/><Relationship Id="rId7" Type="http://schemas.openxmlformats.org/officeDocument/2006/relationships/oleObject" Target="../embeddings/oleObject245.bin"/><Relationship Id="rId12" Type="http://schemas.openxmlformats.org/officeDocument/2006/relationships/image" Target="../media/image210.wmf"/><Relationship Id="rId2" Type="http://schemas.openxmlformats.org/officeDocument/2006/relationships/slideLayout" Target="../slideLayouts/slideLayout7.xml"/><Relationship Id="rId1" Type="http://schemas.openxmlformats.org/officeDocument/2006/relationships/vmlDrawing" Target="../drawings/vmlDrawing46.vml"/><Relationship Id="rId6" Type="http://schemas.openxmlformats.org/officeDocument/2006/relationships/image" Target="../media/image207.wmf"/><Relationship Id="rId11" Type="http://schemas.openxmlformats.org/officeDocument/2006/relationships/oleObject" Target="../embeddings/oleObject247.bin"/><Relationship Id="rId5" Type="http://schemas.openxmlformats.org/officeDocument/2006/relationships/oleObject" Target="../embeddings/oleObject244.bin"/><Relationship Id="rId10" Type="http://schemas.openxmlformats.org/officeDocument/2006/relationships/image" Target="../media/image209.wmf"/><Relationship Id="rId4" Type="http://schemas.openxmlformats.org/officeDocument/2006/relationships/image" Target="../media/image206.wmf"/><Relationship Id="rId9" Type="http://schemas.openxmlformats.org/officeDocument/2006/relationships/oleObject" Target="../embeddings/oleObject246.bin"/></Relationships>
</file>

<file path=ppt/slides/_rels/slide48.xml.rels><?xml version="1.0" encoding="UTF-8" standalone="yes"?>
<Relationships xmlns="http://schemas.openxmlformats.org/package/2006/relationships"><Relationship Id="rId8" Type="http://schemas.openxmlformats.org/officeDocument/2006/relationships/image" Target="../media/image212.wmf"/><Relationship Id="rId3" Type="http://schemas.openxmlformats.org/officeDocument/2006/relationships/oleObject" Target="../embeddings/oleObject248.bin"/><Relationship Id="rId7" Type="http://schemas.openxmlformats.org/officeDocument/2006/relationships/oleObject" Target="../embeddings/oleObject250.bin"/><Relationship Id="rId12" Type="http://schemas.openxmlformats.org/officeDocument/2006/relationships/image" Target="../media/image210.wmf"/><Relationship Id="rId2" Type="http://schemas.openxmlformats.org/officeDocument/2006/relationships/slideLayout" Target="../slideLayouts/slideLayout7.xml"/><Relationship Id="rId1" Type="http://schemas.openxmlformats.org/officeDocument/2006/relationships/vmlDrawing" Target="../drawings/vmlDrawing47.vml"/><Relationship Id="rId6" Type="http://schemas.openxmlformats.org/officeDocument/2006/relationships/image" Target="../media/image207.wmf"/><Relationship Id="rId11" Type="http://schemas.openxmlformats.org/officeDocument/2006/relationships/oleObject" Target="../embeddings/oleObject252.bin"/><Relationship Id="rId5" Type="http://schemas.openxmlformats.org/officeDocument/2006/relationships/oleObject" Target="../embeddings/oleObject249.bin"/><Relationship Id="rId10" Type="http://schemas.openxmlformats.org/officeDocument/2006/relationships/image" Target="../media/image213.wmf"/><Relationship Id="rId4" Type="http://schemas.openxmlformats.org/officeDocument/2006/relationships/image" Target="../media/image211.wmf"/><Relationship Id="rId9" Type="http://schemas.openxmlformats.org/officeDocument/2006/relationships/oleObject" Target="../embeddings/oleObject251.bin"/></Relationships>
</file>

<file path=ppt/slides/_rels/slide49.xml.rels><?xml version="1.0" encoding="UTF-8" standalone="yes"?>
<Relationships xmlns="http://schemas.openxmlformats.org/package/2006/relationships"><Relationship Id="rId8" Type="http://schemas.openxmlformats.org/officeDocument/2006/relationships/image" Target="../media/image216.wmf"/><Relationship Id="rId13" Type="http://schemas.openxmlformats.org/officeDocument/2006/relationships/oleObject" Target="../embeddings/oleObject258.bin"/><Relationship Id="rId3" Type="http://schemas.openxmlformats.org/officeDocument/2006/relationships/oleObject" Target="../embeddings/oleObject253.bin"/><Relationship Id="rId7" Type="http://schemas.openxmlformats.org/officeDocument/2006/relationships/oleObject" Target="../embeddings/oleObject255.bin"/><Relationship Id="rId12" Type="http://schemas.openxmlformats.org/officeDocument/2006/relationships/image" Target="../media/image218.wmf"/><Relationship Id="rId2" Type="http://schemas.openxmlformats.org/officeDocument/2006/relationships/slideLayout" Target="../slideLayouts/slideLayout2.xml"/><Relationship Id="rId1" Type="http://schemas.openxmlformats.org/officeDocument/2006/relationships/vmlDrawing" Target="../drawings/vmlDrawing48.vml"/><Relationship Id="rId6" Type="http://schemas.openxmlformats.org/officeDocument/2006/relationships/image" Target="../media/image215.wmf"/><Relationship Id="rId11" Type="http://schemas.openxmlformats.org/officeDocument/2006/relationships/oleObject" Target="../embeddings/oleObject257.bin"/><Relationship Id="rId5" Type="http://schemas.openxmlformats.org/officeDocument/2006/relationships/oleObject" Target="../embeddings/oleObject254.bin"/><Relationship Id="rId10" Type="http://schemas.openxmlformats.org/officeDocument/2006/relationships/image" Target="../media/image217.wmf"/><Relationship Id="rId4" Type="http://schemas.openxmlformats.org/officeDocument/2006/relationships/image" Target="../media/image214.wmf"/><Relationship Id="rId9" Type="http://schemas.openxmlformats.org/officeDocument/2006/relationships/oleObject" Target="../embeddings/oleObject256.bin"/><Relationship Id="rId14" Type="http://schemas.openxmlformats.org/officeDocument/2006/relationships/image" Target="../media/image219.wmf"/></Relationships>
</file>

<file path=ppt/slides/_rels/slide50.xml.rels><?xml version="1.0" encoding="UTF-8" standalone="yes"?>
<Relationships xmlns="http://schemas.openxmlformats.org/package/2006/relationships"><Relationship Id="rId8" Type="http://schemas.openxmlformats.org/officeDocument/2006/relationships/image" Target="../media/image222.wmf"/><Relationship Id="rId3" Type="http://schemas.openxmlformats.org/officeDocument/2006/relationships/oleObject" Target="../embeddings/oleObject259.bin"/><Relationship Id="rId7" Type="http://schemas.openxmlformats.org/officeDocument/2006/relationships/oleObject" Target="../embeddings/oleObject261.bin"/><Relationship Id="rId2" Type="http://schemas.openxmlformats.org/officeDocument/2006/relationships/slideLayout" Target="../slideLayouts/slideLayout2.xml"/><Relationship Id="rId1" Type="http://schemas.openxmlformats.org/officeDocument/2006/relationships/vmlDrawing" Target="../drawings/vmlDrawing49.vml"/><Relationship Id="rId6" Type="http://schemas.openxmlformats.org/officeDocument/2006/relationships/image" Target="../media/image221.wmf"/><Relationship Id="rId5" Type="http://schemas.openxmlformats.org/officeDocument/2006/relationships/oleObject" Target="../embeddings/oleObject260.bin"/><Relationship Id="rId4" Type="http://schemas.openxmlformats.org/officeDocument/2006/relationships/image" Target="../media/image220.wmf"/></Relationships>
</file>

<file path=ppt/slides/_rels/slide51.xml.rels><?xml version="1.0" encoding="UTF-8" standalone="yes"?>
<Relationships xmlns="http://schemas.openxmlformats.org/package/2006/relationships"><Relationship Id="rId8" Type="http://schemas.openxmlformats.org/officeDocument/2006/relationships/image" Target="../media/image225.wmf"/><Relationship Id="rId13" Type="http://schemas.openxmlformats.org/officeDocument/2006/relationships/oleObject" Target="../embeddings/oleObject269.bin"/><Relationship Id="rId18" Type="http://schemas.openxmlformats.org/officeDocument/2006/relationships/oleObject" Target="../embeddings/oleObject274.bin"/><Relationship Id="rId3" Type="http://schemas.openxmlformats.org/officeDocument/2006/relationships/oleObject" Target="../embeddings/oleObject262.bin"/><Relationship Id="rId7" Type="http://schemas.openxmlformats.org/officeDocument/2006/relationships/oleObject" Target="../embeddings/oleObject264.bin"/><Relationship Id="rId12" Type="http://schemas.openxmlformats.org/officeDocument/2006/relationships/oleObject" Target="../embeddings/oleObject268.bin"/><Relationship Id="rId17" Type="http://schemas.openxmlformats.org/officeDocument/2006/relationships/oleObject" Target="../embeddings/oleObject273.bin"/><Relationship Id="rId2" Type="http://schemas.openxmlformats.org/officeDocument/2006/relationships/slideLayout" Target="../slideLayouts/slideLayout7.xml"/><Relationship Id="rId16" Type="http://schemas.openxmlformats.org/officeDocument/2006/relationships/oleObject" Target="../embeddings/oleObject272.bin"/><Relationship Id="rId1" Type="http://schemas.openxmlformats.org/officeDocument/2006/relationships/vmlDrawing" Target="../drawings/vmlDrawing50.vml"/><Relationship Id="rId6" Type="http://schemas.openxmlformats.org/officeDocument/2006/relationships/image" Target="../media/image224.wmf"/><Relationship Id="rId11" Type="http://schemas.openxmlformats.org/officeDocument/2006/relationships/oleObject" Target="../embeddings/oleObject267.bin"/><Relationship Id="rId5" Type="http://schemas.openxmlformats.org/officeDocument/2006/relationships/oleObject" Target="../embeddings/oleObject263.bin"/><Relationship Id="rId15" Type="http://schemas.openxmlformats.org/officeDocument/2006/relationships/oleObject" Target="../embeddings/oleObject271.bin"/><Relationship Id="rId10" Type="http://schemas.openxmlformats.org/officeDocument/2006/relationships/oleObject" Target="../embeddings/oleObject266.bin"/><Relationship Id="rId19" Type="http://schemas.openxmlformats.org/officeDocument/2006/relationships/oleObject" Target="../embeddings/oleObject275.bin"/><Relationship Id="rId4" Type="http://schemas.openxmlformats.org/officeDocument/2006/relationships/image" Target="../media/image223.wmf"/><Relationship Id="rId9" Type="http://schemas.openxmlformats.org/officeDocument/2006/relationships/oleObject" Target="../embeddings/oleObject265.bin"/><Relationship Id="rId14" Type="http://schemas.openxmlformats.org/officeDocument/2006/relationships/oleObject" Target="../embeddings/oleObject270.bin"/></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8" Type="http://schemas.openxmlformats.org/officeDocument/2006/relationships/image" Target="../media/image225.wmf"/><Relationship Id="rId13" Type="http://schemas.openxmlformats.org/officeDocument/2006/relationships/oleObject" Target="../embeddings/oleObject283.bin"/><Relationship Id="rId18" Type="http://schemas.openxmlformats.org/officeDocument/2006/relationships/oleObject" Target="../embeddings/oleObject288.bin"/><Relationship Id="rId26" Type="http://schemas.openxmlformats.org/officeDocument/2006/relationships/oleObject" Target="../embeddings/oleObject296.bin"/><Relationship Id="rId3" Type="http://schemas.openxmlformats.org/officeDocument/2006/relationships/oleObject" Target="../embeddings/oleObject276.bin"/><Relationship Id="rId21" Type="http://schemas.openxmlformats.org/officeDocument/2006/relationships/oleObject" Target="../embeddings/oleObject291.bin"/><Relationship Id="rId7" Type="http://schemas.openxmlformats.org/officeDocument/2006/relationships/oleObject" Target="../embeddings/oleObject278.bin"/><Relationship Id="rId12" Type="http://schemas.openxmlformats.org/officeDocument/2006/relationships/oleObject" Target="../embeddings/oleObject282.bin"/><Relationship Id="rId17" Type="http://schemas.openxmlformats.org/officeDocument/2006/relationships/oleObject" Target="../embeddings/oleObject287.bin"/><Relationship Id="rId25" Type="http://schemas.openxmlformats.org/officeDocument/2006/relationships/oleObject" Target="../embeddings/oleObject295.bin"/><Relationship Id="rId2" Type="http://schemas.openxmlformats.org/officeDocument/2006/relationships/slideLayout" Target="../slideLayouts/slideLayout7.xml"/><Relationship Id="rId16" Type="http://schemas.openxmlformats.org/officeDocument/2006/relationships/oleObject" Target="../embeddings/oleObject286.bin"/><Relationship Id="rId20" Type="http://schemas.openxmlformats.org/officeDocument/2006/relationships/oleObject" Target="../embeddings/oleObject290.bin"/><Relationship Id="rId29" Type="http://schemas.openxmlformats.org/officeDocument/2006/relationships/oleObject" Target="../embeddings/oleObject299.bin"/><Relationship Id="rId1" Type="http://schemas.openxmlformats.org/officeDocument/2006/relationships/vmlDrawing" Target="../drawings/vmlDrawing51.vml"/><Relationship Id="rId6" Type="http://schemas.openxmlformats.org/officeDocument/2006/relationships/image" Target="../media/image224.wmf"/><Relationship Id="rId11" Type="http://schemas.openxmlformats.org/officeDocument/2006/relationships/oleObject" Target="../embeddings/oleObject281.bin"/><Relationship Id="rId24" Type="http://schemas.openxmlformats.org/officeDocument/2006/relationships/oleObject" Target="../embeddings/oleObject294.bin"/><Relationship Id="rId5" Type="http://schemas.openxmlformats.org/officeDocument/2006/relationships/oleObject" Target="../embeddings/oleObject277.bin"/><Relationship Id="rId15" Type="http://schemas.openxmlformats.org/officeDocument/2006/relationships/oleObject" Target="../embeddings/oleObject285.bin"/><Relationship Id="rId23" Type="http://schemas.openxmlformats.org/officeDocument/2006/relationships/oleObject" Target="../embeddings/oleObject293.bin"/><Relationship Id="rId28" Type="http://schemas.openxmlformats.org/officeDocument/2006/relationships/oleObject" Target="../embeddings/oleObject298.bin"/><Relationship Id="rId10" Type="http://schemas.openxmlformats.org/officeDocument/2006/relationships/oleObject" Target="../embeddings/oleObject280.bin"/><Relationship Id="rId19" Type="http://schemas.openxmlformats.org/officeDocument/2006/relationships/oleObject" Target="../embeddings/oleObject289.bin"/><Relationship Id="rId4" Type="http://schemas.openxmlformats.org/officeDocument/2006/relationships/image" Target="../media/image223.wmf"/><Relationship Id="rId9" Type="http://schemas.openxmlformats.org/officeDocument/2006/relationships/oleObject" Target="../embeddings/oleObject279.bin"/><Relationship Id="rId14" Type="http://schemas.openxmlformats.org/officeDocument/2006/relationships/oleObject" Target="../embeddings/oleObject284.bin"/><Relationship Id="rId22" Type="http://schemas.openxmlformats.org/officeDocument/2006/relationships/oleObject" Target="../embeddings/oleObject292.bin"/><Relationship Id="rId27" Type="http://schemas.openxmlformats.org/officeDocument/2006/relationships/oleObject" Target="../embeddings/oleObject297.bin"/></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300.bin"/><Relationship Id="rId2" Type="http://schemas.openxmlformats.org/officeDocument/2006/relationships/slideLayout" Target="../slideLayouts/slideLayout7.xml"/><Relationship Id="rId1" Type="http://schemas.openxmlformats.org/officeDocument/2006/relationships/vmlDrawing" Target="../drawings/vmlDrawing52.vml"/><Relationship Id="rId6" Type="http://schemas.openxmlformats.org/officeDocument/2006/relationships/image" Target="../media/image227.wmf"/><Relationship Id="rId5" Type="http://schemas.openxmlformats.org/officeDocument/2006/relationships/oleObject" Target="../embeddings/oleObject301.bin"/><Relationship Id="rId4" Type="http://schemas.openxmlformats.org/officeDocument/2006/relationships/image" Target="../media/image226.wmf"/></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302.bin"/><Relationship Id="rId2" Type="http://schemas.openxmlformats.org/officeDocument/2006/relationships/slideLayout" Target="../slideLayouts/slideLayout7.xml"/><Relationship Id="rId1" Type="http://schemas.openxmlformats.org/officeDocument/2006/relationships/vmlDrawing" Target="../drawings/vmlDrawing53.vml"/><Relationship Id="rId4" Type="http://schemas.openxmlformats.org/officeDocument/2006/relationships/image" Target="../media/image228.wmf"/></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303.bin"/><Relationship Id="rId2" Type="http://schemas.openxmlformats.org/officeDocument/2006/relationships/slideLayout" Target="../slideLayouts/slideLayout7.xml"/><Relationship Id="rId1" Type="http://schemas.openxmlformats.org/officeDocument/2006/relationships/vmlDrawing" Target="../drawings/vmlDrawing54.vml"/><Relationship Id="rId4" Type="http://schemas.openxmlformats.org/officeDocument/2006/relationships/image" Target="../media/image229.wmf"/></Relationships>
</file>

<file path=ppt/slides/_rels/slide57.xml.rels><?xml version="1.0" encoding="UTF-8" standalone="yes"?>
<Relationships xmlns="http://schemas.openxmlformats.org/package/2006/relationships"><Relationship Id="rId13" Type="http://schemas.openxmlformats.org/officeDocument/2006/relationships/oleObject" Target="../embeddings/oleObject311.bin"/><Relationship Id="rId18" Type="http://schemas.openxmlformats.org/officeDocument/2006/relationships/oleObject" Target="../embeddings/oleObject316.bin"/><Relationship Id="rId26" Type="http://schemas.openxmlformats.org/officeDocument/2006/relationships/oleObject" Target="../embeddings/oleObject324.bin"/><Relationship Id="rId39" Type="http://schemas.openxmlformats.org/officeDocument/2006/relationships/oleObject" Target="../embeddings/oleObject337.bin"/><Relationship Id="rId21" Type="http://schemas.openxmlformats.org/officeDocument/2006/relationships/oleObject" Target="../embeddings/oleObject319.bin"/><Relationship Id="rId34" Type="http://schemas.openxmlformats.org/officeDocument/2006/relationships/oleObject" Target="../embeddings/oleObject332.bin"/><Relationship Id="rId7" Type="http://schemas.openxmlformats.org/officeDocument/2006/relationships/oleObject" Target="../embeddings/oleObject306.bin"/><Relationship Id="rId12" Type="http://schemas.openxmlformats.org/officeDocument/2006/relationships/oleObject" Target="../embeddings/oleObject310.bin"/><Relationship Id="rId17" Type="http://schemas.openxmlformats.org/officeDocument/2006/relationships/oleObject" Target="../embeddings/oleObject315.bin"/><Relationship Id="rId25" Type="http://schemas.openxmlformats.org/officeDocument/2006/relationships/oleObject" Target="../embeddings/oleObject323.bin"/><Relationship Id="rId33" Type="http://schemas.openxmlformats.org/officeDocument/2006/relationships/oleObject" Target="../embeddings/oleObject331.bin"/><Relationship Id="rId38" Type="http://schemas.openxmlformats.org/officeDocument/2006/relationships/oleObject" Target="../embeddings/oleObject336.bin"/><Relationship Id="rId2" Type="http://schemas.openxmlformats.org/officeDocument/2006/relationships/slideLayout" Target="../slideLayouts/slideLayout7.xml"/><Relationship Id="rId16" Type="http://schemas.openxmlformats.org/officeDocument/2006/relationships/oleObject" Target="../embeddings/oleObject314.bin"/><Relationship Id="rId20" Type="http://schemas.openxmlformats.org/officeDocument/2006/relationships/oleObject" Target="../embeddings/oleObject318.bin"/><Relationship Id="rId29" Type="http://schemas.openxmlformats.org/officeDocument/2006/relationships/oleObject" Target="../embeddings/oleObject327.bin"/><Relationship Id="rId1" Type="http://schemas.openxmlformats.org/officeDocument/2006/relationships/vmlDrawing" Target="../drawings/vmlDrawing55.vml"/><Relationship Id="rId6" Type="http://schemas.openxmlformats.org/officeDocument/2006/relationships/image" Target="../media/image224.wmf"/><Relationship Id="rId11" Type="http://schemas.openxmlformats.org/officeDocument/2006/relationships/oleObject" Target="../embeddings/oleObject309.bin"/><Relationship Id="rId24" Type="http://schemas.openxmlformats.org/officeDocument/2006/relationships/oleObject" Target="../embeddings/oleObject322.bin"/><Relationship Id="rId32" Type="http://schemas.openxmlformats.org/officeDocument/2006/relationships/oleObject" Target="../embeddings/oleObject330.bin"/><Relationship Id="rId37" Type="http://schemas.openxmlformats.org/officeDocument/2006/relationships/oleObject" Target="../embeddings/oleObject335.bin"/><Relationship Id="rId5" Type="http://schemas.openxmlformats.org/officeDocument/2006/relationships/oleObject" Target="../embeddings/oleObject305.bin"/><Relationship Id="rId15" Type="http://schemas.openxmlformats.org/officeDocument/2006/relationships/oleObject" Target="../embeddings/oleObject313.bin"/><Relationship Id="rId23" Type="http://schemas.openxmlformats.org/officeDocument/2006/relationships/oleObject" Target="../embeddings/oleObject321.bin"/><Relationship Id="rId28" Type="http://schemas.openxmlformats.org/officeDocument/2006/relationships/oleObject" Target="../embeddings/oleObject326.bin"/><Relationship Id="rId36" Type="http://schemas.openxmlformats.org/officeDocument/2006/relationships/oleObject" Target="../embeddings/oleObject334.bin"/><Relationship Id="rId10" Type="http://schemas.openxmlformats.org/officeDocument/2006/relationships/oleObject" Target="../embeddings/oleObject308.bin"/><Relationship Id="rId19" Type="http://schemas.openxmlformats.org/officeDocument/2006/relationships/oleObject" Target="../embeddings/oleObject317.bin"/><Relationship Id="rId31" Type="http://schemas.openxmlformats.org/officeDocument/2006/relationships/oleObject" Target="../embeddings/oleObject329.bin"/><Relationship Id="rId4" Type="http://schemas.openxmlformats.org/officeDocument/2006/relationships/image" Target="../media/image223.wmf"/><Relationship Id="rId9" Type="http://schemas.openxmlformats.org/officeDocument/2006/relationships/oleObject" Target="../embeddings/oleObject307.bin"/><Relationship Id="rId14" Type="http://schemas.openxmlformats.org/officeDocument/2006/relationships/oleObject" Target="../embeddings/oleObject312.bin"/><Relationship Id="rId22" Type="http://schemas.openxmlformats.org/officeDocument/2006/relationships/oleObject" Target="../embeddings/oleObject320.bin"/><Relationship Id="rId27" Type="http://schemas.openxmlformats.org/officeDocument/2006/relationships/oleObject" Target="../embeddings/oleObject325.bin"/><Relationship Id="rId30" Type="http://schemas.openxmlformats.org/officeDocument/2006/relationships/oleObject" Target="../embeddings/oleObject328.bin"/><Relationship Id="rId35" Type="http://schemas.openxmlformats.org/officeDocument/2006/relationships/oleObject" Target="../embeddings/oleObject333.bin"/><Relationship Id="rId8" Type="http://schemas.openxmlformats.org/officeDocument/2006/relationships/image" Target="../media/image225.wmf"/><Relationship Id="rId3" Type="http://schemas.openxmlformats.org/officeDocument/2006/relationships/oleObject" Target="../embeddings/oleObject304.bin"/></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338.bin"/><Relationship Id="rId2" Type="http://schemas.openxmlformats.org/officeDocument/2006/relationships/slideLayout" Target="../slideLayouts/slideLayout7.xml"/><Relationship Id="rId1" Type="http://schemas.openxmlformats.org/officeDocument/2006/relationships/vmlDrawing" Target="../drawings/vmlDrawing56.vml"/><Relationship Id="rId4" Type="http://schemas.openxmlformats.org/officeDocument/2006/relationships/image" Target="../media/image230.wmf"/></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8" Type="http://schemas.openxmlformats.org/officeDocument/2006/relationships/image" Target="../media/image233.wmf"/><Relationship Id="rId13" Type="http://schemas.openxmlformats.org/officeDocument/2006/relationships/oleObject" Target="../embeddings/oleObject344.bin"/><Relationship Id="rId18" Type="http://schemas.openxmlformats.org/officeDocument/2006/relationships/image" Target="../media/image238.wmf"/><Relationship Id="rId3" Type="http://schemas.openxmlformats.org/officeDocument/2006/relationships/oleObject" Target="../embeddings/oleObject339.bin"/><Relationship Id="rId7" Type="http://schemas.openxmlformats.org/officeDocument/2006/relationships/oleObject" Target="../embeddings/oleObject341.bin"/><Relationship Id="rId12" Type="http://schemas.openxmlformats.org/officeDocument/2006/relationships/image" Target="../media/image235.wmf"/><Relationship Id="rId17" Type="http://schemas.openxmlformats.org/officeDocument/2006/relationships/oleObject" Target="../embeddings/oleObject346.bin"/><Relationship Id="rId2" Type="http://schemas.openxmlformats.org/officeDocument/2006/relationships/slideLayout" Target="../slideLayouts/slideLayout2.xml"/><Relationship Id="rId16" Type="http://schemas.openxmlformats.org/officeDocument/2006/relationships/image" Target="../media/image237.wmf"/><Relationship Id="rId1" Type="http://schemas.openxmlformats.org/officeDocument/2006/relationships/vmlDrawing" Target="../drawings/vmlDrawing57.vml"/><Relationship Id="rId6" Type="http://schemas.openxmlformats.org/officeDocument/2006/relationships/image" Target="../media/image232.wmf"/><Relationship Id="rId11" Type="http://schemas.openxmlformats.org/officeDocument/2006/relationships/oleObject" Target="../embeddings/oleObject343.bin"/><Relationship Id="rId5" Type="http://schemas.openxmlformats.org/officeDocument/2006/relationships/oleObject" Target="../embeddings/oleObject340.bin"/><Relationship Id="rId15" Type="http://schemas.openxmlformats.org/officeDocument/2006/relationships/oleObject" Target="../embeddings/oleObject345.bin"/><Relationship Id="rId10" Type="http://schemas.openxmlformats.org/officeDocument/2006/relationships/image" Target="../media/image234.wmf"/><Relationship Id="rId4" Type="http://schemas.openxmlformats.org/officeDocument/2006/relationships/image" Target="../media/image231.wmf"/><Relationship Id="rId9" Type="http://schemas.openxmlformats.org/officeDocument/2006/relationships/oleObject" Target="../embeddings/oleObject342.bin"/><Relationship Id="rId14" Type="http://schemas.openxmlformats.org/officeDocument/2006/relationships/image" Target="../media/image236.wmf"/></Relationships>
</file>

<file path=ppt/slides/_rels/slide61.xml.rels><?xml version="1.0" encoding="UTF-8" standalone="yes"?>
<Relationships xmlns="http://schemas.openxmlformats.org/package/2006/relationships"><Relationship Id="rId8" Type="http://schemas.openxmlformats.org/officeDocument/2006/relationships/image" Target="../media/image241.wmf"/><Relationship Id="rId13" Type="http://schemas.openxmlformats.org/officeDocument/2006/relationships/oleObject" Target="../embeddings/oleObject352.bin"/><Relationship Id="rId3" Type="http://schemas.openxmlformats.org/officeDocument/2006/relationships/oleObject" Target="../embeddings/oleObject347.bin"/><Relationship Id="rId7" Type="http://schemas.openxmlformats.org/officeDocument/2006/relationships/oleObject" Target="../embeddings/oleObject349.bin"/><Relationship Id="rId12" Type="http://schemas.openxmlformats.org/officeDocument/2006/relationships/image" Target="../media/image243.wmf"/><Relationship Id="rId2" Type="http://schemas.openxmlformats.org/officeDocument/2006/relationships/slideLayout" Target="../slideLayouts/slideLayout2.xml"/><Relationship Id="rId1" Type="http://schemas.openxmlformats.org/officeDocument/2006/relationships/vmlDrawing" Target="../drawings/vmlDrawing58.vml"/><Relationship Id="rId6" Type="http://schemas.openxmlformats.org/officeDocument/2006/relationships/image" Target="../media/image240.wmf"/><Relationship Id="rId11" Type="http://schemas.openxmlformats.org/officeDocument/2006/relationships/oleObject" Target="../embeddings/oleObject351.bin"/><Relationship Id="rId5" Type="http://schemas.openxmlformats.org/officeDocument/2006/relationships/oleObject" Target="../embeddings/oleObject348.bin"/><Relationship Id="rId10" Type="http://schemas.openxmlformats.org/officeDocument/2006/relationships/image" Target="../media/image242.wmf"/><Relationship Id="rId4" Type="http://schemas.openxmlformats.org/officeDocument/2006/relationships/image" Target="../media/image239.wmf"/><Relationship Id="rId9" Type="http://schemas.openxmlformats.org/officeDocument/2006/relationships/oleObject" Target="../embeddings/oleObject350.bin"/><Relationship Id="rId14" Type="http://schemas.openxmlformats.org/officeDocument/2006/relationships/image" Target="../media/image244.wmf"/></Relationships>
</file>

<file path=ppt/slides/_rels/slide62.xml.rels><?xml version="1.0" encoding="UTF-8" standalone="yes"?>
<Relationships xmlns="http://schemas.openxmlformats.org/package/2006/relationships"><Relationship Id="rId8" Type="http://schemas.openxmlformats.org/officeDocument/2006/relationships/image" Target="../media/image241.wmf"/><Relationship Id="rId13" Type="http://schemas.openxmlformats.org/officeDocument/2006/relationships/oleObject" Target="../embeddings/oleObject352.bin"/><Relationship Id="rId3" Type="http://schemas.openxmlformats.org/officeDocument/2006/relationships/oleObject" Target="../embeddings/oleObject347.bin"/><Relationship Id="rId7" Type="http://schemas.openxmlformats.org/officeDocument/2006/relationships/oleObject" Target="../embeddings/oleObject349.bin"/><Relationship Id="rId12" Type="http://schemas.openxmlformats.org/officeDocument/2006/relationships/image" Target="../media/image245.wmf"/><Relationship Id="rId2" Type="http://schemas.openxmlformats.org/officeDocument/2006/relationships/slideLayout" Target="../slideLayouts/slideLayout2.xml"/><Relationship Id="rId1" Type="http://schemas.openxmlformats.org/officeDocument/2006/relationships/vmlDrawing" Target="../drawings/vmlDrawing59.vml"/><Relationship Id="rId6" Type="http://schemas.openxmlformats.org/officeDocument/2006/relationships/image" Target="../media/image240.wmf"/><Relationship Id="rId11" Type="http://schemas.openxmlformats.org/officeDocument/2006/relationships/oleObject" Target="../embeddings/oleObject353.bin"/><Relationship Id="rId5" Type="http://schemas.openxmlformats.org/officeDocument/2006/relationships/oleObject" Target="../embeddings/oleObject348.bin"/><Relationship Id="rId10" Type="http://schemas.openxmlformats.org/officeDocument/2006/relationships/image" Target="../media/image242.wmf"/><Relationship Id="rId4" Type="http://schemas.openxmlformats.org/officeDocument/2006/relationships/image" Target="../media/image239.wmf"/><Relationship Id="rId9" Type="http://schemas.openxmlformats.org/officeDocument/2006/relationships/oleObject" Target="../embeddings/oleObject350.bin"/><Relationship Id="rId14" Type="http://schemas.openxmlformats.org/officeDocument/2006/relationships/image" Target="../media/image244.wmf"/></Relationships>
</file>

<file path=ppt/slides/_rels/slide63.xml.rels><?xml version="1.0" encoding="UTF-8" standalone="yes"?>
<Relationships xmlns="http://schemas.openxmlformats.org/package/2006/relationships"><Relationship Id="rId8" Type="http://schemas.openxmlformats.org/officeDocument/2006/relationships/image" Target="../media/image248.wmf"/><Relationship Id="rId13" Type="http://schemas.openxmlformats.org/officeDocument/2006/relationships/oleObject" Target="../embeddings/oleObject359.bin"/><Relationship Id="rId3" Type="http://schemas.openxmlformats.org/officeDocument/2006/relationships/oleObject" Target="../embeddings/oleObject354.bin"/><Relationship Id="rId7" Type="http://schemas.openxmlformats.org/officeDocument/2006/relationships/oleObject" Target="../embeddings/oleObject356.bin"/><Relationship Id="rId12" Type="http://schemas.openxmlformats.org/officeDocument/2006/relationships/image" Target="../media/image250.wmf"/><Relationship Id="rId2" Type="http://schemas.openxmlformats.org/officeDocument/2006/relationships/slideLayout" Target="../slideLayouts/slideLayout7.xml"/><Relationship Id="rId1" Type="http://schemas.openxmlformats.org/officeDocument/2006/relationships/vmlDrawing" Target="../drawings/vmlDrawing60.vml"/><Relationship Id="rId6" Type="http://schemas.openxmlformats.org/officeDocument/2006/relationships/image" Target="../media/image247.wmf"/><Relationship Id="rId11" Type="http://schemas.openxmlformats.org/officeDocument/2006/relationships/oleObject" Target="../embeddings/oleObject358.bin"/><Relationship Id="rId5" Type="http://schemas.openxmlformats.org/officeDocument/2006/relationships/oleObject" Target="../embeddings/oleObject355.bin"/><Relationship Id="rId10" Type="http://schemas.openxmlformats.org/officeDocument/2006/relationships/image" Target="../media/image249.wmf"/><Relationship Id="rId4" Type="http://schemas.openxmlformats.org/officeDocument/2006/relationships/image" Target="../media/image246.wmf"/><Relationship Id="rId9" Type="http://schemas.openxmlformats.org/officeDocument/2006/relationships/oleObject" Target="../embeddings/oleObject357.bin"/><Relationship Id="rId14" Type="http://schemas.openxmlformats.org/officeDocument/2006/relationships/image" Target="../media/image251.wmf"/></Relationships>
</file>

<file path=ppt/slides/_rels/slide64.xml.rels><?xml version="1.0" encoding="UTF-8" standalone="yes"?>
<Relationships xmlns="http://schemas.openxmlformats.org/package/2006/relationships"><Relationship Id="rId3" Type="http://schemas.openxmlformats.org/officeDocument/2006/relationships/oleObject" Target="../embeddings/oleObject360.bin"/><Relationship Id="rId2" Type="http://schemas.openxmlformats.org/officeDocument/2006/relationships/slideLayout" Target="../slideLayouts/slideLayout7.xml"/><Relationship Id="rId1" Type="http://schemas.openxmlformats.org/officeDocument/2006/relationships/vmlDrawing" Target="../drawings/vmlDrawing61.vml"/><Relationship Id="rId4" Type="http://schemas.openxmlformats.org/officeDocument/2006/relationships/image" Target="../media/image252.wmf"/></Relationships>
</file>

<file path=ppt/slides/_rels/slide65.xml.rels><?xml version="1.0" encoding="UTF-8" standalone="yes"?>
<Relationships xmlns="http://schemas.openxmlformats.org/package/2006/relationships"><Relationship Id="rId3" Type="http://schemas.openxmlformats.org/officeDocument/2006/relationships/oleObject" Target="../embeddings/oleObject361.bin"/><Relationship Id="rId2" Type="http://schemas.openxmlformats.org/officeDocument/2006/relationships/slideLayout" Target="../slideLayouts/slideLayout7.xml"/><Relationship Id="rId1" Type="http://schemas.openxmlformats.org/officeDocument/2006/relationships/vmlDrawing" Target="../drawings/vmlDrawing62.vml"/><Relationship Id="rId6" Type="http://schemas.openxmlformats.org/officeDocument/2006/relationships/image" Target="../media/image254.wmf"/><Relationship Id="rId5" Type="http://schemas.openxmlformats.org/officeDocument/2006/relationships/oleObject" Target="../embeddings/oleObject362.bin"/><Relationship Id="rId4" Type="http://schemas.openxmlformats.org/officeDocument/2006/relationships/image" Target="../media/image253.wmf"/></Relationships>
</file>

<file path=ppt/slides/_rels/slide66.xml.rels><?xml version="1.0" encoding="UTF-8" standalone="yes"?>
<Relationships xmlns="http://schemas.openxmlformats.org/package/2006/relationships"><Relationship Id="rId3" Type="http://schemas.openxmlformats.org/officeDocument/2006/relationships/oleObject" Target="../embeddings/oleObject363.bin"/><Relationship Id="rId2" Type="http://schemas.openxmlformats.org/officeDocument/2006/relationships/slideLayout" Target="../slideLayouts/slideLayout7.xml"/><Relationship Id="rId1" Type="http://schemas.openxmlformats.org/officeDocument/2006/relationships/vmlDrawing" Target="../drawings/vmlDrawing63.vml"/><Relationship Id="rId4" Type="http://schemas.openxmlformats.org/officeDocument/2006/relationships/image" Target="../media/image255.wmf"/></Relationships>
</file>

<file path=ppt/slides/_rels/slide67.xml.rels><?xml version="1.0" encoding="UTF-8" standalone="yes"?>
<Relationships xmlns="http://schemas.openxmlformats.org/package/2006/relationships"><Relationship Id="rId8" Type="http://schemas.openxmlformats.org/officeDocument/2006/relationships/image" Target="../media/image258.wmf"/><Relationship Id="rId13" Type="http://schemas.openxmlformats.org/officeDocument/2006/relationships/oleObject" Target="../embeddings/oleObject369.bin"/><Relationship Id="rId18" Type="http://schemas.openxmlformats.org/officeDocument/2006/relationships/image" Target="../media/image263.wmf"/><Relationship Id="rId3" Type="http://schemas.openxmlformats.org/officeDocument/2006/relationships/oleObject" Target="../embeddings/oleObject364.bin"/><Relationship Id="rId21" Type="http://schemas.openxmlformats.org/officeDocument/2006/relationships/oleObject" Target="../embeddings/oleObject373.bin"/><Relationship Id="rId7" Type="http://schemas.openxmlformats.org/officeDocument/2006/relationships/oleObject" Target="../embeddings/oleObject366.bin"/><Relationship Id="rId12" Type="http://schemas.openxmlformats.org/officeDocument/2006/relationships/image" Target="../media/image260.wmf"/><Relationship Id="rId17" Type="http://schemas.openxmlformats.org/officeDocument/2006/relationships/oleObject" Target="../embeddings/oleObject371.bin"/><Relationship Id="rId2" Type="http://schemas.openxmlformats.org/officeDocument/2006/relationships/slideLayout" Target="../slideLayouts/slideLayout2.xml"/><Relationship Id="rId16" Type="http://schemas.openxmlformats.org/officeDocument/2006/relationships/image" Target="../media/image262.wmf"/><Relationship Id="rId20" Type="http://schemas.openxmlformats.org/officeDocument/2006/relationships/image" Target="../media/image264.wmf"/><Relationship Id="rId1" Type="http://schemas.openxmlformats.org/officeDocument/2006/relationships/vmlDrawing" Target="../drawings/vmlDrawing64.vml"/><Relationship Id="rId6" Type="http://schemas.openxmlformats.org/officeDocument/2006/relationships/image" Target="../media/image257.wmf"/><Relationship Id="rId11" Type="http://schemas.openxmlformats.org/officeDocument/2006/relationships/oleObject" Target="../embeddings/oleObject368.bin"/><Relationship Id="rId5" Type="http://schemas.openxmlformats.org/officeDocument/2006/relationships/oleObject" Target="../embeddings/oleObject365.bin"/><Relationship Id="rId15" Type="http://schemas.openxmlformats.org/officeDocument/2006/relationships/oleObject" Target="../embeddings/oleObject370.bin"/><Relationship Id="rId10" Type="http://schemas.openxmlformats.org/officeDocument/2006/relationships/image" Target="../media/image259.wmf"/><Relationship Id="rId19" Type="http://schemas.openxmlformats.org/officeDocument/2006/relationships/oleObject" Target="../embeddings/oleObject372.bin"/><Relationship Id="rId4" Type="http://schemas.openxmlformats.org/officeDocument/2006/relationships/image" Target="../media/image256.wmf"/><Relationship Id="rId9" Type="http://schemas.openxmlformats.org/officeDocument/2006/relationships/oleObject" Target="../embeddings/oleObject367.bin"/><Relationship Id="rId14" Type="http://schemas.openxmlformats.org/officeDocument/2006/relationships/image" Target="../media/image261.wmf"/><Relationship Id="rId22" Type="http://schemas.openxmlformats.org/officeDocument/2006/relationships/image" Target="../media/image265.wmf"/></Relationships>
</file>

<file path=ppt/slides/_rels/slide68.xml.rels><?xml version="1.0" encoding="UTF-8" standalone="yes"?>
<Relationships xmlns="http://schemas.openxmlformats.org/package/2006/relationships"><Relationship Id="rId8" Type="http://schemas.openxmlformats.org/officeDocument/2006/relationships/image" Target="../media/image268.wmf"/><Relationship Id="rId3" Type="http://schemas.openxmlformats.org/officeDocument/2006/relationships/oleObject" Target="../embeddings/oleObject374.bin"/><Relationship Id="rId7" Type="http://schemas.openxmlformats.org/officeDocument/2006/relationships/oleObject" Target="../embeddings/oleObject376.bin"/><Relationship Id="rId2" Type="http://schemas.openxmlformats.org/officeDocument/2006/relationships/slideLayout" Target="../slideLayouts/slideLayout7.xml"/><Relationship Id="rId1" Type="http://schemas.openxmlformats.org/officeDocument/2006/relationships/vmlDrawing" Target="../drawings/vmlDrawing65.vml"/><Relationship Id="rId6" Type="http://schemas.openxmlformats.org/officeDocument/2006/relationships/image" Target="../media/image267.wmf"/><Relationship Id="rId5" Type="http://schemas.openxmlformats.org/officeDocument/2006/relationships/oleObject" Target="../embeddings/oleObject375.bin"/><Relationship Id="rId10" Type="http://schemas.openxmlformats.org/officeDocument/2006/relationships/image" Target="../media/image269.wmf"/><Relationship Id="rId4" Type="http://schemas.openxmlformats.org/officeDocument/2006/relationships/image" Target="../media/image266.wmf"/><Relationship Id="rId9" Type="http://schemas.openxmlformats.org/officeDocument/2006/relationships/oleObject" Target="../embeddings/oleObject377.bin"/></Relationships>
</file>

<file path=ppt/slides/_rels/slide69.xml.rels><?xml version="1.0" encoding="UTF-8" standalone="yes"?>
<Relationships xmlns="http://schemas.openxmlformats.org/package/2006/relationships"><Relationship Id="rId8" Type="http://schemas.openxmlformats.org/officeDocument/2006/relationships/image" Target="../media/image271.wmf"/><Relationship Id="rId3" Type="http://schemas.openxmlformats.org/officeDocument/2006/relationships/oleObject" Target="../embeddings/oleObject378.bin"/><Relationship Id="rId7" Type="http://schemas.openxmlformats.org/officeDocument/2006/relationships/oleObject" Target="../embeddings/oleObject380.bin"/><Relationship Id="rId12" Type="http://schemas.openxmlformats.org/officeDocument/2006/relationships/image" Target="../media/image273.wmf"/><Relationship Id="rId2" Type="http://schemas.openxmlformats.org/officeDocument/2006/relationships/slideLayout" Target="../slideLayouts/slideLayout7.xml"/><Relationship Id="rId1" Type="http://schemas.openxmlformats.org/officeDocument/2006/relationships/vmlDrawing" Target="../drawings/vmlDrawing66.vml"/><Relationship Id="rId6" Type="http://schemas.openxmlformats.org/officeDocument/2006/relationships/image" Target="../media/image270.wmf"/><Relationship Id="rId11" Type="http://schemas.openxmlformats.org/officeDocument/2006/relationships/oleObject" Target="../embeddings/oleObject382.bin"/><Relationship Id="rId5" Type="http://schemas.openxmlformats.org/officeDocument/2006/relationships/oleObject" Target="../embeddings/oleObject379.bin"/><Relationship Id="rId10" Type="http://schemas.openxmlformats.org/officeDocument/2006/relationships/image" Target="../media/image272.wmf"/><Relationship Id="rId4" Type="http://schemas.openxmlformats.org/officeDocument/2006/relationships/image" Target="../media/image268.wmf"/><Relationship Id="rId9" Type="http://schemas.openxmlformats.org/officeDocument/2006/relationships/oleObject" Target="../embeddings/oleObject381.bin"/></Relationships>
</file>

<file path=ppt/slides/_rels/slide70.xml.rels><?xml version="1.0" encoding="UTF-8" standalone="yes"?>
<Relationships xmlns="http://schemas.openxmlformats.org/package/2006/relationships"><Relationship Id="rId8" Type="http://schemas.openxmlformats.org/officeDocument/2006/relationships/image" Target="../media/image276.wmf"/><Relationship Id="rId3" Type="http://schemas.openxmlformats.org/officeDocument/2006/relationships/oleObject" Target="../embeddings/oleObject383.bin"/><Relationship Id="rId7" Type="http://schemas.openxmlformats.org/officeDocument/2006/relationships/oleObject" Target="../embeddings/oleObject385.bin"/><Relationship Id="rId2" Type="http://schemas.openxmlformats.org/officeDocument/2006/relationships/slideLayout" Target="../slideLayouts/slideLayout7.xml"/><Relationship Id="rId1" Type="http://schemas.openxmlformats.org/officeDocument/2006/relationships/vmlDrawing" Target="../drawings/vmlDrawing67.vml"/><Relationship Id="rId6" Type="http://schemas.openxmlformats.org/officeDocument/2006/relationships/image" Target="../media/image275.wmf"/><Relationship Id="rId5" Type="http://schemas.openxmlformats.org/officeDocument/2006/relationships/oleObject" Target="../embeddings/oleObject384.bin"/><Relationship Id="rId10" Type="http://schemas.openxmlformats.org/officeDocument/2006/relationships/image" Target="../media/image277.wmf"/><Relationship Id="rId4" Type="http://schemas.openxmlformats.org/officeDocument/2006/relationships/image" Target="../media/image274.wmf"/><Relationship Id="rId9" Type="http://schemas.openxmlformats.org/officeDocument/2006/relationships/oleObject" Target="../embeddings/oleObject386.bin"/></Relationships>
</file>

<file path=ppt/slides/_rels/slide71.xml.rels><?xml version="1.0" encoding="UTF-8" standalone="yes"?>
<Relationships xmlns="http://schemas.openxmlformats.org/package/2006/relationships"><Relationship Id="rId8" Type="http://schemas.openxmlformats.org/officeDocument/2006/relationships/image" Target="../media/image280.wmf"/><Relationship Id="rId3" Type="http://schemas.openxmlformats.org/officeDocument/2006/relationships/oleObject" Target="../embeddings/oleObject387.bin"/><Relationship Id="rId7" Type="http://schemas.openxmlformats.org/officeDocument/2006/relationships/oleObject" Target="../embeddings/oleObject389.bin"/><Relationship Id="rId2" Type="http://schemas.openxmlformats.org/officeDocument/2006/relationships/slideLayout" Target="../slideLayouts/slideLayout7.xml"/><Relationship Id="rId1" Type="http://schemas.openxmlformats.org/officeDocument/2006/relationships/vmlDrawing" Target="../drawings/vmlDrawing68.vml"/><Relationship Id="rId6" Type="http://schemas.openxmlformats.org/officeDocument/2006/relationships/image" Target="../media/image279.wmf"/><Relationship Id="rId5" Type="http://schemas.openxmlformats.org/officeDocument/2006/relationships/oleObject" Target="../embeddings/oleObject388.bin"/><Relationship Id="rId4" Type="http://schemas.openxmlformats.org/officeDocument/2006/relationships/image" Target="../media/image278.wmf"/></Relationships>
</file>

<file path=ppt/slides/_rels/slide72.xml.rels><?xml version="1.0" encoding="UTF-8" standalone="yes"?>
<Relationships xmlns="http://schemas.openxmlformats.org/package/2006/relationships"><Relationship Id="rId2" Type="http://schemas.openxmlformats.org/officeDocument/2006/relationships/image" Target="../media/image28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370330" y="1477392"/>
            <a:ext cx="7772400" cy="1470025"/>
          </a:xfrm>
        </p:spPr>
        <p:txBody>
          <a:bodyPr>
            <a:normAutofit/>
          </a:bodyPr>
          <a:lstStyle/>
          <a:p>
            <a:r>
              <a:rPr lang="zh-CN" altLang="en-US" sz="4800" dirty="0"/>
              <a:t>第七讲  行列式</a:t>
            </a:r>
          </a:p>
        </p:txBody>
      </p:sp>
      <p:sp>
        <p:nvSpPr>
          <p:cNvPr id="3" name="副标题 2"/>
          <p:cNvSpPr>
            <a:spLocks noGrp="1"/>
          </p:cNvSpPr>
          <p:nvPr>
            <p:ph type="subTitle" idx="1"/>
          </p:nvPr>
        </p:nvSpPr>
        <p:spPr>
          <a:xfrm>
            <a:off x="1835696" y="2947417"/>
            <a:ext cx="6400800" cy="3376890"/>
          </a:xfrm>
        </p:spPr>
        <p:txBody>
          <a:bodyPr>
            <a:noAutofit/>
          </a:bodyPr>
          <a:lstStyle/>
          <a:p>
            <a:pPr algn="l">
              <a:lnSpc>
                <a:spcPct val="150000"/>
              </a:lnSpc>
            </a:pPr>
            <a:r>
              <a:rPr lang="en-US" altLang="zh-CN" sz="2400" dirty="0">
                <a:latin typeface="+mj-ea"/>
                <a:ea typeface="+mj-ea"/>
              </a:rPr>
              <a:t>2.8 </a:t>
            </a:r>
            <a:r>
              <a:rPr lang="zh-CN" altLang="en-US" sz="2400" dirty="0">
                <a:latin typeface="+mj-ea"/>
                <a:ea typeface="+mj-ea"/>
              </a:rPr>
              <a:t>二阶行列式与三阶行列式</a:t>
            </a:r>
            <a:endParaRPr lang="en-US" altLang="zh-CN" sz="2400" dirty="0">
              <a:latin typeface="+mj-ea"/>
              <a:ea typeface="+mj-ea"/>
            </a:endParaRPr>
          </a:p>
          <a:p>
            <a:pPr algn="l">
              <a:lnSpc>
                <a:spcPct val="150000"/>
              </a:lnSpc>
            </a:pPr>
            <a:r>
              <a:rPr lang="en-US" altLang="zh-CN" sz="2400" dirty="0">
                <a:latin typeface="+mj-ea"/>
                <a:ea typeface="+mj-ea"/>
              </a:rPr>
              <a:t>2.9 </a:t>
            </a:r>
            <a:r>
              <a:rPr lang="en-US" altLang="zh-CN" sz="2400" i="1" dirty="0">
                <a:latin typeface="+mj-ea"/>
                <a:ea typeface="+mj-ea"/>
                <a:cs typeface="Times New Roman" panose="02020603050405020304" pitchFamily="18" charset="0"/>
              </a:rPr>
              <a:t>n </a:t>
            </a:r>
            <a:r>
              <a:rPr lang="zh-CN" altLang="en-US" sz="2400" dirty="0">
                <a:latin typeface="+mj-ea"/>
                <a:ea typeface="+mj-ea"/>
              </a:rPr>
              <a:t>阶行列式</a:t>
            </a:r>
            <a:endParaRPr lang="en-US" altLang="zh-CN" sz="2400" dirty="0">
              <a:latin typeface="+mj-ea"/>
              <a:ea typeface="+mj-ea"/>
            </a:endParaRPr>
          </a:p>
          <a:p>
            <a:pPr algn="l">
              <a:lnSpc>
                <a:spcPct val="150000"/>
              </a:lnSpc>
            </a:pPr>
            <a:r>
              <a:rPr lang="en-US" altLang="zh-CN" sz="2400" dirty="0">
                <a:latin typeface="+mj-ea"/>
                <a:ea typeface="+mj-ea"/>
              </a:rPr>
              <a:t>2.10 </a:t>
            </a:r>
            <a:r>
              <a:rPr lang="zh-CN" altLang="en-US" sz="2400" dirty="0">
                <a:latin typeface="+mj-ea"/>
                <a:ea typeface="+mj-ea"/>
              </a:rPr>
              <a:t>行列式的性质</a:t>
            </a:r>
            <a:endParaRPr lang="en-US" altLang="zh-CN" sz="2400" dirty="0">
              <a:latin typeface="+mj-ea"/>
              <a:ea typeface="+mj-ea"/>
            </a:endParaRPr>
          </a:p>
          <a:p>
            <a:pPr algn="l">
              <a:lnSpc>
                <a:spcPct val="150000"/>
              </a:lnSpc>
            </a:pPr>
            <a:r>
              <a:rPr lang="en-US" altLang="zh-CN" sz="2400" dirty="0">
                <a:latin typeface="+mj-ea"/>
                <a:ea typeface="+mj-ea"/>
              </a:rPr>
              <a:t>2.11 </a:t>
            </a:r>
            <a:r>
              <a:rPr lang="zh-CN" altLang="en-US" sz="2400" dirty="0">
                <a:latin typeface="+mj-ea"/>
                <a:ea typeface="+mj-ea"/>
              </a:rPr>
              <a:t>行列式的计算</a:t>
            </a:r>
            <a:endParaRPr lang="en-US" altLang="zh-CN" sz="2400" dirty="0">
              <a:latin typeface="+mj-ea"/>
              <a:ea typeface="+mj-ea"/>
            </a:endParaRPr>
          </a:p>
        </p:txBody>
      </p:sp>
      <p:pic>
        <p:nvPicPr>
          <p:cNvPr id="4" name="Picture 2" descr="scau"/>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3338" y="68263"/>
            <a:ext cx="5472113" cy="117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直角三角形 4"/>
          <p:cNvSpPr/>
          <p:nvPr/>
        </p:nvSpPr>
        <p:spPr>
          <a:xfrm>
            <a:off x="0" y="5873377"/>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直角三角形 5"/>
          <p:cNvSpPr/>
          <p:nvPr/>
        </p:nvSpPr>
        <p:spPr>
          <a:xfrm rot="16200000">
            <a:off x="8130760" y="5832084"/>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 name="日期占位符 2">
            <a:extLst>
              <a:ext uri="{FF2B5EF4-FFF2-40B4-BE49-F238E27FC236}">
                <a16:creationId xmlns:a16="http://schemas.microsoft.com/office/drawing/2014/main" id="{A76BD4AC-0699-4502-8FFB-D9216729EF7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766ABD8-F62D-4BF7-92C6-4EBAD074C45D}" type="datetime1">
              <a:rPr lang="zh-CN" altLang="en-US" smtClean="0"/>
              <a:pPr eaLnBrk="1" hangingPunct="1"/>
              <a:t>2025/2/28</a:t>
            </a:fld>
            <a:endParaRPr lang="en-US" altLang="zh-CN"/>
          </a:p>
        </p:txBody>
      </p:sp>
      <p:sp>
        <p:nvSpPr>
          <p:cNvPr id="1035" name="页脚占位符 3">
            <a:extLst>
              <a:ext uri="{FF2B5EF4-FFF2-40B4-BE49-F238E27FC236}">
                <a16:creationId xmlns:a16="http://schemas.microsoft.com/office/drawing/2014/main" id="{C1035CE7-2F57-4F49-8819-1BCD4750614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(共20页)</a:t>
            </a:r>
          </a:p>
        </p:txBody>
      </p:sp>
      <p:sp>
        <p:nvSpPr>
          <p:cNvPr id="1036" name="灯片编号占位符 4">
            <a:extLst>
              <a:ext uri="{FF2B5EF4-FFF2-40B4-BE49-F238E27FC236}">
                <a16:creationId xmlns:a16="http://schemas.microsoft.com/office/drawing/2014/main" id="{72CFBEE3-72C3-471D-A76E-1D9204DED40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2456B61-C052-4770-8C5B-E29DA106335C}" type="slidenum">
              <a:rPr lang="en-US" altLang="zh-CN"/>
              <a:pPr eaLnBrk="1" hangingPunct="1"/>
              <a:t>2</a:t>
            </a:fld>
            <a:endParaRPr lang="en-US" altLang="zh-CN"/>
          </a:p>
        </p:txBody>
      </p:sp>
      <p:sp>
        <p:nvSpPr>
          <p:cNvPr id="66562" name="Text Box 2">
            <a:extLst>
              <a:ext uri="{FF2B5EF4-FFF2-40B4-BE49-F238E27FC236}">
                <a16:creationId xmlns:a16="http://schemas.microsoft.com/office/drawing/2014/main" id="{5DA2FE23-47E0-4AD4-A14A-DBCE27F35290}"/>
              </a:ext>
            </a:extLst>
          </p:cNvPr>
          <p:cNvSpPr txBox="1">
            <a:spLocks noChangeArrowheads="1"/>
          </p:cNvSpPr>
          <p:nvPr/>
        </p:nvSpPr>
        <p:spPr bwMode="auto">
          <a:xfrm>
            <a:off x="1403350" y="2060575"/>
            <a:ext cx="5943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rPr>
              <a:t>用消元法解二元线性方程组</a:t>
            </a:r>
          </a:p>
        </p:txBody>
      </p:sp>
      <p:graphicFrame>
        <p:nvGraphicFramePr>
          <p:cNvPr id="66563" name="Object 3">
            <a:extLst>
              <a:ext uri="{FF2B5EF4-FFF2-40B4-BE49-F238E27FC236}">
                <a16:creationId xmlns:a16="http://schemas.microsoft.com/office/drawing/2014/main" id="{AEEA0183-B9C6-4003-AEE9-751B09954827}"/>
              </a:ext>
            </a:extLst>
          </p:cNvPr>
          <p:cNvGraphicFramePr>
            <a:graphicFrameLocks noChangeAspect="1"/>
          </p:cNvGraphicFramePr>
          <p:nvPr/>
        </p:nvGraphicFramePr>
        <p:xfrm>
          <a:off x="2195513" y="2924175"/>
          <a:ext cx="3517900" cy="1003300"/>
        </p:xfrm>
        <a:graphic>
          <a:graphicData uri="http://schemas.openxmlformats.org/presentationml/2006/ole">
            <mc:AlternateContent xmlns:mc="http://schemas.openxmlformats.org/markup-compatibility/2006">
              <mc:Choice xmlns:v="urn:schemas-microsoft-com:vml" Requires="v">
                <p:oleObj spid="_x0000_s1058" name="Equation" r:id="rId3" imgW="3517560" imgH="1002960" progId="Equation.3">
                  <p:embed/>
                </p:oleObj>
              </mc:Choice>
              <mc:Fallback>
                <p:oleObj name="Equation" r:id="rId3" imgW="3517560" imgH="1002960" progId="Equation.3">
                  <p:embed/>
                  <p:pic>
                    <p:nvPicPr>
                      <p:cNvPr id="66563" name="Object 3">
                        <a:extLst>
                          <a:ext uri="{FF2B5EF4-FFF2-40B4-BE49-F238E27FC236}">
                            <a16:creationId xmlns:a16="http://schemas.microsoft.com/office/drawing/2014/main" id="{AEEA0183-B9C6-4003-AEE9-751B0995482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5513" y="2924175"/>
                        <a:ext cx="3517900" cy="1003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6564" name="Object 4">
            <a:extLst>
              <a:ext uri="{FF2B5EF4-FFF2-40B4-BE49-F238E27FC236}">
                <a16:creationId xmlns:a16="http://schemas.microsoft.com/office/drawing/2014/main" id="{30A87745-5280-4CAA-A336-6C2A81162166}"/>
              </a:ext>
            </a:extLst>
          </p:cNvPr>
          <p:cNvGraphicFramePr>
            <a:graphicFrameLocks noChangeAspect="1"/>
          </p:cNvGraphicFramePr>
          <p:nvPr/>
        </p:nvGraphicFramePr>
        <p:xfrm>
          <a:off x="5435600" y="2924175"/>
          <a:ext cx="419100" cy="406400"/>
        </p:xfrm>
        <a:graphic>
          <a:graphicData uri="http://schemas.openxmlformats.org/presentationml/2006/ole">
            <mc:AlternateContent xmlns:mc="http://schemas.openxmlformats.org/markup-compatibility/2006">
              <mc:Choice xmlns:v="urn:schemas-microsoft-com:vml" Requires="v">
                <p:oleObj spid="_x0000_s1059" name="Equation" r:id="rId5" imgW="419040" imgH="406080" progId="Equation.3">
                  <p:embed/>
                </p:oleObj>
              </mc:Choice>
              <mc:Fallback>
                <p:oleObj name="Equation" r:id="rId5" imgW="419040" imgH="406080" progId="Equation.3">
                  <p:embed/>
                  <p:pic>
                    <p:nvPicPr>
                      <p:cNvPr id="66564" name="Object 4">
                        <a:extLst>
                          <a:ext uri="{FF2B5EF4-FFF2-40B4-BE49-F238E27FC236}">
                            <a16:creationId xmlns:a16="http://schemas.microsoft.com/office/drawing/2014/main" id="{30A87745-5280-4CAA-A336-6C2A8116216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35600" y="2924175"/>
                        <a:ext cx="419100"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6565" name="Object 5">
            <a:extLst>
              <a:ext uri="{FF2B5EF4-FFF2-40B4-BE49-F238E27FC236}">
                <a16:creationId xmlns:a16="http://schemas.microsoft.com/office/drawing/2014/main" id="{C568DCEF-3159-4BB8-B17D-256D6FCBE6B1}"/>
              </a:ext>
            </a:extLst>
          </p:cNvPr>
          <p:cNvGraphicFramePr>
            <a:graphicFrameLocks noChangeAspect="1"/>
          </p:cNvGraphicFramePr>
          <p:nvPr/>
        </p:nvGraphicFramePr>
        <p:xfrm>
          <a:off x="5472113" y="3500438"/>
          <a:ext cx="444500" cy="406400"/>
        </p:xfrm>
        <a:graphic>
          <a:graphicData uri="http://schemas.openxmlformats.org/presentationml/2006/ole">
            <mc:AlternateContent xmlns:mc="http://schemas.openxmlformats.org/markup-compatibility/2006">
              <mc:Choice xmlns:v="urn:schemas-microsoft-com:vml" Requires="v">
                <p:oleObj spid="_x0000_s1060" name="Equation" r:id="rId7" imgW="444240" imgH="406080" progId="Equation.3">
                  <p:embed/>
                </p:oleObj>
              </mc:Choice>
              <mc:Fallback>
                <p:oleObj name="Equation" r:id="rId7" imgW="444240" imgH="406080" progId="Equation.3">
                  <p:embed/>
                  <p:pic>
                    <p:nvPicPr>
                      <p:cNvPr id="66565" name="Object 5">
                        <a:extLst>
                          <a:ext uri="{FF2B5EF4-FFF2-40B4-BE49-F238E27FC236}">
                            <a16:creationId xmlns:a16="http://schemas.microsoft.com/office/drawing/2014/main" id="{C568DCEF-3159-4BB8-B17D-256D6FCBE6B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72113" y="3500438"/>
                        <a:ext cx="444500"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6566" name="Object 6">
            <a:extLst>
              <a:ext uri="{FF2B5EF4-FFF2-40B4-BE49-F238E27FC236}">
                <a16:creationId xmlns:a16="http://schemas.microsoft.com/office/drawing/2014/main" id="{7FD567C5-322F-48D8-BE41-F2DD3D0D52DF}"/>
              </a:ext>
            </a:extLst>
          </p:cNvPr>
          <p:cNvGraphicFramePr>
            <a:graphicFrameLocks noChangeAspect="1"/>
          </p:cNvGraphicFramePr>
          <p:nvPr/>
        </p:nvGraphicFramePr>
        <p:xfrm>
          <a:off x="1223963" y="4221163"/>
          <a:ext cx="1295400" cy="419100"/>
        </p:xfrm>
        <a:graphic>
          <a:graphicData uri="http://schemas.openxmlformats.org/presentationml/2006/ole">
            <mc:AlternateContent xmlns:mc="http://schemas.openxmlformats.org/markup-compatibility/2006">
              <mc:Choice xmlns:v="urn:schemas-microsoft-com:vml" Requires="v">
                <p:oleObj spid="_x0000_s1061" name="Equation" r:id="rId9" imgW="1295280" imgH="419040" progId="Equation.3">
                  <p:embed/>
                </p:oleObj>
              </mc:Choice>
              <mc:Fallback>
                <p:oleObj name="Equation" r:id="rId9" imgW="1295280" imgH="419040" progId="Equation.3">
                  <p:embed/>
                  <p:pic>
                    <p:nvPicPr>
                      <p:cNvPr id="66566" name="Object 6">
                        <a:extLst>
                          <a:ext uri="{FF2B5EF4-FFF2-40B4-BE49-F238E27FC236}">
                            <a16:creationId xmlns:a16="http://schemas.microsoft.com/office/drawing/2014/main" id="{7FD567C5-322F-48D8-BE41-F2DD3D0D52D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23963" y="4221163"/>
                        <a:ext cx="12954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6567" name="Object 7">
            <a:extLst>
              <a:ext uri="{FF2B5EF4-FFF2-40B4-BE49-F238E27FC236}">
                <a16:creationId xmlns:a16="http://schemas.microsoft.com/office/drawing/2014/main" id="{060FA6F0-7495-4C24-B95C-D09A7BA5B0F0}"/>
              </a:ext>
            </a:extLst>
          </p:cNvPr>
          <p:cNvGraphicFramePr>
            <a:graphicFrameLocks noChangeAspect="1"/>
          </p:cNvGraphicFramePr>
          <p:nvPr/>
        </p:nvGraphicFramePr>
        <p:xfrm>
          <a:off x="2843213" y="4221163"/>
          <a:ext cx="3797300" cy="419100"/>
        </p:xfrm>
        <a:graphic>
          <a:graphicData uri="http://schemas.openxmlformats.org/presentationml/2006/ole">
            <mc:AlternateContent xmlns:mc="http://schemas.openxmlformats.org/markup-compatibility/2006">
              <mc:Choice xmlns:v="urn:schemas-microsoft-com:vml" Requires="v">
                <p:oleObj spid="_x0000_s1062" name="Equation" r:id="rId11" imgW="3797280" imgH="419040" progId="Equation.3">
                  <p:embed/>
                </p:oleObj>
              </mc:Choice>
              <mc:Fallback>
                <p:oleObj name="Equation" r:id="rId11" imgW="3797280" imgH="419040" progId="Equation.3">
                  <p:embed/>
                  <p:pic>
                    <p:nvPicPr>
                      <p:cNvPr id="66567" name="Object 7">
                        <a:extLst>
                          <a:ext uri="{FF2B5EF4-FFF2-40B4-BE49-F238E27FC236}">
                            <a16:creationId xmlns:a16="http://schemas.microsoft.com/office/drawing/2014/main" id="{060FA6F0-7495-4C24-B95C-D09A7BA5B0F0}"/>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843213" y="4221163"/>
                        <a:ext cx="37973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6568" name="Object 8">
            <a:extLst>
              <a:ext uri="{FF2B5EF4-FFF2-40B4-BE49-F238E27FC236}">
                <a16:creationId xmlns:a16="http://schemas.microsoft.com/office/drawing/2014/main" id="{67675000-4355-42A7-8717-A32FC059EF47}"/>
              </a:ext>
            </a:extLst>
          </p:cNvPr>
          <p:cNvGraphicFramePr>
            <a:graphicFrameLocks noChangeAspect="1"/>
          </p:cNvGraphicFramePr>
          <p:nvPr/>
        </p:nvGraphicFramePr>
        <p:xfrm>
          <a:off x="1258888" y="4905375"/>
          <a:ext cx="1308100" cy="419100"/>
        </p:xfrm>
        <a:graphic>
          <a:graphicData uri="http://schemas.openxmlformats.org/presentationml/2006/ole">
            <mc:AlternateContent xmlns:mc="http://schemas.openxmlformats.org/markup-compatibility/2006">
              <mc:Choice xmlns:v="urn:schemas-microsoft-com:vml" Requires="v">
                <p:oleObj spid="_x0000_s1063" name="Equation" r:id="rId13" imgW="1307880" imgH="419040" progId="Equation.3">
                  <p:embed/>
                </p:oleObj>
              </mc:Choice>
              <mc:Fallback>
                <p:oleObj name="Equation" r:id="rId13" imgW="1307880" imgH="419040" progId="Equation.3">
                  <p:embed/>
                  <p:pic>
                    <p:nvPicPr>
                      <p:cNvPr id="66568" name="Object 8">
                        <a:extLst>
                          <a:ext uri="{FF2B5EF4-FFF2-40B4-BE49-F238E27FC236}">
                            <a16:creationId xmlns:a16="http://schemas.microsoft.com/office/drawing/2014/main" id="{67675000-4355-42A7-8717-A32FC059EF47}"/>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258888" y="4905375"/>
                        <a:ext cx="13081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6569" name="Object 9">
            <a:extLst>
              <a:ext uri="{FF2B5EF4-FFF2-40B4-BE49-F238E27FC236}">
                <a16:creationId xmlns:a16="http://schemas.microsoft.com/office/drawing/2014/main" id="{2D4FC394-E989-484C-AD12-6D5D2EA582BA}"/>
              </a:ext>
            </a:extLst>
          </p:cNvPr>
          <p:cNvGraphicFramePr>
            <a:graphicFrameLocks noChangeAspect="1"/>
          </p:cNvGraphicFramePr>
          <p:nvPr/>
        </p:nvGraphicFramePr>
        <p:xfrm>
          <a:off x="2987675" y="4868863"/>
          <a:ext cx="3810000" cy="419100"/>
        </p:xfrm>
        <a:graphic>
          <a:graphicData uri="http://schemas.openxmlformats.org/presentationml/2006/ole">
            <mc:AlternateContent xmlns:mc="http://schemas.openxmlformats.org/markup-compatibility/2006">
              <mc:Choice xmlns:v="urn:schemas-microsoft-com:vml" Requires="v">
                <p:oleObj spid="_x0000_s1064" name="Equation" r:id="rId15" imgW="3809880" imgH="419040" progId="Equation.3">
                  <p:embed/>
                </p:oleObj>
              </mc:Choice>
              <mc:Fallback>
                <p:oleObj name="Equation" r:id="rId15" imgW="3809880" imgH="419040" progId="Equation.3">
                  <p:embed/>
                  <p:pic>
                    <p:nvPicPr>
                      <p:cNvPr id="66569" name="Object 9">
                        <a:extLst>
                          <a:ext uri="{FF2B5EF4-FFF2-40B4-BE49-F238E27FC236}">
                            <a16:creationId xmlns:a16="http://schemas.microsoft.com/office/drawing/2014/main" id="{2D4FC394-E989-484C-AD12-6D5D2EA582BA}"/>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987675" y="4868863"/>
                        <a:ext cx="38100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6570" name="Rectangle 10">
            <a:extLst>
              <a:ext uri="{FF2B5EF4-FFF2-40B4-BE49-F238E27FC236}">
                <a16:creationId xmlns:a16="http://schemas.microsoft.com/office/drawing/2014/main" id="{46221499-DC5A-4FD0-8033-6E6CF0689A6B}"/>
              </a:ext>
            </a:extLst>
          </p:cNvPr>
          <p:cNvSpPr>
            <a:spLocks noChangeArrowheads="1"/>
          </p:cNvSpPr>
          <p:nvPr/>
        </p:nvSpPr>
        <p:spPr bwMode="auto">
          <a:xfrm>
            <a:off x="4248150" y="4292600"/>
            <a:ext cx="914400" cy="381000"/>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6571" name="Rectangle 11">
            <a:extLst>
              <a:ext uri="{FF2B5EF4-FFF2-40B4-BE49-F238E27FC236}">
                <a16:creationId xmlns:a16="http://schemas.microsoft.com/office/drawing/2014/main" id="{C749CB96-B871-413D-ADD8-F317A1948E39}"/>
              </a:ext>
            </a:extLst>
          </p:cNvPr>
          <p:cNvSpPr>
            <a:spLocks noChangeArrowheads="1"/>
          </p:cNvSpPr>
          <p:nvPr/>
        </p:nvSpPr>
        <p:spPr bwMode="auto">
          <a:xfrm>
            <a:off x="4392613" y="4941888"/>
            <a:ext cx="914400" cy="381000"/>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66572" name="Object 12">
            <a:extLst>
              <a:ext uri="{FF2B5EF4-FFF2-40B4-BE49-F238E27FC236}">
                <a16:creationId xmlns:a16="http://schemas.microsoft.com/office/drawing/2014/main" id="{1EB0D911-A547-4955-BB17-42558FC3974C}"/>
              </a:ext>
            </a:extLst>
          </p:cNvPr>
          <p:cNvGraphicFramePr>
            <a:graphicFrameLocks noChangeAspect="1"/>
          </p:cNvGraphicFramePr>
          <p:nvPr/>
        </p:nvGraphicFramePr>
        <p:xfrm>
          <a:off x="1116013" y="5805488"/>
          <a:ext cx="3276600" cy="431800"/>
        </p:xfrm>
        <a:graphic>
          <a:graphicData uri="http://schemas.openxmlformats.org/presentationml/2006/ole">
            <mc:AlternateContent xmlns:mc="http://schemas.openxmlformats.org/markup-compatibility/2006">
              <mc:Choice xmlns:v="urn:schemas-microsoft-com:vml" Requires="v">
                <p:oleObj spid="_x0000_s1065" name="Equation" r:id="rId17" imgW="3276360" imgH="431640" progId="Equation.3">
                  <p:embed/>
                </p:oleObj>
              </mc:Choice>
              <mc:Fallback>
                <p:oleObj name="Equation" r:id="rId17" imgW="3276360" imgH="431640" progId="Equation.3">
                  <p:embed/>
                  <p:pic>
                    <p:nvPicPr>
                      <p:cNvPr id="66572" name="Object 12">
                        <a:extLst>
                          <a:ext uri="{FF2B5EF4-FFF2-40B4-BE49-F238E27FC236}">
                            <a16:creationId xmlns:a16="http://schemas.microsoft.com/office/drawing/2014/main" id="{1EB0D911-A547-4955-BB17-42558FC3974C}"/>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116013" y="5805488"/>
                        <a:ext cx="32766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6573" name="Rectangle 13">
            <a:extLst>
              <a:ext uri="{FF2B5EF4-FFF2-40B4-BE49-F238E27FC236}">
                <a16:creationId xmlns:a16="http://schemas.microsoft.com/office/drawing/2014/main" id="{C4EC963F-DC76-452D-BED9-FF2DA381E3D7}"/>
              </a:ext>
            </a:extLst>
          </p:cNvPr>
          <p:cNvSpPr>
            <a:spLocks noChangeArrowheads="1"/>
          </p:cNvSpPr>
          <p:nvPr/>
        </p:nvSpPr>
        <p:spPr bwMode="auto">
          <a:xfrm>
            <a:off x="250825" y="1196975"/>
            <a:ext cx="3240088" cy="71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zh-CN" altLang="en-US" sz="3600" b="1"/>
              <a:t>二阶行列式</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6573">
                                            <p:txEl>
                                              <p:pRg st="0" end="0"/>
                                            </p:txEl>
                                          </p:spTgt>
                                        </p:tgtEl>
                                        <p:attrNameLst>
                                          <p:attrName>style.visibility</p:attrName>
                                        </p:attrNameLst>
                                      </p:cBhvr>
                                      <p:to>
                                        <p:strVal val="visible"/>
                                      </p:to>
                                    </p:set>
                                    <p:animEffect transition="in" filter="wipe(left)">
                                      <p:cBhvr>
                                        <p:cTn id="7" dur="2000"/>
                                        <p:tgtEl>
                                          <p:spTgt spid="6657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lt">
                                    <p:tmPct val="100000"/>
                                  </p:iterate>
                                  <p:childTnLst>
                                    <p:set>
                                      <p:cBhvr>
                                        <p:cTn id="11" dur="1" fill="hold">
                                          <p:stCondLst>
                                            <p:cond delay="0"/>
                                          </p:stCondLst>
                                        </p:cTn>
                                        <p:tgtEl>
                                          <p:spTgt spid="66562"/>
                                        </p:tgtEl>
                                        <p:attrNameLst>
                                          <p:attrName>style.visibility</p:attrName>
                                        </p:attrNameLst>
                                      </p:cBhvr>
                                      <p:to>
                                        <p:strVal val="visible"/>
                                      </p:to>
                                    </p:set>
                                    <p:animEffect transition="in" filter="wipe(left)">
                                      <p:cBhvr>
                                        <p:cTn id="12" dur="75"/>
                                        <p:tgtEl>
                                          <p:spTgt spid="66562"/>
                                        </p:tgtEl>
                                      </p:cBhvr>
                                    </p:animEffect>
                                  </p:childTnLst>
                                </p:cTn>
                              </p:par>
                            </p:childTnLst>
                          </p:cTn>
                        </p:par>
                        <p:par>
                          <p:cTn id="13" fill="hold" nodeType="afterGroup">
                            <p:stCondLst>
                              <p:cond delay="900"/>
                            </p:stCondLst>
                            <p:childTnLst>
                              <p:par>
                                <p:cTn id="14" presetID="22" presetClass="entr" presetSubtype="8" fill="hold" nodeType="afterEffect">
                                  <p:stCondLst>
                                    <p:cond delay="0"/>
                                  </p:stCondLst>
                                  <p:childTnLst>
                                    <p:set>
                                      <p:cBhvr>
                                        <p:cTn id="15" dur="1" fill="hold">
                                          <p:stCondLst>
                                            <p:cond delay="0"/>
                                          </p:stCondLst>
                                        </p:cTn>
                                        <p:tgtEl>
                                          <p:spTgt spid="66563"/>
                                        </p:tgtEl>
                                        <p:attrNameLst>
                                          <p:attrName>style.visibility</p:attrName>
                                        </p:attrNameLst>
                                      </p:cBhvr>
                                      <p:to>
                                        <p:strVal val="visible"/>
                                      </p:to>
                                    </p:set>
                                    <p:animEffect transition="in" filter="wipe(left)">
                                      <p:cBhvr>
                                        <p:cTn id="16" dur="500"/>
                                        <p:tgtEl>
                                          <p:spTgt spid="66563"/>
                                        </p:tgtEl>
                                      </p:cBhvr>
                                    </p:animEffect>
                                  </p:childTnLst>
                                </p:cTn>
                              </p:par>
                            </p:childTnLst>
                          </p:cTn>
                        </p:par>
                        <p:par>
                          <p:cTn id="17" fill="hold" nodeType="afterGroup">
                            <p:stCondLst>
                              <p:cond delay="1400"/>
                            </p:stCondLst>
                            <p:childTnLst>
                              <p:par>
                                <p:cTn id="18" presetID="22" presetClass="entr" presetSubtype="8" fill="hold" nodeType="afterEffect">
                                  <p:stCondLst>
                                    <p:cond delay="0"/>
                                  </p:stCondLst>
                                  <p:childTnLst>
                                    <p:set>
                                      <p:cBhvr>
                                        <p:cTn id="19" dur="1" fill="hold">
                                          <p:stCondLst>
                                            <p:cond delay="0"/>
                                          </p:stCondLst>
                                        </p:cTn>
                                        <p:tgtEl>
                                          <p:spTgt spid="66564"/>
                                        </p:tgtEl>
                                        <p:attrNameLst>
                                          <p:attrName>style.visibility</p:attrName>
                                        </p:attrNameLst>
                                      </p:cBhvr>
                                      <p:to>
                                        <p:strVal val="visible"/>
                                      </p:to>
                                    </p:set>
                                    <p:animEffect transition="in" filter="wipe(left)">
                                      <p:cBhvr>
                                        <p:cTn id="20" dur="500"/>
                                        <p:tgtEl>
                                          <p:spTgt spid="66564"/>
                                        </p:tgtEl>
                                      </p:cBhvr>
                                    </p:animEffect>
                                  </p:childTnLst>
                                </p:cTn>
                              </p:par>
                            </p:childTnLst>
                          </p:cTn>
                        </p:par>
                        <p:par>
                          <p:cTn id="21" fill="hold" nodeType="afterGroup">
                            <p:stCondLst>
                              <p:cond delay="1900"/>
                            </p:stCondLst>
                            <p:childTnLst>
                              <p:par>
                                <p:cTn id="22" presetID="22" presetClass="entr" presetSubtype="8" fill="hold" nodeType="afterEffect">
                                  <p:stCondLst>
                                    <p:cond delay="0"/>
                                  </p:stCondLst>
                                  <p:childTnLst>
                                    <p:set>
                                      <p:cBhvr>
                                        <p:cTn id="23" dur="1" fill="hold">
                                          <p:stCondLst>
                                            <p:cond delay="0"/>
                                          </p:stCondLst>
                                        </p:cTn>
                                        <p:tgtEl>
                                          <p:spTgt spid="66565"/>
                                        </p:tgtEl>
                                        <p:attrNameLst>
                                          <p:attrName>style.visibility</p:attrName>
                                        </p:attrNameLst>
                                      </p:cBhvr>
                                      <p:to>
                                        <p:strVal val="visible"/>
                                      </p:to>
                                    </p:set>
                                    <p:animEffect transition="in" filter="wipe(left)">
                                      <p:cBhvr>
                                        <p:cTn id="24" dur="500"/>
                                        <p:tgtEl>
                                          <p:spTgt spid="66565"/>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nodeType="clickEffect">
                                  <p:stCondLst>
                                    <p:cond delay="0"/>
                                  </p:stCondLst>
                                  <p:childTnLst>
                                    <p:set>
                                      <p:cBhvr>
                                        <p:cTn id="28" dur="1" fill="hold">
                                          <p:stCondLst>
                                            <p:cond delay="0"/>
                                          </p:stCondLst>
                                        </p:cTn>
                                        <p:tgtEl>
                                          <p:spTgt spid="66566"/>
                                        </p:tgtEl>
                                        <p:attrNameLst>
                                          <p:attrName>style.visibility</p:attrName>
                                        </p:attrNameLst>
                                      </p:cBhvr>
                                      <p:to>
                                        <p:strVal val="visible"/>
                                      </p:to>
                                    </p:set>
                                    <p:animEffect transition="in" filter="wipe(left)">
                                      <p:cBhvr>
                                        <p:cTn id="29" dur="500"/>
                                        <p:tgtEl>
                                          <p:spTgt spid="66566"/>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nodeType="clickEffect">
                                  <p:stCondLst>
                                    <p:cond delay="0"/>
                                  </p:stCondLst>
                                  <p:childTnLst>
                                    <p:set>
                                      <p:cBhvr>
                                        <p:cTn id="33" dur="1" fill="hold">
                                          <p:stCondLst>
                                            <p:cond delay="0"/>
                                          </p:stCondLst>
                                        </p:cTn>
                                        <p:tgtEl>
                                          <p:spTgt spid="66567"/>
                                        </p:tgtEl>
                                        <p:attrNameLst>
                                          <p:attrName>style.visibility</p:attrName>
                                        </p:attrNameLst>
                                      </p:cBhvr>
                                      <p:to>
                                        <p:strVal val="visible"/>
                                      </p:to>
                                    </p:set>
                                    <p:animEffect transition="in" filter="wipe(left)">
                                      <p:cBhvr>
                                        <p:cTn id="34" dur="500"/>
                                        <p:tgtEl>
                                          <p:spTgt spid="66567"/>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nodeType="clickEffect">
                                  <p:stCondLst>
                                    <p:cond delay="0"/>
                                  </p:stCondLst>
                                  <p:childTnLst>
                                    <p:set>
                                      <p:cBhvr>
                                        <p:cTn id="38" dur="1" fill="hold">
                                          <p:stCondLst>
                                            <p:cond delay="0"/>
                                          </p:stCondLst>
                                        </p:cTn>
                                        <p:tgtEl>
                                          <p:spTgt spid="66568"/>
                                        </p:tgtEl>
                                        <p:attrNameLst>
                                          <p:attrName>style.visibility</p:attrName>
                                        </p:attrNameLst>
                                      </p:cBhvr>
                                      <p:to>
                                        <p:strVal val="visible"/>
                                      </p:to>
                                    </p:set>
                                    <p:animEffect transition="in" filter="wipe(left)">
                                      <p:cBhvr>
                                        <p:cTn id="39" dur="500"/>
                                        <p:tgtEl>
                                          <p:spTgt spid="66568"/>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nodeType="clickEffect">
                                  <p:stCondLst>
                                    <p:cond delay="0"/>
                                  </p:stCondLst>
                                  <p:childTnLst>
                                    <p:set>
                                      <p:cBhvr>
                                        <p:cTn id="43" dur="1" fill="hold">
                                          <p:stCondLst>
                                            <p:cond delay="0"/>
                                          </p:stCondLst>
                                        </p:cTn>
                                        <p:tgtEl>
                                          <p:spTgt spid="66569"/>
                                        </p:tgtEl>
                                        <p:attrNameLst>
                                          <p:attrName>style.visibility</p:attrName>
                                        </p:attrNameLst>
                                      </p:cBhvr>
                                      <p:to>
                                        <p:strVal val="visible"/>
                                      </p:to>
                                    </p:set>
                                    <p:animEffect transition="in" filter="wipe(left)">
                                      <p:cBhvr>
                                        <p:cTn id="44" dur="500"/>
                                        <p:tgtEl>
                                          <p:spTgt spid="66569"/>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66570"/>
                                        </p:tgtEl>
                                        <p:attrNameLst>
                                          <p:attrName>style.visibility</p:attrName>
                                        </p:attrNameLst>
                                      </p:cBhvr>
                                      <p:to>
                                        <p:strVal val="visible"/>
                                      </p:to>
                                    </p:set>
                                    <p:animEffect transition="in" filter="wipe(left)">
                                      <p:cBhvr>
                                        <p:cTn id="49" dur="500"/>
                                        <p:tgtEl>
                                          <p:spTgt spid="66570"/>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66571"/>
                                        </p:tgtEl>
                                        <p:attrNameLst>
                                          <p:attrName>style.visibility</p:attrName>
                                        </p:attrNameLst>
                                      </p:cBhvr>
                                      <p:to>
                                        <p:strVal val="visible"/>
                                      </p:to>
                                    </p:set>
                                    <p:animEffect transition="in" filter="wipe(left)">
                                      <p:cBhvr>
                                        <p:cTn id="54" dur="500"/>
                                        <p:tgtEl>
                                          <p:spTgt spid="66571"/>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nodeType="clickEffect">
                                  <p:stCondLst>
                                    <p:cond delay="0"/>
                                  </p:stCondLst>
                                  <p:childTnLst>
                                    <p:set>
                                      <p:cBhvr>
                                        <p:cTn id="58" dur="1" fill="hold">
                                          <p:stCondLst>
                                            <p:cond delay="0"/>
                                          </p:stCondLst>
                                        </p:cTn>
                                        <p:tgtEl>
                                          <p:spTgt spid="66572"/>
                                        </p:tgtEl>
                                        <p:attrNameLst>
                                          <p:attrName>style.visibility</p:attrName>
                                        </p:attrNameLst>
                                      </p:cBhvr>
                                      <p:to>
                                        <p:strVal val="visible"/>
                                      </p:to>
                                    </p:set>
                                    <p:animEffect transition="in" filter="wipe(left)">
                                      <p:cBhvr>
                                        <p:cTn id="59" dur="500"/>
                                        <p:tgtEl>
                                          <p:spTgt spid="665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2" grpId="0" autoUpdateAnimBg="0"/>
      <p:bldP spid="66570" grpId="0" animBg="1"/>
      <p:bldP spid="66571" grpId="0" animBg="1"/>
      <p:bldP spid="6657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7" name="日期占位符 2">
            <a:extLst>
              <a:ext uri="{FF2B5EF4-FFF2-40B4-BE49-F238E27FC236}">
                <a16:creationId xmlns:a16="http://schemas.microsoft.com/office/drawing/2014/main" id="{6FAAE1AE-4937-4FBB-ADFB-26189CE58B84}"/>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4480BA8-266A-41A3-9E50-BA9BC036E4BB}" type="datetime1">
              <a:rPr lang="zh-CN" altLang="en-US" smtClean="0"/>
              <a:pPr eaLnBrk="1" hangingPunct="1"/>
              <a:t>2025/2/28</a:t>
            </a:fld>
            <a:endParaRPr lang="en-US" altLang="zh-CN"/>
          </a:p>
        </p:txBody>
      </p:sp>
      <p:sp>
        <p:nvSpPr>
          <p:cNvPr id="2058" name="页脚占位符 3">
            <a:extLst>
              <a:ext uri="{FF2B5EF4-FFF2-40B4-BE49-F238E27FC236}">
                <a16:creationId xmlns:a16="http://schemas.microsoft.com/office/drawing/2014/main" id="{DE633A5F-BE48-4FED-9DB2-B86CD8469CD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(共20页)</a:t>
            </a:r>
          </a:p>
        </p:txBody>
      </p:sp>
      <p:sp>
        <p:nvSpPr>
          <p:cNvPr id="2059" name="灯片编号占位符 4">
            <a:extLst>
              <a:ext uri="{FF2B5EF4-FFF2-40B4-BE49-F238E27FC236}">
                <a16:creationId xmlns:a16="http://schemas.microsoft.com/office/drawing/2014/main" id="{2E700ECF-D903-4F92-ACEA-870AEBD427C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436DA40-5E33-4CB0-9FEA-705D9CD4551B}" type="slidenum">
              <a:rPr lang="en-US" altLang="zh-CN"/>
              <a:pPr eaLnBrk="1" hangingPunct="1"/>
              <a:t>3</a:t>
            </a:fld>
            <a:endParaRPr lang="en-US" altLang="zh-CN"/>
          </a:p>
        </p:txBody>
      </p:sp>
      <p:graphicFrame>
        <p:nvGraphicFramePr>
          <p:cNvPr id="67586" name="Object 2">
            <a:extLst>
              <a:ext uri="{FF2B5EF4-FFF2-40B4-BE49-F238E27FC236}">
                <a16:creationId xmlns:a16="http://schemas.microsoft.com/office/drawing/2014/main" id="{FB7C460D-7C7E-4455-8CF4-19BB9248BDCA}"/>
              </a:ext>
            </a:extLst>
          </p:cNvPr>
          <p:cNvGraphicFramePr>
            <a:graphicFrameLocks noChangeAspect="1"/>
          </p:cNvGraphicFramePr>
          <p:nvPr/>
        </p:nvGraphicFramePr>
        <p:xfrm>
          <a:off x="1752600" y="990600"/>
          <a:ext cx="4965700" cy="419100"/>
        </p:xfrm>
        <a:graphic>
          <a:graphicData uri="http://schemas.openxmlformats.org/presentationml/2006/ole">
            <mc:AlternateContent xmlns:mc="http://schemas.openxmlformats.org/markup-compatibility/2006">
              <mc:Choice xmlns:v="urn:schemas-microsoft-com:vml" Requires="v">
                <p:oleObj spid="_x0000_s2078" name="Equation" r:id="rId3" imgW="4965480" imgH="419040" progId="Equation.3">
                  <p:embed/>
                </p:oleObj>
              </mc:Choice>
              <mc:Fallback>
                <p:oleObj name="Equation" r:id="rId3" imgW="4965480" imgH="419040" progId="Equation.3">
                  <p:embed/>
                  <p:pic>
                    <p:nvPicPr>
                      <p:cNvPr id="67586" name="Object 2">
                        <a:extLst>
                          <a:ext uri="{FF2B5EF4-FFF2-40B4-BE49-F238E27FC236}">
                            <a16:creationId xmlns:a16="http://schemas.microsoft.com/office/drawing/2014/main" id="{FB7C460D-7C7E-4455-8CF4-19BB9248BDC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2600" y="990600"/>
                        <a:ext cx="49657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587" name="Object 3">
            <a:extLst>
              <a:ext uri="{FF2B5EF4-FFF2-40B4-BE49-F238E27FC236}">
                <a16:creationId xmlns:a16="http://schemas.microsoft.com/office/drawing/2014/main" id="{FAB7E381-308D-4081-AD80-DEF6F2D2FF63}"/>
              </a:ext>
            </a:extLst>
          </p:cNvPr>
          <p:cNvGraphicFramePr>
            <a:graphicFrameLocks noChangeAspect="1"/>
          </p:cNvGraphicFramePr>
          <p:nvPr/>
        </p:nvGraphicFramePr>
        <p:xfrm>
          <a:off x="914400" y="1676400"/>
          <a:ext cx="3263900" cy="444500"/>
        </p:xfrm>
        <a:graphic>
          <a:graphicData uri="http://schemas.openxmlformats.org/presentationml/2006/ole">
            <mc:AlternateContent xmlns:mc="http://schemas.openxmlformats.org/markup-compatibility/2006">
              <mc:Choice xmlns:v="urn:schemas-microsoft-com:vml" Requires="v">
                <p:oleObj spid="_x0000_s2079" name="Equation" r:id="rId5" imgW="3263760" imgH="444240" progId="Equation.3">
                  <p:embed/>
                </p:oleObj>
              </mc:Choice>
              <mc:Fallback>
                <p:oleObj name="Equation" r:id="rId5" imgW="3263760" imgH="444240" progId="Equation.3">
                  <p:embed/>
                  <p:pic>
                    <p:nvPicPr>
                      <p:cNvPr id="67587" name="Object 3">
                        <a:extLst>
                          <a:ext uri="{FF2B5EF4-FFF2-40B4-BE49-F238E27FC236}">
                            <a16:creationId xmlns:a16="http://schemas.microsoft.com/office/drawing/2014/main" id="{FAB7E381-308D-4081-AD80-DEF6F2D2FF6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4400" y="1676400"/>
                        <a:ext cx="3263900" cy="44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588" name="Object 4">
            <a:extLst>
              <a:ext uri="{FF2B5EF4-FFF2-40B4-BE49-F238E27FC236}">
                <a16:creationId xmlns:a16="http://schemas.microsoft.com/office/drawing/2014/main" id="{37A882E3-1CF0-4031-92E7-5B1917E32011}"/>
              </a:ext>
            </a:extLst>
          </p:cNvPr>
          <p:cNvGraphicFramePr>
            <a:graphicFrameLocks noChangeAspect="1"/>
          </p:cNvGraphicFramePr>
          <p:nvPr/>
        </p:nvGraphicFramePr>
        <p:xfrm>
          <a:off x="1689100" y="2195513"/>
          <a:ext cx="4940300" cy="419100"/>
        </p:xfrm>
        <a:graphic>
          <a:graphicData uri="http://schemas.openxmlformats.org/presentationml/2006/ole">
            <mc:AlternateContent xmlns:mc="http://schemas.openxmlformats.org/markup-compatibility/2006">
              <mc:Choice xmlns:v="urn:schemas-microsoft-com:vml" Requires="v">
                <p:oleObj spid="_x0000_s2080" name="Equation" r:id="rId7" imgW="4940280" imgH="419040" progId="Equation.3">
                  <p:embed/>
                </p:oleObj>
              </mc:Choice>
              <mc:Fallback>
                <p:oleObj name="Equation" r:id="rId7" imgW="4940280" imgH="419040" progId="Equation.3">
                  <p:embed/>
                  <p:pic>
                    <p:nvPicPr>
                      <p:cNvPr id="67588" name="Object 4">
                        <a:extLst>
                          <a:ext uri="{FF2B5EF4-FFF2-40B4-BE49-F238E27FC236}">
                            <a16:creationId xmlns:a16="http://schemas.microsoft.com/office/drawing/2014/main" id="{37A882E3-1CF0-4031-92E7-5B1917E3201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89100" y="2195513"/>
                        <a:ext cx="49403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589" name="Object 5">
            <a:extLst>
              <a:ext uri="{FF2B5EF4-FFF2-40B4-BE49-F238E27FC236}">
                <a16:creationId xmlns:a16="http://schemas.microsoft.com/office/drawing/2014/main" id="{91B56318-AB09-4C45-A0FC-B243BE5A84EC}"/>
              </a:ext>
            </a:extLst>
          </p:cNvPr>
          <p:cNvGraphicFramePr>
            <a:graphicFrameLocks noChangeAspect="1"/>
          </p:cNvGraphicFramePr>
          <p:nvPr/>
        </p:nvGraphicFramePr>
        <p:xfrm>
          <a:off x="914400" y="3048000"/>
          <a:ext cx="3479800" cy="431800"/>
        </p:xfrm>
        <a:graphic>
          <a:graphicData uri="http://schemas.openxmlformats.org/presentationml/2006/ole">
            <mc:AlternateContent xmlns:mc="http://schemas.openxmlformats.org/markup-compatibility/2006">
              <mc:Choice xmlns:v="urn:schemas-microsoft-com:vml" Requires="v">
                <p:oleObj spid="_x0000_s2081" name="Equation" r:id="rId9" imgW="3479760" imgH="431640" progId="Equation.3">
                  <p:embed/>
                </p:oleObj>
              </mc:Choice>
              <mc:Fallback>
                <p:oleObj name="Equation" r:id="rId9" imgW="3479760" imgH="431640" progId="Equation.3">
                  <p:embed/>
                  <p:pic>
                    <p:nvPicPr>
                      <p:cNvPr id="67589" name="Object 5">
                        <a:extLst>
                          <a:ext uri="{FF2B5EF4-FFF2-40B4-BE49-F238E27FC236}">
                            <a16:creationId xmlns:a16="http://schemas.microsoft.com/office/drawing/2014/main" id="{91B56318-AB09-4C45-A0FC-B243BE5A84E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14400" y="3048000"/>
                        <a:ext cx="34798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7590" name="Text Box 6">
            <a:extLst>
              <a:ext uri="{FF2B5EF4-FFF2-40B4-BE49-F238E27FC236}">
                <a16:creationId xmlns:a16="http://schemas.microsoft.com/office/drawing/2014/main" id="{750E31D5-E7B2-4D29-912C-EBE9C873557B}"/>
              </a:ext>
            </a:extLst>
          </p:cNvPr>
          <p:cNvSpPr txBox="1">
            <a:spLocks noChangeArrowheads="1"/>
          </p:cNvSpPr>
          <p:nvPr/>
        </p:nvSpPr>
        <p:spPr bwMode="auto">
          <a:xfrm>
            <a:off x="4572000" y="2971800"/>
            <a:ext cx="3505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800" b="1">
                <a:latin typeface="Times New Roman" panose="02020603050405020304" pitchFamily="18" charset="0"/>
              </a:rPr>
              <a:t>方程组的解为</a:t>
            </a:r>
          </a:p>
        </p:txBody>
      </p:sp>
      <p:graphicFrame>
        <p:nvGraphicFramePr>
          <p:cNvPr id="67591" name="Object 7">
            <a:extLst>
              <a:ext uri="{FF2B5EF4-FFF2-40B4-BE49-F238E27FC236}">
                <a16:creationId xmlns:a16="http://schemas.microsoft.com/office/drawing/2014/main" id="{35319BD7-1AA9-40B2-B4D2-6BBAA56ACEA7}"/>
              </a:ext>
            </a:extLst>
          </p:cNvPr>
          <p:cNvGraphicFramePr>
            <a:graphicFrameLocks noChangeAspect="1"/>
          </p:cNvGraphicFramePr>
          <p:nvPr/>
        </p:nvGraphicFramePr>
        <p:xfrm>
          <a:off x="1016000" y="3733800"/>
          <a:ext cx="2870200" cy="914400"/>
        </p:xfrm>
        <a:graphic>
          <a:graphicData uri="http://schemas.openxmlformats.org/presentationml/2006/ole">
            <mc:AlternateContent xmlns:mc="http://schemas.openxmlformats.org/markup-compatibility/2006">
              <mc:Choice xmlns:v="urn:schemas-microsoft-com:vml" Requires="v">
                <p:oleObj spid="_x0000_s2082" name="Equation" r:id="rId11" imgW="2869920" imgH="914400" progId="Equation.3">
                  <p:embed/>
                </p:oleObj>
              </mc:Choice>
              <mc:Fallback>
                <p:oleObj name="Equation" r:id="rId11" imgW="2869920" imgH="914400" progId="Equation.3">
                  <p:embed/>
                  <p:pic>
                    <p:nvPicPr>
                      <p:cNvPr id="67591" name="Object 7">
                        <a:extLst>
                          <a:ext uri="{FF2B5EF4-FFF2-40B4-BE49-F238E27FC236}">
                            <a16:creationId xmlns:a16="http://schemas.microsoft.com/office/drawing/2014/main" id="{35319BD7-1AA9-40B2-B4D2-6BBAA56ACEA7}"/>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16000" y="3733800"/>
                        <a:ext cx="28702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592" name="Object 8">
            <a:extLst>
              <a:ext uri="{FF2B5EF4-FFF2-40B4-BE49-F238E27FC236}">
                <a16:creationId xmlns:a16="http://schemas.microsoft.com/office/drawing/2014/main" id="{55C4A2A7-2BC5-438C-93E1-4C69A9B17353}"/>
              </a:ext>
            </a:extLst>
          </p:cNvPr>
          <p:cNvGraphicFramePr>
            <a:graphicFrameLocks noChangeAspect="1"/>
          </p:cNvGraphicFramePr>
          <p:nvPr/>
        </p:nvGraphicFramePr>
        <p:xfrm>
          <a:off x="4191000" y="3733800"/>
          <a:ext cx="4025900" cy="914400"/>
        </p:xfrm>
        <a:graphic>
          <a:graphicData uri="http://schemas.openxmlformats.org/presentationml/2006/ole">
            <mc:AlternateContent xmlns:mc="http://schemas.openxmlformats.org/markup-compatibility/2006">
              <mc:Choice xmlns:v="urn:schemas-microsoft-com:vml" Requires="v">
                <p:oleObj spid="_x0000_s2083" name="Equation" r:id="rId13" imgW="4000320" imgH="914400" progId="Equation.3">
                  <p:embed/>
                </p:oleObj>
              </mc:Choice>
              <mc:Fallback>
                <p:oleObj name="Equation" r:id="rId13" imgW="4000320" imgH="914400" progId="Equation.3">
                  <p:embed/>
                  <p:pic>
                    <p:nvPicPr>
                      <p:cNvPr id="67592" name="Object 8">
                        <a:extLst>
                          <a:ext uri="{FF2B5EF4-FFF2-40B4-BE49-F238E27FC236}">
                            <a16:creationId xmlns:a16="http://schemas.microsoft.com/office/drawing/2014/main" id="{55C4A2A7-2BC5-438C-93E1-4C69A9B17353}"/>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191000" y="3733800"/>
                        <a:ext cx="40259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7593" name="AutoShape 9">
            <a:extLst>
              <a:ext uri="{FF2B5EF4-FFF2-40B4-BE49-F238E27FC236}">
                <a16:creationId xmlns:a16="http://schemas.microsoft.com/office/drawing/2014/main" id="{C9E8EE1F-D8EF-4543-BFDC-91309D52C944}"/>
              </a:ext>
            </a:extLst>
          </p:cNvPr>
          <p:cNvSpPr>
            <a:spLocks noChangeArrowheads="1"/>
          </p:cNvSpPr>
          <p:nvPr/>
        </p:nvSpPr>
        <p:spPr bwMode="auto">
          <a:xfrm>
            <a:off x="1752600" y="4267200"/>
            <a:ext cx="2362200" cy="457200"/>
          </a:xfrm>
          <a:prstGeom prst="wedgeEllipseCallout">
            <a:avLst>
              <a:gd name="adj1" fmla="val 17944"/>
              <a:gd name="adj2" fmla="val 189931"/>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sz="2400">
              <a:latin typeface="Times New Roman" panose="02020603050405020304" pitchFamily="18" charset="0"/>
            </a:endParaRPr>
          </a:p>
        </p:txBody>
      </p:sp>
      <p:sp>
        <p:nvSpPr>
          <p:cNvPr id="67594" name="AutoShape 10">
            <a:extLst>
              <a:ext uri="{FF2B5EF4-FFF2-40B4-BE49-F238E27FC236}">
                <a16:creationId xmlns:a16="http://schemas.microsoft.com/office/drawing/2014/main" id="{A3C1C813-8500-4E2B-A784-E13961513831}"/>
              </a:ext>
            </a:extLst>
          </p:cNvPr>
          <p:cNvSpPr>
            <a:spLocks noChangeArrowheads="1"/>
          </p:cNvSpPr>
          <p:nvPr/>
        </p:nvSpPr>
        <p:spPr bwMode="auto">
          <a:xfrm>
            <a:off x="4724400" y="4267200"/>
            <a:ext cx="2209800" cy="457200"/>
          </a:xfrm>
          <a:prstGeom prst="wedgeEllipseCallout">
            <a:avLst>
              <a:gd name="adj1" fmla="val -110991"/>
              <a:gd name="adj2" fmla="val 177431"/>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sz="2400">
              <a:latin typeface="Times New Roman" panose="02020603050405020304" pitchFamily="18" charset="0"/>
            </a:endParaRPr>
          </a:p>
        </p:txBody>
      </p:sp>
      <p:sp>
        <p:nvSpPr>
          <p:cNvPr id="67595" name="Text Box 11">
            <a:extLst>
              <a:ext uri="{FF2B5EF4-FFF2-40B4-BE49-F238E27FC236}">
                <a16:creationId xmlns:a16="http://schemas.microsoft.com/office/drawing/2014/main" id="{D59A6B79-2016-4428-B7B6-1709F9F1CDEE}"/>
              </a:ext>
            </a:extLst>
          </p:cNvPr>
          <p:cNvSpPr txBox="1">
            <a:spLocks noChangeArrowheads="1"/>
          </p:cNvSpPr>
          <p:nvPr/>
        </p:nvSpPr>
        <p:spPr bwMode="auto">
          <a:xfrm>
            <a:off x="914400" y="5334000"/>
            <a:ext cx="6705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800" b="1">
                <a:latin typeface="Times New Roman" panose="02020603050405020304" pitchFamily="18" charset="0"/>
              </a:rPr>
              <a:t>由方程组的四个系数确定</a:t>
            </a:r>
            <a:r>
              <a:rPr lang="en-US" altLang="zh-CN" sz="2800" b="1">
                <a:latin typeface="Times New Roman" panose="02020603050405020304" pitchFamily="18" charset="0"/>
              </a:rPr>
              <a:t>.</a:t>
            </a:r>
          </a:p>
        </p:txBody>
      </p:sp>
      <p:graphicFrame>
        <p:nvGraphicFramePr>
          <p:cNvPr id="67596" name="Object 12">
            <a:extLst>
              <a:ext uri="{FF2B5EF4-FFF2-40B4-BE49-F238E27FC236}">
                <a16:creationId xmlns:a16="http://schemas.microsoft.com/office/drawing/2014/main" id="{B7ADDC87-6A1C-4FDB-9508-DF367A147560}"/>
              </a:ext>
            </a:extLst>
          </p:cNvPr>
          <p:cNvGraphicFramePr>
            <a:graphicFrameLocks noGrp="1" noChangeAspect="1"/>
          </p:cNvGraphicFramePr>
          <p:nvPr>
            <p:ph/>
          </p:nvPr>
        </p:nvGraphicFramePr>
        <p:xfrm>
          <a:off x="6335713" y="5373688"/>
          <a:ext cx="1404937" cy="1135062"/>
        </p:xfrm>
        <a:graphic>
          <a:graphicData uri="http://schemas.openxmlformats.org/presentationml/2006/ole">
            <mc:AlternateContent xmlns:mc="http://schemas.openxmlformats.org/markup-compatibility/2006">
              <mc:Choice xmlns:v="urn:schemas-microsoft-com:vml" Requires="v">
                <p:oleObj spid="_x0000_s2084" name="Equation" r:id="rId15" imgW="596880" imgH="482400" progId="Equation.DSMT4">
                  <p:embed/>
                </p:oleObj>
              </mc:Choice>
              <mc:Fallback>
                <p:oleObj name="Equation" r:id="rId15" imgW="596880" imgH="482400" progId="Equation.DSMT4">
                  <p:embed/>
                  <p:pic>
                    <p:nvPicPr>
                      <p:cNvPr id="67596" name="Object 12">
                        <a:extLst>
                          <a:ext uri="{FF2B5EF4-FFF2-40B4-BE49-F238E27FC236}">
                            <a16:creationId xmlns:a16="http://schemas.microsoft.com/office/drawing/2014/main" id="{B7ADDC87-6A1C-4FDB-9508-DF367A147560}"/>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335713" y="5373688"/>
                        <a:ext cx="1404937" cy="11350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7586"/>
                                        </p:tgtEl>
                                        <p:attrNameLst>
                                          <p:attrName>style.visibility</p:attrName>
                                        </p:attrNameLst>
                                      </p:cBhvr>
                                      <p:to>
                                        <p:strVal val="visible"/>
                                      </p:to>
                                    </p:set>
                                    <p:animEffect transition="in" filter="wipe(left)">
                                      <p:cBhvr>
                                        <p:cTn id="7" dur="2000"/>
                                        <p:tgtEl>
                                          <p:spTgt spid="6758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7587"/>
                                        </p:tgtEl>
                                        <p:attrNameLst>
                                          <p:attrName>style.visibility</p:attrName>
                                        </p:attrNameLst>
                                      </p:cBhvr>
                                      <p:to>
                                        <p:strVal val="visible"/>
                                      </p:to>
                                    </p:set>
                                    <p:animEffect transition="in" filter="wipe(left)">
                                      <p:cBhvr>
                                        <p:cTn id="12" dur="500"/>
                                        <p:tgtEl>
                                          <p:spTgt spid="6758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67588"/>
                                        </p:tgtEl>
                                        <p:attrNameLst>
                                          <p:attrName>style.visibility</p:attrName>
                                        </p:attrNameLst>
                                      </p:cBhvr>
                                      <p:to>
                                        <p:strVal val="visible"/>
                                      </p:to>
                                    </p:set>
                                    <p:animEffect transition="in" filter="wipe(left)">
                                      <p:cBhvr>
                                        <p:cTn id="17" dur="500"/>
                                        <p:tgtEl>
                                          <p:spTgt spid="6758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67589"/>
                                        </p:tgtEl>
                                        <p:attrNameLst>
                                          <p:attrName>style.visibility</p:attrName>
                                        </p:attrNameLst>
                                      </p:cBhvr>
                                      <p:to>
                                        <p:strVal val="visible"/>
                                      </p:to>
                                    </p:set>
                                    <p:animEffect transition="in" filter="wipe(left)">
                                      <p:cBhvr>
                                        <p:cTn id="22" dur="500"/>
                                        <p:tgtEl>
                                          <p:spTgt spid="6758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7590"/>
                                        </p:tgtEl>
                                        <p:attrNameLst>
                                          <p:attrName>style.visibility</p:attrName>
                                        </p:attrNameLst>
                                      </p:cBhvr>
                                      <p:to>
                                        <p:strVal val="visible"/>
                                      </p:to>
                                    </p:set>
                                    <p:animEffect transition="in" filter="wipe(left)">
                                      <p:cBhvr>
                                        <p:cTn id="27" dur="500"/>
                                        <p:tgtEl>
                                          <p:spTgt spid="6759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67591"/>
                                        </p:tgtEl>
                                        <p:attrNameLst>
                                          <p:attrName>style.visibility</p:attrName>
                                        </p:attrNameLst>
                                      </p:cBhvr>
                                      <p:to>
                                        <p:strVal val="visible"/>
                                      </p:to>
                                    </p:set>
                                    <p:animEffect transition="in" filter="wipe(left)">
                                      <p:cBhvr>
                                        <p:cTn id="32" dur="500"/>
                                        <p:tgtEl>
                                          <p:spTgt spid="6759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67592"/>
                                        </p:tgtEl>
                                        <p:attrNameLst>
                                          <p:attrName>style.visibility</p:attrName>
                                        </p:attrNameLst>
                                      </p:cBhvr>
                                      <p:to>
                                        <p:strVal val="visible"/>
                                      </p:to>
                                    </p:set>
                                    <p:animEffect transition="in" filter="wipe(left)">
                                      <p:cBhvr>
                                        <p:cTn id="37" dur="500"/>
                                        <p:tgtEl>
                                          <p:spTgt spid="6759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67593"/>
                                        </p:tgtEl>
                                        <p:attrNameLst>
                                          <p:attrName>style.visibility</p:attrName>
                                        </p:attrNameLst>
                                      </p:cBhvr>
                                      <p:to>
                                        <p:strVal val="visible"/>
                                      </p:to>
                                    </p:set>
                                    <p:animEffect transition="in" filter="wipe(left)">
                                      <p:cBhvr>
                                        <p:cTn id="42" dur="500"/>
                                        <p:tgtEl>
                                          <p:spTgt spid="67593"/>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2" fill="hold" grpId="0" nodeType="clickEffect">
                                  <p:stCondLst>
                                    <p:cond delay="0"/>
                                  </p:stCondLst>
                                  <p:childTnLst>
                                    <p:set>
                                      <p:cBhvr>
                                        <p:cTn id="46" dur="1" fill="hold">
                                          <p:stCondLst>
                                            <p:cond delay="0"/>
                                          </p:stCondLst>
                                        </p:cTn>
                                        <p:tgtEl>
                                          <p:spTgt spid="67594"/>
                                        </p:tgtEl>
                                        <p:attrNameLst>
                                          <p:attrName>style.visibility</p:attrName>
                                        </p:attrNameLst>
                                      </p:cBhvr>
                                      <p:to>
                                        <p:strVal val="visible"/>
                                      </p:to>
                                    </p:set>
                                    <p:animEffect transition="in" filter="wipe(right)">
                                      <p:cBhvr>
                                        <p:cTn id="47" dur="500"/>
                                        <p:tgtEl>
                                          <p:spTgt spid="67594"/>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iterate type="lt">
                                    <p:tmPct val="100000"/>
                                  </p:iterate>
                                  <p:childTnLst>
                                    <p:set>
                                      <p:cBhvr>
                                        <p:cTn id="51" dur="1" fill="hold">
                                          <p:stCondLst>
                                            <p:cond delay="0"/>
                                          </p:stCondLst>
                                        </p:cTn>
                                        <p:tgtEl>
                                          <p:spTgt spid="67595"/>
                                        </p:tgtEl>
                                        <p:attrNameLst>
                                          <p:attrName>style.visibility</p:attrName>
                                        </p:attrNameLst>
                                      </p:cBhvr>
                                      <p:to>
                                        <p:strVal val="visible"/>
                                      </p:to>
                                    </p:set>
                                    <p:animEffect transition="in" filter="wipe(left)">
                                      <p:cBhvr>
                                        <p:cTn id="52" dur="75"/>
                                        <p:tgtEl>
                                          <p:spTgt spid="67595"/>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67596"/>
                                        </p:tgtEl>
                                        <p:attrNameLst>
                                          <p:attrName>style.visibility</p:attrName>
                                        </p:attrNameLst>
                                      </p:cBhvr>
                                      <p:to>
                                        <p:strVal val="visible"/>
                                      </p:to>
                                    </p:set>
                                    <p:animEffect transition="in" filter="wipe(left)">
                                      <p:cBhvr>
                                        <p:cTn id="57" dur="2000"/>
                                        <p:tgtEl>
                                          <p:spTgt spid="675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90" grpId="0" autoUpdateAnimBg="0"/>
      <p:bldP spid="67593" grpId="0" animBg="1" autoUpdateAnimBg="0"/>
      <p:bldP spid="67594" grpId="0" animBg="1" autoUpdateAnimBg="0"/>
      <p:bldP spid="67595"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zh-CN" altLang="en-US" sz="3600"/>
              <a:t>一、二阶行列式</a:t>
            </a:r>
          </a:p>
        </p:txBody>
      </p:sp>
      <p:sp>
        <p:nvSpPr>
          <p:cNvPr id="3" name="内容占位符 2"/>
          <p:cNvSpPr>
            <a:spLocks noGrp="1"/>
          </p:cNvSpPr>
          <p:nvPr>
            <p:ph idx="1"/>
          </p:nvPr>
        </p:nvSpPr>
        <p:spPr>
          <a:xfrm>
            <a:off x="457200" y="1412776"/>
            <a:ext cx="8229600" cy="2620888"/>
          </a:xfrm>
        </p:spPr>
        <p:txBody>
          <a:bodyPr>
            <a:normAutofit/>
          </a:bodyPr>
          <a:lstStyle/>
          <a:p>
            <a:pPr marL="0" indent="0">
              <a:lnSpc>
                <a:spcPct val="150000"/>
              </a:lnSpc>
              <a:buNone/>
            </a:pPr>
            <a:r>
              <a:rPr lang="zh-CN" altLang="en-US" sz="2400"/>
              <a:t>二元一次线性方程组</a:t>
            </a:r>
            <a:endParaRPr lang="en-US" altLang="zh-CN" sz="2400"/>
          </a:p>
          <a:p>
            <a:pPr marL="0" indent="0">
              <a:lnSpc>
                <a:spcPct val="150000"/>
              </a:lnSpc>
              <a:buNone/>
            </a:pPr>
            <a:endParaRPr lang="en-US" altLang="zh-CN" sz="2400"/>
          </a:p>
          <a:p>
            <a:pPr marL="0" indent="0">
              <a:lnSpc>
                <a:spcPct val="150000"/>
              </a:lnSpc>
              <a:buNone/>
            </a:pPr>
            <a:endParaRPr lang="en-US" altLang="zh-CN" sz="2400"/>
          </a:p>
          <a:p>
            <a:pPr marL="0" indent="0">
              <a:lnSpc>
                <a:spcPct val="150000"/>
              </a:lnSpc>
              <a:buNone/>
            </a:pPr>
            <a:r>
              <a:rPr lang="zh-CN" altLang="en-US" sz="2400"/>
              <a:t>当                      时，方程组的解可表示为</a:t>
            </a:r>
          </a:p>
        </p:txBody>
      </p:sp>
      <p:graphicFrame>
        <p:nvGraphicFramePr>
          <p:cNvPr id="4" name="对象 3"/>
          <p:cNvGraphicFramePr>
            <a:graphicFrameLocks noChangeAspect="1"/>
          </p:cNvGraphicFramePr>
          <p:nvPr/>
        </p:nvGraphicFramePr>
        <p:xfrm>
          <a:off x="3047506" y="2224056"/>
          <a:ext cx="2316582" cy="988920"/>
        </p:xfrm>
        <a:graphic>
          <a:graphicData uri="http://schemas.openxmlformats.org/presentationml/2006/ole">
            <mc:AlternateContent xmlns:mc="http://schemas.openxmlformats.org/markup-compatibility/2006">
              <mc:Choice xmlns:v="urn:schemas-microsoft-com:vml" Requires="v">
                <p:oleObj spid="_x0000_s3090" name="Equation" r:id="rId3" imgW="27127200" imgH="11582400" progId="Equation.DSMT4">
                  <p:embed/>
                </p:oleObj>
              </mc:Choice>
              <mc:Fallback>
                <p:oleObj name="Equation" r:id="rId3" imgW="27127200" imgH="11582400" progId="Equation.DSMT4">
                  <p:embed/>
                  <p:pic>
                    <p:nvPicPr>
                      <p:cNvPr id="0" name="图片 2081"/>
                      <p:cNvPicPr/>
                      <p:nvPr/>
                    </p:nvPicPr>
                    <p:blipFill>
                      <a:blip r:embed="rId4"/>
                      <a:stretch>
                        <a:fillRect/>
                      </a:stretch>
                    </p:blipFill>
                    <p:spPr>
                      <a:xfrm>
                        <a:off x="3047506" y="2224056"/>
                        <a:ext cx="2316582" cy="988920"/>
                      </a:xfrm>
                      <a:prstGeom prst="rect">
                        <a:avLst/>
                      </a:prstGeom>
                    </p:spPr>
                  </p:pic>
                </p:oleObj>
              </mc:Fallback>
            </mc:AlternateContent>
          </a:graphicData>
        </a:graphic>
      </p:graphicFrame>
      <p:graphicFrame>
        <p:nvGraphicFramePr>
          <p:cNvPr id="5" name="对象 4"/>
          <p:cNvGraphicFramePr>
            <a:graphicFrameLocks noChangeAspect="1"/>
          </p:cNvGraphicFramePr>
          <p:nvPr/>
        </p:nvGraphicFramePr>
        <p:xfrm>
          <a:off x="971600" y="3392736"/>
          <a:ext cx="2212975" cy="468312"/>
        </p:xfrm>
        <a:graphic>
          <a:graphicData uri="http://schemas.openxmlformats.org/presentationml/2006/ole">
            <mc:AlternateContent xmlns:mc="http://schemas.openxmlformats.org/markup-compatibility/2006">
              <mc:Choice xmlns:v="urn:schemas-microsoft-com:vml" Requires="v">
                <p:oleObj spid="_x0000_s3091" name="Equation" r:id="rId5" imgW="25908000" imgH="5486400" progId="Equation.DSMT4">
                  <p:embed/>
                </p:oleObj>
              </mc:Choice>
              <mc:Fallback>
                <p:oleObj name="Equation" r:id="rId5" imgW="25908000" imgH="5486400" progId="Equation.DSMT4">
                  <p:embed/>
                  <p:pic>
                    <p:nvPicPr>
                      <p:cNvPr id="0" name="对象 3"/>
                      <p:cNvPicPr>
                        <a:picLocks noChangeAspect="1" noChangeArrowheads="1"/>
                      </p:cNvPicPr>
                      <p:nvPr/>
                    </p:nvPicPr>
                    <p:blipFill>
                      <a:blip r:embed="rId6"/>
                      <a:srcRect/>
                      <a:stretch>
                        <a:fillRect/>
                      </a:stretch>
                    </p:blipFill>
                    <p:spPr bwMode="auto">
                      <a:xfrm>
                        <a:off x="971600" y="3392736"/>
                        <a:ext cx="2212975"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对象 5"/>
          <p:cNvGraphicFramePr>
            <a:graphicFrameLocks noChangeAspect="1"/>
          </p:cNvGraphicFramePr>
          <p:nvPr/>
        </p:nvGraphicFramePr>
        <p:xfrm>
          <a:off x="1403648" y="4077072"/>
          <a:ext cx="2343150" cy="885825"/>
        </p:xfrm>
        <a:graphic>
          <a:graphicData uri="http://schemas.openxmlformats.org/presentationml/2006/ole">
            <mc:AlternateContent xmlns:mc="http://schemas.openxmlformats.org/markup-compatibility/2006">
              <mc:Choice xmlns:v="urn:schemas-microsoft-com:vml" Requires="v">
                <p:oleObj spid="_x0000_s3092" name="Equation" r:id="rId7" imgW="27432000" imgH="10363200" progId="Equation.DSMT4">
                  <p:embed/>
                </p:oleObj>
              </mc:Choice>
              <mc:Fallback>
                <p:oleObj name="Equation" r:id="rId7" imgW="27432000" imgH="10363200" progId="Equation.DSMT4">
                  <p:embed/>
                  <p:pic>
                    <p:nvPicPr>
                      <p:cNvPr id="0" name="对象 4"/>
                      <p:cNvPicPr>
                        <a:picLocks noChangeAspect="1" noChangeArrowheads="1"/>
                      </p:cNvPicPr>
                      <p:nvPr/>
                    </p:nvPicPr>
                    <p:blipFill>
                      <a:blip r:embed="rId8"/>
                      <a:srcRect/>
                      <a:stretch>
                        <a:fillRect/>
                      </a:stretch>
                    </p:blipFill>
                    <p:spPr bwMode="auto">
                      <a:xfrm>
                        <a:off x="1403648" y="4077072"/>
                        <a:ext cx="2343150"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对象 6"/>
          <p:cNvGraphicFramePr>
            <a:graphicFrameLocks noChangeAspect="1"/>
          </p:cNvGraphicFramePr>
          <p:nvPr/>
        </p:nvGraphicFramePr>
        <p:xfrm>
          <a:off x="4114800" y="4077072"/>
          <a:ext cx="2395538" cy="885825"/>
        </p:xfrm>
        <a:graphic>
          <a:graphicData uri="http://schemas.openxmlformats.org/presentationml/2006/ole">
            <mc:AlternateContent xmlns:mc="http://schemas.openxmlformats.org/markup-compatibility/2006">
              <mc:Choice xmlns:v="urn:schemas-microsoft-com:vml" Requires="v">
                <p:oleObj spid="_x0000_s3093" name="Equation" r:id="rId9" imgW="28041600" imgH="10363200" progId="Equation.DSMT4">
                  <p:embed/>
                </p:oleObj>
              </mc:Choice>
              <mc:Fallback>
                <p:oleObj name="Equation" r:id="rId9" imgW="28041600" imgH="10363200" progId="Equation.DSMT4">
                  <p:embed/>
                  <p:pic>
                    <p:nvPicPr>
                      <p:cNvPr id="0" name="对象 5"/>
                      <p:cNvPicPr>
                        <a:picLocks noChangeAspect="1" noChangeArrowheads="1"/>
                      </p:cNvPicPr>
                      <p:nvPr/>
                    </p:nvPicPr>
                    <p:blipFill>
                      <a:blip r:embed="rId10"/>
                      <a:srcRect/>
                      <a:stretch>
                        <a:fillRect/>
                      </a:stretch>
                    </p:blipFill>
                    <p:spPr bwMode="auto">
                      <a:xfrm>
                        <a:off x="4114800" y="4077072"/>
                        <a:ext cx="2395538"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内容占位符 2"/>
          <p:cNvSpPr txBox="1"/>
          <p:nvPr/>
        </p:nvSpPr>
        <p:spPr>
          <a:xfrm>
            <a:off x="518864" y="5229200"/>
            <a:ext cx="8229600" cy="1310444"/>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zh-CN" altLang="en-US" sz="2400" b="1"/>
              <a:t>特点</a:t>
            </a:r>
            <a:r>
              <a:rPr lang="zh-CN" altLang="en-US" sz="2400"/>
              <a:t>：</a:t>
            </a:r>
            <a:r>
              <a:rPr lang="zh-CN" altLang="en-US" sz="2400">
                <a:solidFill>
                  <a:srgbClr val="FF0000"/>
                </a:solidFill>
              </a:rPr>
              <a:t>分子、分母具有相同的结构：两个数的乘积减去另外两个数的乘积</a:t>
            </a:r>
            <a:r>
              <a:rPr lang="en-US" altLang="zh-CN" sz="2400">
                <a:solidFill>
                  <a:srgbClr val="FF0000"/>
                </a:solidFill>
              </a:rPr>
              <a:t>.</a:t>
            </a:r>
            <a:endParaRPr lang="zh-CN" altLang="en-US" sz="2400">
              <a:solidFill>
                <a:srgbClr val="FF0000"/>
              </a:solidFill>
            </a:endParaRPr>
          </a:p>
        </p:txBody>
      </p:sp>
      <p:sp>
        <p:nvSpPr>
          <p:cNvPr id="9" name="直角三角形 8"/>
          <p:cNvSpPr/>
          <p:nvPr/>
        </p:nvSpPr>
        <p:spPr>
          <a:xfrm>
            <a:off x="0" y="5873377"/>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0" name="直角三角形 9"/>
          <p:cNvSpPr/>
          <p:nvPr/>
        </p:nvSpPr>
        <p:spPr>
          <a:xfrm rot="16200000">
            <a:off x="8130760" y="5832084"/>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412776"/>
            <a:ext cx="8363272" cy="2620888"/>
          </a:xfrm>
        </p:spPr>
        <p:txBody>
          <a:bodyPr>
            <a:normAutofit/>
          </a:bodyPr>
          <a:lstStyle/>
          <a:p>
            <a:pPr marL="0" indent="0">
              <a:lnSpc>
                <a:spcPct val="200000"/>
              </a:lnSpc>
              <a:buNone/>
            </a:pPr>
            <a:r>
              <a:rPr lang="zh-CN" altLang="en-US" sz="2400" b="1"/>
              <a:t>定义</a:t>
            </a:r>
            <a:r>
              <a:rPr lang="en-US" altLang="zh-CN" sz="2400" b="1"/>
              <a:t>2.8.1</a:t>
            </a:r>
            <a:r>
              <a:rPr lang="en-US" altLang="zh-CN" sz="2400"/>
              <a:t>   </a:t>
            </a:r>
            <a:r>
              <a:rPr lang="zh-CN" altLang="en-US" sz="2400"/>
              <a:t>对于二阶方阵                  ，表达式</a:t>
            </a:r>
            <a:r>
              <a:rPr lang="en-US" altLang="zh-CN" sz="2400" i="1">
                <a:latin typeface="Times New Roman" panose="02020603050405020304" pitchFamily="18" charset="0"/>
                <a:cs typeface="Times New Roman" panose="02020603050405020304" pitchFamily="18" charset="0"/>
              </a:rPr>
              <a:t>D</a:t>
            </a:r>
            <a:r>
              <a:rPr lang="en-US" altLang="zh-CN" sz="2400"/>
              <a:t>=</a:t>
            </a:r>
            <a:r>
              <a:rPr lang="en-US" altLang="zh-CN" sz="2400" i="1">
                <a:latin typeface="Times New Roman" panose="02020603050405020304" pitchFamily="18" charset="0"/>
                <a:cs typeface="Times New Roman" panose="02020603050405020304" pitchFamily="18" charset="0"/>
              </a:rPr>
              <a:t>a</a:t>
            </a:r>
            <a:r>
              <a:rPr lang="en-US" altLang="zh-CN" sz="2400" baseline="-25000"/>
              <a:t>11</a:t>
            </a:r>
            <a:r>
              <a:rPr lang="en-US" altLang="zh-CN" sz="2400" i="1">
                <a:latin typeface="Times New Roman" panose="02020603050405020304" pitchFamily="18" charset="0"/>
                <a:cs typeface="Times New Roman" panose="02020603050405020304" pitchFamily="18" charset="0"/>
              </a:rPr>
              <a:t>a</a:t>
            </a:r>
            <a:r>
              <a:rPr lang="en-US" altLang="zh-CN" sz="2400" baseline="-25000"/>
              <a:t>22</a:t>
            </a:r>
          </a:p>
          <a:p>
            <a:pPr marL="0" indent="0">
              <a:lnSpc>
                <a:spcPct val="200000"/>
              </a:lnSpc>
              <a:buNone/>
            </a:pPr>
            <a:r>
              <a:rPr lang="en-US" altLang="zh-CN" sz="2400">
                <a:latin typeface="Symbol" panose="05050102010706020507" pitchFamily="18" charset="2"/>
                <a:cs typeface="Times New Roman" panose="02020603050405020304" pitchFamily="18" charset="0"/>
              </a:rPr>
              <a:t>-</a:t>
            </a:r>
            <a:r>
              <a:rPr lang="en-US" altLang="zh-CN" sz="2400" i="1">
                <a:latin typeface="Times New Roman" panose="02020603050405020304" pitchFamily="18" charset="0"/>
                <a:cs typeface="Times New Roman" panose="02020603050405020304" pitchFamily="18" charset="0"/>
              </a:rPr>
              <a:t>a</a:t>
            </a:r>
            <a:r>
              <a:rPr lang="en-US" altLang="zh-CN" sz="2400" baseline="-25000"/>
              <a:t>12</a:t>
            </a:r>
            <a:r>
              <a:rPr lang="en-US" altLang="zh-CN" sz="2400" i="1">
                <a:latin typeface="Times New Roman" panose="02020603050405020304" pitchFamily="18" charset="0"/>
                <a:cs typeface="Times New Roman" panose="02020603050405020304" pitchFamily="18" charset="0"/>
              </a:rPr>
              <a:t>a</a:t>
            </a:r>
            <a:r>
              <a:rPr lang="en-US" altLang="zh-CN" sz="2400" baseline="-25000"/>
              <a:t>21</a:t>
            </a:r>
            <a:r>
              <a:rPr lang="zh-CN" altLang="en-US" sz="2400"/>
              <a:t>称为方阵</a:t>
            </a:r>
            <a:r>
              <a:rPr lang="en-US" altLang="zh-CN" sz="2400" b="1" i="1">
                <a:latin typeface="Times New Roman" panose="02020603050405020304" pitchFamily="18" charset="0"/>
                <a:cs typeface="Times New Roman" panose="02020603050405020304" pitchFamily="18" charset="0"/>
              </a:rPr>
              <a:t>A</a:t>
            </a:r>
            <a:r>
              <a:rPr lang="zh-CN" altLang="en-US" sz="2400"/>
              <a:t>对应的</a:t>
            </a:r>
            <a:r>
              <a:rPr lang="zh-CN" altLang="en-US" sz="2400" b="1">
                <a:solidFill>
                  <a:srgbClr val="0000FF"/>
                </a:solidFill>
              </a:rPr>
              <a:t>二阶行列式</a:t>
            </a:r>
            <a:r>
              <a:rPr lang="zh-CN" altLang="en-US" sz="2400"/>
              <a:t>，记为</a:t>
            </a:r>
          </a:p>
        </p:txBody>
      </p:sp>
      <p:graphicFrame>
        <p:nvGraphicFramePr>
          <p:cNvPr id="4" name="对象 3"/>
          <p:cNvGraphicFramePr>
            <a:graphicFrameLocks noChangeAspect="1"/>
          </p:cNvGraphicFramePr>
          <p:nvPr/>
        </p:nvGraphicFramePr>
        <p:xfrm>
          <a:off x="4177598" y="1431968"/>
          <a:ext cx="1978578" cy="988920"/>
        </p:xfrm>
        <a:graphic>
          <a:graphicData uri="http://schemas.openxmlformats.org/presentationml/2006/ole">
            <mc:AlternateContent xmlns:mc="http://schemas.openxmlformats.org/markup-compatibility/2006">
              <mc:Choice xmlns:v="urn:schemas-microsoft-com:vml" Requires="v">
                <p:oleObj spid="_x0000_s4106" name="Equation" r:id="rId3" imgW="23164800" imgH="11582400" progId="Equation.DSMT4">
                  <p:embed/>
                </p:oleObj>
              </mc:Choice>
              <mc:Fallback>
                <p:oleObj name="Equation" r:id="rId3" imgW="23164800" imgH="11582400" progId="Equation.DSMT4">
                  <p:embed/>
                  <p:pic>
                    <p:nvPicPr>
                      <p:cNvPr id="0" name="图片 14379"/>
                      <p:cNvPicPr/>
                      <p:nvPr/>
                    </p:nvPicPr>
                    <p:blipFill>
                      <a:blip r:embed="rId4"/>
                      <a:stretch>
                        <a:fillRect/>
                      </a:stretch>
                    </p:blipFill>
                    <p:spPr>
                      <a:xfrm>
                        <a:off x="4177598" y="1431968"/>
                        <a:ext cx="1978578" cy="988920"/>
                      </a:xfrm>
                      <a:prstGeom prst="rect">
                        <a:avLst/>
                      </a:prstGeom>
                    </p:spPr>
                  </p:pic>
                </p:oleObj>
              </mc:Fallback>
            </mc:AlternateContent>
          </a:graphicData>
        </a:graphic>
      </p:graphicFrame>
      <p:sp>
        <p:nvSpPr>
          <p:cNvPr id="12" name="内容占位符 2"/>
          <p:cNvSpPr txBox="1"/>
          <p:nvPr/>
        </p:nvSpPr>
        <p:spPr>
          <a:xfrm>
            <a:off x="482273" y="4365104"/>
            <a:ext cx="8229600" cy="53265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zh-CN" altLang="en-US" sz="2400" b="1"/>
              <a:t>思考</a:t>
            </a:r>
            <a:r>
              <a:rPr lang="en-US" altLang="zh-CN" sz="2400"/>
              <a:t>   </a:t>
            </a:r>
            <a:r>
              <a:rPr lang="zh-CN" altLang="en-US" sz="2400"/>
              <a:t>对于二阶行列式，是否总有</a:t>
            </a:r>
            <a:r>
              <a:rPr lang="en-US" altLang="zh-CN" sz="2400">
                <a:latin typeface="Times New Roman" panose="02020603050405020304" pitchFamily="18" charset="0"/>
                <a:cs typeface="Times New Roman" panose="02020603050405020304" pitchFamily="18" charset="0"/>
              </a:rPr>
              <a:t>det(</a:t>
            </a:r>
            <a:r>
              <a:rPr lang="en-US" altLang="zh-CN" sz="2400" b="1" i="1">
                <a:latin typeface="Times New Roman" panose="02020603050405020304" pitchFamily="18" charset="0"/>
                <a:cs typeface="Times New Roman" panose="02020603050405020304" pitchFamily="18" charset="0"/>
              </a:rPr>
              <a:t>A</a:t>
            </a:r>
            <a:r>
              <a:rPr lang="en-US" altLang="zh-CN" sz="2400">
                <a:latin typeface="Times New Roman" panose="02020603050405020304" pitchFamily="18" charset="0"/>
                <a:cs typeface="Times New Roman" panose="02020603050405020304" pitchFamily="18" charset="0"/>
              </a:rPr>
              <a:t>+</a:t>
            </a:r>
            <a:r>
              <a:rPr lang="en-US" altLang="zh-CN" sz="2400" b="1" i="1">
                <a:latin typeface="Times New Roman" panose="02020603050405020304" pitchFamily="18" charset="0"/>
                <a:cs typeface="Times New Roman" panose="02020603050405020304" pitchFamily="18" charset="0"/>
              </a:rPr>
              <a:t>B</a:t>
            </a:r>
            <a:r>
              <a:rPr lang="en-US" altLang="zh-CN" sz="2400">
                <a:latin typeface="Times New Roman" panose="02020603050405020304" pitchFamily="18" charset="0"/>
                <a:cs typeface="Times New Roman" panose="02020603050405020304" pitchFamily="18" charset="0"/>
              </a:rPr>
              <a:t>)=det</a:t>
            </a:r>
            <a:r>
              <a:rPr lang="en-US" altLang="zh-CN" sz="2400" b="1" i="1">
                <a:latin typeface="Times New Roman" panose="02020603050405020304" pitchFamily="18" charset="0"/>
                <a:cs typeface="Times New Roman" panose="02020603050405020304" pitchFamily="18" charset="0"/>
              </a:rPr>
              <a:t>A</a:t>
            </a:r>
            <a:r>
              <a:rPr lang="en-US" altLang="zh-CN" sz="2400">
                <a:latin typeface="Times New Roman" panose="02020603050405020304" pitchFamily="18" charset="0"/>
                <a:cs typeface="Times New Roman" panose="02020603050405020304" pitchFamily="18" charset="0"/>
              </a:rPr>
              <a:t>+det</a:t>
            </a:r>
            <a:r>
              <a:rPr lang="en-US" altLang="zh-CN" sz="2400" b="1" i="1">
                <a:latin typeface="Times New Roman" panose="02020603050405020304" pitchFamily="18" charset="0"/>
                <a:cs typeface="Times New Roman" panose="02020603050405020304" pitchFamily="18" charset="0"/>
              </a:rPr>
              <a:t>B</a:t>
            </a:r>
            <a:r>
              <a:rPr lang="zh-CN" altLang="en-US" sz="2400"/>
              <a:t>？</a:t>
            </a:r>
          </a:p>
        </p:txBody>
      </p:sp>
      <p:graphicFrame>
        <p:nvGraphicFramePr>
          <p:cNvPr id="5" name="对象 4"/>
          <p:cNvGraphicFramePr>
            <a:graphicFrameLocks noChangeAspect="1"/>
          </p:cNvGraphicFramePr>
          <p:nvPr/>
        </p:nvGraphicFramePr>
        <p:xfrm>
          <a:off x="2915816" y="2996952"/>
          <a:ext cx="2836863" cy="989012"/>
        </p:xfrm>
        <a:graphic>
          <a:graphicData uri="http://schemas.openxmlformats.org/presentationml/2006/ole">
            <mc:AlternateContent xmlns:mc="http://schemas.openxmlformats.org/markup-compatibility/2006">
              <mc:Choice xmlns:v="urn:schemas-microsoft-com:vml" Requires="v">
                <p:oleObj spid="_x0000_s4107" name="Equation" r:id="rId5" imgW="33223200" imgH="11582400" progId="Equation.DSMT4">
                  <p:embed/>
                </p:oleObj>
              </mc:Choice>
              <mc:Fallback>
                <p:oleObj name="Equation" r:id="rId5" imgW="33223200" imgH="11582400" progId="Equation.DSMT4">
                  <p:embed/>
                  <p:pic>
                    <p:nvPicPr>
                      <p:cNvPr id="0" name="对象 3"/>
                      <p:cNvPicPr>
                        <a:picLocks noChangeAspect="1" noChangeArrowheads="1"/>
                      </p:cNvPicPr>
                      <p:nvPr/>
                    </p:nvPicPr>
                    <p:blipFill>
                      <a:blip r:embed="rId6"/>
                      <a:srcRect/>
                      <a:stretch>
                        <a:fillRect/>
                      </a:stretch>
                    </p:blipFill>
                    <p:spPr bwMode="auto">
                      <a:xfrm>
                        <a:off x="2915816" y="2996952"/>
                        <a:ext cx="2836863" cy="989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直角三角形 5"/>
          <p:cNvSpPr/>
          <p:nvPr/>
        </p:nvSpPr>
        <p:spPr>
          <a:xfrm>
            <a:off x="0" y="5873377"/>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7" name="直角三角形 6"/>
          <p:cNvSpPr/>
          <p:nvPr/>
        </p:nvSpPr>
        <p:spPr>
          <a:xfrm rot="16200000">
            <a:off x="8130760" y="5832084"/>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8" name="Text Box 10">
            <a:extLst>
              <a:ext uri="{FF2B5EF4-FFF2-40B4-BE49-F238E27FC236}">
                <a16:creationId xmlns:a16="http://schemas.microsoft.com/office/drawing/2014/main" id="{192381B5-E98C-411F-9E55-338BB6AE6B4E}"/>
              </a:ext>
            </a:extLst>
          </p:cNvPr>
          <p:cNvSpPr txBox="1">
            <a:spLocks noChangeArrowheads="1"/>
          </p:cNvSpPr>
          <p:nvPr/>
        </p:nvSpPr>
        <p:spPr bwMode="auto">
          <a:xfrm>
            <a:off x="1025870" y="5617840"/>
            <a:ext cx="66960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zh-CN" altLang="en-US" sz="2800" b="1" dirty="0">
                <a:latin typeface="宋体" panose="02010600030101010101" pitchFamily="2" charset="-122"/>
              </a:rPr>
              <a:t>二阶行列式中的数称为行列式的</a:t>
            </a:r>
            <a:r>
              <a:rPr kumimoji="1" lang="zh-CN" altLang="en-US" sz="2800" b="1" dirty="0">
                <a:latin typeface="黑体" panose="02010609060101010101" pitchFamily="49" charset="-122"/>
                <a:ea typeface="黑体" panose="02010609060101010101" pitchFamily="49" charset="-122"/>
              </a:rPr>
              <a:t>元素</a:t>
            </a:r>
            <a:r>
              <a:rPr kumimoji="1" lang="en-US" altLang="zh-CN" sz="2800" b="1" dirty="0">
                <a:latin typeface="黑体" panose="02010609060101010101" pitchFamily="49" charset="-122"/>
                <a:ea typeface="黑体" panose="02010609060101010101" pitchFamily="49" charset="-122"/>
              </a:rPr>
              <a:t>.</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96752"/>
            <a:ext cx="8229600" cy="2620888"/>
          </a:xfrm>
        </p:spPr>
        <p:txBody>
          <a:bodyPr>
            <a:normAutofit/>
          </a:bodyPr>
          <a:lstStyle/>
          <a:p>
            <a:pPr marL="0" indent="0">
              <a:lnSpc>
                <a:spcPct val="150000"/>
              </a:lnSpc>
              <a:buNone/>
            </a:pPr>
            <a:r>
              <a:rPr lang="zh-CN" altLang="en-US" sz="2400"/>
              <a:t>二元一次线性方程组</a:t>
            </a:r>
            <a:endParaRPr lang="en-US" altLang="zh-CN" sz="2400"/>
          </a:p>
          <a:p>
            <a:pPr marL="0" indent="0">
              <a:lnSpc>
                <a:spcPct val="150000"/>
              </a:lnSpc>
              <a:buNone/>
            </a:pPr>
            <a:endParaRPr lang="en-US" altLang="zh-CN" sz="2400"/>
          </a:p>
          <a:p>
            <a:pPr marL="0" indent="0">
              <a:lnSpc>
                <a:spcPct val="150000"/>
              </a:lnSpc>
              <a:buNone/>
            </a:pPr>
            <a:endParaRPr lang="en-US" altLang="zh-CN" sz="2400"/>
          </a:p>
          <a:p>
            <a:pPr marL="0" indent="0">
              <a:lnSpc>
                <a:spcPct val="150000"/>
              </a:lnSpc>
              <a:buNone/>
            </a:pPr>
            <a:r>
              <a:rPr lang="zh-CN" altLang="en-US" sz="2400"/>
              <a:t>当                      时，方程组的解可表示为</a:t>
            </a:r>
          </a:p>
        </p:txBody>
      </p:sp>
      <p:graphicFrame>
        <p:nvGraphicFramePr>
          <p:cNvPr id="4" name="对象 3"/>
          <p:cNvGraphicFramePr>
            <a:graphicFrameLocks noChangeAspect="1"/>
          </p:cNvGraphicFramePr>
          <p:nvPr/>
        </p:nvGraphicFramePr>
        <p:xfrm>
          <a:off x="3047506" y="2008032"/>
          <a:ext cx="2316582" cy="988920"/>
        </p:xfrm>
        <a:graphic>
          <a:graphicData uri="http://schemas.openxmlformats.org/presentationml/2006/ole">
            <mc:AlternateContent xmlns:mc="http://schemas.openxmlformats.org/markup-compatibility/2006">
              <mc:Choice xmlns:v="urn:schemas-microsoft-com:vml" Requires="v">
                <p:oleObj spid="_x0000_s5146" name="Equation" r:id="rId3" imgW="27127200" imgH="11582400" progId="Equation.DSMT4">
                  <p:embed/>
                </p:oleObj>
              </mc:Choice>
              <mc:Fallback>
                <p:oleObj name="Equation" r:id="rId3" imgW="27127200" imgH="11582400" progId="Equation.DSMT4">
                  <p:embed/>
                  <p:pic>
                    <p:nvPicPr>
                      <p:cNvPr id="0" name="图片 19569"/>
                      <p:cNvPicPr/>
                      <p:nvPr/>
                    </p:nvPicPr>
                    <p:blipFill>
                      <a:blip r:embed="rId4"/>
                      <a:stretch>
                        <a:fillRect/>
                      </a:stretch>
                    </p:blipFill>
                    <p:spPr>
                      <a:xfrm>
                        <a:off x="3047506" y="2008032"/>
                        <a:ext cx="2316582" cy="988920"/>
                      </a:xfrm>
                      <a:prstGeom prst="rect">
                        <a:avLst/>
                      </a:prstGeom>
                    </p:spPr>
                  </p:pic>
                </p:oleObj>
              </mc:Fallback>
            </mc:AlternateContent>
          </a:graphicData>
        </a:graphic>
      </p:graphicFrame>
      <p:graphicFrame>
        <p:nvGraphicFramePr>
          <p:cNvPr id="5" name="对象 4"/>
          <p:cNvGraphicFramePr>
            <a:graphicFrameLocks noChangeAspect="1"/>
          </p:cNvGraphicFramePr>
          <p:nvPr/>
        </p:nvGraphicFramePr>
        <p:xfrm>
          <a:off x="971600" y="3176712"/>
          <a:ext cx="2212975" cy="468312"/>
        </p:xfrm>
        <a:graphic>
          <a:graphicData uri="http://schemas.openxmlformats.org/presentationml/2006/ole">
            <mc:AlternateContent xmlns:mc="http://schemas.openxmlformats.org/markup-compatibility/2006">
              <mc:Choice xmlns:v="urn:schemas-microsoft-com:vml" Requires="v">
                <p:oleObj spid="_x0000_s5147" name="Equation" r:id="rId5" imgW="25908000" imgH="5486400" progId="Equation.DSMT4">
                  <p:embed/>
                </p:oleObj>
              </mc:Choice>
              <mc:Fallback>
                <p:oleObj name="Equation" r:id="rId5" imgW="25908000" imgH="5486400" progId="Equation.DSMT4">
                  <p:embed/>
                  <p:pic>
                    <p:nvPicPr>
                      <p:cNvPr id="0" name="图片 19570"/>
                      <p:cNvPicPr>
                        <a:picLocks noChangeAspect="1" noChangeArrowheads="1"/>
                      </p:cNvPicPr>
                      <p:nvPr/>
                    </p:nvPicPr>
                    <p:blipFill>
                      <a:blip r:embed="rId6"/>
                      <a:srcRect/>
                      <a:stretch>
                        <a:fillRect/>
                      </a:stretch>
                    </p:blipFill>
                    <p:spPr bwMode="auto">
                      <a:xfrm>
                        <a:off x="971600" y="3176712"/>
                        <a:ext cx="2212975"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对象 5"/>
          <p:cNvGraphicFramePr>
            <a:graphicFrameLocks noChangeAspect="1"/>
          </p:cNvGraphicFramePr>
          <p:nvPr/>
        </p:nvGraphicFramePr>
        <p:xfrm>
          <a:off x="1403648" y="3861048"/>
          <a:ext cx="2343150" cy="885825"/>
        </p:xfrm>
        <a:graphic>
          <a:graphicData uri="http://schemas.openxmlformats.org/presentationml/2006/ole">
            <mc:AlternateContent xmlns:mc="http://schemas.openxmlformats.org/markup-compatibility/2006">
              <mc:Choice xmlns:v="urn:schemas-microsoft-com:vml" Requires="v">
                <p:oleObj spid="_x0000_s5148" name="Equation" r:id="rId7" imgW="27432000" imgH="10363200" progId="Equation.DSMT4">
                  <p:embed/>
                </p:oleObj>
              </mc:Choice>
              <mc:Fallback>
                <p:oleObj name="Equation" r:id="rId7" imgW="27432000" imgH="10363200" progId="Equation.DSMT4">
                  <p:embed/>
                  <p:pic>
                    <p:nvPicPr>
                      <p:cNvPr id="0" name="图片 19571"/>
                      <p:cNvPicPr>
                        <a:picLocks noChangeAspect="1" noChangeArrowheads="1"/>
                      </p:cNvPicPr>
                      <p:nvPr/>
                    </p:nvPicPr>
                    <p:blipFill>
                      <a:blip r:embed="rId8"/>
                      <a:srcRect/>
                      <a:stretch>
                        <a:fillRect/>
                      </a:stretch>
                    </p:blipFill>
                    <p:spPr bwMode="auto">
                      <a:xfrm>
                        <a:off x="1403648" y="3861048"/>
                        <a:ext cx="2343150"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对象 6"/>
          <p:cNvGraphicFramePr>
            <a:graphicFrameLocks noChangeAspect="1"/>
          </p:cNvGraphicFramePr>
          <p:nvPr/>
        </p:nvGraphicFramePr>
        <p:xfrm>
          <a:off x="4114800" y="3861048"/>
          <a:ext cx="2395538" cy="885825"/>
        </p:xfrm>
        <a:graphic>
          <a:graphicData uri="http://schemas.openxmlformats.org/presentationml/2006/ole">
            <mc:AlternateContent xmlns:mc="http://schemas.openxmlformats.org/markup-compatibility/2006">
              <mc:Choice xmlns:v="urn:schemas-microsoft-com:vml" Requires="v">
                <p:oleObj spid="_x0000_s5149" name="Equation" r:id="rId9" imgW="28041600" imgH="10363200" progId="Equation.DSMT4">
                  <p:embed/>
                </p:oleObj>
              </mc:Choice>
              <mc:Fallback>
                <p:oleObj name="Equation" r:id="rId9" imgW="28041600" imgH="10363200" progId="Equation.DSMT4">
                  <p:embed/>
                  <p:pic>
                    <p:nvPicPr>
                      <p:cNvPr id="0" name="图片 19572"/>
                      <p:cNvPicPr>
                        <a:picLocks noChangeAspect="1" noChangeArrowheads="1"/>
                      </p:cNvPicPr>
                      <p:nvPr/>
                    </p:nvPicPr>
                    <p:blipFill>
                      <a:blip r:embed="rId10"/>
                      <a:srcRect/>
                      <a:stretch>
                        <a:fillRect/>
                      </a:stretch>
                    </p:blipFill>
                    <p:spPr bwMode="auto">
                      <a:xfrm>
                        <a:off x="4114800" y="3861048"/>
                        <a:ext cx="2395538"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对象 8"/>
          <p:cNvGraphicFramePr>
            <a:graphicFrameLocks noChangeAspect="1"/>
          </p:cNvGraphicFramePr>
          <p:nvPr/>
        </p:nvGraphicFramePr>
        <p:xfrm>
          <a:off x="1763688" y="4720927"/>
          <a:ext cx="1511300" cy="1876425"/>
        </p:xfrm>
        <a:graphic>
          <a:graphicData uri="http://schemas.openxmlformats.org/presentationml/2006/ole">
            <mc:AlternateContent xmlns:mc="http://schemas.openxmlformats.org/markup-compatibility/2006">
              <mc:Choice xmlns:v="urn:schemas-microsoft-com:vml" Requires="v">
                <p:oleObj spid="_x0000_s5150" name="Equation" r:id="rId11" imgW="17678400" imgH="21945600" progId="Equation.DSMT4">
                  <p:embed/>
                </p:oleObj>
              </mc:Choice>
              <mc:Fallback>
                <p:oleObj name="Equation" r:id="rId11" imgW="17678400" imgH="21945600" progId="Equation.DSMT4">
                  <p:embed/>
                  <p:pic>
                    <p:nvPicPr>
                      <p:cNvPr id="0" name="对象 5"/>
                      <p:cNvPicPr>
                        <a:picLocks noChangeAspect="1" noChangeArrowheads="1"/>
                      </p:cNvPicPr>
                      <p:nvPr/>
                    </p:nvPicPr>
                    <p:blipFill>
                      <a:blip r:embed="rId12"/>
                      <a:srcRect/>
                      <a:stretch>
                        <a:fillRect/>
                      </a:stretch>
                    </p:blipFill>
                    <p:spPr bwMode="auto">
                      <a:xfrm>
                        <a:off x="1763688" y="4720927"/>
                        <a:ext cx="1511300" cy="187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对象 9"/>
          <p:cNvGraphicFramePr>
            <a:graphicFrameLocks noChangeAspect="1"/>
          </p:cNvGraphicFramePr>
          <p:nvPr/>
        </p:nvGraphicFramePr>
        <p:xfrm>
          <a:off x="4499992" y="4725144"/>
          <a:ext cx="1511300" cy="1876425"/>
        </p:xfrm>
        <a:graphic>
          <a:graphicData uri="http://schemas.openxmlformats.org/presentationml/2006/ole">
            <mc:AlternateContent xmlns:mc="http://schemas.openxmlformats.org/markup-compatibility/2006">
              <mc:Choice xmlns:v="urn:schemas-microsoft-com:vml" Requires="v">
                <p:oleObj spid="_x0000_s5151" name="Equation" r:id="rId13" imgW="17678400" imgH="21945600" progId="Equation.DSMT4">
                  <p:embed/>
                </p:oleObj>
              </mc:Choice>
              <mc:Fallback>
                <p:oleObj name="Equation" r:id="rId13" imgW="17678400" imgH="21945600" progId="Equation.DSMT4">
                  <p:embed/>
                  <p:pic>
                    <p:nvPicPr>
                      <p:cNvPr id="0" name="对象 8"/>
                      <p:cNvPicPr>
                        <a:picLocks noChangeAspect="1" noChangeArrowheads="1"/>
                      </p:cNvPicPr>
                      <p:nvPr/>
                    </p:nvPicPr>
                    <p:blipFill>
                      <a:blip r:embed="rId14"/>
                      <a:srcRect/>
                      <a:stretch>
                        <a:fillRect/>
                      </a:stretch>
                    </p:blipFill>
                    <p:spPr bwMode="auto">
                      <a:xfrm>
                        <a:off x="4499992" y="4725144"/>
                        <a:ext cx="1511300" cy="187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直角三角形 10"/>
          <p:cNvSpPr/>
          <p:nvPr/>
        </p:nvSpPr>
        <p:spPr>
          <a:xfrm>
            <a:off x="0" y="5873377"/>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2" name="直角三角形 11"/>
          <p:cNvSpPr/>
          <p:nvPr/>
        </p:nvSpPr>
        <p:spPr>
          <a:xfrm rot="16200000">
            <a:off x="8130760" y="5832084"/>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6" name="日期占位符 2">
            <a:extLst>
              <a:ext uri="{FF2B5EF4-FFF2-40B4-BE49-F238E27FC236}">
                <a16:creationId xmlns:a16="http://schemas.microsoft.com/office/drawing/2014/main" id="{C29D79D2-375D-459A-99B8-1DCDDF128D49}"/>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1347718-48BC-43A3-A3B4-F485F761FEC6}" type="datetime1">
              <a:rPr lang="zh-CN" altLang="en-US" smtClean="0"/>
              <a:pPr eaLnBrk="1" hangingPunct="1"/>
              <a:t>2025/2/28</a:t>
            </a:fld>
            <a:endParaRPr lang="en-US" altLang="zh-CN"/>
          </a:p>
        </p:txBody>
      </p:sp>
      <p:sp>
        <p:nvSpPr>
          <p:cNvPr id="4107" name="页脚占位符 3">
            <a:extLst>
              <a:ext uri="{FF2B5EF4-FFF2-40B4-BE49-F238E27FC236}">
                <a16:creationId xmlns:a16="http://schemas.microsoft.com/office/drawing/2014/main" id="{A124B520-71D2-4F0D-A716-4F71EB3EECE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(共20页)</a:t>
            </a:r>
          </a:p>
        </p:txBody>
      </p:sp>
      <p:sp>
        <p:nvSpPr>
          <p:cNvPr id="4108" name="灯片编号占位符 4">
            <a:extLst>
              <a:ext uri="{FF2B5EF4-FFF2-40B4-BE49-F238E27FC236}">
                <a16:creationId xmlns:a16="http://schemas.microsoft.com/office/drawing/2014/main" id="{C399028D-55B3-4204-941D-17DA17466CF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AC268FE-DFAD-428F-9720-C308C37582EB}" type="slidenum">
              <a:rPr lang="en-US" altLang="zh-CN"/>
              <a:pPr eaLnBrk="1" hangingPunct="1"/>
              <a:t>7</a:t>
            </a:fld>
            <a:endParaRPr lang="en-US" altLang="zh-CN"/>
          </a:p>
        </p:txBody>
      </p:sp>
      <p:grpSp>
        <p:nvGrpSpPr>
          <p:cNvPr id="2" name="Group 33">
            <a:extLst>
              <a:ext uri="{FF2B5EF4-FFF2-40B4-BE49-F238E27FC236}">
                <a16:creationId xmlns:a16="http://schemas.microsoft.com/office/drawing/2014/main" id="{A48747C3-77AE-4EDF-9AE0-C46E65609BF6}"/>
              </a:ext>
            </a:extLst>
          </p:cNvPr>
          <p:cNvGrpSpPr>
            <a:grpSpLocks/>
          </p:cNvGrpSpPr>
          <p:nvPr/>
        </p:nvGrpSpPr>
        <p:grpSpPr bwMode="auto">
          <a:xfrm>
            <a:off x="2747963" y="1385888"/>
            <a:ext cx="1752600" cy="1466850"/>
            <a:chOff x="4377" y="845"/>
            <a:chExt cx="1104" cy="924"/>
          </a:xfrm>
        </p:grpSpPr>
        <p:graphicFrame>
          <p:nvGraphicFramePr>
            <p:cNvPr id="4102" name="Object 3">
              <a:extLst>
                <a:ext uri="{FF2B5EF4-FFF2-40B4-BE49-F238E27FC236}">
                  <a16:creationId xmlns:a16="http://schemas.microsoft.com/office/drawing/2014/main" id="{724309F3-163F-4331-9A7B-C7740362E05D}"/>
                </a:ext>
              </a:extLst>
            </p:cNvPr>
            <p:cNvGraphicFramePr>
              <a:graphicFrameLocks noChangeAspect="1"/>
            </p:cNvGraphicFramePr>
            <p:nvPr/>
          </p:nvGraphicFramePr>
          <p:xfrm>
            <a:off x="4461" y="853"/>
            <a:ext cx="264" cy="264"/>
          </p:xfrm>
          <a:graphic>
            <a:graphicData uri="http://schemas.openxmlformats.org/presentationml/2006/ole">
              <mc:AlternateContent xmlns:mc="http://schemas.openxmlformats.org/markup-compatibility/2006">
                <mc:Choice xmlns:v="urn:schemas-microsoft-com:vml" Requires="v">
                  <p:oleObj spid="_x0000_s6178" name="Equation" r:id="rId3" imgW="419040" imgH="419040" progId="Equation.3">
                    <p:embed/>
                  </p:oleObj>
                </mc:Choice>
                <mc:Fallback>
                  <p:oleObj name="Equation" r:id="rId3" imgW="419040" imgH="419040" progId="Equation.3">
                    <p:embed/>
                    <p:pic>
                      <p:nvPicPr>
                        <p:cNvPr id="4102" name="Object 3">
                          <a:extLst>
                            <a:ext uri="{FF2B5EF4-FFF2-40B4-BE49-F238E27FC236}">
                              <a16:creationId xmlns:a16="http://schemas.microsoft.com/office/drawing/2014/main" id="{724309F3-163F-4331-9A7B-C7740362E05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61" y="853"/>
                          <a:ext cx="264" cy="264"/>
                        </a:xfrm>
                        <a:prstGeom prst="rect">
                          <a:avLst/>
                        </a:prstGeom>
                        <a:noFill/>
                        <a:ln w="9525">
                          <a:solidFill>
                            <a:schemeClr val="tx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03" name="Object 4">
              <a:extLst>
                <a:ext uri="{FF2B5EF4-FFF2-40B4-BE49-F238E27FC236}">
                  <a16:creationId xmlns:a16="http://schemas.microsoft.com/office/drawing/2014/main" id="{6E3A6510-8DF3-44FB-A81C-C157D376122C}"/>
                </a:ext>
              </a:extLst>
            </p:cNvPr>
            <p:cNvGraphicFramePr>
              <a:graphicFrameLocks noChangeAspect="1"/>
            </p:cNvGraphicFramePr>
            <p:nvPr/>
          </p:nvGraphicFramePr>
          <p:xfrm>
            <a:off x="5145" y="845"/>
            <a:ext cx="264" cy="264"/>
          </p:xfrm>
          <a:graphic>
            <a:graphicData uri="http://schemas.openxmlformats.org/presentationml/2006/ole">
              <mc:AlternateContent xmlns:mc="http://schemas.openxmlformats.org/markup-compatibility/2006">
                <mc:Choice xmlns:v="urn:schemas-microsoft-com:vml" Requires="v">
                  <p:oleObj spid="_x0000_s6179" name="Equation" r:id="rId5" imgW="419040" imgH="419040" progId="Equation.3">
                    <p:embed/>
                  </p:oleObj>
                </mc:Choice>
                <mc:Fallback>
                  <p:oleObj name="Equation" r:id="rId5" imgW="419040" imgH="419040" progId="Equation.3">
                    <p:embed/>
                    <p:pic>
                      <p:nvPicPr>
                        <p:cNvPr id="4103" name="Object 4">
                          <a:extLst>
                            <a:ext uri="{FF2B5EF4-FFF2-40B4-BE49-F238E27FC236}">
                              <a16:creationId xmlns:a16="http://schemas.microsoft.com/office/drawing/2014/main" id="{6E3A6510-8DF3-44FB-A81C-C157D376122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45" y="845"/>
                          <a:ext cx="264" cy="264"/>
                        </a:xfrm>
                        <a:prstGeom prst="rect">
                          <a:avLst/>
                        </a:prstGeom>
                        <a:noFill/>
                        <a:ln w="9525">
                          <a:solidFill>
                            <a:schemeClr val="tx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04" name="Object 5">
              <a:extLst>
                <a:ext uri="{FF2B5EF4-FFF2-40B4-BE49-F238E27FC236}">
                  <a16:creationId xmlns:a16="http://schemas.microsoft.com/office/drawing/2014/main" id="{1670E3A5-88F0-4B95-B7E3-AE69CA570889}"/>
                </a:ext>
              </a:extLst>
            </p:cNvPr>
            <p:cNvGraphicFramePr>
              <a:graphicFrameLocks noChangeAspect="1"/>
            </p:cNvGraphicFramePr>
            <p:nvPr/>
          </p:nvGraphicFramePr>
          <p:xfrm>
            <a:off x="5145" y="1445"/>
            <a:ext cx="272" cy="264"/>
          </p:xfrm>
          <a:graphic>
            <a:graphicData uri="http://schemas.openxmlformats.org/presentationml/2006/ole">
              <mc:AlternateContent xmlns:mc="http://schemas.openxmlformats.org/markup-compatibility/2006">
                <mc:Choice xmlns:v="urn:schemas-microsoft-com:vml" Requires="v">
                  <p:oleObj spid="_x0000_s6180" name="Equation" r:id="rId7" imgW="431640" imgH="419040" progId="Equation.3">
                    <p:embed/>
                  </p:oleObj>
                </mc:Choice>
                <mc:Fallback>
                  <p:oleObj name="Equation" r:id="rId7" imgW="431640" imgH="419040" progId="Equation.3">
                    <p:embed/>
                    <p:pic>
                      <p:nvPicPr>
                        <p:cNvPr id="4104" name="Object 5">
                          <a:extLst>
                            <a:ext uri="{FF2B5EF4-FFF2-40B4-BE49-F238E27FC236}">
                              <a16:creationId xmlns:a16="http://schemas.microsoft.com/office/drawing/2014/main" id="{1670E3A5-88F0-4B95-B7E3-AE69CA57088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45" y="1445"/>
                          <a:ext cx="272" cy="264"/>
                        </a:xfrm>
                        <a:prstGeom prst="rect">
                          <a:avLst/>
                        </a:prstGeom>
                        <a:noFill/>
                        <a:ln w="9525">
                          <a:solidFill>
                            <a:schemeClr val="tx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05" name="Object 6">
              <a:extLst>
                <a:ext uri="{FF2B5EF4-FFF2-40B4-BE49-F238E27FC236}">
                  <a16:creationId xmlns:a16="http://schemas.microsoft.com/office/drawing/2014/main" id="{CD65C77F-6F68-4BDD-AF15-96C7263823F0}"/>
                </a:ext>
              </a:extLst>
            </p:cNvPr>
            <p:cNvGraphicFramePr>
              <a:graphicFrameLocks noChangeAspect="1"/>
            </p:cNvGraphicFramePr>
            <p:nvPr/>
          </p:nvGraphicFramePr>
          <p:xfrm>
            <a:off x="4468" y="1434"/>
            <a:ext cx="242" cy="272"/>
          </p:xfrm>
          <a:graphic>
            <a:graphicData uri="http://schemas.openxmlformats.org/presentationml/2006/ole">
              <mc:AlternateContent xmlns:mc="http://schemas.openxmlformats.org/markup-compatibility/2006">
                <mc:Choice xmlns:v="urn:schemas-microsoft-com:vml" Requires="v">
                  <p:oleObj spid="_x0000_s6181" name="Equation" r:id="rId9" imgW="203040" imgH="228600" progId="Equation.DSMT4">
                    <p:embed/>
                  </p:oleObj>
                </mc:Choice>
                <mc:Fallback>
                  <p:oleObj name="Equation" r:id="rId9" imgW="203040" imgH="228600" progId="Equation.DSMT4">
                    <p:embed/>
                    <p:pic>
                      <p:nvPicPr>
                        <p:cNvPr id="4105" name="Object 6">
                          <a:extLst>
                            <a:ext uri="{FF2B5EF4-FFF2-40B4-BE49-F238E27FC236}">
                              <a16:creationId xmlns:a16="http://schemas.microsoft.com/office/drawing/2014/main" id="{CD65C77F-6F68-4BDD-AF15-96C7263823F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68" y="1434"/>
                          <a:ext cx="242" cy="272"/>
                        </a:xfrm>
                        <a:prstGeom prst="rect">
                          <a:avLst/>
                        </a:prstGeom>
                        <a:noFill/>
                        <a:ln w="9525">
                          <a:solidFill>
                            <a:schemeClr val="tx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30" name="Line 7">
              <a:extLst>
                <a:ext uri="{FF2B5EF4-FFF2-40B4-BE49-F238E27FC236}">
                  <a16:creationId xmlns:a16="http://schemas.microsoft.com/office/drawing/2014/main" id="{8D21812B-AEC4-4C5E-8455-3B8B5ED8C8AA}"/>
                </a:ext>
              </a:extLst>
            </p:cNvPr>
            <p:cNvSpPr>
              <a:spLocks noChangeShapeType="1"/>
            </p:cNvSpPr>
            <p:nvPr/>
          </p:nvSpPr>
          <p:spPr bwMode="auto">
            <a:xfrm>
              <a:off x="4377" y="845"/>
              <a:ext cx="0" cy="912"/>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31" name="Line 8">
              <a:extLst>
                <a:ext uri="{FF2B5EF4-FFF2-40B4-BE49-F238E27FC236}">
                  <a16:creationId xmlns:a16="http://schemas.microsoft.com/office/drawing/2014/main" id="{C608BF2F-D11E-4673-81E1-5C81344FE4AD}"/>
                </a:ext>
              </a:extLst>
            </p:cNvPr>
            <p:cNvSpPr>
              <a:spLocks noChangeShapeType="1"/>
            </p:cNvSpPr>
            <p:nvPr/>
          </p:nvSpPr>
          <p:spPr bwMode="auto">
            <a:xfrm>
              <a:off x="5481" y="857"/>
              <a:ext cx="0" cy="912"/>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69641" name="Line 9">
            <a:extLst>
              <a:ext uri="{FF2B5EF4-FFF2-40B4-BE49-F238E27FC236}">
                <a16:creationId xmlns:a16="http://schemas.microsoft.com/office/drawing/2014/main" id="{60DD7634-E609-4906-8C0E-A7A0B153E5F1}"/>
              </a:ext>
            </a:extLst>
          </p:cNvPr>
          <p:cNvSpPr>
            <a:spLocks noChangeShapeType="1"/>
          </p:cNvSpPr>
          <p:nvPr/>
        </p:nvSpPr>
        <p:spPr bwMode="auto">
          <a:xfrm>
            <a:off x="3270250" y="1779588"/>
            <a:ext cx="762000" cy="762000"/>
          </a:xfrm>
          <a:prstGeom prst="line">
            <a:avLst/>
          </a:prstGeom>
          <a:noFill/>
          <a:ln w="158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42" name="Line 10">
            <a:extLst>
              <a:ext uri="{FF2B5EF4-FFF2-40B4-BE49-F238E27FC236}">
                <a16:creationId xmlns:a16="http://schemas.microsoft.com/office/drawing/2014/main" id="{BF1085D0-2B31-4564-85D9-19E038FB97D8}"/>
              </a:ext>
            </a:extLst>
          </p:cNvPr>
          <p:cNvSpPr>
            <a:spLocks noChangeShapeType="1"/>
          </p:cNvSpPr>
          <p:nvPr/>
        </p:nvSpPr>
        <p:spPr bwMode="auto">
          <a:xfrm flipV="1">
            <a:off x="3175000" y="1703388"/>
            <a:ext cx="762000" cy="762000"/>
          </a:xfrm>
          <a:prstGeom prst="line">
            <a:avLst/>
          </a:prstGeom>
          <a:noFill/>
          <a:ln w="15875">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43" name="AutoShape 11">
            <a:extLst>
              <a:ext uri="{FF2B5EF4-FFF2-40B4-BE49-F238E27FC236}">
                <a16:creationId xmlns:a16="http://schemas.microsoft.com/office/drawing/2014/main" id="{80D86F37-4A58-4B12-BE43-85227A6FA244}"/>
              </a:ext>
            </a:extLst>
          </p:cNvPr>
          <p:cNvSpPr>
            <a:spLocks noChangeArrowheads="1"/>
          </p:cNvSpPr>
          <p:nvPr/>
        </p:nvSpPr>
        <p:spPr bwMode="auto">
          <a:xfrm>
            <a:off x="755650" y="1196975"/>
            <a:ext cx="1752600" cy="533400"/>
          </a:xfrm>
          <a:prstGeom prst="wedgeRoundRectCallout">
            <a:avLst>
              <a:gd name="adj1" fmla="val 107699"/>
              <a:gd name="adj2" fmla="val 101486"/>
              <a:gd name="adj3" fmla="val 16667"/>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400" b="1">
                <a:latin typeface="Times New Roman" panose="02020603050405020304" pitchFamily="18" charset="0"/>
              </a:rPr>
              <a:t>主对角线</a:t>
            </a:r>
          </a:p>
        </p:txBody>
      </p:sp>
      <p:sp>
        <p:nvSpPr>
          <p:cNvPr id="69644" name="AutoShape 12">
            <a:extLst>
              <a:ext uri="{FF2B5EF4-FFF2-40B4-BE49-F238E27FC236}">
                <a16:creationId xmlns:a16="http://schemas.microsoft.com/office/drawing/2014/main" id="{EF1B1E49-E6FB-435F-8CD2-4953D528D53E}"/>
              </a:ext>
            </a:extLst>
          </p:cNvPr>
          <p:cNvSpPr>
            <a:spLocks noChangeArrowheads="1"/>
          </p:cNvSpPr>
          <p:nvPr/>
        </p:nvSpPr>
        <p:spPr bwMode="auto">
          <a:xfrm>
            <a:off x="684213" y="1916113"/>
            <a:ext cx="1752600" cy="533400"/>
          </a:xfrm>
          <a:prstGeom prst="wedgeRoundRectCallout">
            <a:avLst>
              <a:gd name="adj1" fmla="val 107699"/>
              <a:gd name="adj2" fmla="val 5060"/>
              <a:gd name="adj3" fmla="val 16667"/>
            </a:avLst>
          </a:prstGeom>
          <a:noFill/>
          <a:ln w="127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400" b="1">
                <a:latin typeface="Times New Roman" panose="02020603050405020304" pitchFamily="18" charset="0"/>
              </a:rPr>
              <a:t>副对角线</a:t>
            </a:r>
          </a:p>
        </p:txBody>
      </p:sp>
      <p:sp>
        <p:nvSpPr>
          <p:cNvPr id="69645" name="Text Box 13">
            <a:extLst>
              <a:ext uri="{FF2B5EF4-FFF2-40B4-BE49-F238E27FC236}">
                <a16:creationId xmlns:a16="http://schemas.microsoft.com/office/drawing/2014/main" id="{9E3C5224-CC22-4E9E-9936-EBD57933D63C}"/>
              </a:ext>
            </a:extLst>
          </p:cNvPr>
          <p:cNvSpPr txBox="1">
            <a:spLocks noChangeArrowheads="1"/>
          </p:cNvSpPr>
          <p:nvPr/>
        </p:nvSpPr>
        <p:spPr bwMode="auto">
          <a:xfrm>
            <a:off x="4876800" y="792163"/>
            <a:ext cx="3581400" cy="579437"/>
          </a:xfrm>
          <a:prstGeom prst="rect">
            <a:avLst/>
          </a:prstGeom>
          <a:noFill/>
          <a:ln w="9525">
            <a:noFill/>
            <a:miter lim="800000"/>
            <a:headEnd/>
            <a:tailEnd/>
          </a:ln>
          <a:effectLst/>
        </p:spPr>
        <p:txBody>
          <a:bodyPr>
            <a:spAutoFit/>
          </a:bodyPr>
          <a:lstStyle/>
          <a:p>
            <a:pPr>
              <a:spcBef>
                <a:spcPct val="50000"/>
              </a:spcBef>
              <a:defRPr/>
            </a:pPr>
            <a:r>
              <a:rPr kumimoji="1" lang="zh-CN" altLang="en-US" sz="3200" b="1">
                <a:solidFill>
                  <a:srgbClr val="0000FF"/>
                </a:solidFill>
                <a:effectLst>
                  <a:outerShdw blurRad="38100" dist="38100" dir="2700000" algn="tl">
                    <a:srgbClr val="C0C0C0"/>
                  </a:outerShdw>
                </a:effectLst>
                <a:latin typeface="Times New Roman" pitchFamily="18" charset="0"/>
                <a:ea typeface="黑体" pitchFamily="2" charset="-122"/>
              </a:rPr>
              <a:t>对角线法则</a:t>
            </a:r>
          </a:p>
        </p:txBody>
      </p:sp>
      <p:graphicFrame>
        <p:nvGraphicFramePr>
          <p:cNvPr id="69646" name="Object 14">
            <a:extLst>
              <a:ext uri="{FF2B5EF4-FFF2-40B4-BE49-F238E27FC236}">
                <a16:creationId xmlns:a16="http://schemas.microsoft.com/office/drawing/2014/main" id="{968EB44F-6ACE-47D2-B97D-CD760A78E3BF}"/>
              </a:ext>
            </a:extLst>
          </p:cNvPr>
          <p:cNvGraphicFramePr>
            <a:graphicFrameLocks noChangeAspect="1"/>
          </p:cNvGraphicFramePr>
          <p:nvPr/>
        </p:nvGraphicFramePr>
        <p:xfrm>
          <a:off x="4641850" y="1836738"/>
          <a:ext cx="1117600" cy="419100"/>
        </p:xfrm>
        <a:graphic>
          <a:graphicData uri="http://schemas.openxmlformats.org/presentationml/2006/ole">
            <mc:AlternateContent xmlns:mc="http://schemas.openxmlformats.org/markup-compatibility/2006">
              <mc:Choice xmlns:v="urn:schemas-microsoft-com:vml" Requires="v">
                <p:oleObj spid="_x0000_s6182" name="Equation" r:id="rId11" imgW="1117440" imgH="419040" progId="Equation.3">
                  <p:embed/>
                </p:oleObj>
              </mc:Choice>
              <mc:Fallback>
                <p:oleObj name="Equation" r:id="rId11" imgW="1117440" imgH="419040" progId="Equation.3">
                  <p:embed/>
                  <p:pic>
                    <p:nvPicPr>
                      <p:cNvPr id="69646" name="Object 14">
                        <a:extLst>
                          <a:ext uri="{FF2B5EF4-FFF2-40B4-BE49-F238E27FC236}">
                            <a16:creationId xmlns:a16="http://schemas.microsoft.com/office/drawing/2014/main" id="{968EB44F-6ACE-47D2-B97D-CD760A78E3BF}"/>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641850" y="1836738"/>
                        <a:ext cx="11176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9647" name="Object 15">
            <a:extLst>
              <a:ext uri="{FF2B5EF4-FFF2-40B4-BE49-F238E27FC236}">
                <a16:creationId xmlns:a16="http://schemas.microsoft.com/office/drawing/2014/main" id="{5CED2670-9BE1-42DE-9E47-A6FE4630C4E1}"/>
              </a:ext>
            </a:extLst>
          </p:cNvPr>
          <p:cNvGraphicFramePr>
            <a:graphicFrameLocks noChangeAspect="1"/>
          </p:cNvGraphicFramePr>
          <p:nvPr/>
        </p:nvGraphicFramePr>
        <p:xfrm>
          <a:off x="5803900" y="1836738"/>
          <a:ext cx="1206500" cy="419100"/>
        </p:xfrm>
        <a:graphic>
          <a:graphicData uri="http://schemas.openxmlformats.org/presentationml/2006/ole">
            <mc:AlternateContent xmlns:mc="http://schemas.openxmlformats.org/markup-compatibility/2006">
              <mc:Choice xmlns:v="urn:schemas-microsoft-com:vml" Requires="v">
                <p:oleObj spid="_x0000_s6183" name="Equation" r:id="rId13" imgW="1206360" imgH="419040" progId="Equation.3">
                  <p:embed/>
                </p:oleObj>
              </mc:Choice>
              <mc:Fallback>
                <p:oleObj name="Equation" r:id="rId13" imgW="1206360" imgH="419040" progId="Equation.3">
                  <p:embed/>
                  <p:pic>
                    <p:nvPicPr>
                      <p:cNvPr id="69647" name="Object 15">
                        <a:extLst>
                          <a:ext uri="{FF2B5EF4-FFF2-40B4-BE49-F238E27FC236}">
                            <a16:creationId xmlns:a16="http://schemas.microsoft.com/office/drawing/2014/main" id="{5CED2670-9BE1-42DE-9E47-A6FE4630C4E1}"/>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803900" y="1836738"/>
                        <a:ext cx="12065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15" name="Text Box 16">
            <a:extLst>
              <a:ext uri="{FF2B5EF4-FFF2-40B4-BE49-F238E27FC236}">
                <a16:creationId xmlns:a16="http://schemas.microsoft.com/office/drawing/2014/main" id="{0E8AA717-CCEE-4621-A5BE-051B46236AD2}"/>
              </a:ext>
            </a:extLst>
          </p:cNvPr>
          <p:cNvSpPr txBox="1">
            <a:spLocks noChangeArrowheads="1"/>
          </p:cNvSpPr>
          <p:nvPr/>
        </p:nvSpPr>
        <p:spPr bwMode="auto">
          <a:xfrm>
            <a:off x="755650" y="476250"/>
            <a:ext cx="3435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3200" b="1">
                <a:solidFill>
                  <a:srgbClr val="0000FF"/>
                </a:solidFill>
                <a:latin typeface="Times New Roman" panose="02020603050405020304" pitchFamily="18" charset="0"/>
                <a:ea typeface="黑体" panose="02010609060101010101" pitchFamily="49" charset="-122"/>
              </a:rPr>
              <a:t>二阶行列式的计算</a:t>
            </a:r>
          </a:p>
        </p:txBody>
      </p:sp>
      <p:sp>
        <p:nvSpPr>
          <p:cNvPr id="69649" name="Line 17">
            <a:extLst>
              <a:ext uri="{FF2B5EF4-FFF2-40B4-BE49-F238E27FC236}">
                <a16:creationId xmlns:a16="http://schemas.microsoft.com/office/drawing/2014/main" id="{2072332C-D9E3-4DDD-8D16-5B9166751EB8}"/>
              </a:ext>
            </a:extLst>
          </p:cNvPr>
          <p:cNvSpPr>
            <a:spLocks noChangeShapeType="1"/>
          </p:cNvSpPr>
          <p:nvPr/>
        </p:nvSpPr>
        <p:spPr bwMode="auto">
          <a:xfrm>
            <a:off x="4108450" y="827088"/>
            <a:ext cx="685800" cy="0"/>
          </a:xfrm>
          <a:prstGeom prst="line">
            <a:avLst/>
          </a:prstGeom>
          <a:noFill/>
          <a:ln w="57150">
            <a:solidFill>
              <a:schemeClr val="tx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9650" name="Text Box 18">
            <a:extLst>
              <a:ext uri="{FF2B5EF4-FFF2-40B4-BE49-F238E27FC236}">
                <a16:creationId xmlns:a16="http://schemas.microsoft.com/office/drawing/2014/main" id="{4A8E3C4F-0784-4856-A956-301064FF8EB9}"/>
              </a:ext>
            </a:extLst>
          </p:cNvPr>
          <p:cNvSpPr txBox="1">
            <a:spLocks noChangeArrowheads="1"/>
          </p:cNvSpPr>
          <p:nvPr/>
        </p:nvSpPr>
        <p:spPr bwMode="auto">
          <a:xfrm>
            <a:off x="769938" y="5241925"/>
            <a:ext cx="1981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rPr>
              <a:t>若记</a:t>
            </a:r>
          </a:p>
        </p:txBody>
      </p:sp>
      <p:graphicFrame>
        <p:nvGraphicFramePr>
          <p:cNvPr id="69651" name="Object 19">
            <a:extLst>
              <a:ext uri="{FF2B5EF4-FFF2-40B4-BE49-F238E27FC236}">
                <a16:creationId xmlns:a16="http://schemas.microsoft.com/office/drawing/2014/main" id="{984A8B2B-6FC7-48C8-B03D-8E2BF7276BE3}"/>
              </a:ext>
            </a:extLst>
          </p:cNvPr>
          <p:cNvGraphicFramePr>
            <a:graphicFrameLocks noChangeAspect="1"/>
          </p:cNvGraphicFramePr>
          <p:nvPr/>
        </p:nvGraphicFramePr>
        <p:xfrm>
          <a:off x="3970338" y="5089525"/>
          <a:ext cx="2387600" cy="977900"/>
        </p:xfrm>
        <a:graphic>
          <a:graphicData uri="http://schemas.openxmlformats.org/presentationml/2006/ole">
            <mc:AlternateContent xmlns:mc="http://schemas.openxmlformats.org/markup-compatibility/2006">
              <mc:Choice xmlns:v="urn:schemas-microsoft-com:vml" Requires="v">
                <p:oleObj spid="_x0000_s6184" name="Equation" r:id="rId15" imgW="2387520" imgH="977760" progId="Equation.3">
                  <p:embed/>
                </p:oleObj>
              </mc:Choice>
              <mc:Fallback>
                <p:oleObj name="Equation" r:id="rId15" imgW="2387520" imgH="977760" progId="Equation.3">
                  <p:embed/>
                  <p:pic>
                    <p:nvPicPr>
                      <p:cNvPr id="69651" name="Object 19">
                        <a:extLst>
                          <a:ext uri="{FF2B5EF4-FFF2-40B4-BE49-F238E27FC236}">
                            <a16:creationId xmlns:a16="http://schemas.microsoft.com/office/drawing/2014/main" id="{984A8B2B-6FC7-48C8-B03D-8E2BF7276BE3}"/>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970338" y="5089525"/>
                        <a:ext cx="2387600" cy="977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9652" name="Object 20">
            <a:extLst>
              <a:ext uri="{FF2B5EF4-FFF2-40B4-BE49-F238E27FC236}">
                <a16:creationId xmlns:a16="http://schemas.microsoft.com/office/drawing/2014/main" id="{752D33A7-66C8-41E3-885C-16C5B8E89E3C}"/>
              </a:ext>
            </a:extLst>
          </p:cNvPr>
          <p:cNvGraphicFramePr>
            <a:graphicFrameLocks noChangeAspect="1"/>
          </p:cNvGraphicFramePr>
          <p:nvPr/>
        </p:nvGraphicFramePr>
        <p:xfrm>
          <a:off x="4198938" y="3717925"/>
          <a:ext cx="3517900" cy="1003300"/>
        </p:xfrm>
        <a:graphic>
          <a:graphicData uri="http://schemas.openxmlformats.org/presentationml/2006/ole">
            <mc:AlternateContent xmlns:mc="http://schemas.openxmlformats.org/markup-compatibility/2006">
              <mc:Choice xmlns:v="urn:schemas-microsoft-com:vml" Requires="v">
                <p:oleObj spid="_x0000_s6185" name="Equation" r:id="rId17" imgW="3517560" imgH="1002960" progId="Equation.3">
                  <p:embed/>
                </p:oleObj>
              </mc:Choice>
              <mc:Fallback>
                <p:oleObj name="Equation" r:id="rId17" imgW="3517560" imgH="1002960" progId="Equation.3">
                  <p:embed/>
                  <p:pic>
                    <p:nvPicPr>
                      <p:cNvPr id="69652" name="Object 20">
                        <a:extLst>
                          <a:ext uri="{FF2B5EF4-FFF2-40B4-BE49-F238E27FC236}">
                            <a16:creationId xmlns:a16="http://schemas.microsoft.com/office/drawing/2014/main" id="{752D33A7-66C8-41E3-885C-16C5B8E89E3C}"/>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198938" y="3717925"/>
                        <a:ext cx="3517900" cy="1003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9653" name="Rectangle 21">
            <a:extLst>
              <a:ext uri="{FF2B5EF4-FFF2-40B4-BE49-F238E27FC236}">
                <a16:creationId xmlns:a16="http://schemas.microsoft.com/office/drawing/2014/main" id="{BF245185-E791-4A5D-999C-F388D394D0FF}"/>
              </a:ext>
            </a:extLst>
          </p:cNvPr>
          <p:cNvSpPr>
            <a:spLocks noChangeArrowheads="1"/>
          </p:cNvSpPr>
          <p:nvPr/>
        </p:nvSpPr>
        <p:spPr bwMode="auto">
          <a:xfrm>
            <a:off x="769938" y="3946525"/>
            <a:ext cx="33845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latin typeface="Times New Roman" panose="02020603050405020304" pitchFamily="18" charset="0"/>
              </a:rPr>
              <a:t>对于二元线性方程组</a:t>
            </a:r>
          </a:p>
        </p:txBody>
      </p:sp>
      <p:grpSp>
        <p:nvGrpSpPr>
          <p:cNvPr id="3" name="Group 22">
            <a:extLst>
              <a:ext uri="{FF2B5EF4-FFF2-40B4-BE49-F238E27FC236}">
                <a16:creationId xmlns:a16="http://schemas.microsoft.com/office/drawing/2014/main" id="{BC8BE364-2FC7-4996-90F2-700514A48A31}"/>
              </a:ext>
            </a:extLst>
          </p:cNvPr>
          <p:cNvGrpSpPr>
            <a:grpSpLocks/>
          </p:cNvGrpSpPr>
          <p:nvPr/>
        </p:nvGrpSpPr>
        <p:grpSpPr bwMode="auto">
          <a:xfrm>
            <a:off x="5364163" y="3794125"/>
            <a:ext cx="511175" cy="2362200"/>
            <a:chOff x="3470" y="2208"/>
            <a:chExt cx="322" cy="1488"/>
          </a:xfrm>
        </p:grpSpPr>
        <p:sp>
          <p:nvSpPr>
            <p:cNvPr id="4127" name="Rectangle 23">
              <a:extLst>
                <a:ext uri="{FF2B5EF4-FFF2-40B4-BE49-F238E27FC236}">
                  <a16:creationId xmlns:a16="http://schemas.microsoft.com/office/drawing/2014/main" id="{02660205-E1FE-4DF6-A0A0-4ABCC99973A4}"/>
                </a:ext>
              </a:extLst>
            </p:cNvPr>
            <p:cNvSpPr>
              <a:spLocks noChangeArrowheads="1"/>
            </p:cNvSpPr>
            <p:nvPr/>
          </p:nvSpPr>
          <p:spPr bwMode="auto">
            <a:xfrm>
              <a:off x="3504" y="2208"/>
              <a:ext cx="288" cy="624"/>
            </a:xfrm>
            <a:prstGeom prst="rect">
              <a:avLst/>
            </a:prstGeom>
            <a:noFill/>
            <a:ln w="2857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128" name="AutoShape 24">
              <a:extLst>
                <a:ext uri="{FF2B5EF4-FFF2-40B4-BE49-F238E27FC236}">
                  <a16:creationId xmlns:a16="http://schemas.microsoft.com/office/drawing/2014/main" id="{79D0D307-5E30-4939-BB67-B7FF149A32D6}"/>
                </a:ext>
              </a:extLst>
            </p:cNvPr>
            <p:cNvSpPr>
              <a:spLocks noChangeArrowheads="1"/>
            </p:cNvSpPr>
            <p:nvPr/>
          </p:nvSpPr>
          <p:spPr bwMode="auto">
            <a:xfrm>
              <a:off x="3600" y="2832"/>
              <a:ext cx="144" cy="192"/>
            </a:xfrm>
            <a:prstGeom prst="upDownArrow">
              <a:avLst>
                <a:gd name="adj1" fmla="val 50000"/>
                <a:gd name="adj2" fmla="val 26667"/>
              </a:avLst>
            </a:prstGeom>
            <a:solidFill>
              <a:srgbClr val="009900"/>
            </a:solidFill>
            <a:ln w="9525">
              <a:solidFill>
                <a:schemeClr val="tx1"/>
              </a:solidFill>
              <a:miter lim="800000"/>
              <a:headEnd/>
              <a:tailEnd/>
            </a:ln>
          </p:spPr>
          <p:txBody>
            <a:bodyPr vert="eaVert"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129" name="Rectangle 25">
              <a:extLst>
                <a:ext uri="{FF2B5EF4-FFF2-40B4-BE49-F238E27FC236}">
                  <a16:creationId xmlns:a16="http://schemas.microsoft.com/office/drawing/2014/main" id="{D6A34822-9C55-4112-A5ED-EA8085B04690}"/>
                </a:ext>
              </a:extLst>
            </p:cNvPr>
            <p:cNvSpPr>
              <a:spLocks noChangeArrowheads="1"/>
            </p:cNvSpPr>
            <p:nvPr/>
          </p:nvSpPr>
          <p:spPr bwMode="auto">
            <a:xfrm>
              <a:off x="3470" y="3072"/>
              <a:ext cx="288" cy="624"/>
            </a:xfrm>
            <a:prstGeom prst="rect">
              <a:avLst/>
            </a:prstGeom>
            <a:noFill/>
            <a:ln w="2857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4" name="Group 26">
            <a:extLst>
              <a:ext uri="{FF2B5EF4-FFF2-40B4-BE49-F238E27FC236}">
                <a16:creationId xmlns:a16="http://schemas.microsoft.com/office/drawing/2014/main" id="{1C580248-1CA0-49EC-A4F2-3A9980306467}"/>
              </a:ext>
            </a:extLst>
          </p:cNvPr>
          <p:cNvGrpSpPr>
            <a:grpSpLocks/>
          </p:cNvGrpSpPr>
          <p:nvPr/>
        </p:nvGrpSpPr>
        <p:grpSpPr bwMode="auto">
          <a:xfrm>
            <a:off x="4356100" y="3789363"/>
            <a:ext cx="796925" cy="2362200"/>
            <a:chOff x="2832" y="2208"/>
            <a:chExt cx="502" cy="1488"/>
          </a:xfrm>
        </p:grpSpPr>
        <p:sp>
          <p:nvSpPr>
            <p:cNvPr id="4124" name="Rectangle 27">
              <a:extLst>
                <a:ext uri="{FF2B5EF4-FFF2-40B4-BE49-F238E27FC236}">
                  <a16:creationId xmlns:a16="http://schemas.microsoft.com/office/drawing/2014/main" id="{BB055BAC-846C-4F80-B114-CFFA3D31152E}"/>
                </a:ext>
              </a:extLst>
            </p:cNvPr>
            <p:cNvSpPr>
              <a:spLocks noChangeArrowheads="1"/>
            </p:cNvSpPr>
            <p:nvPr/>
          </p:nvSpPr>
          <p:spPr bwMode="auto">
            <a:xfrm>
              <a:off x="2832" y="2208"/>
              <a:ext cx="288" cy="624"/>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125" name="Rectangle 28">
              <a:extLst>
                <a:ext uri="{FF2B5EF4-FFF2-40B4-BE49-F238E27FC236}">
                  <a16:creationId xmlns:a16="http://schemas.microsoft.com/office/drawing/2014/main" id="{DB0F8358-36AC-48C5-B6BC-D7B3726C9254}"/>
                </a:ext>
              </a:extLst>
            </p:cNvPr>
            <p:cNvSpPr>
              <a:spLocks noChangeArrowheads="1"/>
            </p:cNvSpPr>
            <p:nvPr/>
          </p:nvSpPr>
          <p:spPr bwMode="auto">
            <a:xfrm>
              <a:off x="3046" y="3072"/>
              <a:ext cx="288" cy="624"/>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126" name="AutoShape 29">
              <a:extLst>
                <a:ext uri="{FF2B5EF4-FFF2-40B4-BE49-F238E27FC236}">
                  <a16:creationId xmlns:a16="http://schemas.microsoft.com/office/drawing/2014/main" id="{375DDC68-F703-42CC-AF72-F26798673D7D}"/>
                </a:ext>
              </a:extLst>
            </p:cNvPr>
            <p:cNvSpPr>
              <a:spLocks noChangeArrowheads="1"/>
            </p:cNvSpPr>
            <p:nvPr/>
          </p:nvSpPr>
          <p:spPr bwMode="auto">
            <a:xfrm>
              <a:off x="2976" y="2832"/>
              <a:ext cx="144" cy="192"/>
            </a:xfrm>
            <a:prstGeom prst="upDownArrow">
              <a:avLst>
                <a:gd name="adj1" fmla="val 50000"/>
                <a:gd name="adj2" fmla="val 26667"/>
              </a:avLst>
            </a:prstGeom>
            <a:solidFill>
              <a:srgbClr val="009900"/>
            </a:solidFill>
            <a:ln w="9525">
              <a:solidFill>
                <a:schemeClr val="tx1"/>
              </a:solidFill>
              <a:miter lim="800000"/>
              <a:headEnd/>
              <a:tailEnd/>
            </a:ln>
          </p:spPr>
          <p:txBody>
            <a:bodyPr vert="eaVert"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sp>
        <p:nvSpPr>
          <p:cNvPr id="69662" name="Rectangle 30">
            <a:extLst>
              <a:ext uri="{FF2B5EF4-FFF2-40B4-BE49-F238E27FC236}">
                <a16:creationId xmlns:a16="http://schemas.microsoft.com/office/drawing/2014/main" id="{B63D0DCC-52F2-48F4-BD3A-6D1927ADFA06}"/>
              </a:ext>
            </a:extLst>
          </p:cNvPr>
          <p:cNvSpPr>
            <a:spLocks noChangeArrowheads="1"/>
          </p:cNvSpPr>
          <p:nvPr/>
        </p:nvSpPr>
        <p:spPr bwMode="auto">
          <a:xfrm>
            <a:off x="1836738" y="5865813"/>
            <a:ext cx="1962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solidFill>
                  <a:srgbClr val="0000FF"/>
                </a:solidFill>
                <a:latin typeface="Times New Roman" panose="02020603050405020304" pitchFamily="18" charset="0"/>
                <a:ea typeface="黑体" panose="02010609060101010101" pitchFamily="49" charset="-122"/>
              </a:rPr>
              <a:t>系数行列式</a:t>
            </a:r>
          </a:p>
        </p:txBody>
      </p:sp>
      <p:sp>
        <p:nvSpPr>
          <p:cNvPr id="69663" name="Line 31">
            <a:extLst>
              <a:ext uri="{FF2B5EF4-FFF2-40B4-BE49-F238E27FC236}">
                <a16:creationId xmlns:a16="http://schemas.microsoft.com/office/drawing/2014/main" id="{1DBAAFD3-6368-46C9-9057-BE887DB509A9}"/>
              </a:ext>
            </a:extLst>
          </p:cNvPr>
          <p:cNvSpPr>
            <a:spLocks noChangeShapeType="1"/>
          </p:cNvSpPr>
          <p:nvPr/>
        </p:nvSpPr>
        <p:spPr bwMode="auto">
          <a:xfrm flipH="1">
            <a:off x="3284538" y="5546725"/>
            <a:ext cx="685800" cy="38100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9664" name="Text Box 32">
            <a:extLst>
              <a:ext uri="{FF2B5EF4-FFF2-40B4-BE49-F238E27FC236}">
                <a16:creationId xmlns:a16="http://schemas.microsoft.com/office/drawing/2014/main" id="{4BD67783-CCD7-4F8C-B605-D1AFBCC8A1B2}"/>
              </a:ext>
            </a:extLst>
          </p:cNvPr>
          <p:cNvSpPr txBox="1">
            <a:spLocks noChangeArrowheads="1"/>
          </p:cNvSpPr>
          <p:nvPr/>
        </p:nvSpPr>
        <p:spPr bwMode="auto">
          <a:xfrm>
            <a:off x="539750" y="2924175"/>
            <a:ext cx="6697663" cy="528638"/>
          </a:xfrm>
          <a:prstGeom prst="rect">
            <a:avLst/>
          </a:prstGeom>
          <a:noFill/>
          <a:ln w="952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a:ea typeface="楷体_GB2312" pitchFamily="49" charset="-122"/>
              </a:rPr>
              <a:t>主对角线元素之积减去副对角线元素之积</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9649"/>
                                        </p:tgtEl>
                                        <p:attrNameLst>
                                          <p:attrName>style.visibility</p:attrName>
                                        </p:attrNameLst>
                                      </p:cBhvr>
                                      <p:to>
                                        <p:strVal val="visible"/>
                                      </p:to>
                                    </p:set>
                                    <p:animEffect transition="in" filter="wipe(left)">
                                      <p:cBhvr>
                                        <p:cTn id="7" dur="500"/>
                                        <p:tgtEl>
                                          <p:spTgt spid="69649"/>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9645"/>
                                        </p:tgtEl>
                                        <p:attrNameLst>
                                          <p:attrName>style.visibility</p:attrName>
                                        </p:attrNameLst>
                                      </p:cBhvr>
                                      <p:to>
                                        <p:strVal val="visible"/>
                                      </p:to>
                                    </p:set>
                                    <p:animEffect transition="in" filter="wipe(left)">
                                      <p:cBhvr>
                                        <p:cTn id="11" dur="500"/>
                                        <p:tgtEl>
                                          <p:spTgt spid="6964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 presetClass="entr" presetSubtype="4"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 calcmode="lin" valueType="num">
                                      <p:cBhvr additive="base">
                                        <p:cTn id="16" dur="500" fill="hold"/>
                                        <p:tgtEl>
                                          <p:spTgt spid="2"/>
                                        </p:tgtEl>
                                        <p:attrNameLst>
                                          <p:attrName>ppt_x</p:attrName>
                                        </p:attrNameLst>
                                      </p:cBhvr>
                                      <p:tavLst>
                                        <p:tav tm="0">
                                          <p:val>
                                            <p:strVal val="#ppt_x"/>
                                          </p:val>
                                        </p:tav>
                                        <p:tav tm="100000">
                                          <p:val>
                                            <p:strVal val="#ppt_x"/>
                                          </p:val>
                                        </p:tav>
                                      </p:tavLst>
                                    </p:anim>
                                    <p:anim calcmode="lin" valueType="num">
                                      <p:cBhvr additive="base">
                                        <p:cTn id="17"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69641"/>
                                        </p:tgtEl>
                                        <p:attrNameLst>
                                          <p:attrName>style.visibility</p:attrName>
                                        </p:attrNameLst>
                                      </p:cBhvr>
                                      <p:to>
                                        <p:strVal val="visible"/>
                                      </p:to>
                                    </p:set>
                                    <p:animEffect transition="in" filter="wipe(left)">
                                      <p:cBhvr>
                                        <p:cTn id="22" dur="500"/>
                                        <p:tgtEl>
                                          <p:spTgt spid="6964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69646"/>
                                        </p:tgtEl>
                                        <p:attrNameLst>
                                          <p:attrName>style.visibility</p:attrName>
                                        </p:attrNameLst>
                                      </p:cBhvr>
                                      <p:to>
                                        <p:strVal val="visible"/>
                                      </p:to>
                                    </p:set>
                                    <p:animEffect transition="in" filter="wipe(left)">
                                      <p:cBhvr>
                                        <p:cTn id="27" dur="500"/>
                                        <p:tgtEl>
                                          <p:spTgt spid="6964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69642"/>
                                        </p:tgtEl>
                                        <p:attrNameLst>
                                          <p:attrName>style.visibility</p:attrName>
                                        </p:attrNameLst>
                                      </p:cBhvr>
                                      <p:to>
                                        <p:strVal val="visible"/>
                                      </p:to>
                                    </p:set>
                                    <p:animEffect transition="in" filter="wipe(left)">
                                      <p:cBhvr>
                                        <p:cTn id="32" dur="500"/>
                                        <p:tgtEl>
                                          <p:spTgt spid="6964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69647"/>
                                        </p:tgtEl>
                                        <p:attrNameLst>
                                          <p:attrName>style.visibility</p:attrName>
                                        </p:attrNameLst>
                                      </p:cBhvr>
                                      <p:to>
                                        <p:strVal val="visible"/>
                                      </p:to>
                                    </p:set>
                                    <p:animEffect transition="in" filter="wipe(left)">
                                      <p:cBhvr>
                                        <p:cTn id="37" dur="500"/>
                                        <p:tgtEl>
                                          <p:spTgt spid="6964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iterate type="lt">
                                    <p:tmPct val="100000"/>
                                  </p:iterate>
                                  <p:childTnLst>
                                    <p:set>
                                      <p:cBhvr>
                                        <p:cTn id="41" dur="1" fill="hold">
                                          <p:stCondLst>
                                            <p:cond delay="0"/>
                                          </p:stCondLst>
                                        </p:cTn>
                                        <p:tgtEl>
                                          <p:spTgt spid="69643"/>
                                        </p:tgtEl>
                                        <p:attrNameLst>
                                          <p:attrName>style.visibility</p:attrName>
                                        </p:attrNameLst>
                                      </p:cBhvr>
                                      <p:to>
                                        <p:strVal val="visible"/>
                                      </p:to>
                                    </p:set>
                                    <p:animEffect transition="in" filter="wipe(left)">
                                      <p:cBhvr>
                                        <p:cTn id="42" dur="75"/>
                                        <p:tgtEl>
                                          <p:spTgt spid="69643"/>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69644"/>
                                        </p:tgtEl>
                                        <p:attrNameLst>
                                          <p:attrName>style.visibility</p:attrName>
                                        </p:attrNameLst>
                                      </p:cBhvr>
                                      <p:to>
                                        <p:strVal val="visible"/>
                                      </p:to>
                                    </p:set>
                                    <p:animEffect transition="in" filter="wipe(left)">
                                      <p:cBhvr>
                                        <p:cTn id="47" dur="500"/>
                                        <p:tgtEl>
                                          <p:spTgt spid="69644"/>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5" presetClass="entr" presetSubtype="10" fill="hold" grpId="0" nodeType="clickEffect">
                                  <p:stCondLst>
                                    <p:cond delay="0"/>
                                  </p:stCondLst>
                                  <p:iterate type="lt">
                                    <p:tmPct val="100000"/>
                                  </p:iterate>
                                  <p:childTnLst>
                                    <p:set>
                                      <p:cBhvr>
                                        <p:cTn id="51" dur="1" fill="hold">
                                          <p:stCondLst>
                                            <p:cond delay="0"/>
                                          </p:stCondLst>
                                        </p:cTn>
                                        <p:tgtEl>
                                          <p:spTgt spid="69664"/>
                                        </p:tgtEl>
                                        <p:attrNameLst>
                                          <p:attrName>style.visibility</p:attrName>
                                        </p:attrNameLst>
                                      </p:cBhvr>
                                      <p:to>
                                        <p:strVal val="visible"/>
                                      </p:to>
                                    </p:set>
                                    <p:animEffect transition="in" filter="checkerboard(across)">
                                      <p:cBhvr>
                                        <p:cTn id="52" dur="75"/>
                                        <p:tgtEl>
                                          <p:spTgt spid="69664"/>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iterate type="lt">
                                    <p:tmPct val="100000"/>
                                  </p:iterate>
                                  <p:childTnLst>
                                    <p:set>
                                      <p:cBhvr>
                                        <p:cTn id="56" dur="1" fill="hold">
                                          <p:stCondLst>
                                            <p:cond delay="0"/>
                                          </p:stCondLst>
                                        </p:cTn>
                                        <p:tgtEl>
                                          <p:spTgt spid="69653"/>
                                        </p:tgtEl>
                                        <p:attrNameLst>
                                          <p:attrName>style.visibility</p:attrName>
                                        </p:attrNameLst>
                                      </p:cBhvr>
                                      <p:to>
                                        <p:strVal val="visible"/>
                                      </p:to>
                                    </p:set>
                                    <p:animEffect transition="in" filter="wipe(left)">
                                      <p:cBhvr>
                                        <p:cTn id="57" dur="75"/>
                                        <p:tgtEl>
                                          <p:spTgt spid="69653"/>
                                        </p:tgtEl>
                                      </p:cBhvr>
                                    </p:animEffect>
                                  </p:childTnLst>
                                </p:cTn>
                              </p:par>
                            </p:childTnLst>
                          </p:cTn>
                        </p:par>
                        <p:par>
                          <p:cTn id="58" fill="hold" nodeType="afterGroup">
                            <p:stCondLst>
                              <p:cond delay="675"/>
                            </p:stCondLst>
                            <p:childTnLst>
                              <p:par>
                                <p:cTn id="59" presetID="22" presetClass="entr" presetSubtype="8" fill="hold" nodeType="afterEffect">
                                  <p:stCondLst>
                                    <p:cond delay="0"/>
                                  </p:stCondLst>
                                  <p:childTnLst>
                                    <p:set>
                                      <p:cBhvr>
                                        <p:cTn id="60" dur="1" fill="hold">
                                          <p:stCondLst>
                                            <p:cond delay="0"/>
                                          </p:stCondLst>
                                        </p:cTn>
                                        <p:tgtEl>
                                          <p:spTgt spid="69652"/>
                                        </p:tgtEl>
                                        <p:attrNameLst>
                                          <p:attrName>style.visibility</p:attrName>
                                        </p:attrNameLst>
                                      </p:cBhvr>
                                      <p:to>
                                        <p:strVal val="visible"/>
                                      </p:to>
                                    </p:set>
                                    <p:animEffect transition="in" filter="wipe(left)">
                                      <p:cBhvr>
                                        <p:cTn id="61" dur="500"/>
                                        <p:tgtEl>
                                          <p:spTgt spid="69652"/>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69650"/>
                                        </p:tgtEl>
                                        <p:attrNameLst>
                                          <p:attrName>style.visibility</p:attrName>
                                        </p:attrNameLst>
                                      </p:cBhvr>
                                      <p:to>
                                        <p:strVal val="visible"/>
                                      </p:to>
                                    </p:set>
                                    <p:animEffect transition="in" filter="wipe(left)">
                                      <p:cBhvr>
                                        <p:cTn id="66" dur="500"/>
                                        <p:tgtEl>
                                          <p:spTgt spid="69650"/>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nodeType="clickEffect">
                                  <p:stCondLst>
                                    <p:cond delay="0"/>
                                  </p:stCondLst>
                                  <p:childTnLst>
                                    <p:set>
                                      <p:cBhvr>
                                        <p:cTn id="70" dur="1" fill="hold">
                                          <p:stCondLst>
                                            <p:cond delay="0"/>
                                          </p:stCondLst>
                                        </p:cTn>
                                        <p:tgtEl>
                                          <p:spTgt spid="4"/>
                                        </p:tgtEl>
                                        <p:attrNameLst>
                                          <p:attrName>style.visibility</p:attrName>
                                        </p:attrNameLst>
                                      </p:cBhvr>
                                      <p:to>
                                        <p:strVal val="visible"/>
                                      </p:to>
                                    </p:set>
                                    <p:animEffect transition="in" filter="wipe(left)">
                                      <p:cBhvr>
                                        <p:cTn id="71" dur="2000"/>
                                        <p:tgtEl>
                                          <p:spTgt spid="4"/>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nodeType="clickEffect">
                                  <p:stCondLst>
                                    <p:cond delay="0"/>
                                  </p:stCondLst>
                                  <p:childTnLst>
                                    <p:set>
                                      <p:cBhvr>
                                        <p:cTn id="75" dur="1" fill="hold">
                                          <p:stCondLst>
                                            <p:cond delay="0"/>
                                          </p:stCondLst>
                                        </p:cTn>
                                        <p:tgtEl>
                                          <p:spTgt spid="3"/>
                                        </p:tgtEl>
                                        <p:attrNameLst>
                                          <p:attrName>style.visibility</p:attrName>
                                        </p:attrNameLst>
                                      </p:cBhvr>
                                      <p:to>
                                        <p:strVal val="visible"/>
                                      </p:to>
                                    </p:set>
                                    <p:animEffect transition="in" filter="wipe(left)">
                                      <p:cBhvr>
                                        <p:cTn id="76" dur="2000"/>
                                        <p:tgtEl>
                                          <p:spTgt spid="3"/>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8" fill="hold" nodeType="clickEffect">
                                  <p:stCondLst>
                                    <p:cond delay="0"/>
                                  </p:stCondLst>
                                  <p:childTnLst>
                                    <p:set>
                                      <p:cBhvr>
                                        <p:cTn id="80" dur="1" fill="hold">
                                          <p:stCondLst>
                                            <p:cond delay="0"/>
                                          </p:stCondLst>
                                        </p:cTn>
                                        <p:tgtEl>
                                          <p:spTgt spid="69651"/>
                                        </p:tgtEl>
                                        <p:attrNameLst>
                                          <p:attrName>style.visibility</p:attrName>
                                        </p:attrNameLst>
                                      </p:cBhvr>
                                      <p:to>
                                        <p:strVal val="visible"/>
                                      </p:to>
                                    </p:set>
                                    <p:animEffect transition="in" filter="wipe(left)">
                                      <p:cBhvr>
                                        <p:cTn id="81" dur="500"/>
                                        <p:tgtEl>
                                          <p:spTgt spid="69651"/>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22" presetClass="entr" presetSubtype="2" fill="hold" nodeType="clickEffect">
                                  <p:stCondLst>
                                    <p:cond delay="0"/>
                                  </p:stCondLst>
                                  <p:childTnLst>
                                    <p:set>
                                      <p:cBhvr>
                                        <p:cTn id="85" dur="1" fill="hold">
                                          <p:stCondLst>
                                            <p:cond delay="0"/>
                                          </p:stCondLst>
                                        </p:cTn>
                                        <p:tgtEl>
                                          <p:spTgt spid="69663"/>
                                        </p:tgtEl>
                                        <p:attrNameLst>
                                          <p:attrName>style.visibility</p:attrName>
                                        </p:attrNameLst>
                                      </p:cBhvr>
                                      <p:to>
                                        <p:strVal val="visible"/>
                                      </p:to>
                                    </p:set>
                                    <p:animEffect transition="in" filter="wipe(right)">
                                      <p:cBhvr>
                                        <p:cTn id="86" dur="500"/>
                                        <p:tgtEl>
                                          <p:spTgt spid="69663"/>
                                        </p:tgtEl>
                                      </p:cBhvr>
                                    </p:animEffect>
                                  </p:childTnLst>
                                </p:cTn>
                              </p:par>
                            </p:childTnLst>
                          </p:cTn>
                        </p:par>
                        <p:par>
                          <p:cTn id="87" fill="hold" nodeType="afterGroup">
                            <p:stCondLst>
                              <p:cond delay="500"/>
                            </p:stCondLst>
                            <p:childTnLst>
                              <p:par>
                                <p:cTn id="88" presetID="22" presetClass="entr" presetSubtype="8" fill="hold" grpId="0" nodeType="afterEffect">
                                  <p:stCondLst>
                                    <p:cond delay="0"/>
                                  </p:stCondLst>
                                  <p:iterate type="lt">
                                    <p:tmPct val="100000"/>
                                  </p:iterate>
                                  <p:childTnLst>
                                    <p:set>
                                      <p:cBhvr>
                                        <p:cTn id="89" dur="1" fill="hold">
                                          <p:stCondLst>
                                            <p:cond delay="0"/>
                                          </p:stCondLst>
                                        </p:cTn>
                                        <p:tgtEl>
                                          <p:spTgt spid="69662"/>
                                        </p:tgtEl>
                                        <p:attrNameLst>
                                          <p:attrName>style.visibility</p:attrName>
                                        </p:attrNameLst>
                                      </p:cBhvr>
                                      <p:to>
                                        <p:strVal val="visible"/>
                                      </p:to>
                                    </p:set>
                                    <p:animEffect transition="in" filter="wipe(left)">
                                      <p:cBhvr>
                                        <p:cTn id="90" dur="75"/>
                                        <p:tgtEl>
                                          <p:spTgt spid="696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43" grpId="0" animBg="1" autoUpdateAnimBg="0"/>
      <p:bldP spid="69644" grpId="0" animBg="1" autoUpdateAnimBg="0"/>
      <p:bldP spid="69645" grpId="0" autoUpdateAnimBg="0"/>
      <p:bldP spid="69650" grpId="0" autoUpdateAnimBg="0"/>
      <p:bldP spid="69653" grpId="0" autoUpdateAnimBg="0"/>
      <p:bldP spid="69662" grpId="0" autoUpdateAnimBg="0"/>
      <p:bldP spid="69664" grpId="0" animBg="1"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6" name="日期占位符 2">
            <a:extLst>
              <a:ext uri="{FF2B5EF4-FFF2-40B4-BE49-F238E27FC236}">
                <a16:creationId xmlns:a16="http://schemas.microsoft.com/office/drawing/2014/main" id="{2618F77A-E607-468D-A9BC-2585D2B59EF2}"/>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F37E267-F65B-49FB-8184-3B0D9C32BFBD}" type="datetime1">
              <a:rPr lang="zh-CN" altLang="en-US" smtClean="0"/>
              <a:pPr eaLnBrk="1" hangingPunct="1"/>
              <a:t>2025/2/28</a:t>
            </a:fld>
            <a:endParaRPr lang="en-US" altLang="zh-CN"/>
          </a:p>
        </p:txBody>
      </p:sp>
      <p:sp>
        <p:nvSpPr>
          <p:cNvPr id="5127" name="页脚占位符 3">
            <a:extLst>
              <a:ext uri="{FF2B5EF4-FFF2-40B4-BE49-F238E27FC236}">
                <a16:creationId xmlns:a16="http://schemas.microsoft.com/office/drawing/2014/main" id="{D7EF89FF-F7ED-4171-A195-1FBBF6EB1401}"/>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(共20页)</a:t>
            </a:r>
          </a:p>
        </p:txBody>
      </p:sp>
      <p:sp>
        <p:nvSpPr>
          <p:cNvPr id="5128" name="灯片编号占位符 4">
            <a:extLst>
              <a:ext uri="{FF2B5EF4-FFF2-40B4-BE49-F238E27FC236}">
                <a16:creationId xmlns:a16="http://schemas.microsoft.com/office/drawing/2014/main" id="{00E193F8-8784-4B3A-9A2F-D8AFF7E0AD5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A295BE0-7993-4792-AA44-8D082F53B988}" type="slidenum">
              <a:rPr lang="en-US" altLang="zh-CN"/>
              <a:pPr eaLnBrk="1" hangingPunct="1"/>
              <a:t>8</a:t>
            </a:fld>
            <a:endParaRPr lang="en-US" altLang="zh-CN"/>
          </a:p>
        </p:txBody>
      </p:sp>
      <p:graphicFrame>
        <p:nvGraphicFramePr>
          <p:cNvPr id="5122" name="Object 2">
            <a:extLst>
              <a:ext uri="{FF2B5EF4-FFF2-40B4-BE49-F238E27FC236}">
                <a16:creationId xmlns:a16="http://schemas.microsoft.com/office/drawing/2014/main" id="{B66156A2-D641-4941-BA9F-E83E3053D52C}"/>
              </a:ext>
            </a:extLst>
          </p:cNvPr>
          <p:cNvGraphicFramePr>
            <a:graphicFrameLocks noChangeAspect="1"/>
          </p:cNvGraphicFramePr>
          <p:nvPr/>
        </p:nvGraphicFramePr>
        <p:xfrm>
          <a:off x="2209800" y="838200"/>
          <a:ext cx="3517900" cy="1003300"/>
        </p:xfrm>
        <a:graphic>
          <a:graphicData uri="http://schemas.openxmlformats.org/presentationml/2006/ole">
            <mc:AlternateContent xmlns:mc="http://schemas.openxmlformats.org/markup-compatibility/2006">
              <mc:Choice xmlns:v="urn:schemas-microsoft-com:vml" Requires="v">
                <p:oleObj spid="_x0000_s7186" name="Equation" r:id="rId3" imgW="3517560" imgH="1002960" progId="Equation.3">
                  <p:embed/>
                </p:oleObj>
              </mc:Choice>
              <mc:Fallback>
                <p:oleObj name="Equation" r:id="rId3" imgW="3517560" imgH="1002960" progId="Equation.3">
                  <p:embed/>
                  <p:pic>
                    <p:nvPicPr>
                      <p:cNvPr id="5122" name="Object 2">
                        <a:extLst>
                          <a:ext uri="{FF2B5EF4-FFF2-40B4-BE49-F238E27FC236}">
                            <a16:creationId xmlns:a16="http://schemas.microsoft.com/office/drawing/2014/main" id="{B66156A2-D641-4941-BA9F-E83E3053D52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9800" y="838200"/>
                        <a:ext cx="3517900" cy="1003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0659" name="Object 3">
            <a:extLst>
              <a:ext uri="{FF2B5EF4-FFF2-40B4-BE49-F238E27FC236}">
                <a16:creationId xmlns:a16="http://schemas.microsoft.com/office/drawing/2014/main" id="{BA3DDA96-4D96-4F6C-A319-24524835E8D4}"/>
              </a:ext>
            </a:extLst>
          </p:cNvPr>
          <p:cNvGraphicFramePr>
            <a:graphicFrameLocks noChangeAspect="1"/>
          </p:cNvGraphicFramePr>
          <p:nvPr/>
        </p:nvGraphicFramePr>
        <p:xfrm>
          <a:off x="3810000" y="2209800"/>
          <a:ext cx="2387600" cy="977900"/>
        </p:xfrm>
        <a:graphic>
          <a:graphicData uri="http://schemas.openxmlformats.org/presentationml/2006/ole">
            <mc:AlternateContent xmlns:mc="http://schemas.openxmlformats.org/markup-compatibility/2006">
              <mc:Choice xmlns:v="urn:schemas-microsoft-com:vml" Requires="v">
                <p:oleObj spid="_x0000_s7187" name="公式" r:id="rId5" imgW="2387520" imgH="977760" progId="Equation.3">
                  <p:embed/>
                </p:oleObj>
              </mc:Choice>
              <mc:Fallback>
                <p:oleObj name="公式" r:id="rId5" imgW="2387520" imgH="977760" progId="Equation.3">
                  <p:embed/>
                  <p:pic>
                    <p:nvPicPr>
                      <p:cNvPr id="70659" name="Object 3">
                        <a:extLst>
                          <a:ext uri="{FF2B5EF4-FFF2-40B4-BE49-F238E27FC236}">
                            <a16:creationId xmlns:a16="http://schemas.microsoft.com/office/drawing/2014/main" id="{BA3DDA96-4D96-4F6C-A319-24524835E8D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10000" y="2209800"/>
                        <a:ext cx="2387600" cy="977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0660" name="Rectangle 4">
            <a:extLst>
              <a:ext uri="{FF2B5EF4-FFF2-40B4-BE49-F238E27FC236}">
                <a16:creationId xmlns:a16="http://schemas.microsoft.com/office/drawing/2014/main" id="{53579ABA-0122-4B0F-8640-667689484EFF}"/>
              </a:ext>
            </a:extLst>
          </p:cNvPr>
          <p:cNvSpPr>
            <a:spLocks noChangeArrowheads="1"/>
          </p:cNvSpPr>
          <p:nvPr/>
        </p:nvSpPr>
        <p:spPr bwMode="auto">
          <a:xfrm>
            <a:off x="4495800" y="838200"/>
            <a:ext cx="457200" cy="990600"/>
          </a:xfrm>
          <a:prstGeom prst="rect">
            <a:avLst/>
          </a:prstGeom>
          <a:noFill/>
          <a:ln w="2857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0661" name="Rectangle 5">
            <a:extLst>
              <a:ext uri="{FF2B5EF4-FFF2-40B4-BE49-F238E27FC236}">
                <a16:creationId xmlns:a16="http://schemas.microsoft.com/office/drawing/2014/main" id="{3616C4B2-14C4-4D67-A3E9-BCBA4DDA367C}"/>
              </a:ext>
            </a:extLst>
          </p:cNvPr>
          <p:cNvSpPr>
            <a:spLocks noChangeArrowheads="1"/>
          </p:cNvSpPr>
          <p:nvPr/>
        </p:nvSpPr>
        <p:spPr bwMode="auto">
          <a:xfrm>
            <a:off x="4535488" y="2205038"/>
            <a:ext cx="457200" cy="990600"/>
          </a:xfrm>
          <a:prstGeom prst="rect">
            <a:avLst/>
          </a:prstGeom>
          <a:noFill/>
          <a:ln w="2857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0662" name="AutoShape 6">
            <a:extLst>
              <a:ext uri="{FF2B5EF4-FFF2-40B4-BE49-F238E27FC236}">
                <a16:creationId xmlns:a16="http://schemas.microsoft.com/office/drawing/2014/main" id="{87613CA9-9AED-422D-BBE6-990BF8B48E43}"/>
              </a:ext>
            </a:extLst>
          </p:cNvPr>
          <p:cNvSpPr>
            <a:spLocks noChangeArrowheads="1"/>
          </p:cNvSpPr>
          <p:nvPr/>
        </p:nvSpPr>
        <p:spPr bwMode="auto">
          <a:xfrm>
            <a:off x="4648200" y="1828800"/>
            <a:ext cx="304800" cy="381000"/>
          </a:xfrm>
          <a:prstGeom prst="downArrow">
            <a:avLst>
              <a:gd name="adj1" fmla="val 50000"/>
              <a:gd name="adj2" fmla="val 31250"/>
            </a:avLst>
          </a:prstGeom>
          <a:solidFill>
            <a:srgbClr val="FF0000"/>
          </a:solidFill>
          <a:ln w="9525">
            <a:solidFill>
              <a:srgbClr val="FF0000"/>
            </a:solidFill>
            <a:miter lim="800000"/>
            <a:headEnd/>
            <a:tailEnd/>
          </a:ln>
        </p:spPr>
        <p:txBody>
          <a:bodyPr vert="eaVert"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2" name="Group 11">
            <a:extLst>
              <a:ext uri="{FF2B5EF4-FFF2-40B4-BE49-F238E27FC236}">
                <a16:creationId xmlns:a16="http://schemas.microsoft.com/office/drawing/2014/main" id="{FF4E0990-722E-4A1E-8377-EC7ADCFDA47F}"/>
              </a:ext>
            </a:extLst>
          </p:cNvPr>
          <p:cNvGrpSpPr>
            <a:grpSpLocks/>
          </p:cNvGrpSpPr>
          <p:nvPr/>
        </p:nvGrpSpPr>
        <p:grpSpPr bwMode="auto">
          <a:xfrm>
            <a:off x="2268538" y="3789363"/>
            <a:ext cx="3887787" cy="2273300"/>
            <a:chOff x="1111" y="2387"/>
            <a:chExt cx="2449" cy="1432"/>
          </a:xfrm>
        </p:grpSpPr>
        <p:sp>
          <p:nvSpPr>
            <p:cNvPr id="5133" name="Rectangle 8">
              <a:extLst>
                <a:ext uri="{FF2B5EF4-FFF2-40B4-BE49-F238E27FC236}">
                  <a16:creationId xmlns:a16="http://schemas.microsoft.com/office/drawing/2014/main" id="{7222DF00-7ECC-4C82-B6B8-02ABE4DCE6A0}"/>
                </a:ext>
              </a:extLst>
            </p:cNvPr>
            <p:cNvSpPr>
              <a:spLocks noChangeArrowheads="1"/>
            </p:cNvSpPr>
            <p:nvPr/>
          </p:nvSpPr>
          <p:spPr bwMode="auto">
            <a:xfrm>
              <a:off x="2551" y="2387"/>
              <a:ext cx="288" cy="624"/>
            </a:xfrm>
            <a:prstGeom prst="rect">
              <a:avLst/>
            </a:prstGeom>
            <a:noFill/>
            <a:ln w="2857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5124" name="Object 7">
              <a:extLst>
                <a:ext uri="{FF2B5EF4-FFF2-40B4-BE49-F238E27FC236}">
                  <a16:creationId xmlns:a16="http://schemas.microsoft.com/office/drawing/2014/main" id="{575AFE0A-F698-484E-9CD0-98C62C1FD27E}"/>
                </a:ext>
              </a:extLst>
            </p:cNvPr>
            <p:cNvGraphicFramePr>
              <a:graphicFrameLocks noChangeAspect="1"/>
            </p:cNvGraphicFramePr>
            <p:nvPr/>
          </p:nvGraphicFramePr>
          <p:xfrm>
            <a:off x="1111" y="2387"/>
            <a:ext cx="2216" cy="632"/>
          </p:xfrm>
          <a:graphic>
            <a:graphicData uri="http://schemas.openxmlformats.org/presentationml/2006/ole">
              <mc:AlternateContent xmlns:mc="http://schemas.openxmlformats.org/markup-compatibility/2006">
                <mc:Choice xmlns:v="urn:schemas-microsoft-com:vml" Requires="v">
                  <p:oleObj spid="_x0000_s7188" name="Equation" r:id="rId7" imgW="3517560" imgH="1002960" progId="Equation.3">
                    <p:embed/>
                  </p:oleObj>
                </mc:Choice>
                <mc:Fallback>
                  <p:oleObj name="Equation" r:id="rId7" imgW="3517560" imgH="1002960" progId="Equation.3">
                    <p:embed/>
                    <p:pic>
                      <p:nvPicPr>
                        <p:cNvPr id="5124" name="Object 7">
                          <a:extLst>
                            <a:ext uri="{FF2B5EF4-FFF2-40B4-BE49-F238E27FC236}">
                              <a16:creationId xmlns:a16="http://schemas.microsoft.com/office/drawing/2014/main" id="{575AFE0A-F698-484E-9CD0-98C62C1FD27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1" y="2387"/>
                          <a:ext cx="2216" cy="6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25" name="Object 9">
              <a:extLst>
                <a:ext uri="{FF2B5EF4-FFF2-40B4-BE49-F238E27FC236}">
                  <a16:creationId xmlns:a16="http://schemas.microsoft.com/office/drawing/2014/main" id="{F73C1366-89E8-47D9-8688-DF569A8E1620}"/>
                </a:ext>
              </a:extLst>
            </p:cNvPr>
            <p:cNvGraphicFramePr>
              <a:graphicFrameLocks noChangeAspect="1"/>
            </p:cNvGraphicFramePr>
            <p:nvPr/>
          </p:nvGraphicFramePr>
          <p:xfrm>
            <a:off x="2064" y="3203"/>
            <a:ext cx="1496" cy="616"/>
          </p:xfrm>
          <a:graphic>
            <a:graphicData uri="http://schemas.openxmlformats.org/presentationml/2006/ole">
              <mc:AlternateContent xmlns:mc="http://schemas.openxmlformats.org/markup-compatibility/2006">
                <mc:Choice xmlns:v="urn:schemas-microsoft-com:vml" Requires="v">
                  <p:oleObj spid="_x0000_s7189" name="Equation" r:id="rId8" imgW="2374560" imgH="977760" progId="Equation.3">
                    <p:embed/>
                  </p:oleObj>
                </mc:Choice>
                <mc:Fallback>
                  <p:oleObj name="Equation" r:id="rId8" imgW="2374560" imgH="977760" progId="Equation.3">
                    <p:embed/>
                    <p:pic>
                      <p:nvPicPr>
                        <p:cNvPr id="5125" name="Object 9">
                          <a:extLst>
                            <a:ext uri="{FF2B5EF4-FFF2-40B4-BE49-F238E27FC236}">
                              <a16:creationId xmlns:a16="http://schemas.microsoft.com/office/drawing/2014/main" id="{F73C1366-89E8-47D9-8688-DF569A8E162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64" y="3203"/>
                          <a:ext cx="1496" cy="6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0659"/>
                                        </p:tgtEl>
                                        <p:attrNameLst>
                                          <p:attrName>style.visibility</p:attrName>
                                        </p:attrNameLst>
                                      </p:cBhvr>
                                      <p:to>
                                        <p:strVal val="visible"/>
                                      </p:to>
                                    </p:set>
                                    <p:animEffect transition="in" filter="wipe(left)">
                                      <p:cBhvr>
                                        <p:cTn id="7" dur="500"/>
                                        <p:tgtEl>
                                          <p:spTgt spid="7065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0660"/>
                                        </p:tgtEl>
                                        <p:attrNameLst>
                                          <p:attrName>style.visibility</p:attrName>
                                        </p:attrNameLst>
                                      </p:cBhvr>
                                      <p:to>
                                        <p:strVal val="visible"/>
                                      </p:to>
                                    </p:set>
                                    <p:animEffect transition="in" filter="wipe(left)">
                                      <p:cBhvr>
                                        <p:cTn id="12" dur="500"/>
                                        <p:tgtEl>
                                          <p:spTgt spid="7066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70662"/>
                                        </p:tgtEl>
                                        <p:attrNameLst>
                                          <p:attrName>style.visibility</p:attrName>
                                        </p:attrNameLst>
                                      </p:cBhvr>
                                      <p:to>
                                        <p:strVal val="visible"/>
                                      </p:to>
                                    </p:set>
                                    <p:animEffect transition="in" filter="wipe(up)">
                                      <p:cBhvr>
                                        <p:cTn id="17" dur="500"/>
                                        <p:tgtEl>
                                          <p:spTgt spid="7066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0661"/>
                                        </p:tgtEl>
                                        <p:attrNameLst>
                                          <p:attrName>style.visibility</p:attrName>
                                        </p:attrNameLst>
                                      </p:cBhvr>
                                      <p:to>
                                        <p:strVal val="visible"/>
                                      </p:to>
                                    </p:set>
                                    <p:animEffect transition="in" filter="wipe(left)">
                                      <p:cBhvr>
                                        <p:cTn id="22" dur="500"/>
                                        <p:tgtEl>
                                          <p:spTgt spid="7066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 calcmode="lin" valueType="num">
                                      <p:cBhvr additive="base">
                                        <p:cTn id="27" dur="500" fill="hold"/>
                                        <p:tgtEl>
                                          <p:spTgt spid="2"/>
                                        </p:tgtEl>
                                        <p:attrNameLst>
                                          <p:attrName>ppt_x</p:attrName>
                                        </p:attrNameLst>
                                      </p:cBhvr>
                                      <p:tavLst>
                                        <p:tav tm="0">
                                          <p:val>
                                            <p:strVal val="#ppt_x"/>
                                          </p:val>
                                        </p:tav>
                                        <p:tav tm="100000">
                                          <p:val>
                                            <p:strVal val="#ppt_x"/>
                                          </p:val>
                                        </p:tav>
                                      </p:tavLst>
                                    </p:anim>
                                    <p:anim calcmode="lin" valueType="num">
                                      <p:cBhvr additive="base">
                                        <p:cTn id="2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60" grpId="0" animBg="1"/>
      <p:bldP spid="70661" grpId="0" animBg="1"/>
      <p:bldP spid="7066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日期占位符 2">
            <a:extLst>
              <a:ext uri="{FF2B5EF4-FFF2-40B4-BE49-F238E27FC236}">
                <a16:creationId xmlns:a16="http://schemas.microsoft.com/office/drawing/2014/main" id="{E1923C1F-2005-46F3-8471-5278F7A760E8}"/>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A2D8D20-2846-4BD1-8A6C-71A146AFAD07}" type="datetime1">
              <a:rPr lang="zh-CN" altLang="en-US" smtClean="0"/>
              <a:pPr eaLnBrk="1" hangingPunct="1"/>
              <a:t>2025/2/28</a:t>
            </a:fld>
            <a:endParaRPr lang="en-US" altLang="zh-CN"/>
          </a:p>
        </p:txBody>
      </p:sp>
      <p:sp>
        <p:nvSpPr>
          <p:cNvPr id="6151" name="页脚占位符 3">
            <a:extLst>
              <a:ext uri="{FF2B5EF4-FFF2-40B4-BE49-F238E27FC236}">
                <a16:creationId xmlns:a16="http://schemas.microsoft.com/office/drawing/2014/main" id="{8239B54E-A0DC-4607-A096-368336829C9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(共20页)</a:t>
            </a:r>
          </a:p>
        </p:txBody>
      </p:sp>
      <p:sp>
        <p:nvSpPr>
          <p:cNvPr id="6152" name="灯片编号占位符 4">
            <a:extLst>
              <a:ext uri="{FF2B5EF4-FFF2-40B4-BE49-F238E27FC236}">
                <a16:creationId xmlns:a16="http://schemas.microsoft.com/office/drawing/2014/main" id="{E279C2C2-9BD4-46F9-8765-D8EE3B13B43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C45EF9C-B76D-42F9-BBEC-57ACDADD4257}" type="slidenum">
              <a:rPr lang="en-US" altLang="zh-CN"/>
              <a:pPr eaLnBrk="1" hangingPunct="1"/>
              <a:t>9</a:t>
            </a:fld>
            <a:endParaRPr lang="en-US" altLang="zh-CN"/>
          </a:p>
        </p:txBody>
      </p:sp>
      <p:graphicFrame>
        <p:nvGraphicFramePr>
          <p:cNvPr id="71685" name="Object 5">
            <a:extLst>
              <a:ext uri="{FF2B5EF4-FFF2-40B4-BE49-F238E27FC236}">
                <a16:creationId xmlns:a16="http://schemas.microsoft.com/office/drawing/2014/main" id="{917D97CA-0793-4642-9701-09CBE26993FC}"/>
              </a:ext>
            </a:extLst>
          </p:cNvPr>
          <p:cNvGraphicFramePr>
            <a:graphicFrameLocks noChangeAspect="1"/>
          </p:cNvGraphicFramePr>
          <p:nvPr/>
        </p:nvGraphicFramePr>
        <p:xfrm>
          <a:off x="1763713" y="333375"/>
          <a:ext cx="3517900" cy="1003300"/>
        </p:xfrm>
        <a:graphic>
          <a:graphicData uri="http://schemas.openxmlformats.org/presentationml/2006/ole">
            <mc:AlternateContent xmlns:mc="http://schemas.openxmlformats.org/markup-compatibility/2006">
              <mc:Choice xmlns:v="urn:schemas-microsoft-com:vml" Requires="v">
                <p:oleObj spid="_x0000_s8210" name="Equation" r:id="rId3" imgW="3517560" imgH="1002960" progId="Equation.3">
                  <p:embed/>
                </p:oleObj>
              </mc:Choice>
              <mc:Fallback>
                <p:oleObj name="Equation" r:id="rId3" imgW="3517560" imgH="1002960" progId="Equation.3">
                  <p:embed/>
                  <p:pic>
                    <p:nvPicPr>
                      <p:cNvPr id="71685" name="Object 5">
                        <a:extLst>
                          <a:ext uri="{FF2B5EF4-FFF2-40B4-BE49-F238E27FC236}">
                            <a16:creationId xmlns:a16="http://schemas.microsoft.com/office/drawing/2014/main" id="{917D97CA-0793-4642-9701-09CBE26993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3713" y="333375"/>
                        <a:ext cx="3517900" cy="1003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686" name="Rectangle 6">
            <a:extLst>
              <a:ext uri="{FF2B5EF4-FFF2-40B4-BE49-F238E27FC236}">
                <a16:creationId xmlns:a16="http://schemas.microsoft.com/office/drawing/2014/main" id="{F2FA5A79-B4AB-4148-A51A-5241024E7933}"/>
              </a:ext>
            </a:extLst>
          </p:cNvPr>
          <p:cNvSpPr>
            <a:spLocks noChangeArrowheads="1"/>
          </p:cNvSpPr>
          <p:nvPr/>
        </p:nvSpPr>
        <p:spPr bwMode="auto">
          <a:xfrm>
            <a:off x="4049713" y="333375"/>
            <a:ext cx="457200" cy="990600"/>
          </a:xfrm>
          <a:prstGeom prst="rect">
            <a:avLst/>
          </a:prstGeom>
          <a:noFill/>
          <a:ln w="2857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71687" name="Object 7">
            <a:extLst>
              <a:ext uri="{FF2B5EF4-FFF2-40B4-BE49-F238E27FC236}">
                <a16:creationId xmlns:a16="http://schemas.microsoft.com/office/drawing/2014/main" id="{CEEA53CA-5D1E-4818-ACBB-95C2CE024F50}"/>
              </a:ext>
            </a:extLst>
          </p:cNvPr>
          <p:cNvGraphicFramePr>
            <a:graphicFrameLocks noChangeAspect="1"/>
          </p:cNvGraphicFramePr>
          <p:nvPr/>
        </p:nvGraphicFramePr>
        <p:xfrm>
          <a:off x="2678113" y="1933575"/>
          <a:ext cx="2387600" cy="977900"/>
        </p:xfrm>
        <a:graphic>
          <a:graphicData uri="http://schemas.openxmlformats.org/presentationml/2006/ole">
            <mc:AlternateContent xmlns:mc="http://schemas.openxmlformats.org/markup-compatibility/2006">
              <mc:Choice xmlns:v="urn:schemas-microsoft-com:vml" Requires="v">
                <p:oleObj spid="_x0000_s8211" name="Equation" r:id="rId5" imgW="2387520" imgH="977760" progId="Equation.3">
                  <p:embed/>
                </p:oleObj>
              </mc:Choice>
              <mc:Fallback>
                <p:oleObj name="Equation" r:id="rId5" imgW="2387520" imgH="977760" progId="Equation.3">
                  <p:embed/>
                  <p:pic>
                    <p:nvPicPr>
                      <p:cNvPr id="71687" name="Object 7">
                        <a:extLst>
                          <a:ext uri="{FF2B5EF4-FFF2-40B4-BE49-F238E27FC236}">
                            <a16:creationId xmlns:a16="http://schemas.microsoft.com/office/drawing/2014/main" id="{CEEA53CA-5D1E-4818-ACBB-95C2CE024F5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78113" y="1933575"/>
                        <a:ext cx="2387600" cy="977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688" name="Rectangle 8">
            <a:extLst>
              <a:ext uri="{FF2B5EF4-FFF2-40B4-BE49-F238E27FC236}">
                <a16:creationId xmlns:a16="http://schemas.microsoft.com/office/drawing/2014/main" id="{FE71F7C9-4904-47BB-9819-B382994B3FD5}"/>
              </a:ext>
            </a:extLst>
          </p:cNvPr>
          <p:cNvSpPr>
            <a:spLocks noChangeArrowheads="1"/>
          </p:cNvSpPr>
          <p:nvPr/>
        </p:nvSpPr>
        <p:spPr bwMode="auto">
          <a:xfrm>
            <a:off x="4094163" y="1933575"/>
            <a:ext cx="457200" cy="990600"/>
          </a:xfrm>
          <a:prstGeom prst="rect">
            <a:avLst/>
          </a:prstGeom>
          <a:noFill/>
          <a:ln w="2857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1689" name="AutoShape 9">
            <a:extLst>
              <a:ext uri="{FF2B5EF4-FFF2-40B4-BE49-F238E27FC236}">
                <a16:creationId xmlns:a16="http://schemas.microsoft.com/office/drawing/2014/main" id="{E3A71BA0-9444-4103-8A9F-B29E9B626B21}"/>
              </a:ext>
            </a:extLst>
          </p:cNvPr>
          <p:cNvSpPr>
            <a:spLocks noChangeArrowheads="1"/>
          </p:cNvSpPr>
          <p:nvPr/>
        </p:nvSpPr>
        <p:spPr bwMode="auto">
          <a:xfrm>
            <a:off x="4202113" y="1400175"/>
            <a:ext cx="304800" cy="381000"/>
          </a:xfrm>
          <a:prstGeom prst="downArrow">
            <a:avLst>
              <a:gd name="adj1" fmla="val 50000"/>
              <a:gd name="adj2" fmla="val 31250"/>
            </a:avLst>
          </a:prstGeom>
          <a:solidFill>
            <a:srgbClr val="FF0000"/>
          </a:solidFill>
          <a:ln w="9525">
            <a:solidFill>
              <a:srgbClr val="FF0000"/>
            </a:solidFill>
            <a:miter lim="800000"/>
            <a:headEnd/>
            <a:tailEnd/>
          </a:ln>
        </p:spPr>
        <p:txBody>
          <a:bodyPr vert="eaVert"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2" name="Group 13">
            <a:extLst>
              <a:ext uri="{FF2B5EF4-FFF2-40B4-BE49-F238E27FC236}">
                <a16:creationId xmlns:a16="http://schemas.microsoft.com/office/drawing/2014/main" id="{EE682948-E80C-4BB6-B72E-33D95E29E3B8}"/>
              </a:ext>
            </a:extLst>
          </p:cNvPr>
          <p:cNvGrpSpPr>
            <a:grpSpLocks/>
          </p:cNvGrpSpPr>
          <p:nvPr/>
        </p:nvGrpSpPr>
        <p:grpSpPr bwMode="auto">
          <a:xfrm>
            <a:off x="1846263" y="3500438"/>
            <a:ext cx="3517900" cy="2346325"/>
            <a:chOff x="975" y="2205"/>
            <a:chExt cx="2216" cy="1478"/>
          </a:xfrm>
        </p:grpSpPr>
        <p:graphicFrame>
          <p:nvGraphicFramePr>
            <p:cNvPr id="6148" name="Object 10">
              <a:extLst>
                <a:ext uri="{FF2B5EF4-FFF2-40B4-BE49-F238E27FC236}">
                  <a16:creationId xmlns:a16="http://schemas.microsoft.com/office/drawing/2014/main" id="{0DBA2D45-3B08-4FC5-ADC7-F02A47D7FFB9}"/>
                </a:ext>
              </a:extLst>
            </p:cNvPr>
            <p:cNvGraphicFramePr>
              <a:graphicFrameLocks noChangeAspect="1"/>
            </p:cNvGraphicFramePr>
            <p:nvPr/>
          </p:nvGraphicFramePr>
          <p:xfrm>
            <a:off x="975" y="2205"/>
            <a:ext cx="2216" cy="632"/>
          </p:xfrm>
          <a:graphic>
            <a:graphicData uri="http://schemas.openxmlformats.org/presentationml/2006/ole">
              <mc:AlternateContent xmlns:mc="http://schemas.openxmlformats.org/markup-compatibility/2006">
                <mc:Choice xmlns:v="urn:schemas-microsoft-com:vml" Requires="v">
                  <p:oleObj spid="_x0000_s8212" name="Equation" r:id="rId7" imgW="3517560" imgH="1002960" progId="Equation.3">
                    <p:embed/>
                  </p:oleObj>
                </mc:Choice>
                <mc:Fallback>
                  <p:oleObj name="Equation" r:id="rId7" imgW="3517560" imgH="1002960" progId="Equation.3">
                    <p:embed/>
                    <p:pic>
                      <p:nvPicPr>
                        <p:cNvPr id="6148" name="Object 10">
                          <a:extLst>
                            <a:ext uri="{FF2B5EF4-FFF2-40B4-BE49-F238E27FC236}">
                              <a16:creationId xmlns:a16="http://schemas.microsoft.com/office/drawing/2014/main" id="{0DBA2D45-3B08-4FC5-ADC7-F02A47D7FFB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5" y="2205"/>
                          <a:ext cx="2216" cy="6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57" name="Rectangle 11">
              <a:extLst>
                <a:ext uri="{FF2B5EF4-FFF2-40B4-BE49-F238E27FC236}">
                  <a16:creationId xmlns:a16="http://schemas.microsoft.com/office/drawing/2014/main" id="{CDE2F1F9-EFBC-484C-B43E-52501D7F04E2}"/>
                </a:ext>
              </a:extLst>
            </p:cNvPr>
            <p:cNvSpPr>
              <a:spLocks noChangeArrowheads="1"/>
            </p:cNvSpPr>
            <p:nvPr/>
          </p:nvSpPr>
          <p:spPr bwMode="auto">
            <a:xfrm>
              <a:off x="2415" y="2205"/>
              <a:ext cx="288" cy="624"/>
            </a:xfrm>
            <a:prstGeom prst="rect">
              <a:avLst/>
            </a:prstGeom>
            <a:noFill/>
            <a:ln w="2857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6149" name="Object 12">
              <a:extLst>
                <a:ext uri="{FF2B5EF4-FFF2-40B4-BE49-F238E27FC236}">
                  <a16:creationId xmlns:a16="http://schemas.microsoft.com/office/drawing/2014/main" id="{F5F70F87-BDBD-4346-BD9C-F62C0AF735CB}"/>
                </a:ext>
              </a:extLst>
            </p:cNvPr>
            <p:cNvGraphicFramePr>
              <a:graphicFrameLocks noChangeAspect="1"/>
            </p:cNvGraphicFramePr>
            <p:nvPr/>
          </p:nvGraphicFramePr>
          <p:xfrm>
            <a:off x="1519" y="3067"/>
            <a:ext cx="1272" cy="616"/>
          </p:xfrm>
          <a:graphic>
            <a:graphicData uri="http://schemas.openxmlformats.org/presentationml/2006/ole">
              <mc:AlternateContent xmlns:mc="http://schemas.openxmlformats.org/markup-compatibility/2006">
                <mc:Choice xmlns:v="urn:schemas-microsoft-com:vml" Requires="v">
                  <p:oleObj spid="_x0000_s8213" name="Equation" r:id="rId8" imgW="2019240" imgH="977760" progId="Equation.3">
                    <p:embed/>
                  </p:oleObj>
                </mc:Choice>
                <mc:Fallback>
                  <p:oleObj name="Equation" r:id="rId8" imgW="2019240" imgH="977760" progId="Equation.3">
                    <p:embed/>
                    <p:pic>
                      <p:nvPicPr>
                        <p:cNvPr id="6149" name="Object 12">
                          <a:extLst>
                            <a:ext uri="{FF2B5EF4-FFF2-40B4-BE49-F238E27FC236}">
                              <a16:creationId xmlns:a16="http://schemas.microsoft.com/office/drawing/2014/main" id="{F5F70F87-BDBD-4346-BD9C-F62C0AF735C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19" y="3067"/>
                          <a:ext cx="1272" cy="6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1685"/>
                                        </p:tgtEl>
                                        <p:attrNameLst>
                                          <p:attrName>style.visibility</p:attrName>
                                        </p:attrNameLst>
                                      </p:cBhvr>
                                      <p:to>
                                        <p:strVal val="visible"/>
                                      </p:to>
                                    </p:set>
                                    <p:animEffect transition="in" filter="wipe(left)">
                                      <p:cBhvr>
                                        <p:cTn id="7" dur="500"/>
                                        <p:tgtEl>
                                          <p:spTgt spid="7168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71687"/>
                                        </p:tgtEl>
                                        <p:attrNameLst>
                                          <p:attrName>style.visibility</p:attrName>
                                        </p:attrNameLst>
                                      </p:cBhvr>
                                      <p:to>
                                        <p:strVal val="visible"/>
                                      </p:to>
                                    </p:set>
                                    <p:animEffect transition="in" filter="wipe(left)">
                                      <p:cBhvr>
                                        <p:cTn id="12" dur="500"/>
                                        <p:tgtEl>
                                          <p:spTgt spid="7168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1686"/>
                                        </p:tgtEl>
                                        <p:attrNameLst>
                                          <p:attrName>style.visibility</p:attrName>
                                        </p:attrNameLst>
                                      </p:cBhvr>
                                      <p:to>
                                        <p:strVal val="visible"/>
                                      </p:to>
                                    </p:set>
                                    <p:animEffect transition="in" filter="wipe(left)">
                                      <p:cBhvr>
                                        <p:cTn id="17" dur="500"/>
                                        <p:tgtEl>
                                          <p:spTgt spid="7168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1689"/>
                                        </p:tgtEl>
                                        <p:attrNameLst>
                                          <p:attrName>style.visibility</p:attrName>
                                        </p:attrNameLst>
                                      </p:cBhvr>
                                      <p:to>
                                        <p:strVal val="visible"/>
                                      </p:to>
                                    </p:set>
                                    <p:animEffect transition="in" filter="wipe(up)">
                                      <p:cBhvr>
                                        <p:cTn id="22" dur="500"/>
                                        <p:tgtEl>
                                          <p:spTgt spid="7168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1688"/>
                                        </p:tgtEl>
                                        <p:attrNameLst>
                                          <p:attrName>style.visibility</p:attrName>
                                        </p:attrNameLst>
                                      </p:cBhvr>
                                      <p:to>
                                        <p:strVal val="visible"/>
                                      </p:to>
                                    </p:set>
                                    <p:animEffect transition="in" filter="wipe(left)">
                                      <p:cBhvr>
                                        <p:cTn id="27" dur="500"/>
                                        <p:tgtEl>
                                          <p:spTgt spid="7168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 presetClass="entr" presetSubtype="4"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 calcmode="lin" valueType="num">
                                      <p:cBhvr additive="base">
                                        <p:cTn id="32" dur="500" fill="hold"/>
                                        <p:tgtEl>
                                          <p:spTgt spid="2"/>
                                        </p:tgtEl>
                                        <p:attrNameLst>
                                          <p:attrName>ppt_x</p:attrName>
                                        </p:attrNameLst>
                                      </p:cBhvr>
                                      <p:tavLst>
                                        <p:tav tm="0">
                                          <p:val>
                                            <p:strVal val="#ppt_x"/>
                                          </p:val>
                                        </p:tav>
                                        <p:tav tm="100000">
                                          <p:val>
                                            <p:strVal val="#ppt_x"/>
                                          </p:val>
                                        </p:tav>
                                      </p:tavLst>
                                    </p:anim>
                                    <p:anim calcmode="lin" valueType="num">
                                      <p:cBhvr additive="base">
                                        <p:cTn id="3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6" grpId="0" animBg="1"/>
      <p:bldP spid="71688" grpId="0" animBg="1"/>
      <p:bldP spid="7168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日期占位符 1">
            <a:extLst>
              <a:ext uri="{FF2B5EF4-FFF2-40B4-BE49-F238E27FC236}">
                <a16:creationId xmlns:a16="http://schemas.microsoft.com/office/drawing/2014/main" id="{508E5909-A03E-4FE6-AB27-79C6ECA58FEA}"/>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973AEF4-5728-4E07-A971-A5E03D9B8DC6}" type="datetime1">
              <a:rPr lang="zh-CN" altLang="en-US" smtClean="0"/>
              <a:pPr eaLnBrk="1" hangingPunct="1"/>
              <a:t>2025/2/28</a:t>
            </a:fld>
            <a:endParaRPr lang="en-US" altLang="zh-CN"/>
          </a:p>
        </p:txBody>
      </p:sp>
      <p:sp>
        <p:nvSpPr>
          <p:cNvPr id="7173" name="页脚占位符 2">
            <a:extLst>
              <a:ext uri="{FF2B5EF4-FFF2-40B4-BE49-F238E27FC236}">
                <a16:creationId xmlns:a16="http://schemas.microsoft.com/office/drawing/2014/main" id="{D47E9027-BB23-4877-B92F-8E762711B34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(共20页)</a:t>
            </a:r>
          </a:p>
        </p:txBody>
      </p:sp>
      <p:sp>
        <p:nvSpPr>
          <p:cNvPr id="7174" name="灯片编号占位符 3">
            <a:extLst>
              <a:ext uri="{FF2B5EF4-FFF2-40B4-BE49-F238E27FC236}">
                <a16:creationId xmlns:a16="http://schemas.microsoft.com/office/drawing/2014/main" id="{8E7FE573-8E17-4B88-9F3E-AEC92FCA6A9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5F35EE4-8C65-4460-BFD7-9C7F769979A9}" type="slidenum">
              <a:rPr lang="en-US" altLang="zh-CN"/>
              <a:pPr eaLnBrk="1" hangingPunct="1"/>
              <a:t>10</a:t>
            </a:fld>
            <a:endParaRPr lang="en-US" altLang="zh-CN"/>
          </a:p>
        </p:txBody>
      </p:sp>
      <p:sp>
        <p:nvSpPr>
          <p:cNvPr id="7175" name="Text Box 2">
            <a:extLst>
              <a:ext uri="{FF2B5EF4-FFF2-40B4-BE49-F238E27FC236}">
                <a16:creationId xmlns:a16="http://schemas.microsoft.com/office/drawing/2014/main" id="{64B8110C-C189-4331-95C6-341AA358C87D}"/>
              </a:ext>
            </a:extLst>
          </p:cNvPr>
          <p:cNvSpPr txBox="1">
            <a:spLocks noChangeArrowheads="1"/>
          </p:cNvSpPr>
          <p:nvPr/>
        </p:nvSpPr>
        <p:spPr bwMode="auto">
          <a:xfrm>
            <a:off x="1219200" y="838200"/>
            <a:ext cx="5486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rPr>
              <a:t>则二元线性方程组的解为</a:t>
            </a:r>
          </a:p>
        </p:txBody>
      </p:sp>
      <p:graphicFrame>
        <p:nvGraphicFramePr>
          <p:cNvPr id="73731" name="Object 3">
            <a:extLst>
              <a:ext uri="{FF2B5EF4-FFF2-40B4-BE49-F238E27FC236}">
                <a16:creationId xmlns:a16="http://schemas.microsoft.com/office/drawing/2014/main" id="{6AC6711C-732D-4FA9-B68A-E06546C6C947}"/>
              </a:ext>
            </a:extLst>
          </p:cNvPr>
          <p:cNvGraphicFramePr>
            <a:graphicFrameLocks noChangeAspect="1"/>
          </p:cNvGraphicFramePr>
          <p:nvPr/>
        </p:nvGraphicFramePr>
        <p:xfrm>
          <a:off x="1219200" y="1752600"/>
          <a:ext cx="3276600" cy="1981200"/>
        </p:xfrm>
        <a:graphic>
          <a:graphicData uri="http://schemas.openxmlformats.org/presentationml/2006/ole">
            <mc:AlternateContent xmlns:mc="http://schemas.openxmlformats.org/markup-compatibility/2006">
              <mc:Choice xmlns:v="urn:schemas-microsoft-com:vml" Requires="v">
                <p:oleObj spid="_x0000_s9226" name="Equation" r:id="rId3" imgW="3276360" imgH="1981080" progId="Equation.3">
                  <p:embed/>
                </p:oleObj>
              </mc:Choice>
              <mc:Fallback>
                <p:oleObj name="Equation" r:id="rId3" imgW="3276360" imgH="1981080" progId="Equation.3">
                  <p:embed/>
                  <p:pic>
                    <p:nvPicPr>
                      <p:cNvPr id="73731" name="Object 3">
                        <a:extLst>
                          <a:ext uri="{FF2B5EF4-FFF2-40B4-BE49-F238E27FC236}">
                            <a16:creationId xmlns:a16="http://schemas.microsoft.com/office/drawing/2014/main" id="{6AC6711C-732D-4FA9-B68A-E06546C6C94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9200" y="1752600"/>
                        <a:ext cx="3276600" cy="1981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3732" name="Text Box 4">
            <a:extLst>
              <a:ext uri="{FF2B5EF4-FFF2-40B4-BE49-F238E27FC236}">
                <a16:creationId xmlns:a16="http://schemas.microsoft.com/office/drawing/2014/main" id="{F8645E03-7C3A-4E73-B584-6AADBEF1DD81}"/>
              </a:ext>
            </a:extLst>
          </p:cNvPr>
          <p:cNvSpPr txBox="1">
            <a:spLocks noChangeArrowheads="1"/>
          </p:cNvSpPr>
          <p:nvPr/>
        </p:nvSpPr>
        <p:spPr bwMode="auto">
          <a:xfrm>
            <a:off x="914400" y="4114800"/>
            <a:ext cx="69342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solidFill>
                  <a:srgbClr val="0000FF"/>
                </a:solidFill>
                <a:latin typeface="Times New Roman" panose="02020603050405020304" pitchFamily="18" charset="0"/>
                <a:ea typeface="黑体" panose="02010609060101010101" pitchFamily="49" charset="-122"/>
              </a:rPr>
              <a:t>注意</a:t>
            </a:r>
            <a:r>
              <a:rPr kumimoji="1" lang="zh-CN" altLang="en-US" sz="2800" b="1">
                <a:solidFill>
                  <a:schemeClr val="bg2"/>
                </a:solidFill>
                <a:latin typeface="Times New Roman" panose="02020603050405020304" pitchFamily="18" charset="0"/>
              </a:rPr>
              <a:t>     </a:t>
            </a:r>
            <a:r>
              <a:rPr kumimoji="1" lang="zh-CN" altLang="en-US" sz="2800" b="1">
                <a:latin typeface="Times New Roman" panose="02020603050405020304" pitchFamily="18" charset="0"/>
              </a:rPr>
              <a:t>分母是由原方程组系数构成的二阶行列式</a:t>
            </a:r>
            <a:r>
              <a:rPr kumimoji="1" lang="en-US" altLang="zh-CN" sz="2800" b="1">
                <a:latin typeface="Times New Roman" panose="02020603050405020304" pitchFamily="18" charset="0"/>
              </a:rPr>
              <a:t>,</a:t>
            </a:r>
            <a:r>
              <a:rPr kumimoji="1" lang="zh-CN" altLang="en-US" sz="2800" b="1">
                <a:latin typeface="Times New Roman" panose="02020603050405020304" pitchFamily="18" charset="0"/>
              </a:rPr>
              <a:t>称为方程组的</a:t>
            </a:r>
            <a:r>
              <a:rPr kumimoji="1" lang="zh-CN" altLang="en-US" sz="2800" b="1">
                <a:latin typeface="Times New Roman" panose="02020603050405020304" pitchFamily="18" charset="0"/>
                <a:ea typeface="黑体" panose="02010609060101010101" pitchFamily="49" charset="-122"/>
              </a:rPr>
              <a:t>系数行列式</a:t>
            </a:r>
            <a:r>
              <a:rPr kumimoji="1" lang="en-US" altLang="zh-CN" sz="2800" b="1">
                <a:latin typeface="Times New Roman" panose="02020603050405020304" pitchFamily="18" charset="0"/>
              </a:rPr>
              <a:t>.</a:t>
            </a:r>
          </a:p>
        </p:txBody>
      </p:sp>
      <p:graphicFrame>
        <p:nvGraphicFramePr>
          <p:cNvPr id="73733" name="Object 5">
            <a:extLst>
              <a:ext uri="{FF2B5EF4-FFF2-40B4-BE49-F238E27FC236}">
                <a16:creationId xmlns:a16="http://schemas.microsoft.com/office/drawing/2014/main" id="{1CC367A5-9C1D-4BB4-A559-C52126EB8384}"/>
              </a:ext>
            </a:extLst>
          </p:cNvPr>
          <p:cNvGraphicFramePr>
            <a:graphicFrameLocks noChangeAspect="1"/>
          </p:cNvGraphicFramePr>
          <p:nvPr/>
        </p:nvGraphicFramePr>
        <p:xfrm>
          <a:off x="4419600" y="1828800"/>
          <a:ext cx="3314700" cy="1981200"/>
        </p:xfrm>
        <a:graphic>
          <a:graphicData uri="http://schemas.openxmlformats.org/presentationml/2006/ole">
            <mc:AlternateContent xmlns:mc="http://schemas.openxmlformats.org/markup-compatibility/2006">
              <mc:Choice xmlns:v="urn:schemas-microsoft-com:vml" Requires="v">
                <p:oleObj spid="_x0000_s9227" name="Equation" r:id="rId5" imgW="3314520" imgH="1981080" progId="Equation.3">
                  <p:embed/>
                </p:oleObj>
              </mc:Choice>
              <mc:Fallback>
                <p:oleObj name="Equation" r:id="rId5" imgW="3314520" imgH="1981080" progId="Equation.3">
                  <p:embed/>
                  <p:pic>
                    <p:nvPicPr>
                      <p:cNvPr id="73733" name="Object 5">
                        <a:extLst>
                          <a:ext uri="{FF2B5EF4-FFF2-40B4-BE49-F238E27FC236}">
                            <a16:creationId xmlns:a16="http://schemas.microsoft.com/office/drawing/2014/main" id="{1CC367A5-9C1D-4BB4-A559-C52126EB838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19600" y="1828800"/>
                        <a:ext cx="3314700" cy="1981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3731"/>
                                        </p:tgtEl>
                                        <p:attrNameLst>
                                          <p:attrName>style.visibility</p:attrName>
                                        </p:attrNameLst>
                                      </p:cBhvr>
                                      <p:to>
                                        <p:strVal val="visible"/>
                                      </p:to>
                                    </p:set>
                                    <p:animEffect transition="in" filter="wipe(left)">
                                      <p:cBhvr>
                                        <p:cTn id="7" dur="500"/>
                                        <p:tgtEl>
                                          <p:spTgt spid="7373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73733"/>
                                        </p:tgtEl>
                                        <p:attrNameLst>
                                          <p:attrName>style.visibility</p:attrName>
                                        </p:attrNameLst>
                                      </p:cBhvr>
                                      <p:to>
                                        <p:strVal val="visible"/>
                                      </p:to>
                                    </p:set>
                                    <p:animEffect transition="in" filter="wipe(left)">
                                      <p:cBhvr>
                                        <p:cTn id="12" dur="500"/>
                                        <p:tgtEl>
                                          <p:spTgt spid="7373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iterate type="lt">
                                    <p:tmPct val="100000"/>
                                  </p:iterate>
                                  <p:childTnLst>
                                    <p:set>
                                      <p:cBhvr>
                                        <p:cTn id="16" dur="1" fill="hold">
                                          <p:stCondLst>
                                            <p:cond delay="0"/>
                                          </p:stCondLst>
                                        </p:cTn>
                                        <p:tgtEl>
                                          <p:spTgt spid="73732"/>
                                        </p:tgtEl>
                                        <p:attrNameLst>
                                          <p:attrName>style.visibility</p:attrName>
                                        </p:attrNameLst>
                                      </p:cBhvr>
                                      <p:to>
                                        <p:strVal val="visible"/>
                                      </p:to>
                                    </p:set>
                                    <p:animEffect transition="in" filter="wipe(left)">
                                      <p:cBhvr>
                                        <p:cTn id="17" dur="75"/>
                                        <p:tgtEl>
                                          <p:spTgt spid="737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2"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7" name="日期占位符 1">
            <a:extLst>
              <a:ext uri="{FF2B5EF4-FFF2-40B4-BE49-F238E27FC236}">
                <a16:creationId xmlns:a16="http://schemas.microsoft.com/office/drawing/2014/main" id="{46886115-38DE-4508-922D-6FCE0825CA52}"/>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8518D4D-1C2B-4778-9FFB-2C23E5F61C24}" type="datetime1">
              <a:rPr lang="zh-CN" altLang="en-US" smtClean="0"/>
              <a:pPr eaLnBrk="1" hangingPunct="1"/>
              <a:t>2025/2/28</a:t>
            </a:fld>
            <a:endParaRPr lang="en-US" altLang="zh-CN"/>
          </a:p>
        </p:txBody>
      </p:sp>
      <p:sp>
        <p:nvSpPr>
          <p:cNvPr id="8208" name="页脚占位符 2">
            <a:extLst>
              <a:ext uri="{FF2B5EF4-FFF2-40B4-BE49-F238E27FC236}">
                <a16:creationId xmlns:a16="http://schemas.microsoft.com/office/drawing/2014/main" id="{CAD03E36-9D15-438D-968A-2EE88636FA7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(共20页)</a:t>
            </a:r>
          </a:p>
        </p:txBody>
      </p:sp>
      <p:sp>
        <p:nvSpPr>
          <p:cNvPr id="8209" name="灯片编号占位符 3">
            <a:extLst>
              <a:ext uri="{FF2B5EF4-FFF2-40B4-BE49-F238E27FC236}">
                <a16:creationId xmlns:a16="http://schemas.microsoft.com/office/drawing/2014/main" id="{D1C4D8BC-066F-4A3D-B4C6-02B0AE2B48C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BDF341F-E031-439A-9C0A-5BFC3B8DEDD1}" type="slidenum">
              <a:rPr lang="en-US" altLang="zh-CN"/>
              <a:pPr eaLnBrk="1" hangingPunct="1"/>
              <a:t>11</a:t>
            </a:fld>
            <a:endParaRPr lang="en-US" altLang="zh-CN"/>
          </a:p>
        </p:txBody>
      </p:sp>
      <p:sp>
        <p:nvSpPr>
          <p:cNvPr id="74754" name="Text Box 2">
            <a:extLst>
              <a:ext uri="{FF2B5EF4-FFF2-40B4-BE49-F238E27FC236}">
                <a16:creationId xmlns:a16="http://schemas.microsoft.com/office/drawing/2014/main" id="{DA212AE8-6B68-4D86-94B3-DB07660C0413}"/>
              </a:ext>
            </a:extLst>
          </p:cNvPr>
          <p:cNvSpPr txBox="1">
            <a:spLocks noChangeArrowheads="1"/>
          </p:cNvSpPr>
          <p:nvPr/>
        </p:nvSpPr>
        <p:spPr bwMode="auto">
          <a:xfrm>
            <a:off x="458788" y="315913"/>
            <a:ext cx="41052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a:t>根据定义算一算</a:t>
            </a:r>
          </a:p>
        </p:txBody>
      </p:sp>
      <p:graphicFrame>
        <p:nvGraphicFramePr>
          <p:cNvPr id="74755" name="Object 3">
            <a:extLst>
              <a:ext uri="{FF2B5EF4-FFF2-40B4-BE49-F238E27FC236}">
                <a16:creationId xmlns:a16="http://schemas.microsoft.com/office/drawing/2014/main" id="{F0B5177B-0DF2-430D-A5E4-92F36F3998E9}"/>
              </a:ext>
            </a:extLst>
          </p:cNvPr>
          <p:cNvGraphicFramePr>
            <a:graphicFrameLocks noChangeAspect="1"/>
          </p:cNvGraphicFramePr>
          <p:nvPr/>
        </p:nvGraphicFramePr>
        <p:xfrm>
          <a:off x="1106488" y="1179513"/>
          <a:ext cx="1641475" cy="1374775"/>
        </p:xfrm>
        <a:graphic>
          <a:graphicData uri="http://schemas.openxmlformats.org/presentationml/2006/ole">
            <mc:AlternateContent xmlns:mc="http://schemas.openxmlformats.org/markup-compatibility/2006">
              <mc:Choice xmlns:v="urn:schemas-microsoft-com:vml" Requires="v">
                <p:oleObj spid="_x0000_s10294" name="Equation" r:id="rId3" imgW="545760" imgH="457200" progId="Equation.DSMT4">
                  <p:embed/>
                </p:oleObj>
              </mc:Choice>
              <mc:Fallback>
                <p:oleObj name="Equation" r:id="rId3" imgW="545760" imgH="457200" progId="Equation.DSMT4">
                  <p:embed/>
                  <p:pic>
                    <p:nvPicPr>
                      <p:cNvPr id="74755" name="Object 3">
                        <a:extLst>
                          <a:ext uri="{FF2B5EF4-FFF2-40B4-BE49-F238E27FC236}">
                            <a16:creationId xmlns:a16="http://schemas.microsoft.com/office/drawing/2014/main" id="{F0B5177B-0DF2-430D-A5E4-92F36F3998E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6488" y="1179513"/>
                        <a:ext cx="1641475" cy="1374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4756" name="Object 4">
            <a:extLst>
              <a:ext uri="{FF2B5EF4-FFF2-40B4-BE49-F238E27FC236}">
                <a16:creationId xmlns:a16="http://schemas.microsoft.com/office/drawing/2014/main" id="{BCE4F5D1-E290-4166-9F31-DF87708DA274}"/>
              </a:ext>
            </a:extLst>
          </p:cNvPr>
          <p:cNvGraphicFramePr>
            <a:graphicFrameLocks noChangeAspect="1"/>
          </p:cNvGraphicFramePr>
          <p:nvPr/>
        </p:nvGraphicFramePr>
        <p:xfrm>
          <a:off x="2819400" y="1674813"/>
          <a:ext cx="388938" cy="349250"/>
        </p:xfrm>
        <a:graphic>
          <a:graphicData uri="http://schemas.openxmlformats.org/presentationml/2006/ole">
            <mc:AlternateContent xmlns:mc="http://schemas.openxmlformats.org/markup-compatibility/2006">
              <mc:Choice xmlns:v="urn:schemas-microsoft-com:vml" Requires="v">
                <p:oleObj spid="_x0000_s10295" name="Equation" r:id="rId5" imgW="126720" imgH="114120" progId="Equation.DSMT4">
                  <p:embed/>
                </p:oleObj>
              </mc:Choice>
              <mc:Fallback>
                <p:oleObj name="Equation" r:id="rId5" imgW="126720" imgH="114120" progId="Equation.DSMT4">
                  <p:embed/>
                  <p:pic>
                    <p:nvPicPr>
                      <p:cNvPr id="74756" name="Object 4">
                        <a:extLst>
                          <a:ext uri="{FF2B5EF4-FFF2-40B4-BE49-F238E27FC236}">
                            <a16:creationId xmlns:a16="http://schemas.microsoft.com/office/drawing/2014/main" id="{BCE4F5D1-E290-4166-9F31-DF87708DA27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19400" y="1674813"/>
                        <a:ext cx="388938" cy="349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4757" name="Object 5">
            <a:extLst>
              <a:ext uri="{FF2B5EF4-FFF2-40B4-BE49-F238E27FC236}">
                <a16:creationId xmlns:a16="http://schemas.microsoft.com/office/drawing/2014/main" id="{E1A6D308-36E0-4179-B8F8-98957B17120A}"/>
              </a:ext>
            </a:extLst>
          </p:cNvPr>
          <p:cNvGraphicFramePr>
            <a:graphicFrameLocks noChangeAspect="1"/>
          </p:cNvGraphicFramePr>
          <p:nvPr/>
        </p:nvGraphicFramePr>
        <p:xfrm>
          <a:off x="531813" y="3195638"/>
          <a:ext cx="2825750" cy="1374775"/>
        </p:xfrm>
        <a:graphic>
          <a:graphicData uri="http://schemas.openxmlformats.org/presentationml/2006/ole">
            <mc:AlternateContent xmlns:mc="http://schemas.openxmlformats.org/markup-compatibility/2006">
              <mc:Choice xmlns:v="urn:schemas-microsoft-com:vml" Requires="v">
                <p:oleObj spid="_x0000_s10296" name="Equation" r:id="rId7" imgW="939600" imgH="457200" progId="Equation.DSMT4">
                  <p:embed/>
                </p:oleObj>
              </mc:Choice>
              <mc:Fallback>
                <p:oleObj name="Equation" r:id="rId7" imgW="939600" imgH="457200" progId="Equation.DSMT4">
                  <p:embed/>
                  <p:pic>
                    <p:nvPicPr>
                      <p:cNvPr id="74757" name="Object 5">
                        <a:extLst>
                          <a:ext uri="{FF2B5EF4-FFF2-40B4-BE49-F238E27FC236}">
                            <a16:creationId xmlns:a16="http://schemas.microsoft.com/office/drawing/2014/main" id="{E1A6D308-36E0-4179-B8F8-98957B17120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1813" y="3195638"/>
                        <a:ext cx="2825750" cy="1374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4758" name="Object 6">
            <a:extLst>
              <a:ext uri="{FF2B5EF4-FFF2-40B4-BE49-F238E27FC236}">
                <a16:creationId xmlns:a16="http://schemas.microsoft.com/office/drawing/2014/main" id="{E0A101DA-6BCC-4229-8911-E590E69A56D5}"/>
              </a:ext>
            </a:extLst>
          </p:cNvPr>
          <p:cNvGraphicFramePr>
            <a:graphicFrameLocks noChangeAspect="1"/>
          </p:cNvGraphicFramePr>
          <p:nvPr/>
        </p:nvGraphicFramePr>
        <p:xfrm>
          <a:off x="3351213" y="3684588"/>
          <a:ext cx="387350" cy="349250"/>
        </p:xfrm>
        <a:graphic>
          <a:graphicData uri="http://schemas.openxmlformats.org/presentationml/2006/ole">
            <mc:AlternateContent xmlns:mc="http://schemas.openxmlformats.org/markup-compatibility/2006">
              <mc:Choice xmlns:v="urn:schemas-microsoft-com:vml" Requires="v">
                <p:oleObj spid="_x0000_s10297" name="Equation" r:id="rId9" imgW="126720" imgH="114120" progId="Equation.DSMT4">
                  <p:embed/>
                </p:oleObj>
              </mc:Choice>
              <mc:Fallback>
                <p:oleObj name="Equation" r:id="rId9" imgW="126720" imgH="114120" progId="Equation.DSMT4">
                  <p:embed/>
                  <p:pic>
                    <p:nvPicPr>
                      <p:cNvPr id="74758" name="Object 6">
                        <a:extLst>
                          <a:ext uri="{FF2B5EF4-FFF2-40B4-BE49-F238E27FC236}">
                            <a16:creationId xmlns:a16="http://schemas.microsoft.com/office/drawing/2014/main" id="{E0A101DA-6BCC-4229-8911-E590E69A56D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51213" y="3684588"/>
                        <a:ext cx="387350" cy="349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4759" name="Text Box 7">
            <a:extLst>
              <a:ext uri="{FF2B5EF4-FFF2-40B4-BE49-F238E27FC236}">
                <a16:creationId xmlns:a16="http://schemas.microsoft.com/office/drawing/2014/main" id="{772D4467-1B70-457B-8DAB-7E3E5F6BD80B}"/>
              </a:ext>
            </a:extLst>
          </p:cNvPr>
          <p:cNvSpPr txBox="1">
            <a:spLocks noChangeArrowheads="1"/>
          </p:cNvSpPr>
          <p:nvPr/>
        </p:nvSpPr>
        <p:spPr bwMode="auto">
          <a:xfrm>
            <a:off x="1250950" y="5429250"/>
            <a:ext cx="66976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a:ea typeface="楷体_GB2312" pitchFamily="49" charset="-122"/>
              </a:rPr>
              <a:t>主对角线元素之积减去副对角线元素之积</a:t>
            </a:r>
          </a:p>
        </p:txBody>
      </p:sp>
      <p:sp>
        <p:nvSpPr>
          <p:cNvPr id="74760" name="Line 8">
            <a:extLst>
              <a:ext uri="{FF2B5EF4-FFF2-40B4-BE49-F238E27FC236}">
                <a16:creationId xmlns:a16="http://schemas.microsoft.com/office/drawing/2014/main" id="{F577208E-216F-44B4-8536-5E68C6178462}"/>
              </a:ext>
            </a:extLst>
          </p:cNvPr>
          <p:cNvSpPr>
            <a:spLocks noChangeShapeType="1"/>
          </p:cNvSpPr>
          <p:nvPr/>
        </p:nvSpPr>
        <p:spPr bwMode="auto">
          <a:xfrm>
            <a:off x="1682750" y="1611313"/>
            <a:ext cx="504825" cy="360362"/>
          </a:xfrm>
          <a:prstGeom prst="line">
            <a:avLst/>
          </a:prstGeom>
          <a:noFill/>
          <a:ln w="9525">
            <a:solidFill>
              <a:srgbClr val="FF66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761" name="Line 9">
            <a:extLst>
              <a:ext uri="{FF2B5EF4-FFF2-40B4-BE49-F238E27FC236}">
                <a16:creationId xmlns:a16="http://schemas.microsoft.com/office/drawing/2014/main" id="{EC18CB9C-0884-4BB2-93E0-30BAA19FCD5F}"/>
              </a:ext>
            </a:extLst>
          </p:cNvPr>
          <p:cNvSpPr>
            <a:spLocks noChangeShapeType="1"/>
          </p:cNvSpPr>
          <p:nvPr/>
        </p:nvSpPr>
        <p:spPr bwMode="auto">
          <a:xfrm flipH="1">
            <a:off x="1752600" y="1524000"/>
            <a:ext cx="431800" cy="504825"/>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74762" name="Object 10">
            <a:extLst>
              <a:ext uri="{FF2B5EF4-FFF2-40B4-BE49-F238E27FC236}">
                <a16:creationId xmlns:a16="http://schemas.microsoft.com/office/drawing/2014/main" id="{42FF5B5F-467C-487B-A543-25601F38D771}"/>
              </a:ext>
            </a:extLst>
          </p:cNvPr>
          <p:cNvGraphicFramePr>
            <a:graphicFrameLocks noChangeAspect="1"/>
          </p:cNvGraphicFramePr>
          <p:nvPr/>
        </p:nvGraphicFramePr>
        <p:xfrm>
          <a:off x="2819400" y="1524000"/>
          <a:ext cx="1898650" cy="620713"/>
        </p:xfrm>
        <a:graphic>
          <a:graphicData uri="http://schemas.openxmlformats.org/presentationml/2006/ole">
            <mc:AlternateContent xmlns:mc="http://schemas.openxmlformats.org/markup-compatibility/2006">
              <mc:Choice xmlns:v="urn:schemas-microsoft-com:vml" Requires="v">
                <p:oleObj spid="_x0000_s10298" name="Equation" r:id="rId11" imgW="622080" imgH="203040" progId="Equation.DSMT4">
                  <p:embed/>
                </p:oleObj>
              </mc:Choice>
              <mc:Fallback>
                <p:oleObj name="Equation" r:id="rId11" imgW="622080" imgH="203040" progId="Equation.DSMT4">
                  <p:embed/>
                  <p:pic>
                    <p:nvPicPr>
                      <p:cNvPr id="74762" name="Object 10">
                        <a:extLst>
                          <a:ext uri="{FF2B5EF4-FFF2-40B4-BE49-F238E27FC236}">
                            <a16:creationId xmlns:a16="http://schemas.microsoft.com/office/drawing/2014/main" id="{42FF5B5F-467C-487B-A543-25601F38D771}"/>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819400" y="1524000"/>
                        <a:ext cx="1898650" cy="620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4763" name="Object 11">
            <a:extLst>
              <a:ext uri="{FF2B5EF4-FFF2-40B4-BE49-F238E27FC236}">
                <a16:creationId xmlns:a16="http://schemas.microsoft.com/office/drawing/2014/main" id="{1DB77B4F-C6CC-4F43-8307-A4846843A9A5}"/>
              </a:ext>
            </a:extLst>
          </p:cNvPr>
          <p:cNvGraphicFramePr>
            <a:graphicFrameLocks noChangeAspect="1"/>
          </p:cNvGraphicFramePr>
          <p:nvPr/>
        </p:nvGraphicFramePr>
        <p:xfrm>
          <a:off x="2819400" y="1524000"/>
          <a:ext cx="2208213" cy="620713"/>
        </p:xfrm>
        <a:graphic>
          <a:graphicData uri="http://schemas.openxmlformats.org/presentationml/2006/ole">
            <mc:AlternateContent xmlns:mc="http://schemas.openxmlformats.org/markup-compatibility/2006">
              <mc:Choice xmlns:v="urn:schemas-microsoft-com:vml" Requires="v">
                <p:oleObj spid="_x0000_s10299" name="Equation" r:id="rId13" imgW="723600" imgH="203040" progId="Equation.DSMT4">
                  <p:embed/>
                </p:oleObj>
              </mc:Choice>
              <mc:Fallback>
                <p:oleObj name="Equation" r:id="rId13" imgW="723600" imgH="203040" progId="Equation.DSMT4">
                  <p:embed/>
                  <p:pic>
                    <p:nvPicPr>
                      <p:cNvPr id="74763" name="Object 11">
                        <a:extLst>
                          <a:ext uri="{FF2B5EF4-FFF2-40B4-BE49-F238E27FC236}">
                            <a16:creationId xmlns:a16="http://schemas.microsoft.com/office/drawing/2014/main" id="{1DB77B4F-C6CC-4F43-8307-A4846843A9A5}"/>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819400" y="1524000"/>
                        <a:ext cx="2208213" cy="620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4764" name="Object 12">
            <a:extLst>
              <a:ext uri="{FF2B5EF4-FFF2-40B4-BE49-F238E27FC236}">
                <a16:creationId xmlns:a16="http://schemas.microsoft.com/office/drawing/2014/main" id="{D9F23163-033A-4DF1-BE2A-50CBBD44E456}"/>
              </a:ext>
            </a:extLst>
          </p:cNvPr>
          <p:cNvGraphicFramePr>
            <a:graphicFrameLocks noChangeAspect="1"/>
          </p:cNvGraphicFramePr>
          <p:nvPr/>
        </p:nvGraphicFramePr>
        <p:xfrm>
          <a:off x="2819400" y="1524000"/>
          <a:ext cx="3681413" cy="620713"/>
        </p:xfrm>
        <a:graphic>
          <a:graphicData uri="http://schemas.openxmlformats.org/presentationml/2006/ole">
            <mc:AlternateContent xmlns:mc="http://schemas.openxmlformats.org/markup-compatibility/2006">
              <mc:Choice xmlns:v="urn:schemas-microsoft-com:vml" Requires="v">
                <p:oleObj spid="_x0000_s10300" name="Equation" r:id="rId15" imgW="1206360" imgH="203040" progId="Equation.DSMT4">
                  <p:embed/>
                </p:oleObj>
              </mc:Choice>
              <mc:Fallback>
                <p:oleObj name="Equation" r:id="rId15" imgW="1206360" imgH="203040" progId="Equation.DSMT4">
                  <p:embed/>
                  <p:pic>
                    <p:nvPicPr>
                      <p:cNvPr id="74764" name="Object 12">
                        <a:extLst>
                          <a:ext uri="{FF2B5EF4-FFF2-40B4-BE49-F238E27FC236}">
                            <a16:creationId xmlns:a16="http://schemas.microsoft.com/office/drawing/2014/main" id="{D9F23163-033A-4DF1-BE2A-50CBBD44E456}"/>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819400" y="1524000"/>
                        <a:ext cx="3681413" cy="620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4765" name="Object 13">
            <a:extLst>
              <a:ext uri="{FF2B5EF4-FFF2-40B4-BE49-F238E27FC236}">
                <a16:creationId xmlns:a16="http://schemas.microsoft.com/office/drawing/2014/main" id="{C0A30C0D-2765-4E4C-B9EF-2E24815AA4AF}"/>
              </a:ext>
            </a:extLst>
          </p:cNvPr>
          <p:cNvGraphicFramePr>
            <a:graphicFrameLocks noChangeAspect="1"/>
          </p:cNvGraphicFramePr>
          <p:nvPr/>
        </p:nvGraphicFramePr>
        <p:xfrm>
          <a:off x="2819400" y="1524000"/>
          <a:ext cx="4068763" cy="620713"/>
        </p:xfrm>
        <a:graphic>
          <a:graphicData uri="http://schemas.openxmlformats.org/presentationml/2006/ole">
            <mc:AlternateContent xmlns:mc="http://schemas.openxmlformats.org/markup-compatibility/2006">
              <mc:Choice xmlns:v="urn:schemas-microsoft-com:vml" Requires="v">
                <p:oleObj spid="_x0000_s10301" name="Equation" r:id="rId17" imgW="1333440" imgH="203040" progId="Equation.DSMT4">
                  <p:embed/>
                </p:oleObj>
              </mc:Choice>
              <mc:Fallback>
                <p:oleObj name="Equation" r:id="rId17" imgW="1333440" imgH="203040" progId="Equation.DSMT4">
                  <p:embed/>
                  <p:pic>
                    <p:nvPicPr>
                      <p:cNvPr id="74765" name="Object 13">
                        <a:extLst>
                          <a:ext uri="{FF2B5EF4-FFF2-40B4-BE49-F238E27FC236}">
                            <a16:creationId xmlns:a16="http://schemas.microsoft.com/office/drawing/2014/main" id="{C0A30C0D-2765-4E4C-B9EF-2E24815AA4AF}"/>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819400" y="1524000"/>
                        <a:ext cx="4068763" cy="620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4766" name="Object 14">
            <a:extLst>
              <a:ext uri="{FF2B5EF4-FFF2-40B4-BE49-F238E27FC236}">
                <a16:creationId xmlns:a16="http://schemas.microsoft.com/office/drawing/2014/main" id="{B390EC88-714D-4B6F-AFC6-06A23F7AAC8F}"/>
              </a:ext>
            </a:extLst>
          </p:cNvPr>
          <p:cNvGraphicFramePr>
            <a:graphicFrameLocks noChangeAspect="1"/>
          </p:cNvGraphicFramePr>
          <p:nvPr/>
        </p:nvGraphicFramePr>
        <p:xfrm>
          <a:off x="2819400" y="1524000"/>
          <a:ext cx="4649788" cy="620713"/>
        </p:xfrm>
        <a:graphic>
          <a:graphicData uri="http://schemas.openxmlformats.org/presentationml/2006/ole">
            <mc:AlternateContent xmlns:mc="http://schemas.openxmlformats.org/markup-compatibility/2006">
              <mc:Choice xmlns:v="urn:schemas-microsoft-com:vml" Requires="v">
                <p:oleObj spid="_x0000_s10302" name="Equation" r:id="rId19" imgW="1523880" imgH="203040" progId="Equation.DSMT4">
                  <p:embed/>
                </p:oleObj>
              </mc:Choice>
              <mc:Fallback>
                <p:oleObj name="Equation" r:id="rId19" imgW="1523880" imgH="203040" progId="Equation.DSMT4">
                  <p:embed/>
                  <p:pic>
                    <p:nvPicPr>
                      <p:cNvPr id="74766" name="Object 14">
                        <a:extLst>
                          <a:ext uri="{FF2B5EF4-FFF2-40B4-BE49-F238E27FC236}">
                            <a16:creationId xmlns:a16="http://schemas.microsoft.com/office/drawing/2014/main" id="{B390EC88-714D-4B6F-AFC6-06A23F7AAC8F}"/>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819400" y="1524000"/>
                        <a:ext cx="4649788" cy="620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4767" name="Object 15">
            <a:extLst>
              <a:ext uri="{FF2B5EF4-FFF2-40B4-BE49-F238E27FC236}">
                <a16:creationId xmlns:a16="http://schemas.microsoft.com/office/drawing/2014/main" id="{07F65947-95D3-4332-A300-38DFE2C506EA}"/>
              </a:ext>
            </a:extLst>
          </p:cNvPr>
          <p:cNvGraphicFramePr>
            <a:graphicFrameLocks noChangeAspect="1"/>
          </p:cNvGraphicFramePr>
          <p:nvPr/>
        </p:nvGraphicFramePr>
        <p:xfrm>
          <a:off x="3808413" y="3449638"/>
          <a:ext cx="1279525" cy="620712"/>
        </p:xfrm>
        <a:graphic>
          <a:graphicData uri="http://schemas.openxmlformats.org/presentationml/2006/ole">
            <mc:AlternateContent xmlns:mc="http://schemas.openxmlformats.org/markup-compatibility/2006">
              <mc:Choice xmlns:v="urn:schemas-microsoft-com:vml" Requires="v">
                <p:oleObj spid="_x0000_s10303" name="Equation" r:id="rId21" imgW="419040" imgH="203040" progId="Equation.DSMT4">
                  <p:embed/>
                </p:oleObj>
              </mc:Choice>
              <mc:Fallback>
                <p:oleObj name="Equation" r:id="rId21" imgW="419040" imgH="203040" progId="Equation.DSMT4">
                  <p:embed/>
                  <p:pic>
                    <p:nvPicPr>
                      <p:cNvPr id="74767" name="Object 15">
                        <a:extLst>
                          <a:ext uri="{FF2B5EF4-FFF2-40B4-BE49-F238E27FC236}">
                            <a16:creationId xmlns:a16="http://schemas.microsoft.com/office/drawing/2014/main" id="{07F65947-95D3-4332-A300-38DFE2C506EA}"/>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808413" y="3449638"/>
                        <a:ext cx="1279525" cy="620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4768" name="Object 16">
            <a:extLst>
              <a:ext uri="{FF2B5EF4-FFF2-40B4-BE49-F238E27FC236}">
                <a16:creationId xmlns:a16="http://schemas.microsoft.com/office/drawing/2014/main" id="{32ABA431-0AA6-4927-8CC1-EFE1B51B87E1}"/>
              </a:ext>
            </a:extLst>
          </p:cNvPr>
          <p:cNvGraphicFramePr>
            <a:graphicFrameLocks noChangeAspect="1"/>
          </p:cNvGraphicFramePr>
          <p:nvPr/>
        </p:nvGraphicFramePr>
        <p:xfrm>
          <a:off x="5173663" y="3729038"/>
          <a:ext cx="387350" cy="311150"/>
        </p:xfrm>
        <a:graphic>
          <a:graphicData uri="http://schemas.openxmlformats.org/presentationml/2006/ole">
            <mc:AlternateContent xmlns:mc="http://schemas.openxmlformats.org/markup-compatibility/2006">
              <mc:Choice xmlns:v="urn:schemas-microsoft-com:vml" Requires="v">
                <p:oleObj spid="_x0000_s10304" name="Equation" r:id="rId23" imgW="126720" imgH="101520" progId="Equation.DSMT4">
                  <p:embed/>
                </p:oleObj>
              </mc:Choice>
              <mc:Fallback>
                <p:oleObj name="Equation" r:id="rId23" imgW="126720" imgH="101520" progId="Equation.DSMT4">
                  <p:embed/>
                  <p:pic>
                    <p:nvPicPr>
                      <p:cNvPr id="74768" name="Object 16">
                        <a:extLst>
                          <a:ext uri="{FF2B5EF4-FFF2-40B4-BE49-F238E27FC236}">
                            <a16:creationId xmlns:a16="http://schemas.microsoft.com/office/drawing/2014/main" id="{32ABA431-0AA6-4927-8CC1-EFE1B51B87E1}"/>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173663" y="3729038"/>
                        <a:ext cx="387350" cy="311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4769" name="Object 17">
            <a:extLst>
              <a:ext uri="{FF2B5EF4-FFF2-40B4-BE49-F238E27FC236}">
                <a16:creationId xmlns:a16="http://schemas.microsoft.com/office/drawing/2014/main" id="{57A2EC80-08C3-4E41-813D-F5155239FB98}"/>
              </a:ext>
            </a:extLst>
          </p:cNvPr>
          <p:cNvGraphicFramePr>
            <a:graphicFrameLocks noChangeAspect="1"/>
          </p:cNvGraphicFramePr>
          <p:nvPr/>
        </p:nvGraphicFramePr>
        <p:xfrm>
          <a:off x="5561013" y="3487738"/>
          <a:ext cx="1860550" cy="698500"/>
        </p:xfrm>
        <a:graphic>
          <a:graphicData uri="http://schemas.openxmlformats.org/presentationml/2006/ole">
            <mc:AlternateContent xmlns:mc="http://schemas.openxmlformats.org/markup-compatibility/2006">
              <mc:Choice xmlns:v="urn:schemas-microsoft-com:vml" Requires="v">
                <p:oleObj spid="_x0000_s10305" name="Equation" r:id="rId25" imgW="609480" imgH="228600" progId="Equation.DSMT4">
                  <p:embed/>
                </p:oleObj>
              </mc:Choice>
              <mc:Fallback>
                <p:oleObj name="Equation" r:id="rId25" imgW="609480" imgH="228600" progId="Equation.DSMT4">
                  <p:embed/>
                  <p:pic>
                    <p:nvPicPr>
                      <p:cNvPr id="74769" name="Object 17">
                        <a:extLst>
                          <a:ext uri="{FF2B5EF4-FFF2-40B4-BE49-F238E27FC236}">
                            <a16:creationId xmlns:a16="http://schemas.microsoft.com/office/drawing/2014/main" id="{57A2EC80-08C3-4E41-813D-F5155239FB98}"/>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5561013" y="3487738"/>
                        <a:ext cx="1860550" cy="698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4770" name="Object 18">
            <a:extLst>
              <a:ext uri="{FF2B5EF4-FFF2-40B4-BE49-F238E27FC236}">
                <a16:creationId xmlns:a16="http://schemas.microsoft.com/office/drawing/2014/main" id="{A396437F-A084-4049-BA1D-0679F76D5CCE}"/>
              </a:ext>
            </a:extLst>
          </p:cNvPr>
          <p:cNvGraphicFramePr>
            <a:graphicFrameLocks noChangeAspect="1"/>
          </p:cNvGraphicFramePr>
          <p:nvPr/>
        </p:nvGraphicFramePr>
        <p:xfrm>
          <a:off x="7466013" y="3530600"/>
          <a:ext cx="658812" cy="503238"/>
        </p:xfrm>
        <a:graphic>
          <a:graphicData uri="http://schemas.openxmlformats.org/presentationml/2006/ole">
            <mc:AlternateContent xmlns:mc="http://schemas.openxmlformats.org/markup-compatibility/2006">
              <mc:Choice xmlns:v="urn:schemas-microsoft-com:vml" Requires="v">
                <p:oleObj spid="_x0000_s10306" name="Equation" r:id="rId27" imgW="215640" imgH="164880" progId="Equation.DSMT4">
                  <p:embed/>
                </p:oleObj>
              </mc:Choice>
              <mc:Fallback>
                <p:oleObj name="Equation" r:id="rId27" imgW="215640" imgH="164880" progId="Equation.DSMT4">
                  <p:embed/>
                  <p:pic>
                    <p:nvPicPr>
                      <p:cNvPr id="74770" name="Object 18">
                        <a:extLst>
                          <a:ext uri="{FF2B5EF4-FFF2-40B4-BE49-F238E27FC236}">
                            <a16:creationId xmlns:a16="http://schemas.microsoft.com/office/drawing/2014/main" id="{A396437F-A084-4049-BA1D-0679F76D5CCE}"/>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7466013" y="3530600"/>
                        <a:ext cx="658812" cy="503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4771" name="Line 19">
            <a:extLst>
              <a:ext uri="{FF2B5EF4-FFF2-40B4-BE49-F238E27FC236}">
                <a16:creationId xmlns:a16="http://schemas.microsoft.com/office/drawing/2014/main" id="{73CF5087-AE1E-44E3-806C-AD28BC664998}"/>
              </a:ext>
            </a:extLst>
          </p:cNvPr>
          <p:cNvSpPr>
            <a:spLocks noChangeShapeType="1"/>
          </p:cNvSpPr>
          <p:nvPr/>
        </p:nvSpPr>
        <p:spPr bwMode="auto">
          <a:xfrm>
            <a:off x="1703388" y="3711575"/>
            <a:ext cx="503237" cy="360363"/>
          </a:xfrm>
          <a:prstGeom prst="line">
            <a:avLst/>
          </a:prstGeom>
          <a:noFill/>
          <a:ln w="9525">
            <a:solidFill>
              <a:srgbClr val="FF66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772" name="Line 20">
            <a:extLst>
              <a:ext uri="{FF2B5EF4-FFF2-40B4-BE49-F238E27FC236}">
                <a16:creationId xmlns:a16="http://schemas.microsoft.com/office/drawing/2014/main" id="{648D60A1-155A-4CC8-A409-639CB0CE720F}"/>
              </a:ext>
            </a:extLst>
          </p:cNvPr>
          <p:cNvSpPr>
            <a:spLocks noChangeShapeType="1"/>
          </p:cNvSpPr>
          <p:nvPr/>
        </p:nvSpPr>
        <p:spPr bwMode="auto">
          <a:xfrm flipH="1">
            <a:off x="1700213" y="3711575"/>
            <a:ext cx="434975" cy="398463"/>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5" fill="hold" grpId="0" nodeType="clickEffect">
                                  <p:stCondLst>
                                    <p:cond delay="0"/>
                                  </p:stCondLst>
                                  <p:childTnLst>
                                    <p:set>
                                      <p:cBhvr>
                                        <p:cTn id="6" dur="1" fill="hold">
                                          <p:stCondLst>
                                            <p:cond delay="0"/>
                                          </p:stCondLst>
                                        </p:cTn>
                                        <p:tgtEl>
                                          <p:spTgt spid="74754"/>
                                        </p:tgtEl>
                                        <p:attrNameLst>
                                          <p:attrName>style.visibility</p:attrName>
                                        </p:attrNameLst>
                                      </p:cBhvr>
                                      <p:to>
                                        <p:strVal val="visible"/>
                                      </p:to>
                                    </p:set>
                                    <p:animEffect transition="in" filter="blinds(vertical)">
                                      <p:cBhvr>
                                        <p:cTn id="7" dur="500"/>
                                        <p:tgtEl>
                                          <p:spTgt spid="7475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3" presetClass="entr" presetSubtype="16" fill="hold" nodeType="clickEffect">
                                  <p:stCondLst>
                                    <p:cond delay="0"/>
                                  </p:stCondLst>
                                  <p:childTnLst>
                                    <p:set>
                                      <p:cBhvr>
                                        <p:cTn id="11" dur="1" fill="hold">
                                          <p:stCondLst>
                                            <p:cond delay="0"/>
                                          </p:stCondLst>
                                        </p:cTn>
                                        <p:tgtEl>
                                          <p:spTgt spid="74755"/>
                                        </p:tgtEl>
                                        <p:attrNameLst>
                                          <p:attrName>style.visibility</p:attrName>
                                        </p:attrNameLst>
                                      </p:cBhvr>
                                      <p:to>
                                        <p:strVal val="visible"/>
                                      </p:to>
                                    </p:set>
                                    <p:anim calcmode="lin" valueType="num">
                                      <p:cBhvr>
                                        <p:cTn id="12" dur="500" fill="hold"/>
                                        <p:tgtEl>
                                          <p:spTgt spid="74755"/>
                                        </p:tgtEl>
                                        <p:attrNameLst>
                                          <p:attrName>ppt_w</p:attrName>
                                        </p:attrNameLst>
                                      </p:cBhvr>
                                      <p:tavLst>
                                        <p:tav tm="0">
                                          <p:val>
                                            <p:fltVal val="0"/>
                                          </p:val>
                                        </p:tav>
                                        <p:tav tm="100000">
                                          <p:val>
                                            <p:strVal val="#ppt_w"/>
                                          </p:val>
                                        </p:tav>
                                      </p:tavLst>
                                    </p:anim>
                                    <p:anim calcmode="lin" valueType="num">
                                      <p:cBhvr>
                                        <p:cTn id="13" dur="500" fill="hold"/>
                                        <p:tgtEl>
                                          <p:spTgt spid="74755"/>
                                        </p:tgtEl>
                                        <p:attrNameLst>
                                          <p:attrName>ppt_h</p:attrName>
                                        </p:attrNameLst>
                                      </p:cBhvr>
                                      <p:tavLst>
                                        <p:tav tm="0">
                                          <p:val>
                                            <p:fltVal val="0"/>
                                          </p:val>
                                        </p:tav>
                                        <p:tav tm="100000">
                                          <p:val>
                                            <p:strVal val="#ppt_h"/>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nodeType="clickEffect">
                                  <p:stCondLst>
                                    <p:cond delay="0"/>
                                  </p:stCondLst>
                                  <p:childTnLst>
                                    <p:set>
                                      <p:cBhvr>
                                        <p:cTn id="17" dur="1" fill="hold">
                                          <p:stCondLst>
                                            <p:cond delay="499"/>
                                          </p:stCondLst>
                                        </p:cTn>
                                        <p:tgtEl>
                                          <p:spTgt spid="74756"/>
                                        </p:tgtEl>
                                        <p:attrNameLst>
                                          <p:attrName>style.visibility</p:attrName>
                                        </p:attrNameLst>
                                      </p:cBhvr>
                                      <p:to>
                                        <p:strVal val="visible"/>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23" presetClass="entr" presetSubtype="16" fill="hold" nodeType="clickEffect">
                                  <p:stCondLst>
                                    <p:cond delay="0"/>
                                  </p:stCondLst>
                                  <p:childTnLst>
                                    <p:set>
                                      <p:cBhvr>
                                        <p:cTn id="21" dur="1" fill="hold">
                                          <p:stCondLst>
                                            <p:cond delay="0"/>
                                          </p:stCondLst>
                                        </p:cTn>
                                        <p:tgtEl>
                                          <p:spTgt spid="74760"/>
                                        </p:tgtEl>
                                        <p:attrNameLst>
                                          <p:attrName>style.visibility</p:attrName>
                                        </p:attrNameLst>
                                      </p:cBhvr>
                                      <p:to>
                                        <p:strVal val="visible"/>
                                      </p:to>
                                    </p:set>
                                    <p:anim calcmode="lin" valueType="num">
                                      <p:cBhvr>
                                        <p:cTn id="22" dur="500" fill="hold"/>
                                        <p:tgtEl>
                                          <p:spTgt spid="74760"/>
                                        </p:tgtEl>
                                        <p:attrNameLst>
                                          <p:attrName>ppt_w</p:attrName>
                                        </p:attrNameLst>
                                      </p:cBhvr>
                                      <p:tavLst>
                                        <p:tav tm="0">
                                          <p:val>
                                            <p:fltVal val="0"/>
                                          </p:val>
                                        </p:tav>
                                        <p:tav tm="100000">
                                          <p:val>
                                            <p:strVal val="#ppt_w"/>
                                          </p:val>
                                        </p:tav>
                                      </p:tavLst>
                                    </p:anim>
                                    <p:anim calcmode="lin" valueType="num">
                                      <p:cBhvr>
                                        <p:cTn id="23" dur="500" fill="hold"/>
                                        <p:tgtEl>
                                          <p:spTgt spid="74760"/>
                                        </p:tgtEl>
                                        <p:attrNameLst>
                                          <p:attrName>ppt_h</p:attrName>
                                        </p:attrNameLst>
                                      </p:cBhvr>
                                      <p:tavLst>
                                        <p:tav tm="0">
                                          <p:val>
                                            <p:fltVal val="0"/>
                                          </p:val>
                                        </p:tav>
                                        <p:tav tm="100000">
                                          <p:val>
                                            <p:strVal val="#ppt_h"/>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nodeType="clickEffect">
                                  <p:stCondLst>
                                    <p:cond delay="0"/>
                                  </p:stCondLst>
                                  <p:childTnLst>
                                    <p:set>
                                      <p:cBhvr>
                                        <p:cTn id="27" dur="1" fill="hold">
                                          <p:stCondLst>
                                            <p:cond delay="499"/>
                                          </p:stCondLst>
                                        </p:cTn>
                                        <p:tgtEl>
                                          <p:spTgt spid="74762"/>
                                        </p:tgtEl>
                                        <p:attrNameLst>
                                          <p:attrName>style.visibility</p:attrName>
                                        </p:attrNameLst>
                                      </p:cBhvr>
                                      <p:to>
                                        <p:strVal val="visible"/>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nodeType="clickEffect">
                                  <p:stCondLst>
                                    <p:cond delay="0"/>
                                  </p:stCondLst>
                                  <p:childTnLst>
                                    <p:set>
                                      <p:cBhvr>
                                        <p:cTn id="31" dur="1" fill="hold">
                                          <p:stCondLst>
                                            <p:cond delay="499"/>
                                          </p:stCondLst>
                                        </p:cTn>
                                        <p:tgtEl>
                                          <p:spTgt spid="74763"/>
                                        </p:tgtEl>
                                        <p:attrNameLst>
                                          <p:attrName>style.visibility</p:attrName>
                                        </p:attrNameLst>
                                      </p:cBhvr>
                                      <p:to>
                                        <p:strVal val="visible"/>
                                      </p:to>
                                    </p:set>
                                  </p:childTnLst>
                                </p:cTn>
                              </p:par>
                            </p:childTnLst>
                          </p:cTn>
                        </p:par>
                      </p:childTnLst>
                    </p:cTn>
                  </p:par>
                  <p:par>
                    <p:cTn id="32" fill="hold" nodeType="clickPar">
                      <p:stCondLst>
                        <p:cond delay="indefinite"/>
                      </p:stCondLst>
                      <p:childTnLst>
                        <p:par>
                          <p:cTn id="33" fill="hold" nodeType="withGroup">
                            <p:stCondLst>
                              <p:cond delay="0"/>
                            </p:stCondLst>
                            <p:childTnLst>
                              <p:par>
                                <p:cTn id="34" presetID="23" presetClass="entr" presetSubtype="16" fill="hold" nodeType="clickEffect">
                                  <p:stCondLst>
                                    <p:cond delay="0"/>
                                  </p:stCondLst>
                                  <p:childTnLst>
                                    <p:set>
                                      <p:cBhvr>
                                        <p:cTn id="35" dur="1" fill="hold">
                                          <p:stCondLst>
                                            <p:cond delay="0"/>
                                          </p:stCondLst>
                                        </p:cTn>
                                        <p:tgtEl>
                                          <p:spTgt spid="74761"/>
                                        </p:tgtEl>
                                        <p:attrNameLst>
                                          <p:attrName>style.visibility</p:attrName>
                                        </p:attrNameLst>
                                      </p:cBhvr>
                                      <p:to>
                                        <p:strVal val="visible"/>
                                      </p:to>
                                    </p:set>
                                    <p:anim calcmode="lin" valueType="num">
                                      <p:cBhvr>
                                        <p:cTn id="36" dur="500" fill="hold"/>
                                        <p:tgtEl>
                                          <p:spTgt spid="74761"/>
                                        </p:tgtEl>
                                        <p:attrNameLst>
                                          <p:attrName>ppt_w</p:attrName>
                                        </p:attrNameLst>
                                      </p:cBhvr>
                                      <p:tavLst>
                                        <p:tav tm="0">
                                          <p:val>
                                            <p:fltVal val="0"/>
                                          </p:val>
                                        </p:tav>
                                        <p:tav tm="100000">
                                          <p:val>
                                            <p:strVal val="#ppt_w"/>
                                          </p:val>
                                        </p:tav>
                                      </p:tavLst>
                                    </p:anim>
                                    <p:anim calcmode="lin" valueType="num">
                                      <p:cBhvr>
                                        <p:cTn id="37" dur="500" fill="hold"/>
                                        <p:tgtEl>
                                          <p:spTgt spid="74761"/>
                                        </p:tgtEl>
                                        <p:attrNameLst>
                                          <p:attrName>ppt_h</p:attrName>
                                        </p:attrNameLst>
                                      </p:cBhvr>
                                      <p:tavLst>
                                        <p:tav tm="0">
                                          <p:val>
                                            <p:fltVal val="0"/>
                                          </p:val>
                                        </p:tav>
                                        <p:tav tm="100000">
                                          <p:val>
                                            <p:strVal val="#ppt_h"/>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1" presetClass="entr" presetSubtype="0" fill="hold" nodeType="clickEffect">
                                  <p:stCondLst>
                                    <p:cond delay="0"/>
                                  </p:stCondLst>
                                  <p:childTnLst>
                                    <p:set>
                                      <p:cBhvr>
                                        <p:cTn id="41" dur="1" fill="hold">
                                          <p:stCondLst>
                                            <p:cond delay="499"/>
                                          </p:stCondLst>
                                        </p:cTn>
                                        <p:tgtEl>
                                          <p:spTgt spid="74764"/>
                                        </p:tgtEl>
                                        <p:attrNameLst>
                                          <p:attrName>style.visibility</p:attrName>
                                        </p:attrNameLst>
                                      </p:cBhvr>
                                      <p:to>
                                        <p:strVal val="visible"/>
                                      </p:to>
                                    </p:set>
                                  </p:childTnLst>
                                </p:cTn>
                              </p:par>
                            </p:childTnLst>
                          </p:cTn>
                        </p:par>
                      </p:childTnLst>
                    </p:cTn>
                  </p:par>
                  <p:par>
                    <p:cTn id="42" fill="hold" nodeType="clickPar">
                      <p:stCondLst>
                        <p:cond delay="indefinite"/>
                      </p:stCondLst>
                      <p:childTnLst>
                        <p:par>
                          <p:cTn id="43" fill="hold" nodeType="withGroup">
                            <p:stCondLst>
                              <p:cond delay="0"/>
                            </p:stCondLst>
                            <p:childTnLst>
                              <p:par>
                                <p:cTn id="44" presetID="1" presetClass="entr" presetSubtype="0" fill="hold" nodeType="clickEffect">
                                  <p:stCondLst>
                                    <p:cond delay="0"/>
                                  </p:stCondLst>
                                  <p:childTnLst>
                                    <p:set>
                                      <p:cBhvr>
                                        <p:cTn id="45" dur="1" fill="hold">
                                          <p:stCondLst>
                                            <p:cond delay="499"/>
                                          </p:stCondLst>
                                        </p:cTn>
                                        <p:tgtEl>
                                          <p:spTgt spid="74765"/>
                                        </p:tgtEl>
                                        <p:attrNameLst>
                                          <p:attrName>style.visibility</p:attrName>
                                        </p:attrNameLst>
                                      </p:cBhvr>
                                      <p:to>
                                        <p:strVal val="visible"/>
                                      </p:to>
                                    </p:set>
                                  </p:childTnLst>
                                </p:cTn>
                              </p:par>
                            </p:childTnLst>
                          </p:cTn>
                        </p:par>
                      </p:childTnLst>
                    </p:cTn>
                  </p:par>
                  <p:par>
                    <p:cTn id="46" fill="hold" nodeType="clickPar">
                      <p:stCondLst>
                        <p:cond delay="indefinite"/>
                      </p:stCondLst>
                      <p:childTnLst>
                        <p:par>
                          <p:cTn id="47" fill="hold" nodeType="withGroup">
                            <p:stCondLst>
                              <p:cond delay="0"/>
                            </p:stCondLst>
                            <p:childTnLst>
                              <p:par>
                                <p:cTn id="48" presetID="1" presetClass="entr" presetSubtype="0" fill="hold" nodeType="clickEffect">
                                  <p:stCondLst>
                                    <p:cond delay="0"/>
                                  </p:stCondLst>
                                  <p:childTnLst>
                                    <p:set>
                                      <p:cBhvr>
                                        <p:cTn id="49" dur="1" fill="hold">
                                          <p:stCondLst>
                                            <p:cond delay="499"/>
                                          </p:stCondLst>
                                        </p:cTn>
                                        <p:tgtEl>
                                          <p:spTgt spid="74766"/>
                                        </p:tgtEl>
                                        <p:attrNameLst>
                                          <p:attrName>style.visibility</p:attrName>
                                        </p:attrNameLst>
                                      </p:cBhvr>
                                      <p:to>
                                        <p:strVal val="visible"/>
                                      </p:to>
                                    </p:set>
                                  </p:childTnLst>
                                </p:cTn>
                              </p:par>
                            </p:childTnLst>
                          </p:cTn>
                        </p:par>
                      </p:childTnLst>
                    </p:cTn>
                  </p:par>
                  <p:par>
                    <p:cTn id="50" fill="hold" nodeType="clickPar">
                      <p:stCondLst>
                        <p:cond delay="indefinite"/>
                      </p:stCondLst>
                      <p:childTnLst>
                        <p:par>
                          <p:cTn id="51" fill="hold" nodeType="withGroup">
                            <p:stCondLst>
                              <p:cond delay="0"/>
                            </p:stCondLst>
                            <p:childTnLst>
                              <p:par>
                                <p:cTn id="52" presetID="23" presetClass="entr" presetSubtype="16" fill="hold" nodeType="clickEffect">
                                  <p:stCondLst>
                                    <p:cond delay="0"/>
                                  </p:stCondLst>
                                  <p:childTnLst>
                                    <p:set>
                                      <p:cBhvr>
                                        <p:cTn id="53" dur="1" fill="hold">
                                          <p:stCondLst>
                                            <p:cond delay="0"/>
                                          </p:stCondLst>
                                        </p:cTn>
                                        <p:tgtEl>
                                          <p:spTgt spid="74757"/>
                                        </p:tgtEl>
                                        <p:attrNameLst>
                                          <p:attrName>style.visibility</p:attrName>
                                        </p:attrNameLst>
                                      </p:cBhvr>
                                      <p:to>
                                        <p:strVal val="visible"/>
                                      </p:to>
                                    </p:set>
                                    <p:anim calcmode="lin" valueType="num">
                                      <p:cBhvr>
                                        <p:cTn id="54" dur="500" fill="hold"/>
                                        <p:tgtEl>
                                          <p:spTgt spid="74757"/>
                                        </p:tgtEl>
                                        <p:attrNameLst>
                                          <p:attrName>ppt_w</p:attrName>
                                        </p:attrNameLst>
                                      </p:cBhvr>
                                      <p:tavLst>
                                        <p:tav tm="0">
                                          <p:val>
                                            <p:fltVal val="0"/>
                                          </p:val>
                                        </p:tav>
                                        <p:tav tm="100000">
                                          <p:val>
                                            <p:strVal val="#ppt_w"/>
                                          </p:val>
                                        </p:tav>
                                      </p:tavLst>
                                    </p:anim>
                                    <p:anim calcmode="lin" valueType="num">
                                      <p:cBhvr>
                                        <p:cTn id="55" dur="500" fill="hold"/>
                                        <p:tgtEl>
                                          <p:spTgt spid="74757"/>
                                        </p:tgtEl>
                                        <p:attrNameLst>
                                          <p:attrName>ppt_h</p:attrName>
                                        </p:attrNameLst>
                                      </p:cBhvr>
                                      <p:tavLst>
                                        <p:tav tm="0">
                                          <p:val>
                                            <p:fltVal val="0"/>
                                          </p:val>
                                        </p:tav>
                                        <p:tav tm="100000">
                                          <p:val>
                                            <p:strVal val="#ppt_h"/>
                                          </p:val>
                                        </p:tav>
                                      </p:tavLst>
                                    </p:anim>
                                  </p:childTnLst>
                                </p:cTn>
                              </p:par>
                            </p:childTnLst>
                          </p:cTn>
                        </p:par>
                      </p:childTnLst>
                    </p:cTn>
                  </p:par>
                  <p:par>
                    <p:cTn id="56" fill="hold" nodeType="clickPar">
                      <p:stCondLst>
                        <p:cond delay="indefinite"/>
                      </p:stCondLst>
                      <p:childTnLst>
                        <p:par>
                          <p:cTn id="57" fill="hold" nodeType="withGroup">
                            <p:stCondLst>
                              <p:cond delay="0"/>
                            </p:stCondLst>
                            <p:childTnLst>
                              <p:par>
                                <p:cTn id="58" presetID="1" presetClass="entr" presetSubtype="0" fill="hold" nodeType="clickEffect">
                                  <p:stCondLst>
                                    <p:cond delay="0"/>
                                  </p:stCondLst>
                                  <p:childTnLst>
                                    <p:set>
                                      <p:cBhvr>
                                        <p:cTn id="59" dur="1" fill="hold">
                                          <p:stCondLst>
                                            <p:cond delay="499"/>
                                          </p:stCondLst>
                                        </p:cTn>
                                        <p:tgtEl>
                                          <p:spTgt spid="74758"/>
                                        </p:tgtEl>
                                        <p:attrNameLst>
                                          <p:attrName>style.visibility</p:attrName>
                                        </p:attrNameLst>
                                      </p:cBhvr>
                                      <p:to>
                                        <p:strVal val="visible"/>
                                      </p:to>
                                    </p:set>
                                  </p:childTnLst>
                                </p:cTn>
                              </p:par>
                            </p:childTnLst>
                          </p:cTn>
                        </p:par>
                      </p:childTnLst>
                    </p:cTn>
                  </p:par>
                  <p:par>
                    <p:cTn id="60" fill="hold" nodeType="clickPar">
                      <p:stCondLst>
                        <p:cond delay="indefinite"/>
                      </p:stCondLst>
                      <p:childTnLst>
                        <p:par>
                          <p:cTn id="61" fill="hold" nodeType="withGroup">
                            <p:stCondLst>
                              <p:cond delay="0"/>
                            </p:stCondLst>
                            <p:childTnLst>
                              <p:par>
                                <p:cTn id="62" presetID="23" presetClass="entr" presetSubtype="16" fill="hold" nodeType="clickEffect">
                                  <p:stCondLst>
                                    <p:cond delay="0"/>
                                  </p:stCondLst>
                                  <p:childTnLst>
                                    <p:set>
                                      <p:cBhvr>
                                        <p:cTn id="63" dur="1" fill="hold">
                                          <p:stCondLst>
                                            <p:cond delay="0"/>
                                          </p:stCondLst>
                                        </p:cTn>
                                        <p:tgtEl>
                                          <p:spTgt spid="74771"/>
                                        </p:tgtEl>
                                        <p:attrNameLst>
                                          <p:attrName>style.visibility</p:attrName>
                                        </p:attrNameLst>
                                      </p:cBhvr>
                                      <p:to>
                                        <p:strVal val="visible"/>
                                      </p:to>
                                    </p:set>
                                    <p:anim calcmode="lin" valueType="num">
                                      <p:cBhvr>
                                        <p:cTn id="64" dur="500" fill="hold"/>
                                        <p:tgtEl>
                                          <p:spTgt spid="74771"/>
                                        </p:tgtEl>
                                        <p:attrNameLst>
                                          <p:attrName>ppt_w</p:attrName>
                                        </p:attrNameLst>
                                      </p:cBhvr>
                                      <p:tavLst>
                                        <p:tav tm="0">
                                          <p:val>
                                            <p:fltVal val="0"/>
                                          </p:val>
                                        </p:tav>
                                        <p:tav tm="100000">
                                          <p:val>
                                            <p:strVal val="#ppt_w"/>
                                          </p:val>
                                        </p:tav>
                                      </p:tavLst>
                                    </p:anim>
                                    <p:anim calcmode="lin" valueType="num">
                                      <p:cBhvr>
                                        <p:cTn id="65" dur="500" fill="hold"/>
                                        <p:tgtEl>
                                          <p:spTgt spid="74771"/>
                                        </p:tgtEl>
                                        <p:attrNameLst>
                                          <p:attrName>ppt_h</p:attrName>
                                        </p:attrNameLst>
                                      </p:cBhvr>
                                      <p:tavLst>
                                        <p:tav tm="0">
                                          <p:val>
                                            <p:fltVal val="0"/>
                                          </p:val>
                                        </p:tav>
                                        <p:tav tm="100000">
                                          <p:val>
                                            <p:strVal val="#ppt_h"/>
                                          </p:val>
                                        </p:tav>
                                      </p:tavLst>
                                    </p:anim>
                                  </p:childTnLst>
                                </p:cTn>
                              </p:par>
                            </p:childTnLst>
                          </p:cTn>
                        </p:par>
                      </p:childTnLst>
                    </p:cTn>
                  </p:par>
                  <p:par>
                    <p:cTn id="66" fill="hold" nodeType="clickPar">
                      <p:stCondLst>
                        <p:cond delay="indefinite"/>
                      </p:stCondLst>
                      <p:childTnLst>
                        <p:par>
                          <p:cTn id="67" fill="hold" nodeType="withGroup">
                            <p:stCondLst>
                              <p:cond delay="0"/>
                            </p:stCondLst>
                            <p:childTnLst>
                              <p:par>
                                <p:cTn id="68" presetID="1" presetClass="entr" presetSubtype="0" fill="hold" nodeType="clickEffect">
                                  <p:stCondLst>
                                    <p:cond delay="0"/>
                                  </p:stCondLst>
                                  <p:childTnLst>
                                    <p:set>
                                      <p:cBhvr>
                                        <p:cTn id="69" dur="1" fill="hold">
                                          <p:stCondLst>
                                            <p:cond delay="499"/>
                                          </p:stCondLst>
                                        </p:cTn>
                                        <p:tgtEl>
                                          <p:spTgt spid="74767"/>
                                        </p:tgtEl>
                                        <p:attrNameLst>
                                          <p:attrName>style.visibility</p:attrName>
                                        </p:attrNameLst>
                                      </p:cBhvr>
                                      <p:to>
                                        <p:strVal val="visible"/>
                                      </p:to>
                                    </p:set>
                                  </p:childTnLst>
                                </p:cTn>
                              </p:par>
                            </p:childTnLst>
                          </p:cTn>
                        </p:par>
                      </p:childTnLst>
                    </p:cTn>
                  </p:par>
                  <p:par>
                    <p:cTn id="70" fill="hold" nodeType="clickPar">
                      <p:stCondLst>
                        <p:cond delay="indefinite"/>
                      </p:stCondLst>
                      <p:childTnLst>
                        <p:par>
                          <p:cTn id="71" fill="hold" nodeType="withGroup">
                            <p:stCondLst>
                              <p:cond delay="0"/>
                            </p:stCondLst>
                            <p:childTnLst>
                              <p:par>
                                <p:cTn id="72" presetID="1" presetClass="entr" presetSubtype="0" fill="hold" nodeType="clickEffect">
                                  <p:stCondLst>
                                    <p:cond delay="0"/>
                                  </p:stCondLst>
                                  <p:childTnLst>
                                    <p:set>
                                      <p:cBhvr>
                                        <p:cTn id="73" dur="1" fill="hold">
                                          <p:stCondLst>
                                            <p:cond delay="499"/>
                                          </p:stCondLst>
                                        </p:cTn>
                                        <p:tgtEl>
                                          <p:spTgt spid="74768"/>
                                        </p:tgtEl>
                                        <p:attrNameLst>
                                          <p:attrName>style.visibility</p:attrName>
                                        </p:attrNameLst>
                                      </p:cBhvr>
                                      <p:to>
                                        <p:strVal val="visible"/>
                                      </p:to>
                                    </p:set>
                                  </p:childTnLst>
                                </p:cTn>
                              </p:par>
                            </p:childTnLst>
                          </p:cTn>
                        </p:par>
                      </p:childTnLst>
                    </p:cTn>
                  </p:par>
                  <p:par>
                    <p:cTn id="74" fill="hold" nodeType="clickPar">
                      <p:stCondLst>
                        <p:cond delay="indefinite"/>
                      </p:stCondLst>
                      <p:childTnLst>
                        <p:par>
                          <p:cTn id="75" fill="hold" nodeType="withGroup">
                            <p:stCondLst>
                              <p:cond delay="0"/>
                            </p:stCondLst>
                            <p:childTnLst>
                              <p:par>
                                <p:cTn id="76" presetID="23" presetClass="entr" presetSubtype="16" fill="hold" nodeType="clickEffect">
                                  <p:stCondLst>
                                    <p:cond delay="0"/>
                                  </p:stCondLst>
                                  <p:childTnLst>
                                    <p:set>
                                      <p:cBhvr>
                                        <p:cTn id="77" dur="1" fill="hold">
                                          <p:stCondLst>
                                            <p:cond delay="0"/>
                                          </p:stCondLst>
                                        </p:cTn>
                                        <p:tgtEl>
                                          <p:spTgt spid="74772"/>
                                        </p:tgtEl>
                                        <p:attrNameLst>
                                          <p:attrName>style.visibility</p:attrName>
                                        </p:attrNameLst>
                                      </p:cBhvr>
                                      <p:to>
                                        <p:strVal val="visible"/>
                                      </p:to>
                                    </p:set>
                                    <p:anim calcmode="lin" valueType="num">
                                      <p:cBhvr>
                                        <p:cTn id="78" dur="500" fill="hold"/>
                                        <p:tgtEl>
                                          <p:spTgt spid="74772"/>
                                        </p:tgtEl>
                                        <p:attrNameLst>
                                          <p:attrName>ppt_w</p:attrName>
                                        </p:attrNameLst>
                                      </p:cBhvr>
                                      <p:tavLst>
                                        <p:tav tm="0">
                                          <p:val>
                                            <p:fltVal val="0"/>
                                          </p:val>
                                        </p:tav>
                                        <p:tav tm="100000">
                                          <p:val>
                                            <p:strVal val="#ppt_w"/>
                                          </p:val>
                                        </p:tav>
                                      </p:tavLst>
                                    </p:anim>
                                    <p:anim calcmode="lin" valueType="num">
                                      <p:cBhvr>
                                        <p:cTn id="79" dur="500" fill="hold"/>
                                        <p:tgtEl>
                                          <p:spTgt spid="74772"/>
                                        </p:tgtEl>
                                        <p:attrNameLst>
                                          <p:attrName>ppt_h</p:attrName>
                                        </p:attrNameLst>
                                      </p:cBhvr>
                                      <p:tavLst>
                                        <p:tav tm="0">
                                          <p:val>
                                            <p:fltVal val="0"/>
                                          </p:val>
                                        </p:tav>
                                        <p:tav tm="100000">
                                          <p:val>
                                            <p:strVal val="#ppt_h"/>
                                          </p:val>
                                        </p:tav>
                                      </p:tavLst>
                                    </p:anim>
                                  </p:childTnLst>
                                </p:cTn>
                              </p:par>
                            </p:childTnLst>
                          </p:cTn>
                        </p:par>
                      </p:childTnLst>
                    </p:cTn>
                  </p:par>
                  <p:par>
                    <p:cTn id="80" fill="hold" nodeType="clickPar">
                      <p:stCondLst>
                        <p:cond delay="indefinite"/>
                      </p:stCondLst>
                      <p:childTnLst>
                        <p:par>
                          <p:cTn id="81" fill="hold" nodeType="withGroup">
                            <p:stCondLst>
                              <p:cond delay="0"/>
                            </p:stCondLst>
                            <p:childTnLst>
                              <p:par>
                                <p:cTn id="82" presetID="1" presetClass="entr" presetSubtype="0" fill="hold" nodeType="clickEffect">
                                  <p:stCondLst>
                                    <p:cond delay="0"/>
                                  </p:stCondLst>
                                  <p:childTnLst>
                                    <p:set>
                                      <p:cBhvr>
                                        <p:cTn id="83" dur="1" fill="hold">
                                          <p:stCondLst>
                                            <p:cond delay="499"/>
                                          </p:stCondLst>
                                        </p:cTn>
                                        <p:tgtEl>
                                          <p:spTgt spid="74769"/>
                                        </p:tgtEl>
                                        <p:attrNameLst>
                                          <p:attrName>style.visibility</p:attrName>
                                        </p:attrNameLst>
                                      </p:cBhvr>
                                      <p:to>
                                        <p:strVal val="visible"/>
                                      </p:to>
                                    </p:set>
                                  </p:childTnLst>
                                </p:cTn>
                              </p:par>
                            </p:childTnLst>
                          </p:cTn>
                        </p:par>
                      </p:childTnLst>
                    </p:cTn>
                  </p:par>
                  <p:par>
                    <p:cTn id="84" fill="hold" nodeType="clickPar">
                      <p:stCondLst>
                        <p:cond delay="indefinite"/>
                      </p:stCondLst>
                      <p:childTnLst>
                        <p:par>
                          <p:cTn id="85" fill="hold" nodeType="withGroup">
                            <p:stCondLst>
                              <p:cond delay="0"/>
                            </p:stCondLst>
                            <p:childTnLst>
                              <p:par>
                                <p:cTn id="86" presetID="1" presetClass="entr" presetSubtype="0" fill="hold" nodeType="clickEffect">
                                  <p:stCondLst>
                                    <p:cond delay="0"/>
                                  </p:stCondLst>
                                  <p:childTnLst>
                                    <p:set>
                                      <p:cBhvr>
                                        <p:cTn id="87" dur="1" fill="hold">
                                          <p:stCondLst>
                                            <p:cond delay="499"/>
                                          </p:stCondLst>
                                        </p:cTn>
                                        <p:tgtEl>
                                          <p:spTgt spid="74770"/>
                                        </p:tgtEl>
                                        <p:attrNameLst>
                                          <p:attrName>style.visibility</p:attrName>
                                        </p:attrNameLst>
                                      </p:cBhvr>
                                      <p:to>
                                        <p:strVal val="visible"/>
                                      </p:to>
                                    </p:set>
                                  </p:childTnLst>
                                </p:cTn>
                              </p:par>
                            </p:childTnLst>
                          </p:cTn>
                        </p:par>
                      </p:childTnLst>
                    </p:cTn>
                  </p:par>
                  <p:par>
                    <p:cTn id="88" fill="hold" nodeType="clickPar">
                      <p:stCondLst>
                        <p:cond delay="indefinite"/>
                      </p:stCondLst>
                      <p:childTnLst>
                        <p:par>
                          <p:cTn id="89" fill="hold" nodeType="withGroup">
                            <p:stCondLst>
                              <p:cond delay="0"/>
                            </p:stCondLst>
                            <p:childTnLst>
                              <p:par>
                                <p:cTn id="90" presetID="5" presetClass="entr" presetSubtype="10" fill="hold" grpId="0" nodeType="clickEffect">
                                  <p:stCondLst>
                                    <p:cond delay="0"/>
                                  </p:stCondLst>
                                  <p:iterate type="lt">
                                    <p:tmPct val="100000"/>
                                  </p:iterate>
                                  <p:childTnLst>
                                    <p:set>
                                      <p:cBhvr>
                                        <p:cTn id="91" dur="1" fill="hold">
                                          <p:stCondLst>
                                            <p:cond delay="0"/>
                                          </p:stCondLst>
                                        </p:cTn>
                                        <p:tgtEl>
                                          <p:spTgt spid="74759"/>
                                        </p:tgtEl>
                                        <p:attrNameLst>
                                          <p:attrName>style.visibility</p:attrName>
                                        </p:attrNameLst>
                                      </p:cBhvr>
                                      <p:to>
                                        <p:strVal val="visible"/>
                                      </p:to>
                                    </p:set>
                                    <p:animEffect transition="in" filter="checkerboard(across)">
                                      <p:cBhvr>
                                        <p:cTn id="92" dur="75"/>
                                        <p:tgtEl>
                                          <p:spTgt spid="747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4" grpId="0" autoUpdateAnimBg="0"/>
      <p:bldP spid="74759"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1" name="日期占位符 2">
            <a:extLst>
              <a:ext uri="{FF2B5EF4-FFF2-40B4-BE49-F238E27FC236}">
                <a16:creationId xmlns:a16="http://schemas.microsoft.com/office/drawing/2014/main" id="{88FE310A-41EE-4723-BA7E-FECCD8028858}"/>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4434408-B2FA-4556-AB50-08A72A0093C6}" type="datetime1">
              <a:rPr lang="zh-CN" altLang="en-US" smtClean="0"/>
              <a:pPr eaLnBrk="1" hangingPunct="1"/>
              <a:t>2025/2/28</a:t>
            </a:fld>
            <a:endParaRPr lang="en-US" altLang="zh-CN"/>
          </a:p>
        </p:txBody>
      </p:sp>
      <p:sp>
        <p:nvSpPr>
          <p:cNvPr id="9222" name="页脚占位符 3">
            <a:extLst>
              <a:ext uri="{FF2B5EF4-FFF2-40B4-BE49-F238E27FC236}">
                <a16:creationId xmlns:a16="http://schemas.microsoft.com/office/drawing/2014/main" id="{6C905C91-10B6-4653-971E-1B53C0124F9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(共20页)</a:t>
            </a:r>
          </a:p>
        </p:txBody>
      </p:sp>
      <p:sp>
        <p:nvSpPr>
          <p:cNvPr id="9223" name="灯片编号占位符 4">
            <a:extLst>
              <a:ext uri="{FF2B5EF4-FFF2-40B4-BE49-F238E27FC236}">
                <a16:creationId xmlns:a16="http://schemas.microsoft.com/office/drawing/2014/main" id="{A754FB41-1B02-4D0E-A94E-2EA3F6F00B4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A4AE419-F687-46A8-AE45-0D8AAB358721}" type="slidenum">
              <a:rPr lang="en-US" altLang="zh-CN"/>
              <a:pPr eaLnBrk="1" hangingPunct="1"/>
              <a:t>12</a:t>
            </a:fld>
            <a:endParaRPr lang="en-US" altLang="zh-CN"/>
          </a:p>
        </p:txBody>
      </p:sp>
      <p:sp>
        <p:nvSpPr>
          <p:cNvPr id="9224" name="Rectangle 2">
            <a:extLst>
              <a:ext uri="{FF2B5EF4-FFF2-40B4-BE49-F238E27FC236}">
                <a16:creationId xmlns:a16="http://schemas.microsoft.com/office/drawing/2014/main" id="{6605DC43-A7A3-45AE-ABA8-EA99ABC81403}"/>
              </a:ext>
            </a:extLst>
          </p:cNvPr>
          <p:cNvSpPr>
            <a:spLocks noGrp="1" noChangeArrowheads="1"/>
          </p:cNvSpPr>
          <p:nvPr>
            <p:ph type="title"/>
          </p:nvPr>
        </p:nvSpPr>
        <p:spPr>
          <a:noFill/>
        </p:spPr>
        <p:txBody>
          <a:bodyPr/>
          <a:lstStyle/>
          <a:p>
            <a:pPr algn="l" eaLnBrk="1" hangingPunct="1"/>
            <a:r>
              <a:rPr lang="zh-CN" altLang="en-US">
                <a:solidFill>
                  <a:srgbClr val="0000FF"/>
                </a:solidFill>
              </a:rPr>
              <a:t>三阶行列式</a:t>
            </a:r>
          </a:p>
        </p:txBody>
      </p:sp>
      <p:sp>
        <p:nvSpPr>
          <p:cNvPr id="75779" name="Text Box 3">
            <a:extLst>
              <a:ext uri="{FF2B5EF4-FFF2-40B4-BE49-F238E27FC236}">
                <a16:creationId xmlns:a16="http://schemas.microsoft.com/office/drawing/2014/main" id="{E23562F7-8707-41BF-8266-4FD3298195CD}"/>
              </a:ext>
            </a:extLst>
          </p:cNvPr>
          <p:cNvSpPr txBox="1">
            <a:spLocks noChangeArrowheads="1"/>
          </p:cNvSpPr>
          <p:nvPr/>
        </p:nvSpPr>
        <p:spPr bwMode="auto">
          <a:xfrm>
            <a:off x="914400" y="1600200"/>
            <a:ext cx="1219200" cy="519113"/>
          </a:xfrm>
          <a:prstGeom prst="rect">
            <a:avLst/>
          </a:prstGeom>
          <a:noFill/>
          <a:ln w="9525">
            <a:noFill/>
            <a:miter lim="800000"/>
            <a:headEnd/>
            <a:tailEnd/>
          </a:ln>
          <a:effectLst/>
        </p:spPr>
        <p:txBody>
          <a:bodyPr>
            <a:spAutoFit/>
          </a:bodyPr>
          <a:lstStyle/>
          <a:p>
            <a:pPr>
              <a:spcBef>
                <a:spcPct val="50000"/>
              </a:spcBef>
              <a:defRPr/>
            </a:pPr>
            <a:r>
              <a:rPr kumimoji="1" lang="zh-CN" altLang="en-US" sz="2800" b="1">
                <a:solidFill>
                  <a:srgbClr val="0000FF"/>
                </a:solidFill>
                <a:effectLst>
                  <a:outerShdw blurRad="38100" dist="38100" dir="2700000" algn="tl">
                    <a:srgbClr val="C0C0C0"/>
                  </a:outerShdw>
                </a:effectLst>
                <a:latin typeface="Times New Roman" pitchFamily="18" charset="0"/>
                <a:ea typeface="黑体" pitchFamily="2" charset="-122"/>
              </a:rPr>
              <a:t>定义</a:t>
            </a:r>
          </a:p>
        </p:txBody>
      </p:sp>
      <p:graphicFrame>
        <p:nvGraphicFramePr>
          <p:cNvPr id="75780" name="Object 4">
            <a:extLst>
              <a:ext uri="{FF2B5EF4-FFF2-40B4-BE49-F238E27FC236}">
                <a16:creationId xmlns:a16="http://schemas.microsoft.com/office/drawing/2014/main" id="{4C75603D-0604-427E-918E-A23AE16623B0}"/>
              </a:ext>
            </a:extLst>
          </p:cNvPr>
          <p:cNvGraphicFramePr>
            <a:graphicFrameLocks noChangeAspect="1"/>
          </p:cNvGraphicFramePr>
          <p:nvPr/>
        </p:nvGraphicFramePr>
        <p:xfrm>
          <a:off x="2159000" y="1676400"/>
          <a:ext cx="5600700" cy="2070100"/>
        </p:xfrm>
        <a:graphic>
          <a:graphicData uri="http://schemas.openxmlformats.org/presentationml/2006/ole">
            <mc:AlternateContent xmlns:mc="http://schemas.openxmlformats.org/markup-compatibility/2006">
              <mc:Choice xmlns:v="urn:schemas-microsoft-com:vml" Requires="v">
                <p:oleObj spid="_x0000_s11278" name="Equation" r:id="rId3" imgW="5600520" imgH="2070000" progId="Equation.3">
                  <p:embed/>
                </p:oleObj>
              </mc:Choice>
              <mc:Fallback>
                <p:oleObj name="Equation" r:id="rId3" imgW="5600520" imgH="2070000" progId="Equation.3">
                  <p:embed/>
                  <p:pic>
                    <p:nvPicPr>
                      <p:cNvPr id="75780" name="Object 4">
                        <a:extLst>
                          <a:ext uri="{FF2B5EF4-FFF2-40B4-BE49-F238E27FC236}">
                            <a16:creationId xmlns:a16="http://schemas.microsoft.com/office/drawing/2014/main" id="{4C75603D-0604-427E-918E-A23AE16623B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9000" y="1676400"/>
                        <a:ext cx="5600700" cy="2070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5781" name="Text Box 5">
            <a:extLst>
              <a:ext uri="{FF2B5EF4-FFF2-40B4-BE49-F238E27FC236}">
                <a16:creationId xmlns:a16="http://schemas.microsoft.com/office/drawing/2014/main" id="{908CF150-2ACB-4114-B559-C5B6C063A28C}"/>
              </a:ext>
            </a:extLst>
          </p:cNvPr>
          <p:cNvSpPr txBox="1">
            <a:spLocks noChangeArrowheads="1"/>
          </p:cNvSpPr>
          <p:nvPr/>
        </p:nvSpPr>
        <p:spPr bwMode="auto">
          <a:xfrm>
            <a:off x="914400" y="3352800"/>
            <a:ext cx="1143000" cy="519113"/>
          </a:xfrm>
          <a:prstGeom prst="rect">
            <a:avLst/>
          </a:prstGeom>
          <a:noFill/>
          <a:ln w="9525">
            <a:noFill/>
            <a:miter lim="800000"/>
            <a:headEnd/>
            <a:tailEnd/>
          </a:ln>
          <a:effectLst/>
        </p:spPr>
        <p:txBody>
          <a:bodyPr>
            <a:spAutoFit/>
          </a:bodyPr>
          <a:lstStyle/>
          <a:p>
            <a:pPr>
              <a:spcBef>
                <a:spcPct val="50000"/>
              </a:spcBef>
              <a:defRPr/>
            </a:pPr>
            <a:r>
              <a:rPr kumimoji="1" lang="zh-CN" altLang="en-US" sz="2800" b="1">
                <a:solidFill>
                  <a:srgbClr val="0000FF"/>
                </a:solidFill>
                <a:effectLst>
                  <a:outerShdw blurRad="38100" dist="38100" dir="2700000" algn="tl">
                    <a:srgbClr val="C0C0C0"/>
                  </a:outerShdw>
                </a:effectLst>
                <a:latin typeface="Times New Roman" pitchFamily="18" charset="0"/>
                <a:ea typeface="黑体" pitchFamily="2" charset="-122"/>
              </a:rPr>
              <a:t>记</a:t>
            </a:r>
          </a:p>
        </p:txBody>
      </p:sp>
      <p:graphicFrame>
        <p:nvGraphicFramePr>
          <p:cNvPr id="75782" name="Object 6">
            <a:extLst>
              <a:ext uri="{FF2B5EF4-FFF2-40B4-BE49-F238E27FC236}">
                <a16:creationId xmlns:a16="http://schemas.microsoft.com/office/drawing/2014/main" id="{85A77E68-EB77-4E7C-8DE1-25AABAB35B56}"/>
              </a:ext>
            </a:extLst>
          </p:cNvPr>
          <p:cNvGraphicFramePr>
            <a:graphicFrameLocks noChangeAspect="1"/>
          </p:cNvGraphicFramePr>
          <p:nvPr/>
        </p:nvGraphicFramePr>
        <p:xfrm>
          <a:off x="3048000" y="4267200"/>
          <a:ext cx="5448300" cy="1016000"/>
        </p:xfrm>
        <a:graphic>
          <a:graphicData uri="http://schemas.openxmlformats.org/presentationml/2006/ole">
            <mc:AlternateContent xmlns:mc="http://schemas.openxmlformats.org/markup-compatibility/2006">
              <mc:Choice xmlns:v="urn:schemas-microsoft-com:vml" Requires="v">
                <p:oleObj spid="_x0000_s11279" name="Equation" r:id="rId5" imgW="5448240" imgH="1015920" progId="Equation.3">
                  <p:embed/>
                </p:oleObj>
              </mc:Choice>
              <mc:Fallback>
                <p:oleObj name="Equation" r:id="rId5" imgW="5448240" imgH="1015920" progId="Equation.3">
                  <p:embed/>
                  <p:pic>
                    <p:nvPicPr>
                      <p:cNvPr id="75782" name="Object 6">
                        <a:extLst>
                          <a:ext uri="{FF2B5EF4-FFF2-40B4-BE49-F238E27FC236}">
                            <a16:creationId xmlns:a16="http://schemas.microsoft.com/office/drawing/2014/main" id="{85A77E68-EB77-4E7C-8DE1-25AABAB35B5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48000" y="4267200"/>
                        <a:ext cx="5448300" cy="1016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783" name="Object 7">
            <a:extLst>
              <a:ext uri="{FF2B5EF4-FFF2-40B4-BE49-F238E27FC236}">
                <a16:creationId xmlns:a16="http://schemas.microsoft.com/office/drawing/2014/main" id="{9A93214D-3773-4F34-B7DC-46F2DA51F9CA}"/>
              </a:ext>
            </a:extLst>
          </p:cNvPr>
          <p:cNvGraphicFramePr>
            <a:graphicFrameLocks noChangeAspect="1"/>
          </p:cNvGraphicFramePr>
          <p:nvPr/>
        </p:nvGraphicFramePr>
        <p:xfrm>
          <a:off x="914400" y="3886200"/>
          <a:ext cx="2057400" cy="1536700"/>
        </p:xfrm>
        <a:graphic>
          <a:graphicData uri="http://schemas.openxmlformats.org/presentationml/2006/ole">
            <mc:AlternateContent xmlns:mc="http://schemas.openxmlformats.org/markup-compatibility/2006">
              <mc:Choice xmlns:v="urn:schemas-microsoft-com:vml" Requires="v">
                <p:oleObj spid="_x0000_s11280" name="Equation" r:id="rId7" imgW="2057400" imgH="1536480" progId="Equation.3">
                  <p:embed/>
                </p:oleObj>
              </mc:Choice>
              <mc:Fallback>
                <p:oleObj name="Equation" r:id="rId7" imgW="2057400" imgH="1536480" progId="Equation.3">
                  <p:embed/>
                  <p:pic>
                    <p:nvPicPr>
                      <p:cNvPr id="75783" name="Object 7">
                        <a:extLst>
                          <a:ext uri="{FF2B5EF4-FFF2-40B4-BE49-F238E27FC236}">
                            <a16:creationId xmlns:a16="http://schemas.microsoft.com/office/drawing/2014/main" id="{9A93214D-3773-4F34-B7DC-46F2DA51F9C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14400" y="3886200"/>
                        <a:ext cx="2057400" cy="1536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5784" name="Rectangle 8">
            <a:extLst>
              <a:ext uri="{FF2B5EF4-FFF2-40B4-BE49-F238E27FC236}">
                <a16:creationId xmlns:a16="http://schemas.microsoft.com/office/drawing/2014/main" id="{BB421B32-9254-4A38-9B3F-EEBA67F73474}"/>
              </a:ext>
            </a:extLst>
          </p:cNvPr>
          <p:cNvSpPr>
            <a:spLocks noChangeArrowheads="1"/>
          </p:cNvSpPr>
          <p:nvPr/>
        </p:nvSpPr>
        <p:spPr bwMode="auto">
          <a:xfrm>
            <a:off x="685800" y="5638800"/>
            <a:ext cx="7185025" cy="519113"/>
          </a:xfrm>
          <a:prstGeom prst="rect">
            <a:avLst/>
          </a:prstGeom>
          <a:noFill/>
          <a:ln w="9525">
            <a:noFill/>
            <a:miter lim="800000"/>
            <a:headEnd/>
            <a:tailEnd/>
          </a:ln>
          <a:effectLst/>
        </p:spPr>
        <p:txBody>
          <a:bodyPr wrap="none">
            <a:spAutoFit/>
          </a:bodyPr>
          <a:lstStyle/>
          <a:p>
            <a:pPr>
              <a:defRPr/>
            </a:pPr>
            <a:r>
              <a:rPr kumimoji="1" lang="zh-CN" altLang="en-US" sz="2800" b="1">
                <a:latin typeface="黑体" pitchFamily="2" charset="-122"/>
                <a:ea typeface="黑体" pitchFamily="2" charset="-122"/>
              </a:rPr>
              <a:t>（</a:t>
            </a:r>
            <a:r>
              <a:rPr kumimoji="1" lang="en-US" altLang="zh-CN" sz="2800" b="1">
                <a:latin typeface="黑体" pitchFamily="2" charset="-122"/>
                <a:ea typeface="黑体" pitchFamily="2" charset="-122"/>
              </a:rPr>
              <a:t>6</a:t>
            </a:r>
            <a:r>
              <a:rPr kumimoji="1" lang="zh-CN" altLang="en-US" sz="2800" b="1">
                <a:latin typeface="黑体" pitchFamily="2" charset="-122"/>
                <a:ea typeface="黑体" pitchFamily="2" charset="-122"/>
              </a:rPr>
              <a:t>）式称为数表（</a:t>
            </a:r>
            <a:r>
              <a:rPr kumimoji="1" lang="en-US" altLang="zh-CN" sz="2800" b="1">
                <a:latin typeface="黑体" pitchFamily="2" charset="-122"/>
                <a:ea typeface="黑体" pitchFamily="2" charset="-122"/>
              </a:rPr>
              <a:t>5</a:t>
            </a:r>
            <a:r>
              <a:rPr kumimoji="1" lang="zh-CN" altLang="en-US" sz="2800" b="1">
                <a:latin typeface="黑体" pitchFamily="2" charset="-122"/>
                <a:ea typeface="黑体" pitchFamily="2" charset="-122"/>
              </a:rPr>
              <a:t>）所确定的</a:t>
            </a:r>
            <a:r>
              <a:rPr kumimoji="1" lang="zh-CN" altLang="en-US" sz="2800" b="1">
                <a:solidFill>
                  <a:srgbClr val="0000FF"/>
                </a:solidFill>
                <a:effectLst>
                  <a:outerShdw blurRad="38100" dist="38100" dir="2700000" algn="tl">
                    <a:srgbClr val="C0C0C0"/>
                  </a:outerShdw>
                </a:effectLst>
                <a:latin typeface="黑体" pitchFamily="2" charset="-122"/>
                <a:ea typeface="黑体" pitchFamily="2" charset="-122"/>
              </a:rPr>
              <a:t>三阶行列式</a:t>
            </a:r>
            <a:r>
              <a:rPr kumimoji="1" lang="en-US" altLang="zh-CN" sz="2800" b="1">
                <a:latin typeface="宋体" pitchFamily="2" charset="-122"/>
              </a:rPr>
              <a:t>.</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5779"/>
                                        </p:tgtEl>
                                        <p:attrNameLst>
                                          <p:attrName>style.visibility</p:attrName>
                                        </p:attrNameLst>
                                      </p:cBhvr>
                                      <p:to>
                                        <p:strVal val="visible"/>
                                      </p:to>
                                    </p:set>
                                    <p:animEffect transition="in" filter="wipe(left)">
                                      <p:cBhvr>
                                        <p:cTn id="7" dur="500"/>
                                        <p:tgtEl>
                                          <p:spTgt spid="7577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75780"/>
                                        </p:tgtEl>
                                        <p:attrNameLst>
                                          <p:attrName>style.visibility</p:attrName>
                                        </p:attrNameLst>
                                      </p:cBhvr>
                                      <p:to>
                                        <p:strVal val="visible"/>
                                      </p:to>
                                    </p:set>
                                    <p:animEffect transition="in" filter="wipe(left)">
                                      <p:cBhvr>
                                        <p:cTn id="12" dur="500"/>
                                        <p:tgtEl>
                                          <p:spTgt spid="7578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5781"/>
                                        </p:tgtEl>
                                        <p:attrNameLst>
                                          <p:attrName>style.visibility</p:attrName>
                                        </p:attrNameLst>
                                      </p:cBhvr>
                                      <p:to>
                                        <p:strVal val="visible"/>
                                      </p:to>
                                    </p:set>
                                    <p:animEffect transition="in" filter="wipe(left)">
                                      <p:cBhvr>
                                        <p:cTn id="17" dur="500"/>
                                        <p:tgtEl>
                                          <p:spTgt spid="7578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75783"/>
                                        </p:tgtEl>
                                        <p:attrNameLst>
                                          <p:attrName>style.visibility</p:attrName>
                                        </p:attrNameLst>
                                      </p:cBhvr>
                                      <p:to>
                                        <p:strVal val="visible"/>
                                      </p:to>
                                    </p:set>
                                    <p:animEffect transition="in" filter="wipe(left)">
                                      <p:cBhvr>
                                        <p:cTn id="22" dur="500"/>
                                        <p:tgtEl>
                                          <p:spTgt spid="7578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75782"/>
                                        </p:tgtEl>
                                        <p:attrNameLst>
                                          <p:attrName>style.visibility</p:attrName>
                                        </p:attrNameLst>
                                      </p:cBhvr>
                                      <p:to>
                                        <p:strVal val="visible"/>
                                      </p:to>
                                    </p:set>
                                    <p:animEffect transition="in" filter="wipe(left)">
                                      <p:cBhvr>
                                        <p:cTn id="27" dur="500"/>
                                        <p:tgtEl>
                                          <p:spTgt spid="75782"/>
                                        </p:tgtEl>
                                      </p:cBhvr>
                                    </p:animEffect>
                                  </p:childTnLst>
                                </p:cTn>
                              </p:par>
                            </p:childTnLst>
                          </p:cTn>
                        </p:par>
                        <p:par>
                          <p:cTn id="28" fill="hold" nodeType="afterGroup">
                            <p:stCondLst>
                              <p:cond delay="500"/>
                            </p:stCondLst>
                            <p:childTnLst>
                              <p:par>
                                <p:cTn id="29" presetID="22" presetClass="entr" presetSubtype="8" fill="hold" grpId="0" nodeType="afterEffect">
                                  <p:stCondLst>
                                    <p:cond delay="0"/>
                                  </p:stCondLst>
                                  <p:iterate type="lt">
                                    <p:tmPct val="100000"/>
                                  </p:iterate>
                                  <p:childTnLst>
                                    <p:set>
                                      <p:cBhvr>
                                        <p:cTn id="30" dur="1" fill="hold">
                                          <p:stCondLst>
                                            <p:cond delay="0"/>
                                          </p:stCondLst>
                                        </p:cTn>
                                        <p:tgtEl>
                                          <p:spTgt spid="75784"/>
                                        </p:tgtEl>
                                        <p:attrNameLst>
                                          <p:attrName>style.visibility</p:attrName>
                                        </p:attrNameLst>
                                      </p:cBhvr>
                                      <p:to>
                                        <p:strVal val="visible"/>
                                      </p:to>
                                    </p:set>
                                    <p:animEffect transition="in" filter="wipe(left)">
                                      <p:cBhvr>
                                        <p:cTn id="31" dur="75"/>
                                        <p:tgtEl>
                                          <p:spTgt spid="757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9" grpId="0" autoUpdateAnimBg="0"/>
      <p:bldP spid="75781" grpId="0" autoUpdateAnimBg="0"/>
      <p:bldP spid="75784"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4" name="日期占位符 2">
            <a:extLst>
              <a:ext uri="{FF2B5EF4-FFF2-40B4-BE49-F238E27FC236}">
                <a16:creationId xmlns:a16="http://schemas.microsoft.com/office/drawing/2014/main" id="{6A1F7D38-ABB4-4BA4-9396-763A8E3D8ED9}"/>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5FFFFAF-91B0-4DB9-ABAA-DF96390294FE}" type="datetime1">
              <a:rPr lang="zh-CN" altLang="en-US" smtClean="0"/>
              <a:pPr eaLnBrk="1" hangingPunct="1"/>
              <a:t>2025/2/28</a:t>
            </a:fld>
            <a:endParaRPr lang="en-US" altLang="zh-CN"/>
          </a:p>
        </p:txBody>
      </p:sp>
      <p:sp>
        <p:nvSpPr>
          <p:cNvPr id="10255" name="页脚占位符 3">
            <a:extLst>
              <a:ext uri="{FF2B5EF4-FFF2-40B4-BE49-F238E27FC236}">
                <a16:creationId xmlns:a16="http://schemas.microsoft.com/office/drawing/2014/main" id="{278136D2-30D7-42DA-B17A-833329DD158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(共20页)</a:t>
            </a:r>
          </a:p>
        </p:txBody>
      </p:sp>
      <p:sp>
        <p:nvSpPr>
          <p:cNvPr id="10256" name="灯片编号占位符 4">
            <a:extLst>
              <a:ext uri="{FF2B5EF4-FFF2-40B4-BE49-F238E27FC236}">
                <a16:creationId xmlns:a16="http://schemas.microsoft.com/office/drawing/2014/main" id="{1D30A3B9-2497-493C-BBF8-18FB0070ED8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4E557BC-F073-4A93-B558-ED96B3A1CF76}" type="slidenum">
              <a:rPr lang="en-US" altLang="zh-CN"/>
              <a:pPr eaLnBrk="1" hangingPunct="1"/>
              <a:t>13</a:t>
            </a:fld>
            <a:endParaRPr lang="en-US" altLang="zh-CN"/>
          </a:p>
        </p:txBody>
      </p:sp>
      <p:graphicFrame>
        <p:nvGraphicFramePr>
          <p:cNvPr id="76802" name="Object 2">
            <a:extLst>
              <a:ext uri="{FF2B5EF4-FFF2-40B4-BE49-F238E27FC236}">
                <a16:creationId xmlns:a16="http://schemas.microsoft.com/office/drawing/2014/main" id="{A7DE9947-9240-41D4-B365-700E429897CC}"/>
              </a:ext>
            </a:extLst>
          </p:cNvPr>
          <p:cNvGraphicFramePr>
            <a:graphicFrameLocks noChangeAspect="1"/>
          </p:cNvGraphicFramePr>
          <p:nvPr/>
        </p:nvGraphicFramePr>
        <p:xfrm>
          <a:off x="5638800" y="3048000"/>
          <a:ext cx="1363663" cy="1498600"/>
        </p:xfrm>
        <a:graphic>
          <a:graphicData uri="http://schemas.openxmlformats.org/presentationml/2006/ole">
            <mc:AlternateContent xmlns:mc="http://schemas.openxmlformats.org/markup-compatibility/2006">
              <mc:Choice xmlns:v="urn:schemas-microsoft-com:vml" Requires="v">
                <p:oleObj spid="_x0000_s12338" name="Equation" r:id="rId3" imgW="1218960" imgH="1498320" progId="Equation.3">
                  <p:embed/>
                </p:oleObj>
              </mc:Choice>
              <mc:Fallback>
                <p:oleObj name="Equation" r:id="rId3" imgW="1218960" imgH="1498320" progId="Equation.3">
                  <p:embed/>
                  <p:pic>
                    <p:nvPicPr>
                      <p:cNvPr id="76802" name="Object 2">
                        <a:extLst>
                          <a:ext uri="{FF2B5EF4-FFF2-40B4-BE49-F238E27FC236}">
                            <a16:creationId xmlns:a16="http://schemas.microsoft.com/office/drawing/2014/main" id="{A7DE9947-9240-41D4-B365-700E429897C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38800" y="3048000"/>
                        <a:ext cx="1363663" cy="1498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6803" name="Line 3">
            <a:extLst>
              <a:ext uri="{FF2B5EF4-FFF2-40B4-BE49-F238E27FC236}">
                <a16:creationId xmlns:a16="http://schemas.microsoft.com/office/drawing/2014/main" id="{C1808026-BBE8-4FCC-838F-47E7A1191007}"/>
              </a:ext>
            </a:extLst>
          </p:cNvPr>
          <p:cNvSpPr>
            <a:spLocks noChangeShapeType="1"/>
          </p:cNvSpPr>
          <p:nvPr/>
        </p:nvSpPr>
        <p:spPr bwMode="auto">
          <a:xfrm>
            <a:off x="3657600" y="3352800"/>
            <a:ext cx="457200" cy="45720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76804" name="Line 4">
            <a:extLst>
              <a:ext uri="{FF2B5EF4-FFF2-40B4-BE49-F238E27FC236}">
                <a16:creationId xmlns:a16="http://schemas.microsoft.com/office/drawing/2014/main" id="{40FC773B-CB63-4F40-B5CB-54BFEF3F75AF}"/>
              </a:ext>
            </a:extLst>
          </p:cNvPr>
          <p:cNvSpPr>
            <a:spLocks noChangeShapeType="1"/>
          </p:cNvSpPr>
          <p:nvPr/>
        </p:nvSpPr>
        <p:spPr bwMode="auto">
          <a:xfrm>
            <a:off x="4419600" y="3886200"/>
            <a:ext cx="457200" cy="45720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76805" name="Line 5">
            <a:extLst>
              <a:ext uri="{FF2B5EF4-FFF2-40B4-BE49-F238E27FC236}">
                <a16:creationId xmlns:a16="http://schemas.microsoft.com/office/drawing/2014/main" id="{B21700C0-EB05-4EFC-85C8-733B2061D3AF}"/>
              </a:ext>
            </a:extLst>
          </p:cNvPr>
          <p:cNvSpPr>
            <a:spLocks noChangeShapeType="1"/>
          </p:cNvSpPr>
          <p:nvPr/>
        </p:nvSpPr>
        <p:spPr bwMode="auto">
          <a:xfrm>
            <a:off x="4495800" y="3276600"/>
            <a:ext cx="381000" cy="38100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76806" name="Line 6">
            <a:extLst>
              <a:ext uri="{FF2B5EF4-FFF2-40B4-BE49-F238E27FC236}">
                <a16:creationId xmlns:a16="http://schemas.microsoft.com/office/drawing/2014/main" id="{F903AE34-45C3-4DE5-B906-84C261D3F904}"/>
              </a:ext>
            </a:extLst>
          </p:cNvPr>
          <p:cNvSpPr>
            <a:spLocks noChangeShapeType="1"/>
          </p:cNvSpPr>
          <p:nvPr/>
        </p:nvSpPr>
        <p:spPr bwMode="auto">
          <a:xfrm>
            <a:off x="5394325" y="3962400"/>
            <a:ext cx="396875" cy="38100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76807" name="Line 7">
            <a:extLst>
              <a:ext uri="{FF2B5EF4-FFF2-40B4-BE49-F238E27FC236}">
                <a16:creationId xmlns:a16="http://schemas.microsoft.com/office/drawing/2014/main" id="{DB671A80-FDC0-4C96-A1C5-B82BF5268CC9}"/>
              </a:ext>
            </a:extLst>
          </p:cNvPr>
          <p:cNvSpPr>
            <a:spLocks noChangeShapeType="1"/>
          </p:cNvSpPr>
          <p:nvPr/>
        </p:nvSpPr>
        <p:spPr bwMode="auto">
          <a:xfrm>
            <a:off x="5334000" y="3276600"/>
            <a:ext cx="457200" cy="45720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76808" name="Line 8">
            <a:extLst>
              <a:ext uri="{FF2B5EF4-FFF2-40B4-BE49-F238E27FC236}">
                <a16:creationId xmlns:a16="http://schemas.microsoft.com/office/drawing/2014/main" id="{EE2F0D31-78B7-4A4E-8D16-2C6BF8E0B3F6}"/>
              </a:ext>
            </a:extLst>
          </p:cNvPr>
          <p:cNvSpPr>
            <a:spLocks noChangeShapeType="1"/>
          </p:cNvSpPr>
          <p:nvPr/>
        </p:nvSpPr>
        <p:spPr bwMode="auto">
          <a:xfrm>
            <a:off x="6019800" y="3810000"/>
            <a:ext cx="457200" cy="45720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76809" name="Line 9">
            <a:extLst>
              <a:ext uri="{FF2B5EF4-FFF2-40B4-BE49-F238E27FC236}">
                <a16:creationId xmlns:a16="http://schemas.microsoft.com/office/drawing/2014/main" id="{B20E2FB6-D62E-4968-A487-E45C821389F2}"/>
              </a:ext>
            </a:extLst>
          </p:cNvPr>
          <p:cNvSpPr>
            <a:spLocks noChangeShapeType="1"/>
          </p:cNvSpPr>
          <p:nvPr/>
        </p:nvSpPr>
        <p:spPr bwMode="auto">
          <a:xfrm>
            <a:off x="5105400" y="4495800"/>
            <a:ext cx="304800" cy="30480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6810" name="Line 10">
            <a:extLst>
              <a:ext uri="{FF2B5EF4-FFF2-40B4-BE49-F238E27FC236}">
                <a16:creationId xmlns:a16="http://schemas.microsoft.com/office/drawing/2014/main" id="{A94C022E-D87D-40A3-B85A-DAA782A6A879}"/>
              </a:ext>
            </a:extLst>
          </p:cNvPr>
          <p:cNvSpPr>
            <a:spLocks noChangeShapeType="1"/>
          </p:cNvSpPr>
          <p:nvPr/>
        </p:nvSpPr>
        <p:spPr bwMode="auto">
          <a:xfrm>
            <a:off x="6096000" y="4495800"/>
            <a:ext cx="304800" cy="30480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6811" name="Line 11">
            <a:extLst>
              <a:ext uri="{FF2B5EF4-FFF2-40B4-BE49-F238E27FC236}">
                <a16:creationId xmlns:a16="http://schemas.microsoft.com/office/drawing/2014/main" id="{153DF55B-F3BC-4F4F-96D5-DFB34409522B}"/>
              </a:ext>
            </a:extLst>
          </p:cNvPr>
          <p:cNvSpPr>
            <a:spLocks noChangeShapeType="1"/>
          </p:cNvSpPr>
          <p:nvPr/>
        </p:nvSpPr>
        <p:spPr bwMode="auto">
          <a:xfrm>
            <a:off x="6705600" y="4419600"/>
            <a:ext cx="304800" cy="30480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76812" name="Object 12">
            <a:extLst>
              <a:ext uri="{FF2B5EF4-FFF2-40B4-BE49-F238E27FC236}">
                <a16:creationId xmlns:a16="http://schemas.microsoft.com/office/drawing/2014/main" id="{AABAF357-3A41-41C0-BD5C-DD4E9E431A59}"/>
              </a:ext>
            </a:extLst>
          </p:cNvPr>
          <p:cNvGraphicFramePr>
            <a:graphicFrameLocks noChangeAspect="1"/>
          </p:cNvGraphicFramePr>
          <p:nvPr/>
        </p:nvGraphicFramePr>
        <p:xfrm>
          <a:off x="5410200" y="4800600"/>
          <a:ext cx="254000" cy="241300"/>
        </p:xfrm>
        <a:graphic>
          <a:graphicData uri="http://schemas.openxmlformats.org/presentationml/2006/ole">
            <mc:AlternateContent xmlns:mc="http://schemas.openxmlformats.org/markup-compatibility/2006">
              <mc:Choice xmlns:v="urn:schemas-microsoft-com:vml" Requires="v">
                <p:oleObj spid="_x0000_s12339" name="Equation" r:id="rId5" imgW="253800" imgH="241200" progId="Equation.3">
                  <p:embed/>
                </p:oleObj>
              </mc:Choice>
              <mc:Fallback>
                <p:oleObj name="Equation" r:id="rId5" imgW="253800" imgH="241200" progId="Equation.3">
                  <p:embed/>
                  <p:pic>
                    <p:nvPicPr>
                      <p:cNvPr id="76812" name="Object 12">
                        <a:extLst>
                          <a:ext uri="{FF2B5EF4-FFF2-40B4-BE49-F238E27FC236}">
                            <a16:creationId xmlns:a16="http://schemas.microsoft.com/office/drawing/2014/main" id="{AABAF357-3A41-41C0-BD5C-DD4E9E431A5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10200" y="4800600"/>
                        <a:ext cx="254000" cy="24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6813" name="Object 13">
            <a:extLst>
              <a:ext uri="{FF2B5EF4-FFF2-40B4-BE49-F238E27FC236}">
                <a16:creationId xmlns:a16="http://schemas.microsoft.com/office/drawing/2014/main" id="{88ED405E-0C63-4201-B3B1-978BB3AD8899}"/>
              </a:ext>
            </a:extLst>
          </p:cNvPr>
          <p:cNvGraphicFramePr>
            <a:graphicFrameLocks noChangeAspect="1"/>
          </p:cNvGraphicFramePr>
          <p:nvPr/>
        </p:nvGraphicFramePr>
        <p:xfrm>
          <a:off x="6324600" y="4800600"/>
          <a:ext cx="254000" cy="241300"/>
        </p:xfrm>
        <a:graphic>
          <a:graphicData uri="http://schemas.openxmlformats.org/presentationml/2006/ole">
            <mc:AlternateContent xmlns:mc="http://schemas.openxmlformats.org/markup-compatibility/2006">
              <mc:Choice xmlns:v="urn:schemas-microsoft-com:vml" Requires="v">
                <p:oleObj spid="_x0000_s12340" name="Equation" r:id="rId7" imgW="253800" imgH="241200" progId="Equation.3">
                  <p:embed/>
                </p:oleObj>
              </mc:Choice>
              <mc:Fallback>
                <p:oleObj name="Equation" r:id="rId7" imgW="253800" imgH="241200" progId="Equation.3">
                  <p:embed/>
                  <p:pic>
                    <p:nvPicPr>
                      <p:cNvPr id="76813" name="Object 13">
                        <a:extLst>
                          <a:ext uri="{FF2B5EF4-FFF2-40B4-BE49-F238E27FC236}">
                            <a16:creationId xmlns:a16="http://schemas.microsoft.com/office/drawing/2014/main" id="{88ED405E-0C63-4201-B3B1-978BB3AD889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24600" y="4800600"/>
                        <a:ext cx="254000" cy="24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6814" name="Object 14">
            <a:extLst>
              <a:ext uri="{FF2B5EF4-FFF2-40B4-BE49-F238E27FC236}">
                <a16:creationId xmlns:a16="http://schemas.microsoft.com/office/drawing/2014/main" id="{8C81C287-F14E-416B-9085-C7B97F966676}"/>
              </a:ext>
            </a:extLst>
          </p:cNvPr>
          <p:cNvGraphicFramePr>
            <a:graphicFrameLocks noChangeAspect="1"/>
          </p:cNvGraphicFramePr>
          <p:nvPr/>
        </p:nvGraphicFramePr>
        <p:xfrm>
          <a:off x="7086600" y="4800600"/>
          <a:ext cx="254000" cy="241300"/>
        </p:xfrm>
        <a:graphic>
          <a:graphicData uri="http://schemas.openxmlformats.org/presentationml/2006/ole">
            <mc:AlternateContent xmlns:mc="http://schemas.openxmlformats.org/markup-compatibility/2006">
              <mc:Choice xmlns:v="urn:schemas-microsoft-com:vml" Requires="v">
                <p:oleObj spid="_x0000_s12341" name="Equation" r:id="rId8" imgW="253800" imgH="241200" progId="Equation.3">
                  <p:embed/>
                </p:oleObj>
              </mc:Choice>
              <mc:Fallback>
                <p:oleObj name="Equation" r:id="rId8" imgW="253800" imgH="241200" progId="Equation.3">
                  <p:embed/>
                  <p:pic>
                    <p:nvPicPr>
                      <p:cNvPr id="76814" name="Object 14">
                        <a:extLst>
                          <a:ext uri="{FF2B5EF4-FFF2-40B4-BE49-F238E27FC236}">
                            <a16:creationId xmlns:a16="http://schemas.microsoft.com/office/drawing/2014/main" id="{8C81C287-F14E-416B-9085-C7B97F96667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86600" y="4800600"/>
                        <a:ext cx="254000" cy="24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6815" name="Line 15">
            <a:extLst>
              <a:ext uri="{FF2B5EF4-FFF2-40B4-BE49-F238E27FC236}">
                <a16:creationId xmlns:a16="http://schemas.microsoft.com/office/drawing/2014/main" id="{84C76DB4-CABC-4D44-80F7-9E99B1F1F80F}"/>
              </a:ext>
            </a:extLst>
          </p:cNvPr>
          <p:cNvSpPr>
            <a:spLocks noChangeShapeType="1"/>
          </p:cNvSpPr>
          <p:nvPr/>
        </p:nvSpPr>
        <p:spPr bwMode="auto">
          <a:xfrm flipH="1">
            <a:off x="4267200" y="3200400"/>
            <a:ext cx="533400" cy="533400"/>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76816" name="Line 16">
            <a:extLst>
              <a:ext uri="{FF2B5EF4-FFF2-40B4-BE49-F238E27FC236}">
                <a16:creationId xmlns:a16="http://schemas.microsoft.com/office/drawing/2014/main" id="{A815F9D0-B721-476D-9319-F86493F02DD4}"/>
              </a:ext>
            </a:extLst>
          </p:cNvPr>
          <p:cNvSpPr>
            <a:spLocks noChangeShapeType="1"/>
          </p:cNvSpPr>
          <p:nvPr/>
        </p:nvSpPr>
        <p:spPr bwMode="auto">
          <a:xfrm flipH="1">
            <a:off x="3505200" y="3810000"/>
            <a:ext cx="533400" cy="533400"/>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76817" name="Line 17">
            <a:extLst>
              <a:ext uri="{FF2B5EF4-FFF2-40B4-BE49-F238E27FC236}">
                <a16:creationId xmlns:a16="http://schemas.microsoft.com/office/drawing/2014/main" id="{0DC75154-FFEF-4D41-A4F9-357A744A15A1}"/>
              </a:ext>
            </a:extLst>
          </p:cNvPr>
          <p:cNvSpPr>
            <a:spLocks noChangeShapeType="1"/>
          </p:cNvSpPr>
          <p:nvPr/>
        </p:nvSpPr>
        <p:spPr bwMode="auto">
          <a:xfrm flipH="1">
            <a:off x="5181600" y="3200400"/>
            <a:ext cx="533400" cy="533400"/>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76818" name="Line 18">
            <a:extLst>
              <a:ext uri="{FF2B5EF4-FFF2-40B4-BE49-F238E27FC236}">
                <a16:creationId xmlns:a16="http://schemas.microsoft.com/office/drawing/2014/main" id="{CD8C2FE7-3012-4FA7-9216-66D93CA2E9D6}"/>
              </a:ext>
            </a:extLst>
          </p:cNvPr>
          <p:cNvSpPr>
            <a:spLocks noChangeShapeType="1"/>
          </p:cNvSpPr>
          <p:nvPr/>
        </p:nvSpPr>
        <p:spPr bwMode="auto">
          <a:xfrm flipH="1">
            <a:off x="4419600" y="3886200"/>
            <a:ext cx="533400" cy="533400"/>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nvGrpSpPr>
          <p:cNvPr id="2" name="Group 19">
            <a:extLst>
              <a:ext uri="{FF2B5EF4-FFF2-40B4-BE49-F238E27FC236}">
                <a16:creationId xmlns:a16="http://schemas.microsoft.com/office/drawing/2014/main" id="{60FA94B5-5D98-4D02-9E07-EEC089111175}"/>
              </a:ext>
            </a:extLst>
          </p:cNvPr>
          <p:cNvGrpSpPr>
            <a:grpSpLocks/>
          </p:cNvGrpSpPr>
          <p:nvPr/>
        </p:nvGrpSpPr>
        <p:grpSpPr bwMode="auto">
          <a:xfrm>
            <a:off x="4572000" y="3200400"/>
            <a:ext cx="1981200" cy="1676400"/>
            <a:chOff x="2880" y="2016"/>
            <a:chExt cx="1248" cy="1056"/>
          </a:xfrm>
        </p:grpSpPr>
        <p:sp>
          <p:nvSpPr>
            <p:cNvPr id="10281" name="Line 20">
              <a:extLst>
                <a:ext uri="{FF2B5EF4-FFF2-40B4-BE49-F238E27FC236}">
                  <a16:creationId xmlns:a16="http://schemas.microsoft.com/office/drawing/2014/main" id="{199D25BD-F7F6-48AB-A719-E828ACBC01DA}"/>
                </a:ext>
              </a:extLst>
            </p:cNvPr>
            <p:cNvSpPr>
              <a:spLocks noChangeShapeType="1"/>
            </p:cNvSpPr>
            <p:nvPr/>
          </p:nvSpPr>
          <p:spPr bwMode="auto">
            <a:xfrm flipH="1">
              <a:off x="3792" y="2016"/>
              <a:ext cx="336" cy="336"/>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282" name="Line 21">
              <a:extLst>
                <a:ext uri="{FF2B5EF4-FFF2-40B4-BE49-F238E27FC236}">
                  <a16:creationId xmlns:a16="http://schemas.microsoft.com/office/drawing/2014/main" id="{E2D86BA5-FE0D-4294-8642-81F1CD5E8BD7}"/>
                </a:ext>
              </a:extLst>
            </p:cNvPr>
            <p:cNvSpPr>
              <a:spLocks noChangeShapeType="1"/>
            </p:cNvSpPr>
            <p:nvPr/>
          </p:nvSpPr>
          <p:spPr bwMode="auto">
            <a:xfrm flipH="1">
              <a:off x="3264" y="2400"/>
              <a:ext cx="336" cy="336"/>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283" name="Line 22">
              <a:extLst>
                <a:ext uri="{FF2B5EF4-FFF2-40B4-BE49-F238E27FC236}">
                  <a16:creationId xmlns:a16="http://schemas.microsoft.com/office/drawing/2014/main" id="{38E7B3B9-B45C-4D82-B493-BCEFAB6F9781}"/>
                </a:ext>
              </a:extLst>
            </p:cNvPr>
            <p:cNvSpPr>
              <a:spLocks noChangeShapeType="1"/>
            </p:cNvSpPr>
            <p:nvPr/>
          </p:nvSpPr>
          <p:spPr bwMode="auto">
            <a:xfrm flipH="1">
              <a:off x="2880" y="2832"/>
              <a:ext cx="240" cy="240"/>
            </a:xfrm>
            <a:prstGeom prst="line">
              <a:avLst/>
            </a:prstGeom>
            <a:noFill/>
            <a:ln w="28575">
              <a:solidFill>
                <a:srgbClr val="0000FF"/>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76823" name="Line 23">
            <a:extLst>
              <a:ext uri="{FF2B5EF4-FFF2-40B4-BE49-F238E27FC236}">
                <a16:creationId xmlns:a16="http://schemas.microsoft.com/office/drawing/2014/main" id="{CAF6CF0E-DD8D-4333-93E7-726C4E1E658E}"/>
              </a:ext>
            </a:extLst>
          </p:cNvPr>
          <p:cNvSpPr>
            <a:spLocks noChangeShapeType="1"/>
          </p:cNvSpPr>
          <p:nvPr/>
        </p:nvSpPr>
        <p:spPr bwMode="auto">
          <a:xfrm flipH="1">
            <a:off x="3810000" y="4495800"/>
            <a:ext cx="381000" cy="381000"/>
          </a:xfrm>
          <a:prstGeom prst="line">
            <a:avLst/>
          </a:prstGeom>
          <a:noFill/>
          <a:ln w="28575">
            <a:solidFill>
              <a:srgbClr val="0000FF"/>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6824" name="Line 24">
            <a:extLst>
              <a:ext uri="{FF2B5EF4-FFF2-40B4-BE49-F238E27FC236}">
                <a16:creationId xmlns:a16="http://schemas.microsoft.com/office/drawing/2014/main" id="{8E35BB74-B12B-451E-B5A3-B5813D130DF7}"/>
              </a:ext>
            </a:extLst>
          </p:cNvPr>
          <p:cNvSpPr>
            <a:spLocks noChangeShapeType="1"/>
          </p:cNvSpPr>
          <p:nvPr/>
        </p:nvSpPr>
        <p:spPr bwMode="auto">
          <a:xfrm flipH="1">
            <a:off x="2971800" y="4419600"/>
            <a:ext cx="381000" cy="381000"/>
          </a:xfrm>
          <a:prstGeom prst="line">
            <a:avLst/>
          </a:prstGeom>
          <a:noFill/>
          <a:ln w="28575">
            <a:solidFill>
              <a:srgbClr val="0000FF"/>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76825" name="Object 25">
            <a:extLst>
              <a:ext uri="{FF2B5EF4-FFF2-40B4-BE49-F238E27FC236}">
                <a16:creationId xmlns:a16="http://schemas.microsoft.com/office/drawing/2014/main" id="{0578BA00-B390-4D3F-94EB-CB2A2A0CD134}"/>
              </a:ext>
            </a:extLst>
          </p:cNvPr>
          <p:cNvGraphicFramePr>
            <a:graphicFrameLocks noChangeAspect="1"/>
          </p:cNvGraphicFramePr>
          <p:nvPr/>
        </p:nvGraphicFramePr>
        <p:xfrm>
          <a:off x="4572000" y="4953000"/>
          <a:ext cx="241300" cy="88900"/>
        </p:xfrm>
        <a:graphic>
          <a:graphicData uri="http://schemas.openxmlformats.org/presentationml/2006/ole">
            <mc:AlternateContent xmlns:mc="http://schemas.openxmlformats.org/markup-compatibility/2006">
              <mc:Choice xmlns:v="urn:schemas-microsoft-com:vml" Requires="v">
                <p:oleObj spid="_x0000_s12342" name="Equation" r:id="rId9" imgW="241200" imgH="88560" progId="Equation.3">
                  <p:embed/>
                </p:oleObj>
              </mc:Choice>
              <mc:Fallback>
                <p:oleObj name="Equation" r:id="rId9" imgW="241200" imgH="88560" progId="Equation.3">
                  <p:embed/>
                  <p:pic>
                    <p:nvPicPr>
                      <p:cNvPr id="76825" name="Object 25">
                        <a:extLst>
                          <a:ext uri="{FF2B5EF4-FFF2-40B4-BE49-F238E27FC236}">
                            <a16:creationId xmlns:a16="http://schemas.microsoft.com/office/drawing/2014/main" id="{0578BA00-B390-4D3F-94EB-CB2A2A0CD13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72000" y="4953000"/>
                        <a:ext cx="241300" cy="88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6826" name="Object 26">
            <a:extLst>
              <a:ext uri="{FF2B5EF4-FFF2-40B4-BE49-F238E27FC236}">
                <a16:creationId xmlns:a16="http://schemas.microsoft.com/office/drawing/2014/main" id="{D0B4B18D-984C-48D2-BA74-4C4464616609}"/>
              </a:ext>
            </a:extLst>
          </p:cNvPr>
          <p:cNvGraphicFramePr>
            <a:graphicFrameLocks noChangeAspect="1"/>
          </p:cNvGraphicFramePr>
          <p:nvPr/>
        </p:nvGraphicFramePr>
        <p:xfrm>
          <a:off x="3733800" y="4953000"/>
          <a:ext cx="241300" cy="88900"/>
        </p:xfrm>
        <a:graphic>
          <a:graphicData uri="http://schemas.openxmlformats.org/presentationml/2006/ole">
            <mc:AlternateContent xmlns:mc="http://schemas.openxmlformats.org/markup-compatibility/2006">
              <mc:Choice xmlns:v="urn:schemas-microsoft-com:vml" Requires="v">
                <p:oleObj spid="_x0000_s12343" name="Equation" r:id="rId11" imgW="241200" imgH="88560" progId="Equation.3">
                  <p:embed/>
                </p:oleObj>
              </mc:Choice>
              <mc:Fallback>
                <p:oleObj name="Equation" r:id="rId11" imgW="241200" imgH="88560" progId="Equation.3">
                  <p:embed/>
                  <p:pic>
                    <p:nvPicPr>
                      <p:cNvPr id="76826" name="Object 26">
                        <a:extLst>
                          <a:ext uri="{FF2B5EF4-FFF2-40B4-BE49-F238E27FC236}">
                            <a16:creationId xmlns:a16="http://schemas.microsoft.com/office/drawing/2014/main" id="{D0B4B18D-984C-48D2-BA74-4C446461660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733800" y="4953000"/>
                        <a:ext cx="241300" cy="88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6827" name="Object 27">
            <a:extLst>
              <a:ext uri="{FF2B5EF4-FFF2-40B4-BE49-F238E27FC236}">
                <a16:creationId xmlns:a16="http://schemas.microsoft.com/office/drawing/2014/main" id="{39136AE4-C991-4155-B2DD-07D2A40F83F8}"/>
              </a:ext>
            </a:extLst>
          </p:cNvPr>
          <p:cNvGraphicFramePr>
            <a:graphicFrameLocks noChangeAspect="1"/>
          </p:cNvGraphicFramePr>
          <p:nvPr/>
        </p:nvGraphicFramePr>
        <p:xfrm>
          <a:off x="2895600" y="4953000"/>
          <a:ext cx="241300" cy="88900"/>
        </p:xfrm>
        <a:graphic>
          <a:graphicData uri="http://schemas.openxmlformats.org/presentationml/2006/ole">
            <mc:AlternateContent xmlns:mc="http://schemas.openxmlformats.org/markup-compatibility/2006">
              <mc:Choice xmlns:v="urn:schemas-microsoft-com:vml" Requires="v">
                <p:oleObj spid="_x0000_s12344" name="Equation" r:id="rId12" imgW="241200" imgH="88560" progId="Equation.3">
                  <p:embed/>
                </p:oleObj>
              </mc:Choice>
              <mc:Fallback>
                <p:oleObj name="Equation" r:id="rId12" imgW="241200" imgH="88560" progId="Equation.3">
                  <p:embed/>
                  <p:pic>
                    <p:nvPicPr>
                      <p:cNvPr id="76827" name="Object 27">
                        <a:extLst>
                          <a:ext uri="{FF2B5EF4-FFF2-40B4-BE49-F238E27FC236}">
                            <a16:creationId xmlns:a16="http://schemas.microsoft.com/office/drawing/2014/main" id="{39136AE4-C991-4155-B2DD-07D2A40F83F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895600" y="4953000"/>
                        <a:ext cx="241300" cy="88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6828" name="Object 28">
            <a:extLst>
              <a:ext uri="{FF2B5EF4-FFF2-40B4-BE49-F238E27FC236}">
                <a16:creationId xmlns:a16="http://schemas.microsoft.com/office/drawing/2014/main" id="{E8AB63A3-A095-4CAB-A0D3-E2C88E8BB71E}"/>
              </a:ext>
            </a:extLst>
          </p:cNvPr>
          <p:cNvGraphicFramePr>
            <a:graphicFrameLocks noChangeAspect="1"/>
          </p:cNvGraphicFramePr>
          <p:nvPr/>
        </p:nvGraphicFramePr>
        <p:xfrm>
          <a:off x="1584325" y="5661025"/>
          <a:ext cx="4321175" cy="512763"/>
        </p:xfrm>
        <a:graphic>
          <a:graphicData uri="http://schemas.openxmlformats.org/presentationml/2006/ole">
            <mc:AlternateContent xmlns:mc="http://schemas.openxmlformats.org/markup-compatibility/2006">
              <mc:Choice xmlns:v="urn:schemas-microsoft-com:vml" Requires="v">
                <p:oleObj spid="_x0000_s12345" name="Equation" r:id="rId13" imgW="1930320" imgH="228600" progId="Equation.DSMT4">
                  <p:embed/>
                </p:oleObj>
              </mc:Choice>
              <mc:Fallback>
                <p:oleObj name="Equation" r:id="rId13" imgW="1930320" imgH="228600" progId="Equation.DSMT4">
                  <p:embed/>
                  <p:pic>
                    <p:nvPicPr>
                      <p:cNvPr id="76828" name="Object 28">
                        <a:extLst>
                          <a:ext uri="{FF2B5EF4-FFF2-40B4-BE49-F238E27FC236}">
                            <a16:creationId xmlns:a16="http://schemas.microsoft.com/office/drawing/2014/main" id="{E8AB63A3-A095-4CAB-A0D3-E2C88E8BB71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584325" y="5661025"/>
                        <a:ext cx="4321175" cy="512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6829" name="Text Box 29">
            <a:extLst>
              <a:ext uri="{FF2B5EF4-FFF2-40B4-BE49-F238E27FC236}">
                <a16:creationId xmlns:a16="http://schemas.microsoft.com/office/drawing/2014/main" id="{6591FDA3-F990-43F8-BD33-ACCCC73548EC}"/>
              </a:ext>
            </a:extLst>
          </p:cNvPr>
          <p:cNvSpPr txBox="1">
            <a:spLocks noChangeArrowheads="1"/>
          </p:cNvSpPr>
          <p:nvPr/>
        </p:nvSpPr>
        <p:spPr bwMode="auto">
          <a:xfrm>
            <a:off x="838200" y="3505200"/>
            <a:ext cx="1803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a:latin typeface="黑体" panose="02010609060101010101" pitchFamily="49" charset="-122"/>
                <a:ea typeface="黑体" panose="02010609060101010101" pitchFamily="49" charset="-122"/>
              </a:rPr>
              <a:t>(1)</a:t>
            </a:r>
            <a:r>
              <a:rPr kumimoji="1" lang="zh-CN" altLang="en-US" sz="2800" b="1">
                <a:latin typeface="黑体" panose="02010609060101010101" pitchFamily="49" charset="-122"/>
                <a:ea typeface="黑体" panose="02010609060101010101" pitchFamily="49" charset="-122"/>
              </a:rPr>
              <a:t>沙路法</a:t>
            </a:r>
          </a:p>
        </p:txBody>
      </p:sp>
      <p:sp>
        <p:nvSpPr>
          <p:cNvPr id="76830" name="Rectangle 30">
            <a:extLst>
              <a:ext uri="{FF2B5EF4-FFF2-40B4-BE49-F238E27FC236}">
                <a16:creationId xmlns:a16="http://schemas.microsoft.com/office/drawing/2014/main" id="{53F0E5CA-847B-442B-80A3-C9E40A9A113F}"/>
              </a:ext>
            </a:extLst>
          </p:cNvPr>
          <p:cNvSpPr>
            <a:spLocks noChangeArrowheads="1"/>
          </p:cNvSpPr>
          <p:nvPr/>
        </p:nvSpPr>
        <p:spPr bwMode="auto">
          <a:xfrm>
            <a:off x="914400" y="2438400"/>
            <a:ext cx="30384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solidFill>
                  <a:srgbClr val="0000FF"/>
                </a:solidFill>
                <a:latin typeface="Times New Roman" panose="02020603050405020304" pitchFamily="18" charset="0"/>
                <a:ea typeface="黑体" panose="02010609060101010101" pitchFamily="49" charset="-122"/>
              </a:rPr>
              <a:t>三阶行列式的计算</a:t>
            </a:r>
          </a:p>
        </p:txBody>
      </p:sp>
      <p:graphicFrame>
        <p:nvGraphicFramePr>
          <p:cNvPr id="76831" name="Object 31">
            <a:extLst>
              <a:ext uri="{FF2B5EF4-FFF2-40B4-BE49-F238E27FC236}">
                <a16:creationId xmlns:a16="http://schemas.microsoft.com/office/drawing/2014/main" id="{5491F064-4C07-4888-829C-B11B0E401FB8}"/>
              </a:ext>
            </a:extLst>
          </p:cNvPr>
          <p:cNvGraphicFramePr>
            <a:graphicFrameLocks noChangeAspect="1"/>
          </p:cNvGraphicFramePr>
          <p:nvPr/>
        </p:nvGraphicFramePr>
        <p:xfrm>
          <a:off x="1676400" y="5105400"/>
          <a:ext cx="4343400" cy="431800"/>
        </p:xfrm>
        <a:graphic>
          <a:graphicData uri="http://schemas.openxmlformats.org/presentationml/2006/ole">
            <mc:AlternateContent xmlns:mc="http://schemas.openxmlformats.org/markup-compatibility/2006">
              <mc:Choice xmlns:v="urn:schemas-microsoft-com:vml" Requires="v">
                <p:oleObj spid="_x0000_s12346" name="Equation" r:id="rId15" imgW="4343400" imgH="431640" progId="Equation.3">
                  <p:embed/>
                </p:oleObj>
              </mc:Choice>
              <mc:Fallback>
                <p:oleObj name="Equation" r:id="rId15" imgW="4343400" imgH="431640" progId="Equation.3">
                  <p:embed/>
                  <p:pic>
                    <p:nvPicPr>
                      <p:cNvPr id="76831" name="Object 31">
                        <a:extLst>
                          <a:ext uri="{FF2B5EF4-FFF2-40B4-BE49-F238E27FC236}">
                            <a16:creationId xmlns:a16="http://schemas.microsoft.com/office/drawing/2014/main" id="{5491F064-4C07-4888-829C-B11B0E401FB8}"/>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676400" y="5105400"/>
                        <a:ext cx="43434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6832" name="Object 32">
            <a:extLst>
              <a:ext uri="{FF2B5EF4-FFF2-40B4-BE49-F238E27FC236}">
                <a16:creationId xmlns:a16="http://schemas.microsoft.com/office/drawing/2014/main" id="{B3B132B1-78B5-4FF5-A3E8-88DF7F2F8507}"/>
              </a:ext>
            </a:extLst>
          </p:cNvPr>
          <p:cNvGraphicFramePr>
            <a:graphicFrameLocks noChangeAspect="1"/>
          </p:cNvGraphicFramePr>
          <p:nvPr/>
        </p:nvGraphicFramePr>
        <p:xfrm>
          <a:off x="914400" y="5181600"/>
          <a:ext cx="609600" cy="292100"/>
        </p:xfrm>
        <a:graphic>
          <a:graphicData uri="http://schemas.openxmlformats.org/presentationml/2006/ole">
            <mc:AlternateContent xmlns:mc="http://schemas.openxmlformats.org/markup-compatibility/2006">
              <mc:Choice xmlns:v="urn:schemas-microsoft-com:vml" Requires="v">
                <p:oleObj spid="_x0000_s12347" name="Equation" r:id="rId17" imgW="609480" imgH="291960" progId="Equation.3">
                  <p:embed/>
                </p:oleObj>
              </mc:Choice>
              <mc:Fallback>
                <p:oleObj name="Equation" r:id="rId17" imgW="609480" imgH="291960" progId="Equation.3">
                  <p:embed/>
                  <p:pic>
                    <p:nvPicPr>
                      <p:cNvPr id="76832" name="Object 32">
                        <a:extLst>
                          <a:ext uri="{FF2B5EF4-FFF2-40B4-BE49-F238E27FC236}">
                            <a16:creationId xmlns:a16="http://schemas.microsoft.com/office/drawing/2014/main" id="{B3B132B1-78B5-4FF5-A3E8-88DF7F2F8507}"/>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914400" y="5181600"/>
                        <a:ext cx="609600"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52" name="Object 33">
            <a:extLst>
              <a:ext uri="{FF2B5EF4-FFF2-40B4-BE49-F238E27FC236}">
                <a16:creationId xmlns:a16="http://schemas.microsoft.com/office/drawing/2014/main" id="{AC601C78-D953-4680-A36B-7DB859960E4C}"/>
              </a:ext>
            </a:extLst>
          </p:cNvPr>
          <p:cNvGraphicFramePr>
            <a:graphicFrameLocks noChangeAspect="1"/>
          </p:cNvGraphicFramePr>
          <p:nvPr/>
        </p:nvGraphicFramePr>
        <p:xfrm>
          <a:off x="2743200" y="762000"/>
          <a:ext cx="2705100" cy="1536700"/>
        </p:xfrm>
        <a:graphic>
          <a:graphicData uri="http://schemas.openxmlformats.org/presentationml/2006/ole">
            <mc:AlternateContent xmlns:mc="http://schemas.openxmlformats.org/markup-compatibility/2006">
              <mc:Choice xmlns:v="urn:schemas-microsoft-com:vml" Requires="v">
                <p:oleObj spid="_x0000_s12348" name="Equation" r:id="rId19" imgW="2705040" imgH="1536480" progId="Equation.3">
                  <p:embed/>
                </p:oleObj>
              </mc:Choice>
              <mc:Fallback>
                <p:oleObj name="Equation" r:id="rId19" imgW="2705040" imgH="1536480" progId="Equation.3">
                  <p:embed/>
                  <p:pic>
                    <p:nvPicPr>
                      <p:cNvPr id="10252" name="Object 33">
                        <a:extLst>
                          <a:ext uri="{FF2B5EF4-FFF2-40B4-BE49-F238E27FC236}">
                            <a16:creationId xmlns:a16="http://schemas.microsoft.com/office/drawing/2014/main" id="{AC601C78-D953-4680-A36B-7DB859960E4C}"/>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743200" y="762000"/>
                        <a:ext cx="2705100" cy="1536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 name="Group 34">
            <a:extLst>
              <a:ext uri="{FF2B5EF4-FFF2-40B4-BE49-F238E27FC236}">
                <a16:creationId xmlns:a16="http://schemas.microsoft.com/office/drawing/2014/main" id="{4BC8CCC9-9FF3-470B-A823-C9C21A2A5D99}"/>
              </a:ext>
            </a:extLst>
          </p:cNvPr>
          <p:cNvGrpSpPr>
            <a:grpSpLocks/>
          </p:cNvGrpSpPr>
          <p:nvPr/>
        </p:nvGrpSpPr>
        <p:grpSpPr bwMode="auto">
          <a:xfrm>
            <a:off x="5334000" y="1371600"/>
            <a:ext cx="1447800" cy="519113"/>
            <a:chOff x="3360" y="864"/>
            <a:chExt cx="912" cy="327"/>
          </a:xfrm>
        </p:grpSpPr>
        <p:sp>
          <p:nvSpPr>
            <p:cNvPr id="10279" name="Text Box 35">
              <a:extLst>
                <a:ext uri="{FF2B5EF4-FFF2-40B4-BE49-F238E27FC236}">
                  <a16:creationId xmlns:a16="http://schemas.microsoft.com/office/drawing/2014/main" id="{08B184FF-3159-419B-9DA4-795F0A7FC886}"/>
                </a:ext>
              </a:extLst>
            </p:cNvPr>
            <p:cNvSpPr txBox="1">
              <a:spLocks noChangeArrowheads="1"/>
            </p:cNvSpPr>
            <p:nvPr/>
          </p:nvSpPr>
          <p:spPr bwMode="auto">
            <a:xfrm>
              <a:off x="3456" y="864"/>
              <a:ext cx="81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800" b="1">
                  <a:latin typeface="宋体" panose="02010600030101010101" pitchFamily="2" charset="-122"/>
                </a:rPr>
                <a:t>.</a:t>
              </a:r>
              <a:r>
                <a:rPr kumimoji="1" lang="zh-CN" altLang="en-US" sz="2800" b="1">
                  <a:solidFill>
                    <a:srgbClr val="0000FF"/>
                  </a:solidFill>
                  <a:latin typeface="Times New Roman" panose="02020603050405020304" pitchFamily="18" charset="0"/>
                  <a:ea typeface="黑体" panose="02010609060101010101" pitchFamily="49" charset="-122"/>
                </a:rPr>
                <a:t>列标</a:t>
              </a:r>
            </a:p>
          </p:txBody>
        </p:sp>
        <p:sp>
          <p:nvSpPr>
            <p:cNvPr id="10280" name="Line 36">
              <a:extLst>
                <a:ext uri="{FF2B5EF4-FFF2-40B4-BE49-F238E27FC236}">
                  <a16:creationId xmlns:a16="http://schemas.microsoft.com/office/drawing/2014/main" id="{82FDE962-C7C5-4447-B88E-776453F41058}"/>
                </a:ext>
              </a:extLst>
            </p:cNvPr>
            <p:cNvSpPr>
              <a:spLocks noChangeShapeType="1"/>
            </p:cNvSpPr>
            <p:nvPr/>
          </p:nvSpPr>
          <p:spPr bwMode="auto">
            <a:xfrm>
              <a:off x="3360" y="1056"/>
              <a:ext cx="240" cy="0"/>
            </a:xfrm>
            <a:prstGeom prst="line">
              <a:avLst/>
            </a:prstGeom>
            <a:noFill/>
            <a:ln w="9525">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4" name="Group 37">
            <a:extLst>
              <a:ext uri="{FF2B5EF4-FFF2-40B4-BE49-F238E27FC236}">
                <a16:creationId xmlns:a16="http://schemas.microsoft.com/office/drawing/2014/main" id="{4167F9AF-D0E5-404B-BD3A-3434CAE88A7C}"/>
              </a:ext>
            </a:extLst>
          </p:cNvPr>
          <p:cNvGrpSpPr>
            <a:grpSpLocks/>
          </p:cNvGrpSpPr>
          <p:nvPr/>
        </p:nvGrpSpPr>
        <p:grpSpPr bwMode="auto">
          <a:xfrm>
            <a:off x="5181600" y="1676400"/>
            <a:ext cx="1198563" cy="747713"/>
            <a:chOff x="3264" y="1056"/>
            <a:chExt cx="755" cy="471"/>
          </a:xfrm>
        </p:grpSpPr>
        <p:sp>
          <p:nvSpPr>
            <p:cNvPr id="10277" name="Line 38">
              <a:extLst>
                <a:ext uri="{FF2B5EF4-FFF2-40B4-BE49-F238E27FC236}">
                  <a16:creationId xmlns:a16="http://schemas.microsoft.com/office/drawing/2014/main" id="{606EAFF3-AAB0-4BA0-B4F2-F8CA3F318518}"/>
                </a:ext>
              </a:extLst>
            </p:cNvPr>
            <p:cNvSpPr>
              <a:spLocks noChangeShapeType="1"/>
            </p:cNvSpPr>
            <p:nvPr/>
          </p:nvSpPr>
          <p:spPr bwMode="auto">
            <a:xfrm>
              <a:off x="3264" y="1056"/>
              <a:ext cx="240" cy="288"/>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278" name="Rectangle 39">
              <a:extLst>
                <a:ext uri="{FF2B5EF4-FFF2-40B4-BE49-F238E27FC236}">
                  <a16:creationId xmlns:a16="http://schemas.microsoft.com/office/drawing/2014/main" id="{C1A70C04-2BD4-48E2-8D1B-E5239F39E845}"/>
                </a:ext>
              </a:extLst>
            </p:cNvPr>
            <p:cNvSpPr>
              <a:spLocks noChangeArrowheads="1"/>
            </p:cNvSpPr>
            <p:nvPr/>
          </p:nvSpPr>
          <p:spPr bwMode="auto">
            <a:xfrm>
              <a:off x="3456" y="1200"/>
              <a:ext cx="56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solidFill>
                    <a:srgbClr val="FF0000"/>
                  </a:solidFill>
                  <a:latin typeface="Times New Roman" panose="02020603050405020304" pitchFamily="18" charset="0"/>
                  <a:ea typeface="黑体" panose="02010609060101010101" pitchFamily="49" charset="-122"/>
                </a:rPr>
                <a:t>行标</a:t>
              </a:r>
            </a:p>
          </p:txBody>
        </p:sp>
      </p:grpSp>
      <p:graphicFrame>
        <p:nvGraphicFramePr>
          <p:cNvPr id="76840" name="Object 40">
            <a:extLst>
              <a:ext uri="{FF2B5EF4-FFF2-40B4-BE49-F238E27FC236}">
                <a16:creationId xmlns:a16="http://schemas.microsoft.com/office/drawing/2014/main" id="{93928579-6BCF-44EA-9528-C125BB38476E}"/>
              </a:ext>
            </a:extLst>
          </p:cNvPr>
          <p:cNvGraphicFramePr>
            <a:graphicFrameLocks noChangeAspect="1"/>
          </p:cNvGraphicFramePr>
          <p:nvPr/>
        </p:nvGraphicFramePr>
        <p:xfrm>
          <a:off x="2667000" y="3048000"/>
          <a:ext cx="2705100" cy="1536700"/>
        </p:xfrm>
        <a:graphic>
          <a:graphicData uri="http://schemas.openxmlformats.org/presentationml/2006/ole">
            <mc:AlternateContent xmlns:mc="http://schemas.openxmlformats.org/markup-compatibility/2006">
              <mc:Choice xmlns:v="urn:schemas-microsoft-com:vml" Requires="v">
                <p:oleObj spid="_x0000_s12349" name="Equation" r:id="rId21" imgW="2705040" imgH="1536480" progId="Equation.3">
                  <p:embed/>
                </p:oleObj>
              </mc:Choice>
              <mc:Fallback>
                <p:oleObj name="Equation" r:id="rId21" imgW="2705040" imgH="1536480" progId="Equation.3">
                  <p:embed/>
                  <p:pic>
                    <p:nvPicPr>
                      <p:cNvPr id="76840" name="Object 40">
                        <a:extLst>
                          <a:ext uri="{FF2B5EF4-FFF2-40B4-BE49-F238E27FC236}">
                            <a16:creationId xmlns:a16="http://schemas.microsoft.com/office/drawing/2014/main" id="{93928579-6BCF-44EA-9528-C125BB38476E}"/>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667000" y="3048000"/>
                        <a:ext cx="2705100" cy="1536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iterate type="lt">
                                    <p:tmPct val="100000"/>
                                  </p:iterate>
                                  <p:childTnLst>
                                    <p:set>
                                      <p:cBhvr>
                                        <p:cTn id="16" dur="1" fill="hold">
                                          <p:stCondLst>
                                            <p:cond delay="0"/>
                                          </p:stCondLst>
                                        </p:cTn>
                                        <p:tgtEl>
                                          <p:spTgt spid="76830"/>
                                        </p:tgtEl>
                                        <p:attrNameLst>
                                          <p:attrName>style.visibility</p:attrName>
                                        </p:attrNameLst>
                                      </p:cBhvr>
                                      <p:to>
                                        <p:strVal val="visible"/>
                                      </p:to>
                                    </p:set>
                                    <p:animEffect transition="in" filter="wipe(left)">
                                      <p:cBhvr>
                                        <p:cTn id="17" dur="75"/>
                                        <p:tgtEl>
                                          <p:spTgt spid="7683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iterate type="lt">
                                    <p:tmPct val="100000"/>
                                  </p:iterate>
                                  <p:childTnLst>
                                    <p:set>
                                      <p:cBhvr>
                                        <p:cTn id="21" dur="1" fill="hold">
                                          <p:stCondLst>
                                            <p:cond delay="0"/>
                                          </p:stCondLst>
                                        </p:cTn>
                                        <p:tgtEl>
                                          <p:spTgt spid="76829"/>
                                        </p:tgtEl>
                                        <p:attrNameLst>
                                          <p:attrName>style.visibility</p:attrName>
                                        </p:attrNameLst>
                                      </p:cBhvr>
                                      <p:to>
                                        <p:strVal val="visible"/>
                                      </p:to>
                                    </p:set>
                                    <p:animEffect transition="in" filter="wipe(left)">
                                      <p:cBhvr>
                                        <p:cTn id="22" dur="75"/>
                                        <p:tgtEl>
                                          <p:spTgt spid="7682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76840"/>
                                        </p:tgtEl>
                                        <p:attrNameLst>
                                          <p:attrName>style.visibility</p:attrName>
                                        </p:attrNameLst>
                                      </p:cBhvr>
                                      <p:to>
                                        <p:strVal val="visible"/>
                                      </p:to>
                                    </p:set>
                                    <p:animEffect transition="in" filter="wipe(left)">
                                      <p:cBhvr>
                                        <p:cTn id="27" dur="500"/>
                                        <p:tgtEl>
                                          <p:spTgt spid="7684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76802"/>
                                        </p:tgtEl>
                                        <p:attrNameLst>
                                          <p:attrName>style.visibility</p:attrName>
                                        </p:attrNameLst>
                                      </p:cBhvr>
                                      <p:to>
                                        <p:strVal val="visible"/>
                                      </p:to>
                                    </p:set>
                                    <p:animEffect transition="in" filter="wipe(left)">
                                      <p:cBhvr>
                                        <p:cTn id="32" dur="500"/>
                                        <p:tgtEl>
                                          <p:spTgt spid="7680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76803"/>
                                        </p:tgtEl>
                                        <p:attrNameLst>
                                          <p:attrName>style.visibility</p:attrName>
                                        </p:attrNameLst>
                                      </p:cBhvr>
                                      <p:to>
                                        <p:strVal val="visible"/>
                                      </p:to>
                                    </p:set>
                                    <p:animEffect transition="in" filter="wipe(left)">
                                      <p:cBhvr>
                                        <p:cTn id="37" dur="500"/>
                                        <p:tgtEl>
                                          <p:spTgt spid="76803"/>
                                        </p:tgtEl>
                                      </p:cBhvr>
                                    </p:animEffect>
                                  </p:childTnLst>
                                </p:cTn>
                              </p:par>
                            </p:childTnLst>
                          </p:cTn>
                        </p:par>
                        <p:par>
                          <p:cTn id="38" fill="hold" nodeType="afterGroup">
                            <p:stCondLst>
                              <p:cond delay="500"/>
                            </p:stCondLst>
                            <p:childTnLst>
                              <p:par>
                                <p:cTn id="39" presetID="22" presetClass="entr" presetSubtype="8" fill="hold" nodeType="afterEffect">
                                  <p:stCondLst>
                                    <p:cond delay="0"/>
                                  </p:stCondLst>
                                  <p:childTnLst>
                                    <p:set>
                                      <p:cBhvr>
                                        <p:cTn id="40" dur="1" fill="hold">
                                          <p:stCondLst>
                                            <p:cond delay="0"/>
                                          </p:stCondLst>
                                        </p:cTn>
                                        <p:tgtEl>
                                          <p:spTgt spid="76804"/>
                                        </p:tgtEl>
                                        <p:attrNameLst>
                                          <p:attrName>style.visibility</p:attrName>
                                        </p:attrNameLst>
                                      </p:cBhvr>
                                      <p:to>
                                        <p:strVal val="visible"/>
                                      </p:to>
                                    </p:set>
                                    <p:animEffect transition="in" filter="wipe(left)">
                                      <p:cBhvr>
                                        <p:cTn id="41" dur="500"/>
                                        <p:tgtEl>
                                          <p:spTgt spid="76804"/>
                                        </p:tgtEl>
                                      </p:cBhvr>
                                    </p:animEffect>
                                  </p:childTnLst>
                                </p:cTn>
                              </p:par>
                            </p:childTnLst>
                          </p:cTn>
                        </p:par>
                        <p:par>
                          <p:cTn id="42" fill="hold" nodeType="afterGroup">
                            <p:stCondLst>
                              <p:cond delay="1000"/>
                            </p:stCondLst>
                            <p:childTnLst>
                              <p:par>
                                <p:cTn id="43" presetID="22" presetClass="entr" presetSubtype="8" fill="hold" nodeType="afterEffect">
                                  <p:stCondLst>
                                    <p:cond delay="0"/>
                                  </p:stCondLst>
                                  <p:childTnLst>
                                    <p:set>
                                      <p:cBhvr>
                                        <p:cTn id="44" dur="1" fill="hold">
                                          <p:stCondLst>
                                            <p:cond delay="0"/>
                                          </p:stCondLst>
                                        </p:cTn>
                                        <p:tgtEl>
                                          <p:spTgt spid="76809"/>
                                        </p:tgtEl>
                                        <p:attrNameLst>
                                          <p:attrName>style.visibility</p:attrName>
                                        </p:attrNameLst>
                                      </p:cBhvr>
                                      <p:to>
                                        <p:strVal val="visible"/>
                                      </p:to>
                                    </p:set>
                                    <p:animEffect transition="in" filter="wipe(left)">
                                      <p:cBhvr>
                                        <p:cTn id="45" dur="500"/>
                                        <p:tgtEl>
                                          <p:spTgt spid="76809"/>
                                        </p:tgtEl>
                                      </p:cBhvr>
                                    </p:animEffect>
                                  </p:childTnLst>
                                </p:cTn>
                              </p:par>
                            </p:childTnLst>
                          </p:cTn>
                        </p:par>
                        <p:par>
                          <p:cTn id="46" fill="hold" nodeType="afterGroup">
                            <p:stCondLst>
                              <p:cond delay="1500"/>
                            </p:stCondLst>
                            <p:childTnLst>
                              <p:par>
                                <p:cTn id="47" presetID="22" presetClass="entr" presetSubtype="8" fill="hold" nodeType="afterEffect">
                                  <p:stCondLst>
                                    <p:cond delay="0"/>
                                  </p:stCondLst>
                                  <p:childTnLst>
                                    <p:set>
                                      <p:cBhvr>
                                        <p:cTn id="48" dur="1" fill="hold">
                                          <p:stCondLst>
                                            <p:cond delay="0"/>
                                          </p:stCondLst>
                                        </p:cTn>
                                        <p:tgtEl>
                                          <p:spTgt spid="76812"/>
                                        </p:tgtEl>
                                        <p:attrNameLst>
                                          <p:attrName>style.visibility</p:attrName>
                                        </p:attrNameLst>
                                      </p:cBhvr>
                                      <p:to>
                                        <p:strVal val="visible"/>
                                      </p:to>
                                    </p:set>
                                    <p:animEffect transition="in" filter="wipe(left)">
                                      <p:cBhvr>
                                        <p:cTn id="49" dur="500"/>
                                        <p:tgtEl>
                                          <p:spTgt spid="76812"/>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nodeType="clickEffect">
                                  <p:stCondLst>
                                    <p:cond delay="0"/>
                                  </p:stCondLst>
                                  <p:childTnLst>
                                    <p:set>
                                      <p:cBhvr>
                                        <p:cTn id="53" dur="1" fill="hold">
                                          <p:stCondLst>
                                            <p:cond delay="0"/>
                                          </p:stCondLst>
                                        </p:cTn>
                                        <p:tgtEl>
                                          <p:spTgt spid="76805"/>
                                        </p:tgtEl>
                                        <p:attrNameLst>
                                          <p:attrName>style.visibility</p:attrName>
                                        </p:attrNameLst>
                                      </p:cBhvr>
                                      <p:to>
                                        <p:strVal val="visible"/>
                                      </p:to>
                                    </p:set>
                                    <p:animEffect transition="in" filter="wipe(left)">
                                      <p:cBhvr>
                                        <p:cTn id="54" dur="500"/>
                                        <p:tgtEl>
                                          <p:spTgt spid="76805"/>
                                        </p:tgtEl>
                                      </p:cBhvr>
                                    </p:animEffect>
                                  </p:childTnLst>
                                </p:cTn>
                              </p:par>
                            </p:childTnLst>
                          </p:cTn>
                        </p:par>
                        <p:par>
                          <p:cTn id="55" fill="hold" nodeType="afterGroup">
                            <p:stCondLst>
                              <p:cond delay="500"/>
                            </p:stCondLst>
                            <p:childTnLst>
                              <p:par>
                                <p:cTn id="56" presetID="22" presetClass="entr" presetSubtype="8" fill="hold" nodeType="afterEffect">
                                  <p:stCondLst>
                                    <p:cond delay="0"/>
                                  </p:stCondLst>
                                  <p:childTnLst>
                                    <p:set>
                                      <p:cBhvr>
                                        <p:cTn id="57" dur="1" fill="hold">
                                          <p:stCondLst>
                                            <p:cond delay="0"/>
                                          </p:stCondLst>
                                        </p:cTn>
                                        <p:tgtEl>
                                          <p:spTgt spid="76806"/>
                                        </p:tgtEl>
                                        <p:attrNameLst>
                                          <p:attrName>style.visibility</p:attrName>
                                        </p:attrNameLst>
                                      </p:cBhvr>
                                      <p:to>
                                        <p:strVal val="visible"/>
                                      </p:to>
                                    </p:set>
                                    <p:animEffect transition="in" filter="wipe(left)">
                                      <p:cBhvr>
                                        <p:cTn id="58" dur="500"/>
                                        <p:tgtEl>
                                          <p:spTgt spid="76806"/>
                                        </p:tgtEl>
                                      </p:cBhvr>
                                    </p:animEffect>
                                  </p:childTnLst>
                                </p:cTn>
                              </p:par>
                            </p:childTnLst>
                          </p:cTn>
                        </p:par>
                        <p:par>
                          <p:cTn id="59" fill="hold" nodeType="afterGroup">
                            <p:stCondLst>
                              <p:cond delay="1000"/>
                            </p:stCondLst>
                            <p:childTnLst>
                              <p:par>
                                <p:cTn id="60" presetID="22" presetClass="entr" presetSubtype="8" fill="hold" nodeType="afterEffect">
                                  <p:stCondLst>
                                    <p:cond delay="0"/>
                                  </p:stCondLst>
                                  <p:childTnLst>
                                    <p:set>
                                      <p:cBhvr>
                                        <p:cTn id="61" dur="1" fill="hold">
                                          <p:stCondLst>
                                            <p:cond delay="0"/>
                                          </p:stCondLst>
                                        </p:cTn>
                                        <p:tgtEl>
                                          <p:spTgt spid="76810"/>
                                        </p:tgtEl>
                                        <p:attrNameLst>
                                          <p:attrName>style.visibility</p:attrName>
                                        </p:attrNameLst>
                                      </p:cBhvr>
                                      <p:to>
                                        <p:strVal val="visible"/>
                                      </p:to>
                                    </p:set>
                                    <p:animEffect transition="in" filter="wipe(left)">
                                      <p:cBhvr>
                                        <p:cTn id="62" dur="500"/>
                                        <p:tgtEl>
                                          <p:spTgt spid="76810"/>
                                        </p:tgtEl>
                                      </p:cBhvr>
                                    </p:animEffect>
                                  </p:childTnLst>
                                </p:cTn>
                              </p:par>
                            </p:childTnLst>
                          </p:cTn>
                        </p:par>
                        <p:par>
                          <p:cTn id="63" fill="hold" nodeType="afterGroup">
                            <p:stCondLst>
                              <p:cond delay="1500"/>
                            </p:stCondLst>
                            <p:childTnLst>
                              <p:par>
                                <p:cTn id="64" presetID="22" presetClass="entr" presetSubtype="8" fill="hold" nodeType="afterEffect">
                                  <p:stCondLst>
                                    <p:cond delay="0"/>
                                  </p:stCondLst>
                                  <p:childTnLst>
                                    <p:set>
                                      <p:cBhvr>
                                        <p:cTn id="65" dur="1" fill="hold">
                                          <p:stCondLst>
                                            <p:cond delay="0"/>
                                          </p:stCondLst>
                                        </p:cTn>
                                        <p:tgtEl>
                                          <p:spTgt spid="76813"/>
                                        </p:tgtEl>
                                        <p:attrNameLst>
                                          <p:attrName>style.visibility</p:attrName>
                                        </p:attrNameLst>
                                      </p:cBhvr>
                                      <p:to>
                                        <p:strVal val="visible"/>
                                      </p:to>
                                    </p:set>
                                    <p:animEffect transition="in" filter="wipe(left)">
                                      <p:cBhvr>
                                        <p:cTn id="66" dur="500"/>
                                        <p:tgtEl>
                                          <p:spTgt spid="76813"/>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nodeType="clickEffect">
                                  <p:stCondLst>
                                    <p:cond delay="0"/>
                                  </p:stCondLst>
                                  <p:childTnLst>
                                    <p:set>
                                      <p:cBhvr>
                                        <p:cTn id="70" dur="1" fill="hold">
                                          <p:stCondLst>
                                            <p:cond delay="0"/>
                                          </p:stCondLst>
                                        </p:cTn>
                                        <p:tgtEl>
                                          <p:spTgt spid="76807"/>
                                        </p:tgtEl>
                                        <p:attrNameLst>
                                          <p:attrName>style.visibility</p:attrName>
                                        </p:attrNameLst>
                                      </p:cBhvr>
                                      <p:to>
                                        <p:strVal val="visible"/>
                                      </p:to>
                                    </p:set>
                                    <p:animEffect transition="in" filter="wipe(left)">
                                      <p:cBhvr>
                                        <p:cTn id="71" dur="500"/>
                                        <p:tgtEl>
                                          <p:spTgt spid="76807"/>
                                        </p:tgtEl>
                                      </p:cBhvr>
                                    </p:animEffect>
                                  </p:childTnLst>
                                </p:cTn>
                              </p:par>
                            </p:childTnLst>
                          </p:cTn>
                        </p:par>
                        <p:par>
                          <p:cTn id="72" fill="hold" nodeType="afterGroup">
                            <p:stCondLst>
                              <p:cond delay="500"/>
                            </p:stCondLst>
                            <p:childTnLst>
                              <p:par>
                                <p:cTn id="73" presetID="22" presetClass="entr" presetSubtype="8" fill="hold" nodeType="afterEffect">
                                  <p:stCondLst>
                                    <p:cond delay="0"/>
                                  </p:stCondLst>
                                  <p:childTnLst>
                                    <p:set>
                                      <p:cBhvr>
                                        <p:cTn id="74" dur="1" fill="hold">
                                          <p:stCondLst>
                                            <p:cond delay="0"/>
                                          </p:stCondLst>
                                        </p:cTn>
                                        <p:tgtEl>
                                          <p:spTgt spid="76808"/>
                                        </p:tgtEl>
                                        <p:attrNameLst>
                                          <p:attrName>style.visibility</p:attrName>
                                        </p:attrNameLst>
                                      </p:cBhvr>
                                      <p:to>
                                        <p:strVal val="visible"/>
                                      </p:to>
                                    </p:set>
                                    <p:animEffect transition="in" filter="wipe(left)">
                                      <p:cBhvr>
                                        <p:cTn id="75" dur="500"/>
                                        <p:tgtEl>
                                          <p:spTgt spid="76808"/>
                                        </p:tgtEl>
                                      </p:cBhvr>
                                    </p:animEffect>
                                  </p:childTnLst>
                                </p:cTn>
                              </p:par>
                            </p:childTnLst>
                          </p:cTn>
                        </p:par>
                        <p:par>
                          <p:cTn id="76" fill="hold" nodeType="afterGroup">
                            <p:stCondLst>
                              <p:cond delay="1000"/>
                            </p:stCondLst>
                            <p:childTnLst>
                              <p:par>
                                <p:cTn id="77" presetID="22" presetClass="entr" presetSubtype="8" fill="hold" nodeType="afterEffect">
                                  <p:stCondLst>
                                    <p:cond delay="0"/>
                                  </p:stCondLst>
                                  <p:childTnLst>
                                    <p:set>
                                      <p:cBhvr>
                                        <p:cTn id="78" dur="1" fill="hold">
                                          <p:stCondLst>
                                            <p:cond delay="0"/>
                                          </p:stCondLst>
                                        </p:cTn>
                                        <p:tgtEl>
                                          <p:spTgt spid="76811"/>
                                        </p:tgtEl>
                                        <p:attrNameLst>
                                          <p:attrName>style.visibility</p:attrName>
                                        </p:attrNameLst>
                                      </p:cBhvr>
                                      <p:to>
                                        <p:strVal val="visible"/>
                                      </p:to>
                                    </p:set>
                                    <p:animEffect transition="in" filter="wipe(left)">
                                      <p:cBhvr>
                                        <p:cTn id="79" dur="500"/>
                                        <p:tgtEl>
                                          <p:spTgt spid="76811"/>
                                        </p:tgtEl>
                                      </p:cBhvr>
                                    </p:animEffect>
                                  </p:childTnLst>
                                </p:cTn>
                              </p:par>
                            </p:childTnLst>
                          </p:cTn>
                        </p:par>
                        <p:par>
                          <p:cTn id="80" fill="hold" nodeType="afterGroup">
                            <p:stCondLst>
                              <p:cond delay="1500"/>
                            </p:stCondLst>
                            <p:childTnLst>
                              <p:par>
                                <p:cTn id="81" presetID="22" presetClass="entr" presetSubtype="8" fill="hold" nodeType="afterEffect">
                                  <p:stCondLst>
                                    <p:cond delay="0"/>
                                  </p:stCondLst>
                                  <p:childTnLst>
                                    <p:set>
                                      <p:cBhvr>
                                        <p:cTn id="82" dur="1" fill="hold">
                                          <p:stCondLst>
                                            <p:cond delay="0"/>
                                          </p:stCondLst>
                                        </p:cTn>
                                        <p:tgtEl>
                                          <p:spTgt spid="76814"/>
                                        </p:tgtEl>
                                        <p:attrNameLst>
                                          <p:attrName>style.visibility</p:attrName>
                                        </p:attrNameLst>
                                      </p:cBhvr>
                                      <p:to>
                                        <p:strVal val="visible"/>
                                      </p:to>
                                    </p:set>
                                    <p:animEffect transition="in" filter="wipe(left)">
                                      <p:cBhvr>
                                        <p:cTn id="83" dur="500"/>
                                        <p:tgtEl>
                                          <p:spTgt spid="76814"/>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22" presetClass="entr" presetSubtype="1" fill="hold" nodeType="clickEffect">
                                  <p:stCondLst>
                                    <p:cond delay="0"/>
                                  </p:stCondLst>
                                  <p:childTnLst>
                                    <p:set>
                                      <p:cBhvr>
                                        <p:cTn id="87" dur="1" fill="hold">
                                          <p:stCondLst>
                                            <p:cond delay="0"/>
                                          </p:stCondLst>
                                        </p:cTn>
                                        <p:tgtEl>
                                          <p:spTgt spid="76815"/>
                                        </p:tgtEl>
                                        <p:attrNameLst>
                                          <p:attrName>style.visibility</p:attrName>
                                        </p:attrNameLst>
                                      </p:cBhvr>
                                      <p:to>
                                        <p:strVal val="visible"/>
                                      </p:to>
                                    </p:set>
                                    <p:animEffect transition="in" filter="wipe(up)">
                                      <p:cBhvr>
                                        <p:cTn id="88" dur="500"/>
                                        <p:tgtEl>
                                          <p:spTgt spid="76815"/>
                                        </p:tgtEl>
                                      </p:cBhvr>
                                    </p:animEffect>
                                  </p:childTnLst>
                                </p:cTn>
                              </p:par>
                            </p:childTnLst>
                          </p:cTn>
                        </p:par>
                        <p:par>
                          <p:cTn id="89" fill="hold" nodeType="afterGroup">
                            <p:stCondLst>
                              <p:cond delay="500"/>
                            </p:stCondLst>
                            <p:childTnLst>
                              <p:par>
                                <p:cTn id="90" presetID="22" presetClass="entr" presetSubtype="1" fill="hold" nodeType="afterEffect">
                                  <p:stCondLst>
                                    <p:cond delay="0"/>
                                  </p:stCondLst>
                                  <p:childTnLst>
                                    <p:set>
                                      <p:cBhvr>
                                        <p:cTn id="91" dur="1" fill="hold">
                                          <p:stCondLst>
                                            <p:cond delay="0"/>
                                          </p:stCondLst>
                                        </p:cTn>
                                        <p:tgtEl>
                                          <p:spTgt spid="76816"/>
                                        </p:tgtEl>
                                        <p:attrNameLst>
                                          <p:attrName>style.visibility</p:attrName>
                                        </p:attrNameLst>
                                      </p:cBhvr>
                                      <p:to>
                                        <p:strVal val="visible"/>
                                      </p:to>
                                    </p:set>
                                    <p:animEffect transition="in" filter="wipe(up)">
                                      <p:cBhvr>
                                        <p:cTn id="92" dur="500"/>
                                        <p:tgtEl>
                                          <p:spTgt spid="76816"/>
                                        </p:tgtEl>
                                      </p:cBhvr>
                                    </p:animEffect>
                                  </p:childTnLst>
                                </p:cTn>
                              </p:par>
                            </p:childTnLst>
                          </p:cTn>
                        </p:par>
                        <p:par>
                          <p:cTn id="93" fill="hold" nodeType="afterGroup">
                            <p:stCondLst>
                              <p:cond delay="1000"/>
                            </p:stCondLst>
                            <p:childTnLst>
                              <p:par>
                                <p:cTn id="94" presetID="22" presetClass="entr" presetSubtype="1" fill="hold" nodeType="afterEffect">
                                  <p:stCondLst>
                                    <p:cond delay="0"/>
                                  </p:stCondLst>
                                  <p:childTnLst>
                                    <p:set>
                                      <p:cBhvr>
                                        <p:cTn id="95" dur="1" fill="hold">
                                          <p:stCondLst>
                                            <p:cond delay="0"/>
                                          </p:stCondLst>
                                        </p:cTn>
                                        <p:tgtEl>
                                          <p:spTgt spid="76824"/>
                                        </p:tgtEl>
                                        <p:attrNameLst>
                                          <p:attrName>style.visibility</p:attrName>
                                        </p:attrNameLst>
                                      </p:cBhvr>
                                      <p:to>
                                        <p:strVal val="visible"/>
                                      </p:to>
                                    </p:set>
                                    <p:animEffect transition="in" filter="wipe(up)">
                                      <p:cBhvr>
                                        <p:cTn id="96" dur="500"/>
                                        <p:tgtEl>
                                          <p:spTgt spid="76824"/>
                                        </p:tgtEl>
                                      </p:cBhvr>
                                    </p:animEffect>
                                  </p:childTnLst>
                                </p:cTn>
                              </p:par>
                            </p:childTnLst>
                          </p:cTn>
                        </p:par>
                        <p:par>
                          <p:cTn id="97" fill="hold" nodeType="afterGroup">
                            <p:stCondLst>
                              <p:cond delay="1500"/>
                            </p:stCondLst>
                            <p:childTnLst>
                              <p:par>
                                <p:cTn id="98" presetID="22" presetClass="entr" presetSubtype="8" fill="hold" nodeType="afterEffect">
                                  <p:stCondLst>
                                    <p:cond delay="0"/>
                                  </p:stCondLst>
                                  <p:childTnLst>
                                    <p:set>
                                      <p:cBhvr>
                                        <p:cTn id="99" dur="1" fill="hold">
                                          <p:stCondLst>
                                            <p:cond delay="0"/>
                                          </p:stCondLst>
                                        </p:cTn>
                                        <p:tgtEl>
                                          <p:spTgt spid="76827"/>
                                        </p:tgtEl>
                                        <p:attrNameLst>
                                          <p:attrName>style.visibility</p:attrName>
                                        </p:attrNameLst>
                                      </p:cBhvr>
                                      <p:to>
                                        <p:strVal val="visible"/>
                                      </p:to>
                                    </p:set>
                                    <p:animEffect transition="in" filter="wipe(left)">
                                      <p:cBhvr>
                                        <p:cTn id="100" dur="500"/>
                                        <p:tgtEl>
                                          <p:spTgt spid="76827"/>
                                        </p:tgtEl>
                                      </p:cBhvr>
                                    </p:animEffec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22" presetClass="entr" presetSubtype="1" fill="hold" nodeType="clickEffect">
                                  <p:stCondLst>
                                    <p:cond delay="0"/>
                                  </p:stCondLst>
                                  <p:childTnLst>
                                    <p:set>
                                      <p:cBhvr>
                                        <p:cTn id="104" dur="1" fill="hold">
                                          <p:stCondLst>
                                            <p:cond delay="0"/>
                                          </p:stCondLst>
                                        </p:cTn>
                                        <p:tgtEl>
                                          <p:spTgt spid="76817"/>
                                        </p:tgtEl>
                                        <p:attrNameLst>
                                          <p:attrName>style.visibility</p:attrName>
                                        </p:attrNameLst>
                                      </p:cBhvr>
                                      <p:to>
                                        <p:strVal val="visible"/>
                                      </p:to>
                                    </p:set>
                                    <p:animEffect transition="in" filter="wipe(up)">
                                      <p:cBhvr>
                                        <p:cTn id="105" dur="500"/>
                                        <p:tgtEl>
                                          <p:spTgt spid="76817"/>
                                        </p:tgtEl>
                                      </p:cBhvr>
                                    </p:animEffect>
                                  </p:childTnLst>
                                </p:cTn>
                              </p:par>
                            </p:childTnLst>
                          </p:cTn>
                        </p:par>
                        <p:par>
                          <p:cTn id="106" fill="hold" nodeType="afterGroup">
                            <p:stCondLst>
                              <p:cond delay="500"/>
                            </p:stCondLst>
                            <p:childTnLst>
                              <p:par>
                                <p:cTn id="107" presetID="22" presetClass="entr" presetSubtype="1" fill="hold" nodeType="afterEffect">
                                  <p:stCondLst>
                                    <p:cond delay="0"/>
                                  </p:stCondLst>
                                  <p:childTnLst>
                                    <p:set>
                                      <p:cBhvr>
                                        <p:cTn id="108" dur="1" fill="hold">
                                          <p:stCondLst>
                                            <p:cond delay="0"/>
                                          </p:stCondLst>
                                        </p:cTn>
                                        <p:tgtEl>
                                          <p:spTgt spid="76818"/>
                                        </p:tgtEl>
                                        <p:attrNameLst>
                                          <p:attrName>style.visibility</p:attrName>
                                        </p:attrNameLst>
                                      </p:cBhvr>
                                      <p:to>
                                        <p:strVal val="visible"/>
                                      </p:to>
                                    </p:set>
                                    <p:animEffect transition="in" filter="wipe(up)">
                                      <p:cBhvr>
                                        <p:cTn id="109" dur="500"/>
                                        <p:tgtEl>
                                          <p:spTgt spid="76818"/>
                                        </p:tgtEl>
                                      </p:cBhvr>
                                    </p:animEffect>
                                  </p:childTnLst>
                                </p:cTn>
                              </p:par>
                            </p:childTnLst>
                          </p:cTn>
                        </p:par>
                        <p:par>
                          <p:cTn id="110" fill="hold" nodeType="afterGroup">
                            <p:stCondLst>
                              <p:cond delay="1000"/>
                            </p:stCondLst>
                            <p:childTnLst>
                              <p:par>
                                <p:cTn id="111" presetID="22" presetClass="entr" presetSubtype="1" fill="hold" nodeType="afterEffect">
                                  <p:stCondLst>
                                    <p:cond delay="0"/>
                                  </p:stCondLst>
                                  <p:childTnLst>
                                    <p:set>
                                      <p:cBhvr>
                                        <p:cTn id="112" dur="1" fill="hold">
                                          <p:stCondLst>
                                            <p:cond delay="0"/>
                                          </p:stCondLst>
                                        </p:cTn>
                                        <p:tgtEl>
                                          <p:spTgt spid="76823"/>
                                        </p:tgtEl>
                                        <p:attrNameLst>
                                          <p:attrName>style.visibility</p:attrName>
                                        </p:attrNameLst>
                                      </p:cBhvr>
                                      <p:to>
                                        <p:strVal val="visible"/>
                                      </p:to>
                                    </p:set>
                                    <p:animEffect transition="in" filter="wipe(up)">
                                      <p:cBhvr>
                                        <p:cTn id="113" dur="500"/>
                                        <p:tgtEl>
                                          <p:spTgt spid="76823"/>
                                        </p:tgtEl>
                                      </p:cBhvr>
                                    </p:animEffect>
                                  </p:childTnLst>
                                </p:cTn>
                              </p:par>
                            </p:childTnLst>
                          </p:cTn>
                        </p:par>
                        <p:par>
                          <p:cTn id="114" fill="hold" nodeType="afterGroup">
                            <p:stCondLst>
                              <p:cond delay="1500"/>
                            </p:stCondLst>
                            <p:childTnLst>
                              <p:par>
                                <p:cTn id="115" presetID="22" presetClass="entr" presetSubtype="8" fill="hold" nodeType="afterEffect">
                                  <p:stCondLst>
                                    <p:cond delay="0"/>
                                  </p:stCondLst>
                                  <p:childTnLst>
                                    <p:set>
                                      <p:cBhvr>
                                        <p:cTn id="116" dur="1" fill="hold">
                                          <p:stCondLst>
                                            <p:cond delay="0"/>
                                          </p:stCondLst>
                                        </p:cTn>
                                        <p:tgtEl>
                                          <p:spTgt spid="76826"/>
                                        </p:tgtEl>
                                        <p:attrNameLst>
                                          <p:attrName>style.visibility</p:attrName>
                                        </p:attrNameLst>
                                      </p:cBhvr>
                                      <p:to>
                                        <p:strVal val="visible"/>
                                      </p:to>
                                    </p:set>
                                    <p:animEffect transition="in" filter="wipe(left)">
                                      <p:cBhvr>
                                        <p:cTn id="117" dur="500"/>
                                        <p:tgtEl>
                                          <p:spTgt spid="76826"/>
                                        </p:tgtEl>
                                      </p:cBhvr>
                                    </p:animEffec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22" presetClass="entr" presetSubtype="1" fill="hold" nodeType="clickEffect">
                                  <p:stCondLst>
                                    <p:cond delay="0"/>
                                  </p:stCondLst>
                                  <p:childTnLst>
                                    <p:set>
                                      <p:cBhvr>
                                        <p:cTn id="121" dur="1" fill="hold">
                                          <p:stCondLst>
                                            <p:cond delay="0"/>
                                          </p:stCondLst>
                                        </p:cTn>
                                        <p:tgtEl>
                                          <p:spTgt spid="2"/>
                                        </p:tgtEl>
                                        <p:attrNameLst>
                                          <p:attrName>style.visibility</p:attrName>
                                        </p:attrNameLst>
                                      </p:cBhvr>
                                      <p:to>
                                        <p:strVal val="visible"/>
                                      </p:to>
                                    </p:set>
                                    <p:animEffect transition="in" filter="wipe(up)">
                                      <p:cBhvr>
                                        <p:cTn id="122" dur="500"/>
                                        <p:tgtEl>
                                          <p:spTgt spid="2"/>
                                        </p:tgtEl>
                                      </p:cBhvr>
                                    </p:animEffect>
                                  </p:childTnLst>
                                </p:cTn>
                              </p:par>
                            </p:childTnLst>
                          </p:cTn>
                        </p:par>
                        <p:par>
                          <p:cTn id="123" fill="hold" nodeType="afterGroup">
                            <p:stCondLst>
                              <p:cond delay="500"/>
                            </p:stCondLst>
                            <p:childTnLst>
                              <p:par>
                                <p:cTn id="124" presetID="22" presetClass="entr" presetSubtype="8" fill="hold" nodeType="afterEffect">
                                  <p:stCondLst>
                                    <p:cond delay="0"/>
                                  </p:stCondLst>
                                  <p:childTnLst>
                                    <p:set>
                                      <p:cBhvr>
                                        <p:cTn id="125" dur="1" fill="hold">
                                          <p:stCondLst>
                                            <p:cond delay="0"/>
                                          </p:stCondLst>
                                        </p:cTn>
                                        <p:tgtEl>
                                          <p:spTgt spid="76825"/>
                                        </p:tgtEl>
                                        <p:attrNameLst>
                                          <p:attrName>style.visibility</p:attrName>
                                        </p:attrNameLst>
                                      </p:cBhvr>
                                      <p:to>
                                        <p:strVal val="visible"/>
                                      </p:to>
                                    </p:set>
                                    <p:animEffect transition="in" filter="wipe(left)">
                                      <p:cBhvr>
                                        <p:cTn id="126" dur="500"/>
                                        <p:tgtEl>
                                          <p:spTgt spid="76825"/>
                                        </p:tgtEl>
                                      </p:cBhvr>
                                    </p:animEffect>
                                  </p:childTnLst>
                                </p:cTn>
                              </p:par>
                            </p:childTnLst>
                          </p:cTn>
                        </p:par>
                      </p:childTnLst>
                    </p:cTn>
                  </p:par>
                  <p:par>
                    <p:cTn id="127" fill="hold" nodeType="clickPar">
                      <p:stCondLst>
                        <p:cond delay="indefinite"/>
                      </p:stCondLst>
                      <p:childTnLst>
                        <p:par>
                          <p:cTn id="128" fill="hold" nodeType="withGroup">
                            <p:stCondLst>
                              <p:cond delay="0"/>
                            </p:stCondLst>
                            <p:childTnLst>
                              <p:par>
                                <p:cTn id="129" presetID="22" presetClass="entr" presetSubtype="8" fill="hold" nodeType="clickEffect">
                                  <p:stCondLst>
                                    <p:cond delay="0"/>
                                  </p:stCondLst>
                                  <p:childTnLst>
                                    <p:set>
                                      <p:cBhvr>
                                        <p:cTn id="130" dur="1" fill="hold">
                                          <p:stCondLst>
                                            <p:cond delay="0"/>
                                          </p:stCondLst>
                                        </p:cTn>
                                        <p:tgtEl>
                                          <p:spTgt spid="76832"/>
                                        </p:tgtEl>
                                        <p:attrNameLst>
                                          <p:attrName>style.visibility</p:attrName>
                                        </p:attrNameLst>
                                      </p:cBhvr>
                                      <p:to>
                                        <p:strVal val="visible"/>
                                      </p:to>
                                    </p:set>
                                    <p:animEffect transition="in" filter="wipe(left)">
                                      <p:cBhvr>
                                        <p:cTn id="131" dur="500"/>
                                        <p:tgtEl>
                                          <p:spTgt spid="76832"/>
                                        </p:tgtEl>
                                      </p:cBhvr>
                                    </p:animEffect>
                                  </p:childTnLst>
                                </p:cTn>
                              </p:par>
                            </p:childTnLst>
                          </p:cTn>
                        </p:par>
                      </p:childTnLst>
                    </p:cTn>
                  </p:par>
                  <p:par>
                    <p:cTn id="132" fill="hold" nodeType="clickPar">
                      <p:stCondLst>
                        <p:cond delay="indefinite"/>
                      </p:stCondLst>
                      <p:childTnLst>
                        <p:par>
                          <p:cTn id="133" fill="hold" nodeType="withGroup">
                            <p:stCondLst>
                              <p:cond delay="0"/>
                            </p:stCondLst>
                            <p:childTnLst>
                              <p:par>
                                <p:cTn id="134" presetID="22" presetClass="entr" presetSubtype="8" fill="hold" nodeType="clickEffect">
                                  <p:stCondLst>
                                    <p:cond delay="0"/>
                                  </p:stCondLst>
                                  <p:childTnLst>
                                    <p:set>
                                      <p:cBhvr>
                                        <p:cTn id="135" dur="1" fill="hold">
                                          <p:stCondLst>
                                            <p:cond delay="0"/>
                                          </p:stCondLst>
                                        </p:cTn>
                                        <p:tgtEl>
                                          <p:spTgt spid="76831"/>
                                        </p:tgtEl>
                                        <p:attrNameLst>
                                          <p:attrName>style.visibility</p:attrName>
                                        </p:attrNameLst>
                                      </p:cBhvr>
                                      <p:to>
                                        <p:strVal val="visible"/>
                                      </p:to>
                                    </p:set>
                                    <p:animEffect transition="in" filter="wipe(left)">
                                      <p:cBhvr>
                                        <p:cTn id="136" dur="500"/>
                                        <p:tgtEl>
                                          <p:spTgt spid="76831"/>
                                        </p:tgtEl>
                                      </p:cBhvr>
                                    </p:animEffect>
                                  </p:childTnLst>
                                </p:cTn>
                              </p:par>
                            </p:childTnLst>
                          </p:cTn>
                        </p:par>
                      </p:childTnLst>
                    </p:cTn>
                  </p:par>
                  <p:par>
                    <p:cTn id="137" fill="hold" nodeType="clickPar">
                      <p:stCondLst>
                        <p:cond delay="indefinite"/>
                      </p:stCondLst>
                      <p:childTnLst>
                        <p:par>
                          <p:cTn id="138" fill="hold" nodeType="withGroup">
                            <p:stCondLst>
                              <p:cond delay="0"/>
                            </p:stCondLst>
                            <p:childTnLst>
                              <p:par>
                                <p:cTn id="139" presetID="22" presetClass="entr" presetSubtype="8" fill="hold" nodeType="clickEffect">
                                  <p:stCondLst>
                                    <p:cond delay="0"/>
                                  </p:stCondLst>
                                  <p:childTnLst>
                                    <p:set>
                                      <p:cBhvr>
                                        <p:cTn id="140" dur="1" fill="hold">
                                          <p:stCondLst>
                                            <p:cond delay="0"/>
                                          </p:stCondLst>
                                        </p:cTn>
                                        <p:tgtEl>
                                          <p:spTgt spid="76828"/>
                                        </p:tgtEl>
                                        <p:attrNameLst>
                                          <p:attrName>style.visibility</p:attrName>
                                        </p:attrNameLst>
                                      </p:cBhvr>
                                      <p:to>
                                        <p:strVal val="visible"/>
                                      </p:to>
                                    </p:set>
                                    <p:animEffect transition="in" filter="wipe(left)">
                                      <p:cBhvr>
                                        <p:cTn id="141" dur="500"/>
                                        <p:tgtEl>
                                          <p:spTgt spid="768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29" grpId="0" autoUpdateAnimBg="0"/>
      <p:bldP spid="76830"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73" name="日期占位符 2">
            <a:extLst>
              <a:ext uri="{FF2B5EF4-FFF2-40B4-BE49-F238E27FC236}">
                <a16:creationId xmlns:a16="http://schemas.microsoft.com/office/drawing/2014/main" id="{08C64A0B-1F66-4DCE-9CDD-9ABF697B61FE}"/>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DA73A38-CD51-4D2F-A808-D95630156BBE}" type="datetime1">
              <a:rPr lang="zh-CN" altLang="en-US" smtClean="0"/>
              <a:pPr eaLnBrk="1" hangingPunct="1"/>
              <a:t>2025/2/28</a:t>
            </a:fld>
            <a:endParaRPr lang="en-US" altLang="zh-CN"/>
          </a:p>
        </p:txBody>
      </p:sp>
      <p:sp>
        <p:nvSpPr>
          <p:cNvPr id="11274" name="页脚占位符 3">
            <a:extLst>
              <a:ext uri="{FF2B5EF4-FFF2-40B4-BE49-F238E27FC236}">
                <a16:creationId xmlns:a16="http://schemas.microsoft.com/office/drawing/2014/main" id="{C91CD20E-99DD-4F13-A405-6B4B27435DE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(共20页)</a:t>
            </a:r>
          </a:p>
        </p:txBody>
      </p:sp>
      <p:sp>
        <p:nvSpPr>
          <p:cNvPr id="11275" name="灯片编号占位符 4">
            <a:extLst>
              <a:ext uri="{FF2B5EF4-FFF2-40B4-BE49-F238E27FC236}">
                <a16:creationId xmlns:a16="http://schemas.microsoft.com/office/drawing/2014/main" id="{A26A22D3-0E46-46EA-8BA8-0AF83D57B06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8146209-02E9-413E-B521-AAE9C3240A96}" type="slidenum">
              <a:rPr lang="en-US" altLang="zh-CN"/>
              <a:pPr eaLnBrk="1" hangingPunct="1"/>
              <a:t>14</a:t>
            </a:fld>
            <a:endParaRPr lang="en-US" altLang="zh-CN"/>
          </a:p>
        </p:txBody>
      </p:sp>
      <p:grpSp>
        <p:nvGrpSpPr>
          <p:cNvPr id="2" name="Group 2">
            <a:extLst>
              <a:ext uri="{FF2B5EF4-FFF2-40B4-BE49-F238E27FC236}">
                <a16:creationId xmlns:a16="http://schemas.microsoft.com/office/drawing/2014/main" id="{5C361455-1FA6-476E-9B86-3C3715C51C34}"/>
              </a:ext>
            </a:extLst>
          </p:cNvPr>
          <p:cNvGrpSpPr>
            <a:grpSpLocks/>
          </p:cNvGrpSpPr>
          <p:nvPr/>
        </p:nvGrpSpPr>
        <p:grpSpPr bwMode="auto">
          <a:xfrm>
            <a:off x="1981200" y="1371600"/>
            <a:ext cx="2324100" cy="1600200"/>
            <a:chOff x="1080" y="816"/>
            <a:chExt cx="1464" cy="1008"/>
          </a:xfrm>
        </p:grpSpPr>
        <p:graphicFrame>
          <p:nvGraphicFramePr>
            <p:cNvPr id="11272" name="Object 3">
              <a:extLst>
                <a:ext uri="{FF2B5EF4-FFF2-40B4-BE49-F238E27FC236}">
                  <a16:creationId xmlns:a16="http://schemas.microsoft.com/office/drawing/2014/main" id="{053B27F4-807F-4423-B263-99894A1E037E}"/>
                </a:ext>
              </a:extLst>
            </p:cNvPr>
            <p:cNvGraphicFramePr>
              <a:graphicFrameLocks noChangeAspect="1"/>
            </p:cNvGraphicFramePr>
            <p:nvPr/>
          </p:nvGraphicFramePr>
          <p:xfrm>
            <a:off x="1200" y="816"/>
            <a:ext cx="1256" cy="960"/>
          </p:xfrm>
          <a:graphic>
            <a:graphicData uri="http://schemas.openxmlformats.org/presentationml/2006/ole">
              <mc:AlternateContent xmlns:mc="http://schemas.openxmlformats.org/markup-compatibility/2006">
                <mc:Choice xmlns:v="urn:schemas-microsoft-com:vml" Requires="v">
                  <p:oleObj spid="_x0000_s13342" name="Equation" r:id="rId3" imgW="1993680" imgH="1523880" progId="Equation.3">
                    <p:embed/>
                  </p:oleObj>
                </mc:Choice>
                <mc:Fallback>
                  <p:oleObj name="Equation" r:id="rId3" imgW="1993680" imgH="1523880" progId="Equation.3">
                    <p:embed/>
                    <p:pic>
                      <p:nvPicPr>
                        <p:cNvPr id="11272" name="Object 3">
                          <a:extLst>
                            <a:ext uri="{FF2B5EF4-FFF2-40B4-BE49-F238E27FC236}">
                              <a16:creationId xmlns:a16="http://schemas.microsoft.com/office/drawing/2014/main" id="{053B27F4-807F-4423-B263-99894A1E037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0" y="816"/>
                          <a:ext cx="1256" cy="9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286" name="Line 4">
              <a:extLst>
                <a:ext uri="{FF2B5EF4-FFF2-40B4-BE49-F238E27FC236}">
                  <a16:creationId xmlns:a16="http://schemas.microsoft.com/office/drawing/2014/main" id="{E9CCDE97-BE87-467C-95C9-C6811B497105}"/>
                </a:ext>
              </a:extLst>
            </p:cNvPr>
            <p:cNvSpPr>
              <a:spLocks noChangeShapeType="1"/>
            </p:cNvSpPr>
            <p:nvPr/>
          </p:nvSpPr>
          <p:spPr bwMode="auto">
            <a:xfrm>
              <a:off x="2544" y="816"/>
              <a:ext cx="0" cy="100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87" name="Line 5">
              <a:extLst>
                <a:ext uri="{FF2B5EF4-FFF2-40B4-BE49-F238E27FC236}">
                  <a16:creationId xmlns:a16="http://schemas.microsoft.com/office/drawing/2014/main" id="{980F2F8B-69A6-49C6-9ADD-AE98B661844B}"/>
                </a:ext>
              </a:extLst>
            </p:cNvPr>
            <p:cNvSpPr>
              <a:spLocks noChangeShapeType="1"/>
            </p:cNvSpPr>
            <p:nvPr/>
          </p:nvSpPr>
          <p:spPr bwMode="auto">
            <a:xfrm>
              <a:off x="1080" y="816"/>
              <a:ext cx="0" cy="100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7830" name="Line 6">
            <a:extLst>
              <a:ext uri="{FF2B5EF4-FFF2-40B4-BE49-F238E27FC236}">
                <a16:creationId xmlns:a16="http://schemas.microsoft.com/office/drawing/2014/main" id="{2BEE66D7-6FDA-4A9A-8F19-C9489A304AED}"/>
              </a:ext>
            </a:extLst>
          </p:cNvPr>
          <p:cNvSpPr>
            <a:spLocks noChangeShapeType="1"/>
          </p:cNvSpPr>
          <p:nvPr/>
        </p:nvSpPr>
        <p:spPr bwMode="auto">
          <a:xfrm>
            <a:off x="2476500" y="1676400"/>
            <a:ext cx="1371600" cy="99060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31" name="Freeform 7">
            <a:extLst>
              <a:ext uri="{FF2B5EF4-FFF2-40B4-BE49-F238E27FC236}">
                <a16:creationId xmlns:a16="http://schemas.microsoft.com/office/drawing/2014/main" id="{7229FF8C-B170-4CFE-A1F6-94C4091BD179}"/>
              </a:ext>
            </a:extLst>
          </p:cNvPr>
          <p:cNvSpPr>
            <a:spLocks/>
          </p:cNvSpPr>
          <p:nvPr/>
        </p:nvSpPr>
        <p:spPr bwMode="auto">
          <a:xfrm rot="682824">
            <a:off x="2498725" y="1677988"/>
            <a:ext cx="2038350" cy="1524000"/>
          </a:xfrm>
          <a:custGeom>
            <a:avLst/>
            <a:gdLst>
              <a:gd name="T0" fmla="*/ 2147483647 w 1208"/>
              <a:gd name="T1" fmla="*/ 0 h 1232"/>
              <a:gd name="T2" fmla="*/ 2147483647 w 1208"/>
              <a:gd name="T3" fmla="*/ 2147483647 h 1232"/>
              <a:gd name="T4" fmla="*/ 2147483647 w 1208"/>
              <a:gd name="T5" fmla="*/ 2147483647 h 1232"/>
              <a:gd name="T6" fmla="*/ 0 w 1208"/>
              <a:gd name="T7" fmla="*/ 2147483647 h 1232"/>
              <a:gd name="T8" fmla="*/ 0 60000 65536"/>
              <a:gd name="T9" fmla="*/ 0 60000 65536"/>
              <a:gd name="T10" fmla="*/ 0 60000 65536"/>
              <a:gd name="T11" fmla="*/ 0 60000 65536"/>
              <a:gd name="T12" fmla="*/ 0 w 1208"/>
              <a:gd name="T13" fmla="*/ 0 h 1232"/>
              <a:gd name="T14" fmla="*/ 1208 w 1208"/>
              <a:gd name="T15" fmla="*/ 1232 h 1232"/>
            </a:gdLst>
            <a:ahLst/>
            <a:cxnLst>
              <a:cxn ang="T8">
                <a:pos x="T0" y="T1"/>
              </a:cxn>
              <a:cxn ang="T9">
                <a:pos x="T2" y="T3"/>
              </a:cxn>
              <a:cxn ang="T10">
                <a:pos x="T4" y="T5"/>
              </a:cxn>
              <a:cxn ang="T11">
                <a:pos x="T6" y="T7"/>
              </a:cxn>
            </a:cxnLst>
            <a:rect l="T12" t="T13" r="T14" b="T15"/>
            <a:pathLst>
              <a:path w="1208" h="1232">
                <a:moveTo>
                  <a:pt x="240" y="0"/>
                </a:moveTo>
                <a:cubicBezTo>
                  <a:pt x="668" y="192"/>
                  <a:pt x="1096" y="384"/>
                  <a:pt x="1152" y="576"/>
                </a:cubicBezTo>
                <a:cubicBezTo>
                  <a:pt x="1208" y="768"/>
                  <a:pt x="768" y="1072"/>
                  <a:pt x="576" y="1152"/>
                </a:cubicBezTo>
                <a:cubicBezTo>
                  <a:pt x="384" y="1232"/>
                  <a:pt x="192" y="1144"/>
                  <a:pt x="0" y="1056"/>
                </a:cubicBezTo>
              </a:path>
            </a:pathLst>
          </a:custGeom>
          <a:noFill/>
          <a:ln w="28575"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7832" name="Freeform 8">
            <a:extLst>
              <a:ext uri="{FF2B5EF4-FFF2-40B4-BE49-F238E27FC236}">
                <a16:creationId xmlns:a16="http://schemas.microsoft.com/office/drawing/2014/main" id="{A427816F-9464-46BD-8823-856A22103E56}"/>
              </a:ext>
            </a:extLst>
          </p:cNvPr>
          <p:cNvSpPr>
            <a:spLocks/>
          </p:cNvSpPr>
          <p:nvPr/>
        </p:nvSpPr>
        <p:spPr bwMode="auto">
          <a:xfrm rot="20917176" flipH="1">
            <a:off x="1638300" y="1676400"/>
            <a:ext cx="2038350" cy="1524000"/>
          </a:xfrm>
          <a:custGeom>
            <a:avLst/>
            <a:gdLst>
              <a:gd name="T0" fmla="*/ 2147483647 w 1208"/>
              <a:gd name="T1" fmla="*/ 0 h 1232"/>
              <a:gd name="T2" fmla="*/ 2147483647 w 1208"/>
              <a:gd name="T3" fmla="*/ 2147483647 h 1232"/>
              <a:gd name="T4" fmla="*/ 2147483647 w 1208"/>
              <a:gd name="T5" fmla="*/ 2147483647 h 1232"/>
              <a:gd name="T6" fmla="*/ 0 w 1208"/>
              <a:gd name="T7" fmla="*/ 2147483647 h 1232"/>
              <a:gd name="T8" fmla="*/ 0 60000 65536"/>
              <a:gd name="T9" fmla="*/ 0 60000 65536"/>
              <a:gd name="T10" fmla="*/ 0 60000 65536"/>
              <a:gd name="T11" fmla="*/ 0 60000 65536"/>
              <a:gd name="T12" fmla="*/ 0 w 1208"/>
              <a:gd name="T13" fmla="*/ 0 h 1232"/>
              <a:gd name="T14" fmla="*/ 1208 w 1208"/>
              <a:gd name="T15" fmla="*/ 1232 h 1232"/>
            </a:gdLst>
            <a:ahLst/>
            <a:cxnLst>
              <a:cxn ang="T8">
                <a:pos x="T0" y="T1"/>
              </a:cxn>
              <a:cxn ang="T9">
                <a:pos x="T2" y="T3"/>
              </a:cxn>
              <a:cxn ang="T10">
                <a:pos x="T4" y="T5"/>
              </a:cxn>
              <a:cxn ang="T11">
                <a:pos x="T6" y="T7"/>
              </a:cxn>
            </a:cxnLst>
            <a:rect l="T12" t="T13" r="T14" b="T15"/>
            <a:pathLst>
              <a:path w="1208" h="1232">
                <a:moveTo>
                  <a:pt x="240" y="0"/>
                </a:moveTo>
                <a:cubicBezTo>
                  <a:pt x="668" y="192"/>
                  <a:pt x="1096" y="384"/>
                  <a:pt x="1152" y="576"/>
                </a:cubicBezTo>
                <a:cubicBezTo>
                  <a:pt x="1208" y="768"/>
                  <a:pt x="768" y="1072"/>
                  <a:pt x="576" y="1152"/>
                </a:cubicBezTo>
                <a:cubicBezTo>
                  <a:pt x="384" y="1232"/>
                  <a:pt x="192" y="1144"/>
                  <a:pt x="0" y="1056"/>
                </a:cubicBezTo>
              </a:path>
            </a:pathLst>
          </a:custGeom>
          <a:noFill/>
          <a:ln w="28575"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7833" name="Freeform 9">
            <a:extLst>
              <a:ext uri="{FF2B5EF4-FFF2-40B4-BE49-F238E27FC236}">
                <a16:creationId xmlns:a16="http://schemas.microsoft.com/office/drawing/2014/main" id="{5B348CD0-537B-4004-AB49-CE9E7DD2F88F}"/>
              </a:ext>
            </a:extLst>
          </p:cNvPr>
          <p:cNvSpPr>
            <a:spLocks/>
          </p:cNvSpPr>
          <p:nvPr/>
        </p:nvSpPr>
        <p:spPr bwMode="auto">
          <a:xfrm>
            <a:off x="2324100" y="1600200"/>
            <a:ext cx="2514600" cy="1524000"/>
          </a:xfrm>
          <a:custGeom>
            <a:avLst/>
            <a:gdLst>
              <a:gd name="T0" fmla="*/ 0 w 1792"/>
              <a:gd name="T1" fmla="*/ 2147483647 h 1056"/>
              <a:gd name="T2" fmla="*/ 2147483647 w 1792"/>
              <a:gd name="T3" fmla="*/ 2147483647 h 1056"/>
              <a:gd name="T4" fmla="*/ 2147483647 w 1792"/>
              <a:gd name="T5" fmla="*/ 2147483647 h 1056"/>
              <a:gd name="T6" fmla="*/ 2147483647 w 1792"/>
              <a:gd name="T7" fmla="*/ 0 h 1056"/>
              <a:gd name="T8" fmla="*/ 0 60000 65536"/>
              <a:gd name="T9" fmla="*/ 0 60000 65536"/>
              <a:gd name="T10" fmla="*/ 0 60000 65536"/>
              <a:gd name="T11" fmla="*/ 0 60000 65536"/>
              <a:gd name="T12" fmla="*/ 0 w 1792"/>
              <a:gd name="T13" fmla="*/ 0 h 1056"/>
              <a:gd name="T14" fmla="*/ 1792 w 1792"/>
              <a:gd name="T15" fmla="*/ 1056 h 1056"/>
            </a:gdLst>
            <a:ahLst/>
            <a:cxnLst>
              <a:cxn ang="T8">
                <a:pos x="T0" y="T1"/>
              </a:cxn>
              <a:cxn ang="T9">
                <a:pos x="T2" y="T3"/>
              </a:cxn>
              <a:cxn ang="T10">
                <a:pos x="T4" y="T5"/>
              </a:cxn>
              <a:cxn ang="T11">
                <a:pos x="T6" y="T7"/>
              </a:cxn>
            </a:cxnLst>
            <a:rect l="T12" t="T13" r="T14" b="T15"/>
            <a:pathLst>
              <a:path w="1792" h="1056">
                <a:moveTo>
                  <a:pt x="0" y="336"/>
                </a:moveTo>
                <a:cubicBezTo>
                  <a:pt x="356" y="648"/>
                  <a:pt x="712" y="960"/>
                  <a:pt x="1008" y="1008"/>
                </a:cubicBezTo>
                <a:cubicBezTo>
                  <a:pt x="1304" y="1056"/>
                  <a:pt x="1760" y="792"/>
                  <a:pt x="1776" y="624"/>
                </a:cubicBezTo>
                <a:cubicBezTo>
                  <a:pt x="1792" y="456"/>
                  <a:pt x="1448" y="228"/>
                  <a:pt x="1104" y="0"/>
                </a:cubicBezTo>
              </a:path>
            </a:pathLst>
          </a:custGeom>
          <a:noFill/>
          <a:ln w="28575"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7834" name="Freeform 10">
            <a:extLst>
              <a:ext uri="{FF2B5EF4-FFF2-40B4-BE49-F238E27FC236}">
                <a16:creationId xmlns:a16="http://schemas.microsoft.com/office/drawing/2014/main" id="{4058C7DC-98FB-41BF-BEBA-D585DF558B85}"/>
              </a:ext>
            </a:extLst>
          </p:cNvPr>
          <p:cNvSpPr>
            <a:spLocks/>
          </p:cNvSpPr>
          <p:nvPr/>
        </p:nvSpPr>
        <p:spPr bwMode="auto">
          <a:xfrm flipH="1">
            <a:off x="1485900" y="1600200"/>
            <a:ext cx="2514600" cy="1524000"/>
          </a:xfrm>
          <a:custGeom>
            <a:avLst/>
            <a:gdLst>
              <a:gd name="T0" fmla="*/ 0 w 1792"/>
              <a:gd name="T1" fmla="*/ 2147483647 h 1056"/>
              <a:gd name="T2" fmla="*/ 2147483647 w 1792"/>
              <a:gd name="T3" fmla="*/ 2147483647 h 1056"/>
              <a:gd name="T4" fmla="*/ 2147483647 w 1792"/>
              <a:gd name="T5" fmla="*/ 2147483647 h 1056"/>
              <a:gd name="T6" fmla="*/ 2147483647 w 1792"/>
              <a:gd name="T7" fmla="*/ 0 h 1056"/>
              <a:gd name="T8" fmla="*/ 0 60000 65536"/>
              <a:gd name="T9" fmla="*/ 0 60000 65536"/>
              <a:gd name="T10" fmla="*/ 0 60000 65536"/>
              <a:gd name="T11" fmla="*/ 0 60000 65536"/>
              <a:gd name="T12" fmla="*/ 0 w 1792"/>
              <a:gd name="T13" fmla="*/ 0 h 1056"/>
              <a:gd name="T14" fmla="*/ 1792 w 1792"/>
              <a:gd name="T15" fmla="*/ 1056 h 1056"/>
            </a:gdLst>
            <a:ahLst/>
            <a:cxnLst>
              <a:cxn ang="T8">
                <a:pos x="T0" y="T1"/>
              </a:cxn>
              <a:cxn ang="T9">
                <a:pos x="T2" y="T3"/>
              </a:cxn>
              <a:cxn ang="T10">
                <a:pos x="T4" y="T5"/>
              </a:cxn>
              <a:cxn ang="T11">
                <a:pos x="T6" y="T7"/>
              </a:cxn>
            </a:cxnLst>
            <a:rect l="T12" t="T13" r="T14" b="T15"/>
            <a:pathLst>
              <a:path w="1792" h="1056">
                <a:moveTo>
                  <a:pt x="0" y="336"/>
                </a:moveTo>
                <a:cubicBezTo>
                  <a:pt x="356" y="648"/>
                  <a:pt x="712" y="960"/>
                  <a:pt x="1008" y="1008"/>
                </a:cubicBezTo>
                <a:cubicBezTo>
                  <a:pt x="1304" y="1056"/>
                  <a:pt x="1760" y="792"/>
                  <a:pt x="1776" y="624"/>
                </a:cubicBezTo>
                <a:cubicBezTo>
                  <a:pt x="1792" y="456"/>
                  <a:pt x="1448" y="228"/>
                  <a:pt x="1104" y="0"/>
                </a:cubicBezTo>
              </a:path>
            </a:pathLst>
          </a:custGeom>
          <a:noFill/>
          <a:ln w="28575"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7835" name="Line 11">
            <a:extLst>
              <a:ext uri="{FF2B5EF4-FFF2-40B4-BE49-F238E27FC236}">
                <a16:creationId xmlns:a16="http://schemas.microsoft.com/office/drawing/2014/main" id="{8186F4E8-32F6-4FF2-A711-F177ACAD8840}"/>
              </a:ext>
            </a:extLst>
          </p:cNvPr>
          <p:cNvSpPr>
            <a:spLocks noChangeShapeType="1"/>
          </p:cNvSpPr>
          <p:nvPr/>
        </p:nvSpPr>
        <p:spPr bwMode="auto">
          <a:xfrm flipV="1">
            <a:off x="2247900" y="1676400"/>
            <a:ext cx="1524000" cy="1066800"/>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77836" name="Object 12">
            <a:extLst>
              <a:ext uri="{FF2B5EF4-FFF2-40B4-BE49-F238E27FC236}">
                <a16:creationId xmlns:a16="http://schemas.microsoft.com/office/drawing/2014/main" id="{925B3CEA-7665-4EE0-AD07-BB48162EAF03}"/>
              </a:ext>
            </a:extLst>
          </p:cNvPr>
          <p:cNvGraphicFramePr>
            <a:graphicFrameLocks noChangeAspect="1"/>
          </p:cNvGraphicFramePr>
          <p:nvPr/>
        </p:nvGraphicFramePr>
        <p:xfrm>
          <a:off x="1905000" y="3352800"/>
          <a:ext cx="1524000" cy="431800"/>
        </p:xfrm>
        <a:graphic>
          <a:graphicData uri="http://schemas.openxmlformats.org/presentationml/2006/ole">
            <mc:AlternateContent xmlns:mc="http://schemas.openxmlformats.org/markup-compatibility/2006">
              <mc:Choice xmlns:v="urn:schemas-microsoft-com:vml" Requires="v">
                <p:oleObj spid="_x0000_s13343" name="Equation" r:id="rId5" imgW="1523880" imgH="431640" progId="Equation.3">
                  <p:embed/>
                </p:oleObj>
              </mc:Choice>
              <mc:Fallback>
                <p:oleObj name="Equation" r:id="rId5" imgW="1523880" imgH="431640" progId="Equation.3">
                  <p:embed/>
                  <p:pic>
                    <p:nvPicPr>
                      <p:cNvPr id="77836" name="Object 12">
                        <a:extLst>
                          <a:ext uri="{FF2B5EF4-FFF2-40B4-BE49-F238E27FC236}">
                            <a16:creationId xmlns:a16="http://schemas.microsoft.com/office/drawing/2014/main" id="{925B3CEA-7665-4EE0-AD07-BB48162EAF0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5000" y="3352800"/>
                        <a:ext cx="15240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7837" name="Object 13">
            <a:extLst>
              <a:ext uri="{FF2B5EF4-FFF2-40B4-BE49-F238E27FC236}">
                <a16:creationId xmlns:a16="http://schemas.microsoft.com/office/drawing/2014/main" id="{58079558-7B37-4D69-8ABE-D99049EC0058}"/>
              </a:ext>
            </a:extLst>
          </p:cNvPr>
          <p:cNvGraphicFramePr>
            <a:graphicFrameLocks noChangeAspect="1"/>
          </p:cNvGraphicFramePr>
          <p:nvPr/>
        </p:nvGraphicFramePr>
        <p:xfrm>
          <a:off x="5200650" y="3898900"/>
          <a:ext cx="1612900" cy="431800"/>
        </p:xfrm>
        <a:graphic>
          <a:graphicData uri="http://schemas.openxmlformats.org/presentationml/2006/ole">
            <mc:AlternateContent xmlns:mc="http://schemas.openxmlformats.org/markup-compatibility/2006">
              <mc:Choice xmlns:v="urn:schemas-microsoft-com:vml" Requires="v">
                <p:oleObj spid="_x0000_s13344" name="Equation" r:id="rId7" imgW="1612800" imgH="431640" progId="Equation.3">
                  <p:embed/>
                </p:oleObj>
              </mc:Choice>
              <mc:Fallback>
                <p:oleObj name="Equation" r:id="rId7" imgW="1612800" imgH="431640" progId="Equation.3">
                  <p:embed/>
                  <p:pic>
                    <p:nvPicPr>
                      <p:cNvPr id="77837" name="Object 13">
                        <a:extLst>
                          <a:ext uri="{FF2B5EF4-FFF2-40B4-BE49-F238E27FC236}">
                            <a16:creationId xmlns:a16="http://schemas.microsoft.com/office/drawing/2014/main" id="{58079558-7B37-4D69-8ABE-D99049EC005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00650" y="3898900"/>
                        <a:ext cx="16129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7838" name="Rectangle 14">
            <a:extLst>
              <a:ext uri="{FF2B5EF4-FFF2-40B4-BE49-F238E27FC236}">
                <a16:creationId xmlns:a16="http://schemas.microsoft.com/office/drawing/2014/main" id="{F523B50C-4B07-4BA9-87C6-3970EA5F4186}"/>
              </a:ext>
            </a:extLst>
          </p:cNvPr>
          <p:cNvSpPr>
            <a:spLocks noChangeArrowheads="1"/>
          </p:cNvSpPr>
          <p:nvPr/>
        </p:nvSpPr>
        <p:spPr bwMode="auto">
          <a:xfrm>
            <a:off x="914400" y="762000"/>
            <a:ext cx="2520950" cy="519113"/>
          </a:xfrm>
          <a:prstGeom prst="rect">
            <a:avLst/>
          </a:prstGeom>
          <a:noFill/>
          <a:ln w="9525">
            <a:noFill/>
            <a:miter lim="800000"/>
            <a:headEnd/>
            <a:tailEnd/>
          </a:ln>
          <a:effectLst/>
        </p:spPr>
        <p:txBody>
          <a:bodyPr wrap="none">
            <a:spAutoFit/>
          </a:bodyPr>
          <a:lstStyle/>
          <a:p>
            <a:pPr>
              <a:defRPr/>
            </a:pPr>
            <a:r>
              <a:rPr kumimoji="1" lang="en-US" altLang="zh-CN" sz="2800" b="1">
                <a:solidFill>
                  <a:srgbClr val="0000FF"/>
                </a:solidFill>
                <a:effectLst>
                  <a:outerShdw blurRad="38100" dist="38100" dir="2700000" algn="tl">
                    <a:srgbClr val="C0C0C0"/>
                  </a:outerShdw>
                </a:effectLst>
                <a:latin typeface="黑体" pitchFamily="2" charset="-122"/>
                <a:ea typeface="黑体" pitchFamily="2" charset="-122"/>
              </a:rPr>
              <a:t>(2)</a:t>
            </a:r>
            <a:r>
              <a:rPr kumimoji="1" lang="zh-CN" altLang="en-US" sz="2800" b="1">
                <a:solidFill>
                  <a:srgbClr val="0000FF"/>
                </a:solidFill>
                <a:effectLst>
                  <a:outerShdw blurRad="38100" dist="38100" dir="2700000" algn="tl">
                    <a:srgbClr val="C0C0C0"/>
                  </a:outerShdw>
                </a:effectLst>
                <a:latin typeface="黑体" pitchFamily="2" charset="-122"/>
                <a:ea typeface="黑体" pitchFamily="2" charset="-122"/>
              </a:rPr>
              <a:t>对角线法则</a:t>
            </a:r>
          </a:p>
        </p:txBody>
      </p:sp>
      <p:sp>
        <p:nvSpPr>
          <p:cNvPr id="77839" name="Rectangle 15">
            <a:extLst>
              <a:ext uri="{FF2B5EF4-FFF2-40B4-BE49-F238E27FC236}">
                <a16:creationId xmlns:a16="http://schemas.microsoft.com/office/drawing/2014/main" id="{A7240A3E-5CC3-40CF-8930-E15CAE843449}"/>
              </a:ext>
            </a:extLst>
          </p:cNvPr>
          <p:cNvSpPr>
            <a:spLocks noChangeArrowheads="1"/>
          </p:cNvSpPr>
          <p:nvPr/>
        </p:nvSpPr>
        <p:spPr bwMode="auto">
          <a:xfrm>
            <a:off x="914400" y="4572000"/>
            <a:ext cx="780415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solidFill>
                  <a:srgbClr val="0000FF"/>
                </a:solidFill>
                <a:latin typeface="Times New Roman" panose="02020603050405020304" pitchFamily="18" charset="0"/>
                <a:ea typeface="黑体" panose="02010609060101010101" pitchFamily="49" charset="-122"/>
              </a:rPr>
              <a:t>注意</a:t>
            </a:r>
            <a:r>
              <a:rPr kumimoji="1" lang="zh-CN" altLang="en-US" sz="2800" b="1">
                <a:solidFill>
                  <a:schemeClr val="bg2"/>
                </a:solidFill>
                <a:latin typeface="Times New Roman" panose="02020603050405020304" pitchFamily="18" charset="0"/>
              </a:rPr>
              <a:t>     </a:t>
            </a:r>
            <a:r>
              <a:rPr kumimoji="1" lang="zh-CN" altLang="en-US" sz="2800" b="1">
                <a:latin typeface="Times New Roman" panose="02020603050405020304" pitchFamily="18" charset="0"/>
              </a:rPr>
              <a:t>红线上三元素的乘积冠以正号，蓝线上三</a:t>
            </a:r>
          </a:p>
          <a:p>
            <a:pPr eaLnBrk="1" hangingPunct="1"/>
            <a:r>
              <a:rPr kumimoji="1" lang="zh-CN" altLang="en-US" sz="2800" b="1">
                <a:latin typeface="Times New Roman" panose="02020603050405020304" pitchFamily="18" charset="0"/>
              </a:rPr>
              <a:t>元素的乘积冠以负号．</a:t>
            </a:r>
          </a:p>
        </p:txBody>
      </p:sp>
      <p:sp>
        <p:nvSpPr>
          <p:cNvPr id="77840" name="Rectangle 16">
            <a:extLst>
              <a:ext uri="{FF2B5EF4-FFF2-40B4-BE49-F238E27FC236}">
                <a16:creationId xmlns:a16="http://schemas.microsoft.com/office/drawing/2014/main" id="{1F479CF9-A479-42A8-AAB9-C7690BAF963A}"/>
              </a:ext>
            </a:extLst>
          </p:cNvPr>
          <p:cNvSpPr>
            <a:spLocks noChangeArrowheads="1"/>
          </p:cNvSpPr>
          <p:nvPr/>
        </p:nvSpPr>
        <p:spPr bwMode="auto">
          <a:xfrm>
            <a:off x="914400" y="5562600"/>
            <a:ext cx="798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solidFill>
                  <a:srgbClr val="0000FF"/>
                </a:solidFill>
                <a:latin typeface="Times New Roman" panose="02020603050405020304" pitchFamily="18" charset="0"/>
                <a:ea typeface="黑体" panose="02010609060101010101" pitchFamily="49" charset="-122"/>
              </a:rPr>
              <a:t>说明</a:t>
            </a:r>
            <a:r>
              <a:rPr kumimoji="1" lang="en-US" altLang="zh-CN" sz="2800" b="1">
                <a:solidFill>
                  <a:srgbClr val="0000FF"/>
                </a:solidFill>
                <a:latin typeface="Times New Roman" panose="02020603050405020304" pitchFamily="18" charset="0"/>
                <a:ea typeface="黑体" panose="02010609060101010101" pitchFamily="49" charset="-122"/>
              </a:rPr>
              <a:t>1</a:t>
            </a:r>
            <a:r>
              <a:rPr kumimoji="1" lang="en-US" altLang="zh-CN" sz="2800" b="1">
                <a:solidFill>
                  <a:schemeClr val="bg2"/>
                </a:solidFill>
                <a:latin typeface="Times New Roman" panose="02020603050405020304" pitchFamily="18" charset="0"/>
              </a:rPr>
              <a:t>     </a:t>
            </a:r>
            <a:r>
              <a:rPr kumimoji="1" lang="zh-CN" altLang="en-US" sz="2800" b="1">
                <a:latin typeface="Times New Roman" panose="02020603050405020304" pitchFamily="18" charset="0"/>
              </a:rPr>
              <a:t>对角线法则只适用于二阶与三阶行列式．</a:t>
            </a:r>
          </a:p>
        </p:txBody>
      </p:sp>
      <p:graphicFrame>
        <p:nvGraphicFramePr>
          <p:cNvPr id="77841" name="Object 17">
            <a:extLst>
              <a:ext uri="{FF2B5EF4-FFF2-40B4-BE49-F238E27FC236}">
                <a16:creationId xmlns:a16="http://schemas.microsoft.com/office/drawing/2014/main" id="{A9DC1503-0741-4065-835C-58D8490C6A3A}"/>
              </a:ext>
            </a:extLst>
          </p:cNvPr>
          <p:cNvGraphicFramePr>
            <a:graphicFrameLocks noChangeAspect="1"/>
          </p:cNvGraphicFramePr>
          <p:nvPr/>
        </p:nvGraphicFramePr>
        <p:xfrm>
          <a:off x="5105400" y="3352800"/>
          <a:ext cx="1511300" cy="431800"/>
        </p:xfrm>
        <a:graphic>
          <a:graphicData uri="http://schemas.openxmlformats.org/presentationml/2006/ole">
            <mc:AlternateContent xmlns:mc="http://schemas.openxmlformats.org/markup-compatibility/2006">
              <mc:Choice xmlns:v="urn:schemas-microsoft-com:vml" Requires="v">
                <p:oleObj spid="_x0000_s13345" name="Equation" r:id="rId9" imgW="1511280" imgH="431640" progId="Equation.3">
                  <p:embed/>
                </p:oleObj>
              </mc:Choice>
              <mc:Fallback>
                <p:oleObj name="Equation" r:id="rId9" imgW="1511280" imgH="431640" progId="Equation.3">
                  <p:embed/>
                  <p:pic>
                    <p:nvPicPr>
                      <p:cNvPr id="77841" name="Object 17">
                        <a:extLst>
                          <a:ext uri="{FF2B5EF4-FFF2-40B4-BE49-F238E27FC236}">
                            <a16:creationId xmlns:a16="http://schemas.microsoft.com/office/drawing/2014/main" id="{A9DC1503-0741-4065-835C-58D8490C6A3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105400" y="3352800"/>
                        <a:ext cx="15113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7842" name="Object 18">
            <a:extLst>
              <a:ext uri="{FF2B5EF4-FFF2-40B4-BE49-F238E27FC236}">
                <a16:creationId xmlns:a16="http://schemas.microsoft.com/office/drawing/2014/main" id="{2F26B9F5-66E9-4F25-92C7-A52AE78AFD69}"/>
              </a:ext>
            </a:extLst>
          </p:cNvPr>
          <p:cNvGraphicFramePr>
            <a:graphicFrameLocks noChangeAspect="1"/>
          </p:cNvGraphicFramePr>
          <p:nvPr/>
        </p:nvGraphicFramePr>
        <p:xfrm>
          <a:off x="3505200" y="3352800"/>
          <a:ext cx="1511300" cy="431800"/>
        </p:xfrm>
        <a:graphic>
          <a:graphicData uri="http://schemas.openxmlformats.org/presentationml/2006/ole">
            <mc:AlternateContent xmlns:mc="http://schemas.openxmlformats.org/markup-compatibility/2006">
              <mc:Choice xmlns:v="urn:schemas-microsoft-com:vml" Requires="v">
                <p:oleObj spid="_x0000_s13346" name="Equation" r:id="rId11" imgW="1511280" imgH="431640" progId="Equation.3">
                  <p:embed/>
                </p:oleObj>
              </mc:Choice>
              <mc:Fallback>
                <p:oleObj name="Equation" r:id="rId11" imgW="1511280" imgH="431640" progId="Equation.3">
                  <p:embed/>
                  <p:pic>
                    <p:nvPicPr>
                      <p:cNvPr id="77842" name="Object 18">
                        <a:extLst>
                          <a:ext uri="{FF2B5EF4-FFF2-40B4-BE49-F238E27FC236}">
                            <a16:creationId xmlns:a16="http://schemas.microsoft.com/office/drawing/2014/main" id="{2F26B9F5-66E9-4F25-92C7-A52AE78AFD69}"/>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505200" y="3352800"/>
                        <a:ext cx="15113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7843" name="Object 19">
            <a:extLst>
              <a:ext uri="{FF2B5EF4-FFF2-40B4-BE49-F238E27FC236}">
                <a16:creationId xmlns:a16="http://schemas.microsoft.com/office/drawing/2014/main" id="{53AF559A-DE85-46F3-890A-37DA719ED9FC}"/>
              </a:ext>
            </a:extLst>
          </p:cNvPr>
          <p:cNvGraphicFramePr>
            <a:graphicFrameLocks noChangeAspect="1"/>
          </p:cNvGraphicFramePr>
          <p:nvPr/>
        </p:nvGraphicFramePr>
        <p:xfrm>
          <a:off x="2038350" y="3898900"/>
          <a:ext cx="1498600" cy="431800"/>
        </p:xfrm>
        <a:graphic>
          <a:graphicData uri="http://schemas.openxmlformats.org/presentationml/2006/ole">
            <mc:AlternateContent xmlns:mc="http://schemas.openxmlformats.org/markup-compatibility/2006">
              <mc:Choice xmlns:v="urn:schemas-microsoft-com:vml" Requires="v">
                <p:oleObj spid="_x0000_s13347" name="Equation" r:id="rId13" imgW="1498320" imgH="431640" progId="Equation.3">
                  <p:embed/>
                </p:oleObj>
              </mc:Choice>
              <mc:Fallback>
                <p:oleObj name="Equation" r:id="rId13" imgW="1498320" imgH="431640" progId="Equation.3">
                  <p:embed/>
                  <p:pic>
                    <p:nvPicPr>
                      <p:cNvPr id="77843" name="Object 19">
                        <a:extLst>
                          <a:ext uri="{FF2B5EF4-FFF2-40B4-BE49-F238E27FC236}">
                            <a16:creationId xmlns:a16="http://schemas.microsoft.com/office/drawing/2014/main" id="{53AF559A-DE85-46F3-890A-37DA719ED9FC}"/>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038350" y="3898900"/>
                        <a:ext cx="14986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7844" name="Object 20">
            <a:extLst>
              <a:ext uri="{FF2B5EF4-FFF2-40B4-BE49-F238E27FC236}">
                <a16:creationId xmlns:a16="http://schemas.microsoft.com/office/drawing/2014/main" id="{BE6B044C-8608-47EC-B27B-215BDAAC9435}"/>
              </a:ext>
            </a:extLst>
          </p:cNvPr>
          <p:cNvGraphicFramePr>
            <a:graphicFrameLocks noChangeAspect="1"/>
          </p:cNvGraphicFramePr>
          <p:nvPr/>
        </p:nvGraphicFramePr>
        <p:xfrm>
          <a:off x="3657600" y="3898900"/>
          <a:ext cx="1498600" cy="431800"/>
        </p:xfrm>
        <a:graphic>
          <a:graphicData uri="http://schemas.openxmlformats.org/presentationml/2006/ole">
            <mc:AlternateContent xmlns:mc="http://schemas.openxmlformats.org/markup-compatibility/2006">
              <mc:Choice xmlns:v="urn:schemas-microsoft-com:vml" Requires="v">
                <p:oleObj spid="_x0000_s13348" name="Equation" r:id="rId15" imgW="1498320" imgH="431640" progId="Equation.3">
                  <p:embed/>
                </p:oleObj>
              </mc:Choice>
              <mc:Fallback>
                <p:oleObj name="Equation" r:id="rId15" imgW="1498320" imgH="431640" progId="Equation.3">
                  <p:embed/>
                  <p:pic>
                    <p:nvPicPr>
                      <p:cNvPr id="77844" name="Object 20">
                        <a:extLst>
                          <a:ext uri="{FF2B5EF4-FFF2-40B4-BE49-F238E27FC236}">
                            <a16:creationId xmlns:a16="http://schemas.microsoft.com/office/drawing/2014/main" id="{BE6B044C-8608-47EC-B27B-215BDAAC9435}"/>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657600" y="3898900"/>
                        <a:ext cx="14986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77830"/>
                                        </p:tgtEl>
                                        <p:attrNameLst>
                                          <p:attrName>style.visibility</p:attrName>
                                        </p:attrNameLst>
                                      </p:cBhvr>
                                      <p:to>
                                        <p:strVal val="visible"/>
                                      </p:to>
                                    </p:set>
                                    <p:animEffect transition="in" filter="wipe(left)">
                                      <p:cBhvr>
                                        <p:cTn id="12" dur="500"/>
                                        <p:tgtEl>
                                          <p:spTgt spid="7783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77836"/>
                                        </p:tgtEl>
                                        <p:attrNameLst>
                                          <p:attrName>style.visibility</p:attrName>
                                        </p:attrNameLst>
                                      </p:cBhvr>
                                      <p:to>
                                        <p:strVal val="visible"/>
                                      </p:to>
                                    </p:set>
                                    <p:animEffect transition="in" filter="wipe(left)">
                                      <p:cBhvr>
                                        <p:cTn id="17" dur="500"/>
                                        <p:tgtEl>
                                          <p:spTgt spid="7783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77831"/>
                                        </p:tgtEl>
                                        <p:attrNameLst>
                                          <p:attrName>style.visibility</p:attrName>
                                        </p:attrNameLst>
                                      </p:cBhvr>
                                      <p:to>
                                        <p:strVal val="visible"/>
                                      </p:to>
                                    </p:set>
                                    <p:animEffect transition="in" filter="wipe(left)">
                                      <p:cBhvr>
                                        <p:cTn id="22" dur="500"/>
                                        <p:tgtEl>
                                          <p:spTgt spid="7783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77842"/>
                                        </p:tgtEl>
                                        <p:attrNameLst>
                                          <p:attrName>style.visibility</p:attrName>
                                        </p:attrNameLst>
                                      </p:cBhvr>
                                      <p:to>
                                        <p:strVal val="visible"/>
                                      </p:to>
                                    </p:set>
                                    <p:animEffect transition="in" filter="wipe(left)">
                                      <p:cBhvr>
                                        <p:cTn id="27" dur="500"/>
                                        <p:tgtEl>
                                          <p:spTgt spid="7784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77833"/>
                                        </p:tgtEl>
                                        <p:attrNameLst>
                                          <p:attrName>style.visibility</p:attrName>
                                        </p:attrNameLst>
                                      </p:cBhvr>
                                      <p:to>
                                        <p:strVal val="visible"/>
                                      </p:to>
                                    </p:set>
                                    <p:animEffect transition="in" filter="wipe(left)">
                                      <p:cBhvr>
                                        <p:cTn id="32" dur="500"/>
                                        <p:tgtEl>
                                          <p:spTgt spid="7783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77841"/>
                                        </p:tgtEl>
                                        <p:attrNameLst>
                                          <p:attrName>style.visibility</p:attrName>
                                        </p:attrNameLst>
                                      </p:cBhvr>
                                      <p:to>
                                        <p:strVal val="visible"/>
                                      </p:to>
                                    </p:set>
                                    <p:animEffect transition="in" filter="wipe(left)">
                                      <p:cBhvr>
                                        <p:cTn id="37" dur="500"/>
                                        <p:tgtEl>
                                          <p:spTgt spid="7784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77835"/>
                                        </p:tgtEl>
                                        <p:attrNameLst>
                                          <p:attrName>style.visibility</p:attrName>
                                        </p:attrNameLst>
                                      </p:cBhvr>
                                      <p:to>
                                        <p:strVal val="visible"/>
                                      </p:to>
                                    </p:set>
                                    <p:animEffect transition="in" filter="wipe(left)">
                                      <p:cBhvr>
                                        <p:cTn id="42" dur="500"/>
                                        <p:tgtEl>
                                          <p:spTgt spid="7783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77843"/>
                                        </p:tgtEl>
                                        <p:attrNameLst>
                                          <p:attrName>style.visibility</p:attrName>
                                        </p:attrNameLst>
                                      </p:cBhvr>
                                      <p:to>
                                        <p:strVal val="visible"/>
                                      </p:to>
                                    </p:set>
                                    <p:animEffect transition="in" filter="wipe(left)">
                                      <p:cBhvr>
                                        <p:cTn id="47" dur="500"/>
                                        <p:tgtEl>
                                          <p:spTgt spid="77843"/>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77832"/>
                                        </p:tgtEl>
                                        <p:attrNameLst>
                                          <p:attrName>style.visibility</p:attrName>
                                        </p:attrNameLst>
                                      </p:cBhvr>
                                      <p:to>
                                        <p:strVal val="visible"/>
                                      </p:to>
                                    </p:set>
                                    <p:animEffect transition="in" filter="wipe(left)">
                                      <p:cBhvr>
                                        <p:cTn id="52" dur="500"/>
                                        <p:tgtEl>
                                          <p:spTgt spid="77832"/>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77844"/>
                                        </p:tgtEl>
                                        <p:attrNameLst>
                                          <p:attrName>style.visibility</p:attrName>
                                        </p:attrNameLst>
                                      </p:cBhvr>
                                      <p:to>
                                        <p:strVal val="visible"/>
                                      </p:to>
                                    </p:set>
                                    <p:animEffect transition="in" filter="wipe(left)">
                                      <p:cBhvr>
                                        <p:cTn id="57" dur="500"/>
                                        <p:tgtEl>
                                          <p:spTgt spid="77844"/>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77834"/>
                                        </p:tgtEl>
                                        <p:attrNameLst>
                                          <p:attrName>style.visibility</p:attrName>
                                        </p:attrNameLst>
                                      </p:cBhvr>
                                      <p:to>
                                        <p:strVal val="visible"/>
                                      </p:to>
                                    </p:set>
                                    <p:animEffect transition="in" filter="wipe(left)">
                                      <p:cBhvr>
                                        <p:cTn id="62" dur="500"/>
                                        <p:tgtEl>
                                          <p:spTgt spid="77834"/>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77837"/>
                                        </p:tgtEl>
                                        <p:attrNameLst>
                                          <p:attrName>style.visibility</p:attrName>
                                        </p:attrNameLst>
                                      </p:cBhvr>
                                      <p:to>
                                        <p:strVal val="visible"/>
                                      </p:to>
                                    </p:set>
                                    <p:animEffect transition="in" filter="wipe(left)">
                                      <p:cBhvr>
                                        <p:cTn id="67" dur="500"/>
                                        <p:tgtEl>
                                          <p:spTgt spid="77837"/>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grpId="0" nodeType="clickEffect">
                                  <p:stCondLst>
                                    <p:cond delay="0"/>
                                  </p:stCondLst>
                                  <p:iterate type="lt">
                                    <p:tmPct val="100000"/>
                                  </p:iterate>
                                  <p:childTnLst>
                                    <p:set>
                                      <p:cBhvr>
                                        <p:cTn id="71" dur="1" fill="hold">
                                          <p:stCondLst>
                                            <p:cond delay="0"/>
                                          </p:stCondLst>
                                        </p:cTn>
                                        <p:tgtEl>
                                          <p:spTgt spid="77839"/>
                                        </p:tgtEl>
                                        <p:attrNameLst>
                                          <p:attrName>style.visibility</p:attrName>
                                        </p:attrNameLst>
                                      </p:cBhvr>
                                      <p:to>
                                        <p:strVal val="visible"/>
                                      </p:to>
                                    </p:set>
                                    <p:animEffect transition="in" filter="wipe(left)">
                                      <p:cBhvr>
                                        <p:cTn id="72" dur="75"/>
                                        <p:tgtEl>
                                          <p:spTgt spid="77839"/>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grpId="0" nodeType="clickEffect">
                                  <p:stCondLst>
                                    <p:cond delay="0"/>
                                  </p:stCondLst>
                                  <p:iterate type="lt">
                                    <p:tmPct val="100000"/>
                                  </p:iterate>
                                  <p:childTnLst>
                                    <p:set>
                                      <p:cBhvr>
                                        <p:cTn id="76" dur="1" fill="hold">
                                          <p:stCondLst>
                                            <p:cond delay="0"/>
                                          </p:stCondLst>
                                        </p:cTn>
                                        <p:tgtEl>
                                          <p:spTgt spid="77840"/>
                                        </p:tgtEl>
                                        <p:attrNameLst>
                                          <p:attrName>style.visibility</p:attrName>
                                        </p:attrNameLst>
                                      </p:cBhvr>
                                      <p:to>
                                        <p:strVal val="visible"/>
                                      </p:to>
                                    </p:set>
                                    <p:animEffect transition="in" filter="wipe(left)">
                                      <p:cBhvr>
                                        <p:cTn id="77" dur="75"/>
                                        <p:tgtEl>
                                          <p:spTgt spid="778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39" grpId="0" autoUpdateAnimBg="0"/>
      <p:bldP spid="77840"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3" name="日期占位符 1">
            <a:extLst>
              <a:ext uri="{FF2B5EF4-FFF2-40B4-BE49-F238E27FC236}">
                <a16:creationId xmlns:a16="http://schemas.microsoft.com/office/drawing/2014/main" id="{B0F9E91A-1B45-4008-A7D0-F56A245A3644}"/>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0CFD2F8-DF26-494B-9F9C-3B2D28AA6E37}" type="datetime1">
              <a:rPr lang="zh-CN" altLang="en-US" smtClean="0"/>
              <a:pPr eaLnBrk="1" hangingPunct="1"/>
              <a:t>2025/2/28</a:t>
            </a:fld>
            <a:endParaRPr lang="en-US" altLang="zh-CN"/>
          </a:p>
        </p:txBody>
      </p:sp>
      <p:sp>
        <p:nvSpPr>
          <p:cNvPr id="12294" name="页脚占位符 2">
            <a:extLst>
              <a:ext uri="{FF2B5EF4-FFF2-40B4-BE49-F238E27FC236}">
                <a16:creationId xmlns:a16="http://schemas.microsoft.com/office/drawing/2014/main" id="{5FEFAEA2-4660-43EB-9946-880CDAC8689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(共20页)</a:t>
            </a:r>
          </a:p>
        </p:txBody>
      </p:sp>
      <p:sp>
        <p:nvSpPr>
          <p:cNvPr id="12295" name="灯片编号占位符 3">
            <a:extLst>
              <a:ext uri="{FF2B5EF4-FFF2-40B4-BE49-F238E27FC236}">
                <a16:creationId xmlns:a16="http://schemas.microsoft.com/office/drawing/2014/main" id="{045A33D3-10E4-435C-86D2-552B83F04FF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3111515-F709-4441-8C83-053D2E409DBC}" type="slidenum">
              <a:rPr lang="en-US" altLang="zh-CN"/>
              <a:pPr eaLnBrk="1" hangingPunct="1"/>
              <a:t>15</a:t>
            </a:fld>
            <a:endParaRPr lang="en-US" altLang="zh-CN"/>
          </a:p>
        </p:txBody>
      </p:sp>
      <p:sp>
        <p:nvSpPr>
          <p:cNvPr id="78850" name="Rectangle 2">
            <a:extLst>
              <a:ext uri="{FF2B5EF4-FFF2-40B4-BE49-F238E27FC236}">
                <a16:creationId xmlns:a16="http://schemas.microsoft.com/office/drawing/2014/main" id="{C13E1B4F-5D37-4C6B-A429-7193A433B722}"/>
              </a:ext>
            </a:extLst>
          </p:cNvPr>
          <p:cNvSpPr>
            <a:spLocks noChangeArrowheads="1"/>
          </p:cNvSpPr>
          <p:nvPr/>
        </p:nvSpPr>
        <p:spPr bwMode="auto">
          <a:xfrm>
            <a:off x="468313" y="2835275"/>
            <a:ext cx="34861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a:latin typeface="Times New Roman" panose="02020603050405020304" pitchFamily="18" charset="0"/>
              </a:rPr>
              <a:t> </a:t>
            </a:r>
            <a:r>
              <a:rPr kumimoji="1" lang="zh-CN" altLang="en-US" sz="2800" b="1">
                <a:latin typeface="Times New Roman" panose="02020603050405020304" pitchFamily="18" charset="0"/>
              </a:rPr>
              <a:t>如果三元线性方程组</a:t>
            </a:r>
          </a:p>
        </p:txBody>
      </p:sp>
      <p:graphicFrame>
        <p:nvGraphicFramePr>
          <p:cNvPr id="78851" name="Object 3">
            <a:extLst>
              <a:ext uri="{FF2B5EF4-FFF2-40B4-BE49-F238E27FC236}">
                <a16:creationId xmlns:a16="http://schemas.microsoft.com/office/drawing/2014/main" id="{76713553-8691-409B-9466-647D179653F5}"/>
              </a:ext>
            </a:extLst>
          </p:cNvPr>
          <p:cNvGraphicFramePr>
            <a:graphicFrameLocks noChangeAspect="1"/>
          </p:cNvGraphicFramePr>
          <p:nvPr/>
        </p:nvGraphicFramePr>
        <p:xfrm>
          <a:off x="4005263" y="2432050"/>
          <a:ext cx="3911600" cy="1536700"/>
        </p:xfrm>
        <a:graphic>
          <a:graphicData uri="http://schemas.openxmlformats.org/presentationml/2006/ole">
            <mc:AlternateContent xmlns:mc="http://schemas.openxmlformats.org/markup-compatibility/2006">
              <mc:Choice xmlns:v="urn:schemas-microsoft-com:vml" Requires="v">
                <p:oleObj spid="_x0000_s14350" name="Equation" r:id="rId3" imgW="3911400" imgH="1536480" progId="Equation.3">
                  <p:embed/>
                </p:oleObj>
              </mc:Choice>
              <mc:Fallback>
                <p:oleObj name="Equation" r:id="rId3" imgW="3911400" imgH="1536480" progId="Equation.3">
                  <p:embed/>
                  <p:pic>
                    <p:nvPicPr>
                      <p:cNvPr id="78851" name="Object 3">
                        <a:extLst>
                          <a:ext uri="{FF2B5EF4-FFF2-40B4-BE49-F238E27FC236}">
                            <a16:creationId xmlns:a16="http://schemas.microsoft.com/office/drawing/2014/main" id="{76713553-8691-409B-9466-647D179653F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05263" y="2432050"/>
                        <a:ext cx="3911600" cy="1536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8852" name="Text Box 4">
            <a:extLst>
              <a:ext uri="{FF2B5EF4-FFF2-40B4-BE49-F238E27FC236}">
                <a16:creationId xmlns:a16="http://schemas.microsoft.com/office/drawing/2014/main" id="{F4ECE7BA-7E89-4F2B-8DD5-E986164B73C3}"/>
              </a:ext>
            </a:extLst>
          </p:cNvPr>
          <p:cNvSpPr txBox="1">
            <a:spLocks noChangeArrowheads="1"/>
          </p:cNvSpPr>
          <p:nvPr/>
        </p:nvSpPr>
        <p:spPr bwMode="auto">
          <a:xfrm>
            <a:off x="611188" y="4797425"/>
            <a:ext cx="23272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latin typeface="Times New Roman" panose="02020603050405020304" pitchFamily="18" charset="0"/>
              </a:rPr>
              <a:t>的系数行列式</a:t>
            </a:r>
          </a:p>
        </p:txBody>
      </p:sp>
      <p:graphicFrame>
        <p:nvGraphicFramePr>
          <p:cNvPr id="78853" name="Object 5">
            <a:extLst>
              <a:ext uri="{FF2B5EF4-FFF2-40B4-BE49-F238E27FC236}">
                <a16:creationId xmlns:a16="http://schemas.microsoft.com/office/drawing/2014/main" id="{77BA7951-108B-47EA-9253-043930E4BB08}"/>
              </a:ext>
            </a:extLst>
          </p:cNvPr>
          <p:cNvGraphicFramePr>
            <a:graphicFrameLocks noChangeAspect="1"/>
          </p:cNvGraphicFramePr>
          <p:nvPr/>
        </p:nvGraphicFramePr>
        <p:xfrm>
          <a:off x="3851275" y="4581525"/>
          <a:ext cx="2881313" cy="1635125"/>
        </p:xfrm>
        <a:graphic>
          <a:graphicData uri="http://schemas.openxmlformats.org/presentationml/2006/ole">
            <mc:AlternateContent xmlns:mc="http://schemas.openxmlformats.org/markup-compatibility/2006">
              <mc:Choice xmlns:v="urn:schemas-microsoft-com:vml" Requires="v">
                <p:oleObj spid="_x0000_s14351" name="Equation" r:id="rId5" imgW="2705040" imgH="1536480" progId="Equation.DSMT4">
                  <p:embed/>
                </p:oleObj>
              </mc:Choice>
              <mc:Fallback>
                <p:oleObj name="Equation" r:id="rId5" imgW="2705040" imgH="1536480" progId="Equation.DSMT4">
                  <p:embed/>
                  <p:pic>
                    <p:nvPicPr>
                      <p:cNvPr id="78853" name="Object 5">
                        <a:extLst>
                          <a:ext uri="{FF2B5EF4-FFF2-40B4-BE49-F238E27FC236}">
                            <a16:creationId xmlns:a16="http://schemas.microsoft.com/office/drawing/2014/main" id="{77BA7951-108B-47EA-9253-043930E4BB0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51275" y="4581525"/>
                        <a:ext cx="2881313" cy="1635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8854" name="Object 6">
            <a:extLst>
              <a:ext uri="{FF2B5EF4-FFF2-40B4-BE49-F238E27FC236}">
                <a16:creationId xmlns:a16="http://schemas.microsoft.com/office/drawing/2014/main" id="{7689EC9C-F19A-4F4A-B995-53A211C47731}"/>
              </a:ext>
            </a:extLst>
          </p:cNvPr>
          <p:cNvGraphicFramePr>
            <a:graphicFrameLocks noChangeAspect="1"/>
          </p:cNvGraphicFramePr>
          <p:nvPr/>
        </p:nvGraphicFramePr>
        <p:xfrm>
          <a:off x="6804025" y="5300663"/>
          <a:ext cx="584200" cy="368300"/>
        </p:xfrm>
        <a:graphic>
          <a:graphicData uri="http://schemas.openxmlformats.org/presentationml/2006/ole">
            <mc:AlternateContent xmlns:mc="http://schemas.openxmlformats.org/markup-compatibility/2006">
              <mc:Choice xmlns:v="urn:schemas-microsoft-com:vml" Requires="v">
                <p:oleObj spid="_x0000_s14352" name="Equation" r:id="rId7" imgW="583920" imgH="368280" progId="Equation.3">
                  <p:embed/>
                </p:oleObj>
              </mc:Choice>
              <mc:Fallback>
                <p:oleObj name="Equation" r:id="rId7" imgW="583920" imgH="368280" progId="Equation.3">
                  <p:embed/>
                  <p:pic>
                    <p:nvPicPr>
                      <p:cNvPr id="78854" name="Object 6">
                        <a:extLst>
                          <a:ext uri="{FF2B5EF4-FFF2-40B4-BE49-F238E27FC236}">
                            <a16:creationId xmlns:a16="http://schemas.microsoft.com/office/drawing/2014/main" id="{7689EC9C-F19A-4F4A-B995-53A211C4773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04025" y="5300663"/>
                        <a:ext cx="5842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8855" name="Rectangle 7">
            <a:extLst>
              <a:ext uri="{FF2B5EF4-FFF2-40B4-BE49-F238E27FC236}">
                <a16:creationId xmlns:a16="http://schemas.microsoft.com/office/drawing/2014/main" id="{A2142F66-4D31-41E6-9E07-7B4DCC98AA13}"/>
              </a:ext>
            </a:extLst>
          </p:cNvPr>
          <p:cNvSpPr>
            <a:spLocks noChangeArrowheads="1"/>
          </p:cNvSpPr>
          <p:nvPr/>
        </p:nvSpPr>
        <p:spPr bwMode="auto">
          <a:xfrm>
            <a:off x="468313" y="1844675"/>
            <a:ext cx="5988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a:solidFill>
                  <a:srgbClr val="0000FF"/>
                </a:solidFill>
                <a:latin typeface="Times New Roman" panose="02020603050405020304" pitchFamily="18" charset="0"/>
                <a:ea typeface="黑体" panose="02010609060101010101" pitchFamily="49" charset="-122"/>
              </a:rPr>
              <a:t> </a:t>
            </a:r>
            <a:r>
              <a:rPr kumimoji="1" lang="zh-CN" altLang="en-US" sz="2800" b="1">
                <a:solidFill>
                  <a:srgbClr val="0000FF"/>
                </a:solidFill>
                <a:latin typeface="Times New Roman" panose="02020603050405020304" pitchFamily="18" charset="0"/>
                <a:ea typeface="黑体" panose="02010609060101010101" pitchFamily="49" charset="-122"/>
              </a:rPr>
              <a:t>利用三阶行列式求解三元线性方程组</a:t>
            </a:r>
          </a:p>
        </p:txBody>
      </p:sp>
      <p:grpSp>
        <p:nvGrpSpPr>
          <p:cNvPr id="12299" name="Group 8">
            <a:extLst>
              <a:ext uri="{FF2B5EF4-FFF2-40B4-BE49-F238E27FC236}">
                <a16:creationId xmlns:a16="http://schemas.microsoft.com/office/drawing/2014/main" id="{855C1444-7C2C-4F74-9512-28245C302CEA}"/>
              </a:ext>
            </a:extLst>
          </p:cNvPr>
          <p:cNvGrpSpPr>
            <a:grpSpLocks/>
          </p:cNvGrpSpPr>
          <p:nvPr/>
        </p:nvGrpSpPr>
        <p:grpSpPr bwMode="auto">
          <a:xfrm>
            <a:off x="595313" y="352425"/>
            <a:ext cx="7737475" cy="1425575"/>
            <a:chOff x="560" y="466"/>
            <a:chExt cx="4874" cy="898"/>
          </a:xfrm>
        </p:grpSpPr>
        <p:sp>
          <p:nvSpPr>
            <p:cNvPr id="12309" name="Text Box 9">
              <a:extLst>
                <a:ext uri="{FF2B5EF4-FFF2-40B4-BE49-F238E27FC236}">
                  <a16:creationId xmlns:a16="http://schemas.microsoft.com/office/drawing/2014/main" id="{01B0DD4D-E2AC-499F-928B-CDCB2DC042B8}"/>
                </a:ext>
              </a:extLst>
            </p:cNvPr>
            <p:cNvSpPr txBox="1">
              <a:spLocks noChangeArrowheads="1"/>
            </p:cNvSpPr>
            <p:nvPr/>
          </p:nvSpPr>
          <p:spPr bwMode="auto">
            <a:xfrm>
              <a:off x="576" y="466"/>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a:solidFill>
                    <a:srgbClr val="0000FF"/>
                  </a:solidFill>
                  <a:latin typeface="黑体" panose="02010609060101010101" pitchFamily="49" charset="-122"/>
                  <a:ea typeface="黑体" panose="02010609060101010101" pitchFamily="49" charset="-122"/>
                </a:rPr>
                <a:t> </a:t>
              </a:r>
            </a:p>
          </p:txBody>
        </p:sp>
        <p:sp>
          <p:nvSpPr>
            <p:cNvPr id="12310" name="Rectangle 10">
              <a:extLst>
                <a:ext uri="{FF2B5EF4-FFF2-40B4-BE49-F238E27FC236}">
                  <a16:creationId xmlns:a16="http://schemas.microsoft.com/office/drawing/2014/main" id="{B3DDB67F-0EBF-4D21-BBC0-996B63503F65}"/>
                </a:ext>
              </a:extLst>
            </p:cNvPr>
            <p:cNvSpPr>
              <a:spLocks noChangeArrowheads="1"/>
            </p:cNvSpPr>
            <p:nvPr/>
          </p:nvSpPr>
          <p:spPr bwMode="auto">
            <a:xfrm>
              <a:off x="576" y="466"/>
              <a:ext cx="79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a:latin typeface="宋体" panose="02010600030101010101" pitchFamily="2" charset="-122"/>
                </a:rPr>
                <a:t>2</a:t>
              </a:r>
              <a:r>
                <a:rPr kumimoji="1" lang="en-US" altLang="zh-CN" sz="2800" b="1">
                  <a:latin typeface="黑体" panose="02010609060101010101" pitchFamily="49" charset="-122"/>
                  <a:ea typeface="黑体" panose="02010609060101010101" pitchFamily="49" charset="-122"/>
                </a:rPr>
                <a:t>.</a:t>
              </a:r>
              <a:r>
                <a:rPr kumimoji="1" lang="en-US" altLang="zh-CN" sz="2800" b="1">
                  <a:solidFill>
                    <a:srgbClr val="0000FF"/>
                  </a:solidFill>
                  <a:latin typeface="黑体" panose="02010609060101010101" pitchFamily="49" charset="-122"/>
                  <a:ea typeface="黑体" panose="02010609060101010101" pitchFamily="49" charset="-122"/>
                </a:rPr>
                <a:t>    </a:t>
              </a:r>
            </a:p>
          </p:txBody>
        </p:sp>
        <p:sp>
          <p:nvSpPr>
            <p:cNvPr id="12311" name="Rectangle 11">
              <a:extLst>
                <a:ext uri="{FF2B5EF4-FFF2-40B4-BE49-F238E27FC236}">
                  <a16:creationId xmlns:a16="http://schemas.microsoft.com/office/drawing/2014/main" id="{453D73C4-89B4-4DB0-B230-154A91241D7C}"/>
                </a:ext>
              </a:extLst>
            </p:cNvPr>
            <p:cNvSpPr>
              <a:spLocks noChangeArrowheads="1"/>
            </p:cNvSpPr>
            <p:nvPr/>
          </p:nvSpPr>
          <p:spPr bwMode="auto">
            <a:xfrm>
              <a:off x="816" y="466"/>
              <a:ext cx="461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latin typeface="宋体" panose="02010600030101010101" pitchFamily="2" charset="-122"/>
                </a:rPr>
                <a:t>三阶行列式包括</a:t>
              </a:r>
              <a:r>
                <a:rPr kumimoji="1" lang="en-US" altLang="zh-CN" sz="2800" b="1">
                  <a:latin typeface="宋体" panose="02010600030101010101" pitchFamily="2" charset="-122"/>
                </a:rPr>
                <a:t>3!</a:t>
              </a:r>
              <a:r>
                <a:rPr kumimoji="1" lang="zh-CN" altLang="en-US" sz="2800" b="1">
                  <a:latin typeface="宋体" panose="02010600030101010101" pitchFamily="2" charset="-122"/>
                </a:rPr>
                <a:t>项</a:t>
              </a:r>
              <a:r>
                <a:rPr kumimoji="1" lang="en-US" altLang="zh-CN" sz="2800" b="1">
                  <a:latin typeface="宋体" panose="02010600030101010101" pitchFamily="2" charset="-122"/>
                </a:rPr>
                <a:t>,</a:t>
              </a:r>
              <a:r>
                <a:rPr kumimoji="1" lang="zh-CN" altLang="en-US" sz="2800" b="1">
                  <a:latin typeface="宋体" panose="02010600030101010101" pitchFamily="2" charset="-122"/>
                </a:rPr>
                <a:t>每一项都是位于不同行</a:t>
              </a:r>
              <a:r>
                <a:rPr kumimoji="1" lang="en-US" altLang="zh-CN" sz="2800" b="1">
                  <a:latin typeface="宋体" panose="02010600030101010101" pitchFamily="2" charset="-122"/>
                </a:rPr>
                <a:t>,</a:t>
              </a:r>
            </a:p>
          </p:txBody>
        </p:sp>
        <p:sp>
          <p:nvSpPr>
            <p:cNvPr id="12312" name="Text Box 12">
              <a:extLst>
                <a:ext uri="{FF2B5EF4-FFF2-40B4-BE49-F238E27FC236}">
                  <a16:creationId xmlns:a16="http://schemas.microsoft.com/office/drawing/2014/main" id="{56C207AC-CDDC-47D8-B91C-75DD96301641}"/>
                </a:ext>
              </a:extLst>
            </p:cNvPr>
            <p:cNvSpPr txBox="1">
              <a:spLocks noChangeArrowheads="1"/>
            </p:cNvSpPr>
            <p:nvPr/>
          </p:nvSpPr>
          <p:spPr bwMode="auto">
            <a:xfrm>
              <a:off x="560" y="768"/>
              <a:ext cx="4842" cy="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latin typeface="宋体" panose="02010600030101010101" pitchFamily="2" charset="-122"/>
                </a:rPr>
                <a:t>不同列的三个元素的乘积</a:t>
              </a:r>
              <a:r>
                <a:rPr kumimoji="1" lang="en-US" altLang="zh-CN" sz="2800" b="1">
                  <a:latin typeface="黑体" panose="02010609060101010101" pitchFamily="49" charset="-122"/>
                  <a:ea typeface="黑体" panose="02010609060101010101" pitchFamily="49" charset="-122"/>
                </a:rPr>
                <a:t>,</a:t>
              </a:r>
              <a:r>
                <a:rPr kumimoji="1" lang="zh-CN" altLang="en-US" sz="2800" b="1">
                  <a:latin typeface="宋体" panose="02010600030101010101" pitchFamily="2" charset="-122"/>
                </a:rPr>
                <a:t>其中三项为正</a:t>
              </a:r>
              <a:r>
                <a:rPr kumimoji="1" lang="en-US" altLang="zh-CN" sz="2800" b="1">
                  <a:latin typeface="宋体" panose="02010600030101010101" pitchFamily="2" charset="-122"/>
                </a:rPr>
                <a:t>,</a:t>
              </a:r>
              <a:r>
                <a:rPr kumimoji="1" lang="zh-CN" altLang="en-US" sz="2800" b="1">
                  <a:latin typeface="宋体" panose="02010600030101010101" pitchFamily="2" charset="-122"/>
                </a:rPr>
                <a:t>三项为</a:t>
              </a:r>
            </a:p>
            <a:p>
              <a:pPr eaLnBrk="1" hangingPunct="1"/>
              <a:r>
                <a:rPr kumimoji="1" lang="zh-CN" altLang="en-US" sz="2800" b="1">
                  <a:latin typeface="宋体" panose="02010600030101010101" pitchFamily="2" charset="-122"/>
                </a:rPr>
                <a:t>负</a:t>
              </a:r>
              <a:r>
                <a:rPr kumimoji="1" lang="en-US" altLang="zh-CN" sz="2800" b="1">
                  <a:latin typeface="宋体" panose="02010600030101010101" pitchFamily="2" charset="-122"/>
                </a:rPr>
                <a:t>.</a:t>
              </a:r>
            </a:p>
          </p:txBody>
        </p:sp>
      </p:grpSp>
      <p:grpSp>
        <p:nvGrpSpPr>
          <p:cNvPr id="3" name="Group 19">
            <a:extLst>
              <a:ext uri="{FF2B5EF4-FFF2-40B4-BE49-F238E27FC236}">
                <a16:creationId xmlns:a16="http://schemas.microsoft.com/office/drawing/2014/main" id="{19581049-45F1-40B4-94D8-817C2BFBA014}"/>
              </a:ext>
            </a:extLst>
          </p:cNvPr>
          <p:cNvGrpSpPr>
            <a:grpSpLocks/>
          </p:cNvGrpSpPr>
          <p:nvPr/>
        </p:nvGrpSpPr>
        <p:grpSpPr bwMode="auto">
          <a:xfrm>
            <a:off x="4186238" y="2492375"/>
            <a:ext cx="565150" cy="2160588"/>
            <a:chOff x="2637" y="1570"/>
            <a:chExt cx="356" cy="1361"/>
          </a:xfrm>
        </p:grpSpPr>
        <p:sp>
          <p:nvSpPr>
            <p:cNvPr id="12307" name="Rectangle 13">
              <a:extLst>
                <a:ext uri="{FF2B5EF4-FFF2-40B4-BE49-F238E27FC236}">
                  <a16:creationId xmlns:a16="http://schemas.microsoft.com/office/drawing/2014/main" id="{5E7C3912-CB6A-4269-A2A6-27F00C7FEF67}"/>
                </a:ext>
              </a:extLst>
            </p:cNvPr>
            <p:cNvSpPr>
              <a:spLocks noChangeArrowheads="1"/>
            </p:cNvSpPr>
            <p:nvPr/>
          </p:nvSpPr>
          <p:spPr bwMode="auto">
            <a:xfrm>
              <a:off x="2637" y="1570"/>
              <a:ext cx="266" cy="953"/>
            </a:xfrm>
            <a:prstGeom prst="rect">
              <a:avLst/>
            </a:prstGeom>
            <a:noFill/>
            <a:ln w="2857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2308" name="Line 16">
              <a:extLst>
                <a:ext uri="{FF2B5EF4-FFF2-40B4-BE49-F238E27FC236}">
                  <a16:creationId xmlns:a16="http://schemas.microsoft.com/office/drawing/2014/main" id="{D8ED3DC5-FBE3-455D-9D1A-609E82412F4D}"/>
                </a:ext>
              </a:extLst>
            </p:cNvPr>
            <p:cNvSpPr>
              <a:spLocks noChangeShapeType="1"/>
            </p:cNvSpPr>
            <p:nvPr/>
          </p:nvSpPr>
          <p:spPr bwMode="auto">
            <a:xfrm>
              <a:off x="2744" y="2546"/>
              <a:ext cx="249" cy="385"/>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4" name="Group 20">
            <a:extLst>
              <a:ext uri="{FF2B5EF4-FFF2-40B4-BE49-F238E27FC236}">
                <a16:creationId xmlns:a16="http://schemas.microsoft.com/office/drawing/2014/main" id="{E39124B4-AC10-4B4C-9C40-9C56C4F1C6CB}"/>
              </a:ext>
            </a:extLst>
          </p:cNvPr>
          <p:cNvGrpSpPr>
            <a:grpSpLocks/>
          </p:cNvGrpSpPr>
          <p:nvPr/>
        </p:nvGrpSpPr>
        <p:grpSpPr bwMode="auto">
          <a:xfrm>
            <a:off x="5265738" y="2492375"/>
            <a:ext cx="422275" cy="2124075"/>
            <a:chOff x="3317" y="1570"/>
            <a:chExt cx="266" cy="1338"/>
          </a:xfrm>
        </p:grpSpPr>
        <p:sp>
          <p:nvSpPr>
            <p:cNvPr id="12305" name="Rectangle 14">
              <a:extLst>
                <a:ext uri="{FF2B5EF4-FFF2-40B4-BE49-F238E27FC236}">
                  <a16:creationId xmlns:a16="http://schemas.microsoft.com/office/drawing/2014/main" id="{271C65CA-E551-4534-A4BA-3D5CED477739}"/>
                </a:ext>
              </a:extLst>
            </p:cNvPr>
            <p:cNvSpPr>
              <a:spLocks noChangeArrowheads="1"/>
            </p:cNvSpPr>
            <p:nvPr/>
          </p:nvSpPr>
          <p:spPr bwMode="auto">
            <a:xfrm>
              <a:off x="3317" y="1570"/>
              <a:ext cx="266" cy="953"/>
            </a:xfrm>
            <a:prstGeom prst="rect">
              <a:avLst/>
            </a:prstGeom>
            <a:noFill/>
            <a:ln w="2857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2306" name="Line 17">
              <a:extLst>
                <a:ext uri="{FF2B5EF4-FFF2-40B4-BE49-F238E27FC236}">
                  <a16:creationId xmlns:a16="http://schemas.microsoft.com/office/drawing/2014/main" id="{F2768ADD-189A-415C-AFFC-F97D02C323E6}"/>
                </a:ext>
              </a:extLst>
            </p:cNvPr>
            <p:cNvSpPr>
              <a:spLocks noChangeShapeType="1"/>
            </p:cNvSpPr>
            <p:nvPr/>
          </p:nvSpPr>
          <p:spPr bwMode="auto">
            <a:xfrm>
              <a:off x="3447" y="2546"/>
              <a:ext cx="68" cy="362"/>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5" name="Group 21">
            <a:extLst>
              <a:ext uri="{FF2B5EF4-FFF2-40B4-BE49-F238E27FC236}">
                <a16:creationId xmlns:a16="http://schemas.microsoft.com/office/drawing/2014/main" id="{9E7CD4E8-CFE3-46C1-BA09-CEAF0069E996}"/>
              </a:ext>
            </a:extLst>
          </p:cNvPr>
          <p:cNvGrpSpPr>
            <a:grpSpLocks/>
          </p:cNvGrpSpPr>
          <p:nvPr/>
        </p:nvGrpSpPr>
        <p:grpSpPr bwMode="auto">
          <a:xfrm>
            <a:off x="6372225" y="2457450"/>
            <a:ext cx="422275" cy="2159000"/>
            <a:chOff x="4014" y="1548"/>
            <a:chExt cx="266" cy="1360"/>
          </a:xfrm>
        </p:grpSpPr>
        <p:sp>
          <p:nvSpPr>
            <p:cNvPr id="12303" name="Rectangle 15">
              <a:extLst>
                <a:ext uri="{FF2B5EF4-FFF2-40B4-BE49-F238E27FC236}">
                  <a16:creationId xmlns:a16="http://schemas.microsoft.com/office/drawing/2014/main" id="{189C7E44-1288-4A47-843B-5650567BF605}"/>
                </a:ext>
              </a:extLst>
            </p:cNvPr>
            <p:cNvSpPr>
              <a:spLocks noChangeArrowheads="1"/>
            </p:cNvSpPr>
            <p:nvPr/>
          </p:nvSpPr>
          <p:spPr bwMode="auto">
            <a:xfrm>
              <a:off x="4014" y="1548"/>
              <a:ext cx="266" cy="953"/>
            </a:xfrm>
            <a:prstGeom prst="rect">
              <a:avLst/>
            </a:prstGeom>
            <a:noFill/>
            <a:ln w="2857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2304" name="Line 18">
              <a:extLst>
                <a:ext uri="{FF2B5EF4-FFF2-40B4-BE49-F238E27FC236}">
                  <a16:creationId xmlns:a16="http://schemas.microsoft.com/office/drawing/2014/main" id="{33916FA9-F3FC-450B-AD9F-51BA7B36BE5E}"/>
                </a:ext>
              </a:extLst>
            </p:cNvPr>
            <p:cNvSpPr>
              <a:spLocks noChangeShapeType="1"/>
            </p:cNvSpPr>
            <p:nvPr/>
          </p:nvSpPr>
          <p:spPr bwMode="auto">
            <a:xfrm flipH="1">
              <a:off x="4059" y="2523"/>
              <a:ext cx="68" cy="385"/>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78855"/>
                                        </p:tgtEl>
                                        <p:attrNameLst>
                                          <p:attrName>style.visibility</p:attrName>
                                        </p:attrNameLst>
                                      </p:cBhvr>
                                      <p:to>
                                        <p:strVal val="visible"/>
                                      </p:to>
                                    </p:set>
                                    <p:animEffect transition="in" filter="wipe(left)">
                                      <p:cBhvr>
                                        <p:cTn id="7" dur="75"/>
                                        <p:tgtEl>
                                          <p:spTgt spid="7885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lt">
                                    <p:tmPct val="100000"/>
                                  </p:iterate>
                                  <p:childTnLst>
                                    <p:set>
                                      <p:cBhvr>
                                        <p:cTn id="11" dur="1" fill="hold">
                                          <p:stCondLst>
                                            <p:cond delay="0"/>
                                          </p:stCondLst>
                                        </p:cTn>
                                        <p:tgtEl>
                                          <p:spTgt spid="78850"/>
                                        </p:tgtEl>
                                        <p:attrNameLst>
                                          <p:attrName>style.visibility</p:attrName>
                                        </p:attrNameLst>
                                      </p:cBhvr>
                                      <p:to>
                                        <p:strVal val="visible"/>
                                      </p:to>
                                    </p:set>
                                    <p:animEffect transition="in" filter="wipe(left)">
                                      <p:cBhvr>
                                        <p:cTn id="12" dur="75"/>
                                        <p:tgtEl>
                                          <p:spTgt spid="7885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78851"/>
                                        </p:tgtEl>
                                        <p:attrNameLst>
                                          <p:attrName>style.visibility</p:attrName>
                                        </p:attrNameLst>
                                      </p:cBhvr>
                                      <p:to>
                                        <p:strVal val="visible"/>
                                      </p:to>
                                    </p:set>
                                    <p:animEffect transition="in" filter="wipe(left)">
                                      <p:cBhvr>
                                        <p:cTn id="17" dur="500"/>
                                        <p:tgtEl>
                                          <p:spTgt spid="7885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iterate type="lt">
                                    <p:tmPct val="100000"/>
                                  </p:iterate>
                                  <p:childTnLst>
                                    <p:set>
                                      <p:cBhvr>
                                        <p:cTn id="21" dur="1" fill="hold">
                                          <p:stCondLst>
                                            <p:cond delay="0"/>
                                          </p:stCondLst>
                                        </p:cTn>
                                        <p:tgtEl>
                                          <p:spTgt spid="78852"/>
                                        </p:tgtEl>
                                        <p:attrNameLst>
                                          <p:attrName>style.visibility</p:attrName>
                                        </p:attrNameLst>
                                      </p:cBhvr>
                                      <p:to>
                                        <p:strVal val="visible"/>
                                      </p:to>
                                    </p:set>
                                    <p:animEffect transition="in" filter="wipe(left)">
                                      <p:cBhvr>
                                        <p:cTn id="22" dur="75"/>
                                        <p:tgtEl>
                                          <p:spTgt spid="7885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78853"/>
                                        </p:tgtEl>
                                        <p:attrNameLst>
                                          <p:attrName>style.visibility</p:attrName>
                                        </p:attrNameLst>
                                      </p:cBhvr>
                                      <p:to>
                                        <p:strVal val="visible"/>
                                      </p:to>
                                    </p:set>
                                    <p:animEffect transition="in" filter="wipe(left)">
                                      <p:cBhvr>
                                        <p:cTn id="27" dur="500"/>
                                        <p:tgtEl>
                                          <p:spTgt spid="7885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78854"/>
                                        </p:tgtEl>
                                        <p:attrNameLst>
                                          <p:attrName>style.visibility</p:attrName>
                                        </p:attrNameLst>
                                      </p:cBhvr>
                                      <p:to>
                                        <p:strVal val="visible"/>
                                      </p:to>
                                    </p:set>
                                    <p:animEffect transition="in" filter="wipe(left)">
                                      <p:cBhvr>
                                        <p:cTn id="32" dur="500"/>
                                        <p:tgtEl>
                                          <p:spTgt spid="7885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 calcmode="lin" valueType="num">
                                      <p:cBhvr additive="base">
                                        <p:cTn id="37" dur="500" fill="hold"/>
                                        <p:tgtEl>
                                          <p:spTgt spid="3"/>
                                        </p:tgtEl>
                                        <p:attrNameLst>
                                          <p:attrName>ppt_x</p:attrName>
                                        </p:attrNameLst>
                                      </p:cBhvr>
                                      <p:tavLst>
                                        <p:tav tm="0">
                                          <p:val>
                                            <p:strVal val="#ppt_x"/>
                                          </p:val>
                                        </p:tav>
                                        <p:tav tm="100000">
                                          <p:val>
                                            <p:strVal val="#ppt_x"/>
                                          </p:val>
                                        </p:tav>
                                      </p:tavLst>
                                    </p:anim>
                                    <p:anim calcmode="lin" valueType="num">
                                      <p:cBhvr additive="base">
                                        <p:cTn id="3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nodeType="clickEffect">
                                  <p:stCondLst>
                                    <p:cond delay="0"/>
                                  </p:stCondLst>
                                  <p:childTnLst>
                                    <p:set>
                                      <p:cBhvr>
                                        <p:cTn id="42" dur="1" fill="hold">
                                          <p:stCondLst>
                                            <p:cond delay="0"/>
                                          </p:stCondLst>
                                        </p:cTn>
                                        <p:tgtEl>
                                          <p:spTgt spid="4"/>
                                        </p:tgtEl>
                                        <p:attrNameLst>
                                          <p:attrName>style.visibility</p:attrName>
                                        </p:attrNameLst>
                                      </p:cBhvr>
                                      <p:to>
                                        <p:strVal val="visible"/>
                                      </p:to>
                                    </p:set>
                                    <p:anim calcmode="lin" valueType="num">
                                      <p:cBhvr additive="base">
                                        <p:cTn id="43" dur="500" fill="hold"/>
                                        <p:tgtEl>
                                          <p:spTgt spid="4"/>
                                        </p:tgtEl>
                                        <p:attrNameLst>
                                          <p:attrName>ppt_x</p:attrName>
                                        </p:attrNameLst>
                                      </p:cBhvr>
                                      <p:tavLst>
                                        <p:tav tm="0">
                                          <p:val>
                                            <p:strVal val="#ppt_x"/>
                                          </p:val>
                                        </p:tav>
                                        <p:tav tm="100000">
                                          <p:val>
                                            <p:strVal val="#ppt_x"/>
                                          </p:val>
                                        </p:tav>
                                      </p:tavLst>
                                    </p:anim>
                                    <p:anim calcmode="lin" valueType="num">
                                      <p:cBhvr additive="base">
                                        <p:cTn id="4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4" fill="hold" nodeType="clickEffect">
                                  <p:stCondLst>
                                    <p:cond delay="0"/>
                                  </p:stCondLst>
                                  <p:childTnLst>
                                    <p:set>
                                      <p:cBhvr>
                                        <p:cTn id="48" dur="1" fill="hold">
                                          <p:stCondLst>
                                            <p:cond delay="0"/>
                                          </p:stCondLst>
                                        </p:cTn>
                                        <p:tgtEl>
                                          <p:spTgt spid="5"/>
                                        </p:tgtEl>
                                        <p:attrNameLst>
                                          <p:attrName>style.visibility</p:attrName>
                                        </p:attrNameLst>
                                      </p:cBhvr>
                                      <p:to>
                                        <p:strVal val="visible"/>
                                      </p:to>
                                    </p:set>
                                    <p:anim calcmode="lin" valueType="num">
                                      <p:cBhvr additive="base">
                                        <p:cTn id="49" dur="500" fill="hold"/>
                                        <p:tgtEl>
                                          <p:spTgt spid="5"/>
                                        </p:tgtEl>
                                        <p:attrNameLst>
                                          <p:attrName>ppt_x</p:attrName>
                                        </p:attrNameLst>
                                      </p:cBhvr>
                                      <p:tavLst>
                                        <p:tav tm="0">
                                          <p:val>
                                            <p:strVal val="#ppt_x"/>
                                          </p:val>
                                        </p:tav>
                                        <p:tav tm="100000">
                                          <p:val>
                                            <p:strVal val="#ppt_x"/>
                                          </p:val>
                                        </p:tav>
                                      </p:tavLst>
                                    </p:anim>
                                    <p:anim calcmode="lin" valueType="num">
                                      <p:cBhvr additive="base">
                                        <p:cTn id="5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0" grpId="0" autoUpdateAnimBg="0"/>
      <p:bldP spid="78852" grpId="0" autoUpdateAnimBg="0"/>
      <p:bldP spid="78855"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8" name="日期占位符 1">
            <a:extLst>
              <a:ext uri="{FF2B5EF4-FFF2-40B4-BE49-F238E27FC236}">
                <a16:creationId xmlns:a16="http://schemas.microsoft.com/office/drawing/2014/main" id="{3B5A8410-0CCE-480D-BA35-888E40595193}"/>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F23CE15-6397-4FCB-8FF5-42D06CD0F5B8}" type="datetime1">
              <a:rPr lang="zh-CN" altLang="en-US" smtClean="0"/>
              <a:pPr eaLnBrk="1" hangingPunct="1"/>
              <a:t>2025/2/28</a:t>
            </a:fld>
            <a:endParaRPr lang="en-US" altLang="zh-CN"/>
          </a:p>
        </p:txBody>
      </p:sp>
      <p:sp>
        <p:nvSpPr>
          <p:cNvPr id="13319" name="页脚占位符 2">
            <a:extLst>
              <a:ext uri="{FF2B5EF4-FFF2-40B4-BE49-F238E27FC236}">
                <a16:creationId xmlns:a16="http://schemas.microsoft.com/office/drawing/2014/main" id="{B7B0CAC9-8CAA-4C04-A1BA-DD2CDB4A979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(共20页)</a:t>
            </a:r>
          </a:p>
        </p:txBody>
      </p:sp>
      <p:sp>
        <p:nvSpPr>
          <p:cNvPr id="13320" name="灯片编号占位符 3">
            <a:extLst>
              <a:ext uri="{FF2B5EF4-FFF2-40B4-BE49-F238E27FC236}">
                <a16:creationId xmlns:a16="http://schemas.microsoft.com/office/drawing/2014/main" id="{5BF8D44F-088A-4941-B956-0FC500777D3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02BDE6E-6035-4EDD-9129-02060EA3FED6}" type="slidenum">
              <a:rPr lang="en-US" altLang="zh-CN"/>
              <a:pPr eaLnBrk="1" hangingPunct="1"/>
              <a:t>16</a:t>
            </a:fld>
            <a:endParaRPr lang="en-US" altLang="zh-CN"/>
          </a:p>
        </p:txBody>
      </p:sp>
      <p:graphicFrame>
        <p:nvGraphicFramePr>
          <p:cNvPr id="13314" name="Object 2">
            <a:extLst>
              <a:ext uri="{FF2B5EF4-FFF2-40B4-BE49-F238E27FC236}">
                <a16:creationId xmlns:a16="http://schemas.microsoft.com/office/drawing/2014/main" id="{AE1B43A3-554D-4659-B0AC-5DC354DC54D6}"/>
              </a:ext>
            </a:extLst>
          </p:cNvPr>
          <p:cNvGraphicFramePr>
            <a:graphicFrameLocks noChangeAspect="1"/>
          </p:cNvGraphicFramePr>
          <p:nvPr/>
        </p:nvGraphicFramePr>
        <p:xfrm>
          <a:off x="2438400" y="914400"/>
          <a:ext cx="3911600" cy="1536700"/>
        </p:xfrm>
        <a:graphic>
          <a:graphicData uri="http://schemas.openxmlformats.org/presentationml/2006/ole">
            <mc:AlternateContent xmlns:mc="http://schemas.openxmlformats.org/markup-compatibility/2006">
              <mc:Choice xmlns:v="urn:schemas-microsoft-com:vml" Requires="v">
                <p:oleObj spid="_x0000_s15378" name="Equation" r:id="rId3" imgW="3911400" imgH="1536480" progId="Equation.3">
                  <p:embed/>
                </p:oleObj>
              </mc:Choice>
              <mc:Fallback>
                <p:oleObj name="Equation" r:id="rId3" imgW="3911400" imgH="1536480" progId="Equation.3">
                  <p:embed/>
                  <p:pic>
                    <p:nvPicPr>
                      <p:cNvPr id="13314" name="Object 2">
                        <a:extLst>
                          <a:ext uri="{FF2B5EF4-FFF2-40B4-BE49-F238E27FC236}">
                            <a16:creationId xmlns:a16="http://schemas.microsoft.com/office/drawing/2014/main" id="{AE1B43A3-554D-4659-B0AC-5DC354DC54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8400" y="914400"/>
                        <a:ext cx="3911600" cy="1536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9875" name="Object 3">
            <a:extLst>
              <a:ext uri="{FF2B5EF4-FFF2-40B4-BE49-F238E27FC236}">
                <a16:creationId xmlns:a16="http://schemas.microsoft.com/office/drawing/2014/main" id="{8BBC91ED-109D-409C-A687-81FAB0EC19F0}"/>
              </a:ext>
            </a:extLst>
          </p:cNvPr>
          <p:cNvGraphicFramePr>
            <a:graphicFrameLocks noChangeAspect="1"/>
          </p:cNvGraphicFramePr>
          <p:nvPr/>
        </p:nvGraphicFramePr>
        <p:xfrm>
          <a:off x="3429000" y="2895600"/>
          <a:ext cx="2781300" cy="1536700"/>
        </p:xfrm>
        <a:graphic>
          <a:graphicData uri="http://schemas.openxmlformats.org/presentationml/2006/ole">
            <mc:AlternateContent xmlns:mc="http://schemas.openxmlformats.org/markup-compatibility/2006">
              <mc:Choice xmlns:v="urn:schemas-microsoft-com:vml" Requires="v">
                <p:oleObj spid="_x0000_s15379" name="Equation" r:id="rId5" imgW="2781000" imgH="1536480" progId="Equation.3">
                  <p:embed/>
                </p:oleObj>
              </mc:Choice>
              <mc:Fallback>
                <p:oleObj name="Equation" r:id="rId5" imgW="2781000" imgH="1536480" progId="Equation.3">
                  <p:embed/>
                  <p:pic>
                    <p:nvPicPr>
                      <p:cNvPr id="79875" name="Object 3">
                        <a:extLst>
                          <a:ext uri="{FF2B5EF4-FFF2-40B4-BE49-F238E27FC236}">
                            <a16:creationId xmlns:a16="http://schemas.microsoft.com/office/drawing/2014/main" id="{8BBC91ED-109D-409C-A687-81FAB0EC19F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29000" y="2895600"/>
                        <a:ext cx="2781300" cy="1536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9876" name="Rectangle 4">
            <a:extLst>
              <a:ext uri="{FF2B5EF4-FFF2-40B4-BE49-F238E27FC236}">
                <a16:creationId xmlns:a16="http://schemas.microsoft.com/office/drawing/2014/main" id="{FCE6B40F-8EC1-47F6-982D-DBC8F53E0639}"/>
              </a:ext>
            </a:extLst>
          </p:cNvPr>
          <p:cNvSpPr>
            <a:spLocks noChangeArrowheads="1"/>
          </p:cNvSpPr>
          <p:nvPr/>
        </p:nvSpPr>
        <p:spPr bwMode="auto">
          <a:xfrm>
            <a:off x="971550" y="3352800"/>
            <a:ext cx="11525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latin typeface="Times New Roman" panose="02020603050405020304" pitchFamily="18" charset="0"/>
              </a:rPr>
              <a:t>若记</a:t>
            </a:r>
          </a:p>
        </p:txBody>
      </p:sp>
      <p:sp>
        <p:nvSpPr>
          <p:cNvPr id="79877" name="Rectangle 5">
            <a:extLst>
              <a:ext uri="{FF2B5EF4-FFF2-40B4-BE49-F238E27FC236}">
                <a16:creationId xmlns:a16="http://schemas.microsoft.com/office/drawing/2014/main" id="{9BD8F2FA-384B-4DCE-8B98-22A55F4995DC}"/>
              </a:ext>
            </a:extLst>
          </p:cNvPr>
          <p:cNvSpPr>
            <a:spLocks noChangeArrowheads="1"/>
          </p:cNvSpPr>
          <p:nvPr/>
        </p:nvSpPr>
        <p:spPr bwMode="auto">
          <a:xfrm>
            <a:off x="5867400" y="990600"/>
            <a:ext cx="457200" cy="1447800"/>
          </a:xfrm>
          <a:prstGeom prst="rect">
            <a:avLst/>
          </a:prstGeom>
          <a:noFill/>
          <a:ln w="2857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9878" name="Rectangle 6">
            <a:extLst>
              <a:ext uri="{FF2B5EF4-FFF2-40B4-BE49-F238E27FC236}">
                <a16:creationId xmlns:a16="http://schemas.microsoft.com/office/drawing/2014/main" id="{455C4E63-FA45-4224-89DA-5A1550A601F9}"/>
              </a:ext>
            </a:extLst>
          </p:cNvPr>
          <p:cNvSpPr>
            <a:spLocks noChangeArrowheads="1"/>
          </p:cNvSpPr>
          <p:nvPr/>
        </p:nvSpPr>
        <p:spPr bwMode="auto">
          <a:xfrm>
            <a:off x="3657600" y="990600"/>
            <a:ext cx="457200" cy="1447800"/>
          </a:xfrm>
          <a:prstGeom prst="rect">
            <a:avLst/>
          </a:prstGeom>
          <a:noFill/>
          <a:ln w="2857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9879" name="Rectangle 7">
            <a:extLst>
              <a:ext uri="{FF2B5EF4-FFF2-40B4-BE49-F238E27FC236}">
                <a16:creationId xmlns:a16="http://schemas.microsoft.com/office/drawing/2014/main" id="{0B162843-8422-4FCB-906A-1EEA0C322BB3}"/>
              </a:ext>
            </a:extLst>
          </p:cNvPr>
          <p:cNvSpPr>
            <a:spLocks noChangeArrowheads="1"/>
          </p:cNvSpPr>
          <p:nvPr/>
        </p:nvSpPr>
        <p:spPr bwMode="auto">
          <a:xfrm>
            <a:off x="4800600" y="990600"/>
            <a:ext cx="457200" cy="1447800"/>
          </a:xfrm>
          <a:prstGeom prst="rect">
            <a:avLst/>
          </a:prstGeom>
          <a:noFill/>
          <a:ln w="2857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9880" name="Freeform 8">
            <a:extLst>
              <a:ext uri="{FF2B5EF4-FFF2-40B4-BE49-F238E27FC236}">
                <a16:creationId xmlns:a16="http://schemas.microsoft.com/office/drawing/2014/main" id="{C16345F6-F002-4CAF-8B3B-699684EF91F7}"/>
              </a:ext>
            </a:extLst>
          </p:cNvPr>
          <p:cNvSpPr>
            <a:spLocks/>
          </p:cNvSpPr>
          <p:nvPr/>
        </p:nvSpPr>
        <p:spPr bwMode="auto">
          <a:xfrm>
            <a:off x="4419600" y="2438400"/>
            <a:ext cx="1447800" cy="533400"/>
          </a:xfrm>
          <a:custGeom>
            <a:avLst/>
            <a:gdLst>
              <a:gd name="T0" fmla="*/ 2147483647 w 912"/>
              <a:gd name="T1" fmla="*/ 0 h 336"/>
              <a:gd name="T2" fmla="*/ 2147483647 w 912"/>
              <a:gd name="T3" fmla="*/ 2147483647 h 336"/>
              <a:gd name="T4" fmla="*/ 0 w 912"/>
              <a:gd name="T5" fmla="*/ 2147483647 h 336"/>
              <a:gd name="T6" fmla="*/ 0 60000 65536"/>
              <a:gd name="T7" fmla="*/ 0 60000 65536"/>
              <a:gd name="T8" fmla="*/ 0 60000 65536"/>
              <a:gd name="T9" fmla="*/ 0 w 912"/>
              <a:gd name="T10" fmla="*/ 0 h 336"/>
              <a:gd name="T11" fmla="*/ 912 w 912"/>
              <a:gd name="T12" fmla="*/ 336 h 336"/>
            </a:gdLst>
            <a:ahLst/>
            <a:cxnLst>
              <a:cxn ang="T6">
                <a:pos x="T0" y="T1"/>
              </a:cxn>
              <a:cxn ang="T7">
                <a:pos x="T2" y="T3"/>
              </a:cxn>
              <a:cxn ang="T8">
                <a:pos x="T4" y="T5"/>
              </a:cxn>
            </a:cxnLst>
            <a:rect l="T9" t="T10" r="T11" b="T12"/>
            <a:pathLst>
              <a:path w="912" h="336">
                <a:moveTo>
                  <a:pt x="912" y="0"/>
                </a:moveTo>
                <a:cubicBezTo>
                  <a:pt x="748" y="44"/>
                  <a:pt x="584" y="88"/>
                  <a:pt x="432" y="144"/>
                </a:cubicBezTo>
                <a:cubicBezTo>
                  <a:pt x="280" y="200"/>
                  <a:pt x="72" y="304"/>
                  <a:pt x="0" y="336"/>
                </a:cubicBezTo>
              </a:path>
            </a:pathLst>
          </a:custGeom>
          <a:noFill/>
          <a:ln w="28575" cmpd="sng">
            <a:solidFill>
              <a:srgbClr val="FF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79881" name="Line 9">
            <a:extLst>
              <a:ext uri="{FF2B5EF4-FFF2-40B4-BE49-F238E27FC236}">
                <a16:creationId xmlns:a16="http://schemas.microsoft.com/office/drawing/2014/main" id="{C5BB26BE-20BA-4CF0-91F8-392E55511358}"/>
              </a:ext>
            </a:extLst>
          </p:cNvPr>
          <p:cNvSpPr>
            <a:spLocks noChangeShapeType="1"/>
          </p:cNvSpPr>
          <p:nvPr/>
        </p:nvSpPr>
        <p:spPr bwMode="auto">
          <a:xfrm>
            <a:off x="4114800" y="2514600"/>
            <a:ext cx="838200" cy="45720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9882" name="Line 10">
            <a:extLst>
              <a:ext uri="{FF2B5EF4-FFF2-40B4-BE49-F238E27FC236}">
                <a16:creationId xmlns:a16="http://schemas.microsoft.com/office/drawing/2014/main" id="{26D758AD-05AA-4C64-84E7-052F8FC413D7}"/>
              </a:ext>
            </a:extLst>
          </p:cNvPr>
          <p:cNvSpPr>
            <a:spLocks noChangeShapeType="1"/>
          </p:cNvSpPr>
          <p:nvPr/>
        </p:nvSpPr>
        <p:spPr bwMode="auto">
          <a:xfrm>
            <a:off x="5257800" y="2438400"/>
            <a:ext cx="533400" cy="53340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79883" name="Object 11">
            <a:extLst>
              <a:ext uri="{FF2B5EF4-FFF2-40B4-BE49-F238E27FC236}">
                <a16:creationId xmlns:a16="http://schemas.microsoft.com/office/drawing/2014/main" id="{DA13C5C5-F949-477F-A5F0-AC0F527B2F1B}"/>
              </a:ext>
            </a:extLst>
          </p:cNvPr>
          <p:cNvGraphicFramePr>
            <a:graphicFrameLocks noChangeAspect="1"/>
          </p:cNvGraphicFramePr>
          <p:nvPr/>
        </p:nvGraphicFramePr>
        <p:xfrm>
          <a:off x="3429000" y="4495800"/>
          <a:ext cx="2705100" cy="1536700"/>
        </p:xfrm>
        <a:graphic>
          <a:graphicData uri="http://schemas.openxmlformats.org/presentationml/2006/ole">
            <mc:AlternateContent xmlns:mc="http://schemas.openxmlformats.org/markup-compatibility/2006">
              <mc:Choice xmlns:v="urn:schemas-microsoft-com:vml" Requires="v">
                <p:oleObj spid="_x0000_s15380" name="Equation" r:id="rId7" imgW="2705040" imgH="1536480" progId="Equation.3">
                  <p:embed/>
                </p:oleObj>
              </mc:Choice>
              <mc:Fallback>
                <p:oleObj name="Equation" r:id="rId7" imgW="2705040" imgH="1536480" progId="Equation.3">
                  <p:embed/>
                  <p:pic>
                    <p:nvPicPr>
                      <p:cNvPr id="79883" name="Object 11">
                        <a:extLst>
                          <a:ext uri="{FF2B5EF4-FFF2-40B4-BE49-F238E27FC236}">
                            <a16:creationId xmlns:a16="http://schemas.microsoft.com/office/drawing/2014/main" id="{DA13C5C5-F949-477F-A5F0-AC0F527B2F1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29000" y="4495800"/>
                        <a:ext cx="2705100" cy="1536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9884" name="Text Box 12">
            <a:extLst>
              <a:ext uri="{FF2B5EF4-FFF2-40B4-BE49-F238E27FC236}">
                <a16:creationId xmlns:a16="http://schemas.microsoft.com/office/drawing/2014/main" id="{D840ECD8-757E-47D0-AADE-AC40EDC825A0}"/>
              </a:ext>
            </a:extLst>
          </p:cNvPr>
          <p:cNvSpPr txBox="1">
            <a:spLocks noChangeArrowheads="1"/>
          </p:cNvSpPr>
          <p:nvPr/>
        </p:nvSpPr>
        <p:spPr bwMode="auto">
          <a:xfrm>
            <a:off x="1127125" y="4891088"/>
            <a:ext cx="5429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latin typeface="Times New Roman" panose="02020603050405020304" pitchFamily="18" charset="0"/>
              </a:rPr>
              <a:t>或</a:t>
            </a:r>
          </a:p>
        </p:txBody>
      </p:sp>
      <p:sp>
        <p:nvSpPr>
          <p:cNvPr id="79885" name="Rectangle 13">
            <a:extLst>
              <a:ext uri="{FF2B5EF4-FFF2-40B4-BE49-F238E27FC236}">
                <a16:creationId xmlns:a16="http://schemas.microsoft.com/office/drawing/2014/main" id="{7DC801D2-8805-4FA0-A323-CCAF9156B393}"/>
              </a:ext>
            </a:extLst>
          </p:cNvPr>
          <p:cNvSpPr>
            <a:spLocks noChangeArrowheads="1"/>
          </p:cNvSpPr>
          <p:nvPr/>
        </p:nvSpPr>
        <p:spPr bwMode="auto">
          <a:xfrm>
            <a:off x="4140200" y="4545013"/>
            <a:ext cx="457200" cy="1447800"/>
          </a:xfrm>
          <a:prstGeom prst="rect">
            <a:avLst/>
          </a:prstGeom>
          <a:noFill/>
          <a:ln w="2857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2" name="Group 17">
            <a:extLst>
              <a:ext uri="{FF2B5EF4-FFF2-40B4-BE49-F238E27FC236}">
                <a16:creationId xmlns:a16="http://schemas.microsoft.com/office/drawing/2014/main" id="{9FB8433D-D9B4-4EE3-8F79-6FD903C9DF10}"/>
              </a:ext>
            </a:extLst>
          </p:cNvPr>
          <p:cNvGrpSpPr>
            <a:grpSpLocks/>
          </p:cNvGrpSpPr>
          <p:nvPr/>
        </p:nvGrpSpPr>
        <p:grpSpPr bwMode="auto">
          <a:xfrm>
            <a:off x="2484438" y="4652963"/>
            <a:ext cx="1673225" cy="1439862"/>
            <a:chOff x="1565" y="2931"/>
            <a:chExt cx="1054" cy="907"/>
          </a:xfrm>
        </p:grpSpPr>
        <p:graphicFrame>
          <p:nvGraphicFramePr>
            <p:cNvPr id="13317" name="Object 15">
              <a:extLst>
                <a:ext uri="{FF2B5EF4-FFF2-40B4-BE49-F238E27FC236}">
                  <a16:creationId xmlns:a16="http://schemas.microsoft.com/office/drawing/2014/main" id="{6F67439E-4F40-4524-A828-604137AE8AAA}"/>
                </a:ext>
              </a:extLst>
            </p:cNvPr>
            <p:cNvGraphicFramePr>
              <a:graphicFrameLocks noChangeAspect="1"/>
            </p:cNvGraphicFramePr>
            <p:nvPr/>
          </p:nvGraphicFramePr>
          <p:xfrm>
            <a:off x="1565" y="3022"/>
            <a:ext cx="364" cy="816"/>
          </p:xfrm>
          <a:graphic>
            <a:graphicData uri="http://schemas.openxmlformats.org/presentationml/2006/ole">
              <mc:AlternateContent xmlns:mc="http://schemas.openxmlformats.org/markup-compatibility/2006">
                <mc:Choice xmlns:v="urn:schemas-microsoft-com:vml" Requires="v">
                  <p:oleObj spid="_x0000_s15381" name="Equation" r:id="rId9" imgW="317160" imgH="711000" progId="Equation.DSMT4">
                    <p:embed/>
                  </p:oleObj>
                </mc:Choice>
                <mc:Fallback>
                  <p:oleObj name="Equation" r:id="rId9" imgW="317160" imgH="711000" progId="Equation.DSMT4">
                    <p:embed/>
                    <p:pic>
                      <p:nvPicPr>
                        <p:cNvPr id="13317" name="Object 15">
                          <a:extLst>
                            <a:ext uri="{FF2B5EF4-FFF2-40B4-BE49-F238E27FC236}">
                              <a16:creationId xmlns:a16="http://schemas.microsoft.com/office/drawing/2014/main" id="{6F67439E-4F40-4524-A828-604137AE8AA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65" y="3022"/>
                          <a:ext cx="364" cy="8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31" name="AutoShape 16">
              <a:extLst>
                <a:ext uri="{FF2B5EF4-FFF2-40B4-BE49-F238E27FC236}">
                  <a16:creationId xmlns:a16="http://schemas.microsoft.com/office/drawing/2014/main" id="{8AB06EDF-B5A7-42DC-920C-31CA7564807B}"/>
                </a:ext>
              </a:extLst>
            </p:cNvPr>
            <p:cNvSpPr>
              <a:spLocks noChangeArrowheads="1"/>
            </p:cNvSpPr>
            <p:nvPr/>
          </p:nvSpPr>
          <p:spPr bwMode="auto">
            <a:xfrm>
              <a:off x="1851" y="2931"/>
              <a:ext cx="768" cy="96"/>
            </a:xfrm>
            <a:prstGeom prst="curvedDownArrow">
              <a:avLst>
                <a:gd name="adj1" fmla="val 160000"/>
                <a:gd name="adj2" fmla="val 320000"/>
                <a:gd name="adj3" fmla="val 33333"/>
              </a:avLst>
            </a:prstGeom>
            <a:solidFill>
              <a:srgbClr val="FF00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9877"/>
                                        </p:tgtEl>
                                        <p:attrNameLst>
                                          <p:attrName>style.visibility</p:attrName>
                                        </p:attrNameLst>
                                      </p:cBhvr>
                                      <p:to>
                                        <p:strVal val="visible"/>
                                      </p:to>
                                    </p:set>
                                    <p:animEffect transition="in" filter="wipe(left)">
                                      <p:cBhvr>
                                        <p:cTn id="7" dur="500"/>
                                        <p:tgtEl>
                                          <p:spTgt spid="7987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9878"/>
                                        </p:tgtEl>
                                        <p:attrNameLst>
                                          <p:attrName>style.visibility</p:attrName>
                                        </p:attrNameLst>
                                      </p:cBhvr>
                                      <p:to>
                                        <p:strVal val="visible"/>
                                      </p:to>
                                    </p:set>
                                    <p:animEffect transition="in" filter="wipe(left)">
                                      <p:cBhvr>
                                        <p:cTn id="12" dur="500"/>
                                        <p:tgtEl>
                                          <p:spTgt spid="7987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9879"/>
                                        </p:tgtEl>
                                        <p:attrNameLst>
                                          <p:attrName>style.visibility</p:attrName>
                                        </p:attrNameLst>
                                      </p:cBhvr>
                                      <p:to>
                                        <p:strVal val="visible"/>
                                      </p:to>
                                    </p:set>
                                    <p:animEffect transition="in" filter="wipe(left)">
                                      <p:cBhvr>
                                        <p:cTn id="17" dur="500"/>
                                        <p:tgtEl>
                                          <p:spTgt spid="7987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9876"/>
                                        </p:tgtEl>
                                        <p:attrNameLst>
                                          <p:attrName>style.visibility</p:attrName>
                                        </p:attrNameLst>
                                      </p:cBhvr>
                                      <p:to>
                                        <p:strVal val="visible"/>
                                      </p:to>
                                    </p:set>
                                    <p:animEffect transition="in" filter="wipe(left)">
                                      <p:cBhvr>
                                        <p:cTn id="22" dur="500"/>
                                        <p:tgtEl>
                                          <p:spTgt spid="79876"/>
                                        </p:tgtEl>
                                      </p:cBhvr>
                                    </p:animEffect>
                                  </p:childTnLst>
                                </p:cTn>
                              </p:par>
                            </p:childTnLst>
                          </p:cTn>
                        </p:par>
                        <p:par>
                          <p:cTn id="23" fill="hold" nodeType="afterGroup">
                            <p:stCondLst>
                              <p:cond delay="500"/>
                            </p:stCondLst>
                            <p:childTnLst>
                              <p:par>
                                <p:cTn id="24" presetID="22" presetClass="entr" presetSubtype="8" fill="hold" nodeType="afterEffect">
                                  <p:stCondLst>
                                    <p:cond delay="0"/>
                                  </p:stCondLst>
                                  <p:childTnLst>
                                    <p:set>
                                      <p:cBhvr>
                                        <p:cTn id="25" dur="1" fill="hold">
                                          <p:stCondLst>
                                            <p:cond delay="0"/>
                                          </p:stCondLst>
                                        </p:cTn>
                                        <p:tgtEl>
                                          <p:spTgt spid="79875"/>
                                        </p:tgtEl>
                                        <p:attrNameLst>
                                          <p:attrName>style.visibility</p:attrName>
                                        </p:attrNameLst>
                                      </p:cBhvr>
                                      <p:to>
                                        <p:strVal val="visible"/>
                                      </p:to>
                                    </p:set>
                                    <p:animEffect transition="in" filter="wipe(left)">
                                      <p:cBhvr>
                                        <p:cTn id="26" dur="500"/>
                                        <p:tgtEl>
                                          <p:spTgt spid="79875"/>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2" fill="hold" nodeType="clickEffect">
                                  <p:stCondLst>
                                    <p:cond delay="0"/>
                                  </p:stCondLst>
                                  <p:childTnLst>
                                    <p:set>
                                      <p:cBhvr>
                                        <p:cTn id="30" dur="1" fill="hold">
                                          <p:stCondLst>
                                            <p:cond delay="0"/>
                                          </p:stCondLst>
                                        </p:cTn>
                                        <p:tgtEl>
                                          <p:spTgt spid="79880"/>
                                        </p:tgtEl>
                                        <p:attrNameLst>
                                          <p:attrName>style.visibility</p:attrName>
                                        </p:attrNameLst>
                                      </p:cBhvr>
                                      <p:to>
                                        <p:strVal val="visible"/>
                                      </p:to>
                                    </p:set>
                                    <p:animEffect transition="in" filter="wipe(right)">
                                      <p:cBhvr>
                                        <p:cTn id="31" dur="500"/>
                                        <p:tgtEl>
                                          <p:spTgt spid="79880"/>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79881"/>
                                        </p:tgtEl>
                                        <p:attrNameLst>
                                          <p:attrName>style.visibility</p:attrName>
                                        </p:attrNameLst>
                                      </p:cBhvr>
                                      <p:to>
                                        <p:strVal val="visible"/>
                                      </p:to>
                                    </p:set>
                                    <p:animEffect transition="in" filter="wipe(left)">
                                      <p:cBhvr>
                                        <p:cTn id="36" dur="500"/>
                                        <p:tgtEl>
                                          <p:spTgt spid="79881"/>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79882"/>
                                        </p:tgtEl>
                                        <p:attrNameLst>
                                          <p:attrName>style.visibility</p:attrName>
                                        </p:attrNameLst>
                                      </p:cBhvr>
                                      <p:to>
                                        <p:strVal val="visible"/>
                                      </p:to>
                                    </p:set>
                                    <p:animEffect transition="in" filter="wipe(left)">
                                      <p:cBhvr>
                                        <p:cTn id="41" dur="500"/>
                                        <p:tgtEl>
                                          <p:spTgt spid="79882"/>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79884"/>
                                        </p:tgtEl>
                                        <p:attrNameLst>
                                          <p:attrName>style.visibility</p:attrName>
                                        </p:attrNameLst>
                                      </p:cBhvr>
                                      <p:to>
                                        <p:strVal val="visible"/>
                                      </p:to>
                                    </p:set>
                                    <p:animEffect transition="in" filter="wipe(left)">
                                      <p:cBhvr>
                                        <p:cTn id="46" dur="500"/>
                                        <p:tgtEl>
                                          <p:spTgt spid="79884"/>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79883"/>
                                        </p:tgtEl>
                                        <p:attrNameLst>
                                          <p:attrName>style.visibility</p:attrName>
                                        </p:attrNameLst>
                                      </p:cBhvr>
                                      <p:to>
                                        <p:strVal val="visible"/>
                                      </p:to>
                                    </p:set>
                                    <p:animEffect transition="in" filter="wipe(left)">
                                      <p:cBhvr>
                                        <p:cTn id="51" dur="500"/>
                                        <p:tgtEl>
                                          <p:spTgt spid="79883"/>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79885"/>
                                        </p:tgtEl>
                                        <p:attrNameLst>
                                          <p:attrName>style.visibility</p:attrName>
                                        </p:attrNameLst>
                                      </p:cBhvr>
                                      <p:to>
                                        <p:strVal val="visible"/>
                                      </p:to>
                                    </p:set>
                                    <p:animEffect transition="in" filter="wipe(left)">
                                      <p:cBhvr>
                                        <p:cTn id="56" dur="500"/>
                                        <p:tgtEl>
                                          <p:spTgt spid="79885"/>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4" fill="hold" nodeType="clickEffect">
                                  <p:stCondLst>
                                    <p:cond delay="0"/>
                                  </p:stCondLst>
                                  <p:childTnLst>
                                    <p:set>
                                      <p:cBhvr>
                                        <p:cTn id="60" dur="1" fill="hold">
                                          <p:stCondLst>
                                            <p:cond delay="0"/>
                                          </p:stCondLst>
                                        </p:cTn>
                                        <p:tgtEl>
                                          <p:spTgt spid="2"/>
                                        </p:tgtEl>
                                        <p:attrNameLst>
                                          <p:attrName>style.visibility</p:attrName>
                                        </p:attrNameLst>
                                      </p:cBhvr>
                                      <p:to>
                                        <p:strVal val="visible"/>
                                      </p:to>
                                    </p:set>
                                    <p:anim calcmode="lin" valueType="num">
                                      <p:cBhvr additive="base">
                                        <p:cTn id="61" dur="500" fill="hold"/>
                                        <p:tgtEl>
                                          <p:spTgt spid="2"/>
                                        </p:tgtEl>
                                        <p:attrNameLst>
                                          <p:attrName>ppt_x</p:attrName>
                                        </p:attrNameLst>
                                      </p:cBhvr>
                                      <p:tavLst>
                                        <p:tav tm="0">
                                          <p:val>
                                            <p:strVal val="#ppt_x"/>
                                          </p:val>
                                        </p:tav>
                                        <p:tav tm="100000">
                                          <p:val>
                                            <p:strVal val="#ppt_x"/>
                                          </p:val>
                                        </p:tav>
                                      </p:tavLst>
                                    </p:anim>
                                    <p:anim calcmode="lin" valueType="num">
                                      <p:cBhvr additive="base">
                                        <p:cTn id="6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6" grpId="0" autoUpdateAnimBg="0"/>
      <p:bldP spid="79877" grpId="0" animBg="1"/>
      <p:bldP spid="79878" grpId="0" animBg="1"/>
      <p:bldP spid="79879" grpId="0" animBg="1"/>
      <p:bldP spid="79884" grpId="0" autoUpdateAnimBg="0"/>
      <p:bldP spid="7988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1" name="日期占位符 2">
            <a:extLst>
              <a:ext uri="{FF2B5EF4-FFF2-40B4-BE49-F238E27FC236}">
                <a16:creationId xmlns:a16="http://schemas.microsoft.com/office/drawing/2014/main" id="{FB2FED87-8465-4D0C-B162-A97E2DB919F4}"/>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1EEFC63-0854-430D-874D-A891CFAC8A48}" type="datetime1">
              <a:rPr lang="zh-CN" altLang="en-US" smtClean="0"/>
              <a:pPr eaLnBrk="1" hangingPunct="1"/>
              <a:t>2025/2/28</a:t>
            </a:fld>
            <a:endParaRPr lang="en-US" altLang="zh-CN"/>
          </a:p>
        </p:txBody>
      </p:sp>
      <p:sp>
        <p:nvSpPr>
          <p:cNvPr id="14342" name="页脚占位符 3">
            <a:extLst>
              <a:ext uri="{FF2B5EF4-FFF2-40B4-BE49-F238E27FC236}">
                <a16:creationId xmlns:a16="http://schemas.microsoft.com/office/drawing/2014/main" id="{C13EF21D-06A5-4946-8EE1-8C4D65228B4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(共20页)</a:t>
            </a:r>
          </a:p>
        </p:txBody>
      </p:sp>
      <p:sp>
        <p:nvSpPr>
          <p:cNvPr id="14343" name="灯片编号占位符 4">
            <a:extLst>
              <a:ext uri="{FF2B5EF4-FFF2-40B4-BE49-F238E27FC236}">
                <a16:creationId xmlns:a16="http://schemas.microsoft.com/office/drawing/2014/main" id="{AFB93DA5-E343-4567-A743-AE02CAEBFAE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1BA11DE-9E60-4A27-9FF2-E7F74CC9F137}" type="slidenum">
              <a:rPr lang="en-US" altLang="zh-CN"/>
              <a:pPr eaLnBrk="1" hangingPunct="1"/>
              <a:t>17</a:t>
            </a:fld>
            <a:endParaRPr lang="en-US" altLang="zh-CN"/>
          </a:p>
        </p:txBody>
      </p:sp>
      <p:graphicFrame>
        <p:nvGraphicFramePr>
          <p:cNvPr id="14338" name="Object 2">
            <a:extLst>
              <a:ext uri="{FF2B5EF4-FFF2-40B4-BE49-F238E27FC236}">
                <a16:creationId xmlns:a16="http://schemas.microsoft.com/office/drawing/2014/main" id="{9F889194-2A0E-4192-A46A-5517FB76402E}"/>
              </a:ext>
            </a:extLst>
          </p:cNvPr>
          <p:cNvGraphicFramePr>
            <a:graphicFrameLocks noChangeAspect="1"/>
          </p:cNvGraphicFramePr>
          <p:nvPr/>
        </p:nvGraphicFramePr>
        <p:xfrm>
          <a:off x="1042988" y="476250"/>
          <a:ext cx="3911600" cy="1536700"/>
        </p:xfrm>
        <a:graphic>
          <a:graphicData uri="http://schemas.openxmlformats.org/presentationml/2006/ole">
            <mc:AlternateContent xmlns:mc="http://schemas.openxmlformats.org/markup-compatibility/2006">
              <mc:Choice xmlns:v="urn:schemas-microsoft-com:vml" Requires="v">
                <p:oleObj spid="_x0000_s16398" name="Equation" r:id="rId3" imgW="3911400" imgH="1536480" progId="Equation.3">
                  <p:embed/>
                </p:oleObj>
              </mc:Choice>
              <mc:Fallback>
                <p:oleObj name="Equation" r:id="rId3" imgW="3911400" imgH="1536480" progId="Equation.3">
                  <p:embed/>
                  <p:pic>
                    <p:nvPicPr>
                      <p:cNvPr id="14338" name="Object 2">
                        <a:extLst>
                          <a:ext uri="{FF2B5EF4-FFF2-40B4-BE49-F238E27FC236}">
                            <a16:creationId xmlns:a16="http://schemas.microsoft.com/office/drawing/2014/main" id="{9F889194-2A0E-4192-A46A-5517FB76402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2988" y="476250"/>
                        <a:ext cx="3911600" cy="1536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923" name="Object 3">
            <a:extLst>
              <a:ext uri="{FF2B5EF4-FFF2-40B4-BE49-F238E27FC236}">
                <a16:creationId xmlns:a16="http://schemas.microsoft.com/office/drawing/2014/main" id="{420F6EF6-B051-4FBC-8A95-F29BADA71861}"/>
              </a:ext>
            </a:extLst>
          </p:cNvPr>
          <p:cNvGraphicFramePr>
            <a:graphicFrameLocks noChangeAspect="1"/>
          </p:cNvGraphicFramePr>
          <p:nvPr/>
        </p:nvGraphicFramePr>
        <p:xfrm>
          <a:off x="3100388" y="2457450"/>
          <a:ext cx="2705100" cy="1536700"/>
        </p:xfrm>
        <a:graphic>
          <a:graphicData uri="http://schemas.openxmlformats.org/presentationml/2006/ole">
            <mc:AlternateContent xmlns:mc="http://schemas.openxmlformats.org/markup-compatibility/2006">
              <mc:Choice xmlns:v="urn:schemas-microsoft-com:vml" Requires="v">
                <p:oleObj spid="_x0000_s16399" name="Equation" r:id="rId5" imgW="2705040" imgH="1536480" progId="Equation.3">
                  <p:embed/>
                </p:oleObj>
              </mc:Choice>
              <mc:Fallback>
                <p:oleObj name="Equation" r:id="rId5" imgW="2705040" imgH="1536480" progId="Equation.3">
                  <p:embed/>
                  <p:pic>
                    <p:nvPicPr>
                      <p:cNvPr id="81923" name="Object 3">
                        <a:extLst>
                          <a:ext uri="{FF2B5EF4-FFF2-40B4-BE49-F238E27FC236}">
                            <a16:creationId xmlns:a16="http://schemas.microsoft.com/office/drawing/2014/main" id="{420F6EF6-B051-4FBC-8A95-F29BADA7186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00388" y="2457450"/>
                        <a:ext cx="2705100" cy="1536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1924" name="Rectangle 4">
            <a:extLst>
              <a:ext uri="{FF2B5EF4-FFF2-40B4-BE49-F238E27FC236}">
                <a16:creationId xmlns:a16="http://schemas.microsoft.com/office/drawing/2014/main" id="{CA525E54-315B-4C60-8CAA-1EAD1CDC90F3}"/>
              </a:ext>
            </a:extLst>
          </p:cNvPr>
          <p:cNvSpPr>
            <a:spLocks noChangeArrowheads="1"/>
          </p:cNvSpPr>
          <p:nvPr/>
        </p:nvSpPr>
        <p:spPr bwMode="auto">
          <a:xfrm>
            <a:off x="4471988" y="552450"/>
            <a:ext cx="457200" cy="1447800"/>
          </a:xfrm>
          <a:prstGeom prst="rect">
            <a:avLst/>
          </a:prstGeom>
          <a:noFill/>
          <a:ln w="2857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1925" name="Rectangle 5">
            <a:extLst>
              <a:ext uri="{FF2B5EF4-FFF2-40B4-BE49-F238E27FC236}">
                <a16:creationId xmlns:a16="http://schemas.microsoft.com/office/drawing/2014/main" id="{C9C4B38A-E8CF-4FB8-943D-952FA1D07317}"/>
              </a:ext>
            </a:extLst>
          </p:cNvPr>
          <p:cNvSpPr>
            <a:spLocks noChangeArrowheads="1"/>
          </p:cNvSpPr>
          <p:nvPr/>
        </p:nvSpPr>
        <p:spPr bwMode="auto">
          <a:xfrm>
            <a:off x="4548188" y="2533650"/>
            <a:ext cx="457200" cy="1447800"/>
          </a:xfrm>
          <a:prstGeom prst="rect">
            <a:avLst/>
          </a:prstGeom>
          <a:noFill/>
          <a:ln w="2857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1926" name="AutoShape 6">
            <a:extLst>
              <a:ext uri="{FF2B5EF4-FFF2-40B4-BE49-F238E27FC236}">
                <a16:creationId xmlns:a16="http://schemas.microsoft.com/office/drawing/2014/main" id="{3CBD82C7-6818-4586-A97F-81AEBA6AF141}"/>
              </a:ext>
            </a:extLst>
          </p:cNvPr>
          <p:cNvSpPr>
            <a:spLocks noChangeArrowheads="1"/>
          </p:cNvSpPr>
          <p:nvPr/>
        </p:nvSpPr>
        <p:spPr bwMode="auto">
          <a:xfrm>
            <a:off x="4624388" y="2152650"/>
            <a:ext cx="304800" cy="304800"/>
          </a:xfrm>
          <a:prstGeom prst="downArrow">
            <a:avLst>
              <a:gd name="adj1" fmla="val 50000"/>
              <a:gd name="adj2" fmla="val 25000"/>
            </a:avLst>
          </a:prstGeom>
          <a:solidFill>
            <a:srgbClr val="FF0000"/>
          </a:solidFill>
          <a:ln w="9525">
            <a:solidFill>
              <a:srgbClr val="FF0000"/>
            </a:solidFill>
            <a:miter lim="800000"/>
            <a:headEnd/>
            <a:tailEnd/>
          </a:ln>
        </p:spPr>
        <p:txBody>
          <a:bodyPr vert="eaVert"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2" name="Group 9">
            <a:extLst>
              <a:ext uri="{FF2B5EF4-FFF2-40B4-BE49-F238E27FC236}">
                <a16:creationId xmlns:a16="http://schemas.microsoft.com/office/drawing/2014/main" id="{C0D33158-D584-4148-A0DE-020C8CE37D12}"/>
              </a:ext>
            </a:extLst>
          </p:cNvPr>
          <p:cNvGrpSpPr>
            <a:grpSpLocks/>
          </p:cNvGrpSpPr>
          <p:nvPr/>
        </p:nvGrpSpPr>
        <p:grpSpPr bwMode="auto">
          <a:xfrm>
            <a:off x="1768475" y="4292600"/>
            <a:ext cx="4013200" cy="1536700"/>
            <a:chOff x="1114" y="2704"/>
            <a:chExt cx="2528" cy="968"/>
          </a:xfrm>
        </p:grpSpPr>
        <p:graphicFrame>
          <p:nvGraphicFramePr>
            <p:cNvPr id="14340" name="Object 7">
              <a:extLst>
                <a:ext uri="{FF2B5EF4-FFF2-40B4-BE49-F238E27FC236}">
                  <a16:creationId xmlns:a16="http://schemas.microsoft.com/office/drawing/2014/main" id="{D497EDA5-4B68-4BDF-A1E6-D0043230598B}"/>
                </a:ext>
              </a:extLst>
            </p:cNvPr>
            <p:cNvGraphicFramePr>
              <a:graphicFrameLocks noChangeAspect="1"/>
            </p:cNvGraphicFramePr>
            <p:nvPr/>
          </p:nvGraphicFramePr>
          <p:xfrm>
            <a:off x="1882" y="2704"/>
            <a:ext cx="1760" cy="968"/>
          </p:xfrm>
          <a:graphic>
            <a:graphicData uri="http://schemas.openxmlformats.org/presentationml/2006/ole">
              <mc:AlternateContent xmlns:mc="http://schemas.openxmlformats.org/markup-compatibility/2006">
                <mc:Choice xmlns:v="urn:schemas-microsoft-com:vml" Requires="v">
                  <p:oleObj spid="_x0000_s16400" name="Equation" r:id="rId7" imgW="2793960" imgH="1536480" progId="Equation.3">
                    <p:embed/>
                  </p:oleObj>
                </mc:Choice>
                <mc:Fallback>
                  <p:oleObj name="Equation" r:id="rId7" imgW="2793960" imgH="1536480" progId="Equation.3">
                    <p:embed/>
                    <p:pic>
                      <p:nvPicPr>
                        <p:cNvPr id="14340" name="Object 7">
                          <a:extLst>
                            <a:ext uri="{FF2B5EF4-FFF2-40B4-BE49-F238E27FC236}">
                              <a16:creationId xmlns:a16="http://schemas.microsoft.com/office/drawing/2014/main" id="{D497EDA5-4B68-4BDF-A1E6-D0043230598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82" y="2704"/>
                          <a:ext cx="1760" cy="9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48" name="Text Box 8">
              <a:extLst>
                <a:ext uri="{FF2B5EF4-FFF2-40B4-BE49-F238E27FC236}">
                  <a16:creationId xmlns:a16="http://schemas.microsoft.com/office/drawing/2014/main" id="{2220950F-EEE6-4959-A413-7CAE4163BA2D}"/>
                </a:ext>
              </a:extLst>
            </p:cNvPr>
            <p:cNvSpPr txBox="1">
              <a:spLocks noChangeArrowheads="1"/>
            </p:cNvSpPr>
            <p:nvPr/>
          </p:nvSpPr>
          <p:spPr bwMode="auto">
            <a:xfrm>
              <a:off x="1114" y="2992"/>
              <a:ext cx="34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latin typeface="Times New Roman" panose="02020603050405020304" pitchFamily="18" charset="0"/>
                </a:rPr>
                <a:t>得</a:t>
              </a: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1924"/>
                                        </p:tgtEl>
                                        <p:attrNameLst>
                                          <p:attrName>style.visibility</p:attrName>
                                        </p:attrNameLst>
                                      </p:cBhvr>
                                      <p:to>
                                        <p:strVal val="visible"/>
                                      </p:to>
                                    </p:set>
                                    <p:animEffect transition="in" filter="wipe(left)">
                                      <p:cBhvr>
                                        <p:cTn id="7" dur="500"/>
                                        <p:tgtEl>
                                          <p:spTgt spid="8192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81923"/>
                                        </p:tgtEl>
                                        <p:attrNameLst>
                                          <p:attrName>style.visibility</p:attrName>
                                        </p:attrNameLst>
                                      </p:cBhvr>
                                      <p:to>
                                        <p:strVal val="visible"/>
                                      </p:to>
                                    </p:set>
                                    <p:animEffect transition="in" filter="wipe(left)">
                                      <p:cBhvr>
                                        <p:cTn id="12" dur="500"/>
                                        <p:tgtEl>
                                          <p:spTgt spid="8192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1925"/>
                                        </p:tgtEl>
                                        <p:attrNameLst>
                                          <p:attrName>style.visibility</p:attrName>
                                        </p:attrNameLst>
                                      </p:cBhvr>
                                      <p:to>
                                        <p:strVal val="visible"/>
                                      </p:to>
                                    </p:set>
                                    <p:animEffect transition="in" filter="wipe(left)">
                                      <p:cBhvr>
                                        <p:cTn id="17" dur="500"/>
                                        <p:tgtEl>
                                          <p:spTgt spid="8192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81926"/>
                                        </p:tgtEl>
                                        <p:attrNameLst>
                                          <p:attrName>style.visibility</p:attrName>
                                        </p:attrNameLst>
                                      </p:cBhvr>
                                      <p:to>
                                        <p:strVal val="visible"/>
                                      </p:to>
                                    </p:set>
                                    <p:animEffect transition="in" filter="wipe(up)">
                                      <p:cBhvr>
                                        <p:cTn id="22" dur="500"/>
                                        <p:tgtEl>
                                          <p:spTgt spid="8192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 calcmode="lin" valueType="num">
                                      <p:cBhvr additive="base">
                                        <p:cTn id="27" dur="500" fill="hold"/>
                                        <p:tgtEl>
                                          <p:spTgt spid="2"/>
                                        </p:tgtEl>
                                        <p:attrNameLst>
                                          <p:attrName>ppt_x</p:attrName>
                                        </p:attrNameLst>
                                      </p:cBhvr>
                                      <p:tavLst>
                                        <p:tav tm="0">
                                          <p:val>
                                            <p:strVal val="#ppt_x"/>
                                          </p:val>
                                        </p:tav>
                                        <p:tav tm="100000">
                                          <p:val>
                                            <p:strVal val="#ppt_x"/>
                                          </p:val>
                                        </p:tav>
                                      </p:tavLst>
                                    </p:anim>
                                    <p:anim calcmode="lin" valueType="num">
                                      <p:cBhvr additive="base">
                                        <p:cTn id="2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4" grpId="0" animBg="1"/>
      <p:bldP spid="81925" grpId="0" animBg="1"/>
      <p:bldP spid="8192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5" name="日期占位符 2">
            <a:extLst>
              <a:ext uri="{FF2B5EF4-FFF2-40B4-BE49-F238E27FC236}">
                <a16:creationId xmlns:a16="http://schemas.microsoft.com/office/drawing/2014/main" id="{2C84A46F-348F-44D0-84F3-7C8A22512724}"/>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77285A9-1E76-4E9D-9EEE-7295D6321D38}" type="datetime1">
              <a:rPr lang="zh-CN" altLang="en-US" smtClean="0"/>
              <a:pPr eaLnBrk="1" hangingPunct="1"/>
              <a:t>2025/2/28</a:t>
            </a:fld>
            <a:endParaRPr lang="en-US" altLang="zh-CN"/>
          </a:p>
        </p:txBody>
      </p:sp>
      <p:sp>
        <p:nvSpPr>
          <p:cNvPr id="15366" name="页脚占位符 3">
            <a:extLst>
              <a:ext uri="{FF2B5EF4-FFF2-40B4-BE49-F238E27FC236}">
                <a16:creationId xmlns:a16="http://schemas.microsoft.com/office/drawing/2014/main" id="{A0BC4FB6-7D22-4687-A2CA-21F178B5826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(共20页)</a:t>
            </a:r>
          </a:p>
        </p:txBody>
      </p:sp>
      <p:sp>
        <p:nvSpPr>
          <p:cNvPr id="15367" name="灯片编号占位符 4">
            <a:extLst>
              <a:ext uri="{FF2B5EF4-FFF2-40B4-BE49-F238E27FC236}">
                <a16:creationId xmlns:a16="http://schemas.microsoft.com/office/drawing/2014/main" id="{C143BFBA-AD6C-4233-9B00-71D1229B3AB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D42AE6E-3F01-4F16-ABEB-F1280A5983BE}" type="slidenum">
              <a:rPr lang="en-US" altLang="zh-CN"/>
              <a:pPr eaLnBrk="1" hangingPunct="1"/>
              <a:t>18</a:t>
            </a:fld>
            <a:endParaRPr lang="en-US" altLang="zh-CN"/>
          </a:p>
        </p:txBody>
      </p:sp>
      <p:graphicFrame>
        <p:nvGraphicFramePr>
          <p:cNvPr id="15362" name="Object 2">
            <a:extLst>
              <a:ext uri="{FF2B5EF4-FFF2-40B4-BE49-F238E27FC236}">
                <a16:creationId xmlns:a16="http://schemas.microsoft.com/office/drawing/2014/main" id="{A82B4DF5-A29D-4401-933C-17ABC8A2CAEA}"/>
              </a:ext>
            </a:extLst>
          </p:cNvPr>
          <p:cNvGraphicFramePr>
            <a:graphicFrameLocks noChangeAspect="1"/>
          </p:cNvGraphicFramePr>
          <p:nvPr/>
        </p:nvGraphicFramePr>
        <p:xfrm>
          <a:off x="1042988" y="476250"/>
          <a:ext cx="3911600" cy="1536700"/>
        </p:xfrm>
        <a:graphic>
          <a:graphicData uri="http://schemas.openxmlformats.org/presentationml/2006/ole">
            <mc:AlternateContent xmlns:mc="http://schemas.openxmlformats.org/markup-compatibility/2006">
              <mc:Choice xmlns:v="urn:schemas-microsoft-com:vml" Requires="v">
                <p:oleObj spid="_x0000_s17422" name="Equation" r:id="rId3" imgW="3911400" imgH="1536480" progId="Equation.3">
                  <p:embed/>
                </p:oleObj>
              </mc:Choice>
              <mc:Fallback>
                <p:oleObj name="Equation" r:id="rId3" imgW="3911400" imgH="1536480" progId="Equation.3">
                  <p:embed/>
                  <p:pic>
                    <p:nvPicPr>
                      <p:cNvPr id="15362" name="Object 2">
                        <a:extLst>
                          <a:ext uri="{FF2B5EF4-FFF2-40B4-BE49-F238E27FC236}">
                            <a16:creationId xmlns:a16="http://schemas.microsoft.com/office/drawing/2014/main" id="{A82B4DF5-A29D-4401-933C-17ABC8A2CA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2988" y="476250"/>
                        <a:ext cx="3911600" cy="1536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8547" name="Object 3">
            <a:extLst>
              <a:ext uri="{FF2B5EF4-FFF2-40B4-BE49-F238E27FC236}">
                <a16:creationId xmlns:a16="http://schemas.microsoft.com/office/drawing/2014/main" id="{BF33A3DD-058D-4620-B8E2-6BE7FF2B23E9}"/>
              </a:ext>
            </a:extLst>
          </p:cNvPr>
          <p:cNvGraphicFramePr>
            <a:graphicFrameLocks noChangeAspect="1"/>
          </p:cNvGraphicFramePr>
          <p:nvPr/>
        </p:nvGraphicFramePr>
        <p:xfrm>
          <a:off x="2339975" y="2492375"/>
          <a:ext cx="2705100" cy="1536700"/>
        </p:xfrm>
        <a:graphic>
          <a:graphicData uri="http://schemas.openxmlformats.org/presentationml/2006/ole">
            <mc:AlternateContent xmlns:mc="http://schemas.openxmlformats.org/markup-compatibility/2006">
              <mc:Choice xmlns:v="urn:schemas-microsoft-com:vml" Requires="v">
                <p:oleObj spid="_x0000_s17423" name="Equation" r:id="rId5" imgW="2705040" imgH="1536480" progId="Equation.DSMT4">
                  <p:embed/>
                </p:oleObj>
              </mc:Choice>
              <mc:Fallback>
                <p:oleObj name="Equation" r:id="rId5" imgW="2705040" imgH="1536480" progId="Equation.DSMT4">
                  <p:embed/>
                  <p:pic>
                    <p:nvPicPr>
                      <p:cNvPr id="108547" name="Object 3">
                        <a:extLst>
                          <a:ext uri="{FF2B5EF4-FFF2-40B4-BE49-F238E27FC236}">
                            <a16:creationId xmlns:a16="http://schemas.microsoft.com/office/drawing/2014/main" id="{BF33A3DD-058D-4620-B8E2-6BE7FF2B23E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39975" y="2492375"/>
                        <a:ext cx="2705100" cy="1536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8548" name="Rectangle 4">
            <a:extLst>
              <a:ext uri="{FF2B5EF4-FFF2-40B4-BE49-F238E27FC236}">
                <a16:creationId xmlns:a16="http://schemas.microsoft.com/office/drawing/2014/main" id="{EFAE6356-9306-4246-B007-90B65E2B3FD5}"/>
              </a:ext>
            </a:extLst>
          </p:cNvPr>
          <p:cNvSpPr>
            <a:spLocks noChangeArrowheads="1"/>
          </p:cNvSpPr>
          <p:nvPr/>
        </p:nvSpPr>
        <p:spPr bwMode="auto">
          <a:xfrm>
            <a:off x="4471988" y="552450"/>
            <a:ext cx="457200" cy="1447800"/>
          </a:xfrm>
          <a:prstGeom prst="rect">
            <a:avLst/>
          </a:prstGeom>
          <a:noFill/>
          <a:ln w="2857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8549" name="Rectangle 5">
            <a:extLst>
              <a:ext uri="{FF2B5EF4-FFF2-40B4-BE49-F238E27FC236}">
                <a16:creationId xmlns:a16="http://schemas.microsoft.com/office/drawing/2014/main" id="{61FFEE53-D14A-454E-A6B4-8D26C32DDA48}"/>
              </a:ext>
            </a:extLst>
          </p:cNvPr>
          <p:cNvSpPr>
            <a:spLocks noChangeArrowheads="1"/>
          </p:cNvSpPr>
          <p:nvPr/>
        </p:nvSpPr>
        <p:spPr bwMode="auto">
          <a:xfrm>
            <a:off x="4500563" y="2565400"/>
            <a:ext cx="457200" cy="1447800"/>
          </a:xfrm>
          <a:prstGeom prst="rect">
            <a:avLst/>
          </a:prstGeom>
          <a:noFill/>
          <a:ln w="2857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8550" name="AutoShape 6">
            <a:extLst>
              <a:ext uri="{FF2B5EF4-FFF2-40B4-BE49-F238E27FC236}">
                <a16:creationId xmlns:a16="http://schemas.microsoft.com/office/drawing/2014/main" id="{C275807D-CB9E-41D2-9ADC-FC40A6AAC5AE}"/>
              </a:ext>
            </a:extLst>
          </p:cNvPr>
          <p:cNvSpPr>
            <a:spLocks noChangeArrowheads="1"/>
          </p:cNvSpPr>
          <p:nvPr/>
        </p:nvSpPr>
        <p:spPr bwMode="auto">
          <a:xfrm>
            <a:off x="4572000" y="2060575"/>
            <a:ext cx="304800" cy="358775"/>
          </a:xfrm>
          <a:prstGeom prst="downArrow">
            <a:avLst>
              <a:gd name="adj1" fmla="val 50000"/>
              <a:gd name="adj2" fmla="val 29427"/>
            </a:avLst>
          </a:prstGeom>
          <a:solidFill>
            <a:srgbClr val="FF0000"/>
          </a:solidFill>
          <a:ln w="9525">
            <a:solidFill>
              <a:srgbClr val="FF0000"/>
            </a:solidFill>
            <a:miter lim="800000"/>
            <a:headEnd/>
            <a:tailEnd/>
          </a:ln>
        </p:spPr>
        <p:txBody>
          <a:bodyPr vert="eaVert"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2" name="Group 12">
            <a:extLst>
              <a:ext uri="{FF2B5EF4-FFF2-40B4-BE49-F238E27FC236}">
                <a16:creationId xmlns:a16="http://schemas.microsoft.com/office/drawing/2014/main" id="{EE51C37E-641E-4E6E-9891-BDBA4072474B}"/>
              </a:ext>
            </a:extLst>
          </p:cNvPr>
          <p:cNvGrpSpPr>
            <a:grpSpLocks/>
          </p:cNvGrpSpPr>
          <p:nvPr/>
        </p:nvGrpSpPr>
        <p:grpSpPr bwMode="auto">
          <a:xfrm>
            <a:off x="1331913" y="4292600"/>
            <a:ext cx="3816350" cy="1746250"/>
            <a:chOff x="839" y="2704"/>
            <a:chExt cx="2404" cy="1100"/>
          </a:xfrm>
        </p:grpSpPr>
        <p:sp>
          <p:nvSpPr>
            <p:cNvPr id="15372" name="Text Box 9">
              <a:extLst>
                <a:ext uri="{FF2B5EF4-FFF2-40B4-BE49-F238E27FC236}">
                  <a16:creationId xmlns:a16="http://schemas.microsoft.com/office/drawing/2014/main" id="{E24F6257-C062-40FB-8359-5F1521EEDD5E}"/>
                </a:ext>
              </a:extLst>
            </p:cNvPr>
            <p:cNvSpPr txBox="1">
              <a:spLocks noChangeArrowheads="1"/>
            </p:cNvSpPr>
            <p:nvPr/>
          </p:nvSpPr>
          <p:spPr bwMode="auto">
            <a:xfrm>
              <a:off x="839" y="2976"/>
              <a:ext cx="34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latin typeface="Times New Roman" panose="02020603050405020304" pitchFamily="18" charset="0"/>
                </a:rPr>
                <a:t>得</a:t>
              </a:r>
            </a:p>
          </p:txBody>
        </p:sp>
        <p:graphicFrame>
          <p:nvGraphicFramePr>
            <p:cNvPr id="15364" name="Object 10">
              <a:extLst>
                <a:ext uri="{FF2B5EF4-FFF2-40B4-BE49-F238E27FC236}">
                  <a16:creationId xmlns:a16="http://schemas.microsoft.com/office/drawing/2014/main" id="{0A0678B0-E57C-4B27-96E3-EE55D9A12C00}"/>
                </a:ext>
              </a:extLst>
            </p:cNvPr>
            <p:cNvGraphicFramePr>
              <a:graphicFrameLocks noChangeAspect="1"/>
            </p:cNvGraphicFramePr>
            <p:nvPr/>
          </p:nvGraphicFramePr>
          <p:xfrm>
            <a:off x="1357" y="2704"/>
            <a:ext cx="1886" cy="1100"/>
          </p:xfrm>
          <a:graphic>
            <a:graphicData uri="http://schemas.openxmlformats.org/presentationml/2006/ole">
              <mc:AlternateContent xmlns:mc="http://schemas.openxmlformats.org/markup-compatibility/2006">
                <mc:Choice xmlns:v="urn:schemas-microsoft-com:vml" Requires="v">
                  <p:oleObj spid="_x0000_s17424" name="Equation" r:id="rId7" imgW="1218960" imgH="711000" progId="Equation.DSMT4">
                    <p:embed/>
                  </p:oleObj>
                </mc:Choice>
                <mc:Fallback>
                  <p:oleObj name="Equation" r:id="rId7" imgW="1218960" imgH="711000" progId="Equation.DSMT4">
                    <p:embed/>
                    <p:pic>
                      <p:nvPicPr>
                        <p:cNvPr id="15364" name="Object 10">
                          <a:extLst>
                            <a:ext uri="{FF2B5EF4-FFF2-40B4-BE49-F238E27FC236}">
                              <a16:creationId xmlns:a16="http://schemas.microsoft.com/office/drawing/2014/main" id="{0A0678B0-E57C-4B27-96E3-EE55D9A12C0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57" y="2704"/>
                          <a:ext cx="1886" cy="1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8548"/>
                                        </p:tgtEl>
                                        <p:attrNameLst>
                                          <p:attrName>style.visibility</p:attrName>
                                        </p:attrNameLst>
                                      </p:cBhvr>
                                      <p:to>
                                        <p:strVal val="visible"/>
                                      </p:to>
                                    </p:set>
                                    <p:animEffect transition="in" filter="wipe(left)">
                                      <p:cBhvr>
                                        <p:cTn id="7" dur="500"/>
                                        <p:tgtEl>
                                          <p:spTgt spid="10854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8547"/>
                                        </p:tgtEl>
                                        <p:attrNameLst>
                                          <p:attrName>style.visibility</p:attrName>
                                        </p:attrNameLst>
                                      </p:cBhvr>
                                      <p:to>
                                        <p:strVal val="visible"/>
                                      </p:to>
                                    </p:set>
                                    <p:animEffect transition="in" filter="wipe(left)">
                                      <p:cBhvr>
                                        <p:cTn id="12" dur="500"/>
                                        <p:tgtEl>
                                          <p:spTgt spid="10854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8549"/>
                                        </p:tgtEl>
                                        <p:attrNameLst>
                                          <p:attrName>style.visibility</p:attrName>
                                        </p:attrNameLst>
                                      </p:cBhvr>
                                      <p:to>
                                        <p:strVal val="visible"/>
                                      </p:to>
                                    </p:set>
                                    <p:animEffect transition="in" filter="wipe(left)">
                                      <p:cBhvr>
                                        <p:cTn id="17" dur="500"/>
                                        <p:tgtEl>
                                          <p:spTgt spid="10854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08550"/>
                                        </p:tgtEl>
                                        <p:attrNameLst>
                                          <p:attrName>style.visibility</p:attrName>
                                        </p:attrNameLst>
                                      </p:cBhvr>
                                      <p:to>
                                        <p:strVal val="visible"/>
                                      </p:to>
                                    </p:set>
                                    <p:animEffect transition="in" filter="wipe(up)">
                                      <p:cBhvr>
                                        <p:cTn id="22" dur="500"/>
                                        <p:tgtEl>
                                          <p:spTgt spid="10855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 calcmode="lin" valueType="num">
                                      <p:cBhvr additive="base">
                                        <p:cTn id="27" dur="500" fill="hold"/>
                                        <p:tgtEl>
                                          <p:spTgt spid="2"/>
                                        </p:tgtEl>
                                        <p:attrNameLst>
                                          <p:attrName>ppt_x</p:attrName>
                                        </p:attrNameLst>
                                      </p:cBhvr>
                                      <p:tavLst>
                                        <p:tav tm="0">
                                          <p:val>
                                            <p:strVal val="#ppt_x"/>
                                          </p:val>
                                        </p:tav>
                                        <p:tav tm="100000">
                                          <p:val>
                                            <p:strVal val="#ppt_x"/>
                                          </p:val>
                                        </p:tav>
                                      </p:tavLst>
                                    </p:anim>
                                    <p:anim calcmode="lin" valueType="num">
                                      <p:cBhvr additive="base">
                                        <p:cTn id="2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48" grpId="0" animBg="1"/>
      <p:bldP spid="108549" grpId="0" animBg="1"/>
      <p:bldP spid="10855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93" name="日期占位符 2">
            <a:extLst>
              <a:ext uri="{FF2B5EF4-FFF2-40B4-BE49-F238E27FC236}">
                <a16:creationId xmlns:a16="http://schemas.microsoft.com/office/drawing/2014/main" id="{1DAE81DE-C20D-476F-B2A6-013804169F19}"/>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2FA975E-CF91-4B79-BBBD-83ED4E74C605}" type="datetime1">
              <a:rPr lang="zh-CN" altLang="en-US" smtClean="0"/>
              <a:pPr eaLnBrk="1" hangingPunct="1"/>
              <a:t>2025/2/28</a:t>
            </a:fld>
            <a:endParaRPr lang="en-US" altLang="zh-CN"/>
          </a:p>
        </p:txBody>
      </p:sp>
      <p:sp>
        <p:nvSpPr>
          <p:cNvPr id="16394" name="页脚占位符 3">
            <a:extLst>
              <a:ext uri="{FF2B5EF4-FFF2-40B4-BE49-F238E27FC236}">
                <a16:creationId xmlns:a16="http://schemas.microsoft.com/office/drawing/2014/main" id="{ED737184-E0B8-4018-A3AE-746F9F9D6B9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(共20页)</a:t>
            </a:r>
          </a:p>
        </p:txBody>
      </p:sp>
      <p:sp>
        <p:nvSpPr>
          <p:cNvPr id="16395" name="灯片编号占位符 4">
            <a:extLst>
              <a:ext uri="{FF2B5EF4-FFF2-40B4-BE49-F238E27FC236}">
                <a16:creationId xmlns:a16="http://schemas.microsoft.com/office/drawing/2014/main" id="{70469CDD-D781-4F37-94B9-163D6765C58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BC2474B-0725-4D51-9560-B4D1625C4757}" type="slidenum">
              <a:rPr lang="en-US" altLang="zh-CN"/>
              <a:pPr eaLnBrk="1" hangingPunct="1"/>
              <a:t>19</a:t>
            </a:fld>
            <a:endParaRPr lang="en-US" altLang="zh-CN"/>
          </a:p>
        </p:txBody>
      </p:sp>
      <p:graphicFrame>
        <p:nvGraphicFramePr>
          <p:cNvPr id="16386" name="Object 2">
            <a:extLst>
              <a:ext uri="{FF2B5EF4-FFF2-40B4-BE49-F238E27FC236}">
                <a16:creationId xmlns:a16="http://schemas.microsoft.com/office/drawing/2014/main" id="{2DBCACA6-42E9-4E9F-A5CD-3E75E631CC39}"/>
              </a:ext>
            </a:extLst>
          </p:cNvPr>
          <p:cNvGraphicFramePr>
            <a:graphicFrameLocks noChangeAspect="1"/>
          </p:cNvGraphicFramePr>
          <p:nvPr/>
        </p:nvGraphicFramePr>
        <p:xfrm>
          <a:off x="4800600" y="2743200"/>
          <a:ext cx="2794000" cy="1536700"/>
        </p:xfrm>
        <a:graphic>
          <a:graphicData uri="http://schemas.openxmlformats.org/presentationml/2006/ole">
            <mc:AlternateContent xmlns:mc="http://schemas.openxmlformats.org/markup-compatibility/2006">
              <mc:Choice xmlns:v="urn:schemas-microsoft-com:vml" Requires="v">
                <p:oleObj spid="_x0000_s18462" name="Equation" r:id="rId3" imgW="2793960" imgH="1536480" progId="Equation.3">
                  <p:embed/>
                </p:oleObj>
              </mc:Choice>
              <mc:Fallback>
                <p:oleObj name="Equation" r:id="rId3" imgW="2793960" imgH="1536480" progId="Equation.3">
                  <p:embed/>
                  <p:pic>
                    <p:nvPicPr>
                      <p:cNvPr id="16386" name="Object 2">
                        <a:extLst>
                          <a:ext uri="{FF2B5EF4-FFF2-40B4-BE49-F238E27FC236}">
                            <a16:creationId xmlns:a16="http://schemas.microsoft.com/office/drawing/2014/main" id="{2DBCACA6-42E9-4E9F-A5CD-3E75E631CC3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0600" y="2743200"/>
                        <a:ext cx="2794000" cy="1536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87" name="Object 3">
            <a:extLst>
              <a:ext uri="{FF2B5EF4-FFF2-40B4-BE49-F238E27FC236}">
                <a16:creationId xmlns:a16="http://schemas.microsoft.com/office/drawing/2014/main" id="{71932A6F-EA42-43BA-AC63-2DFBCB5470E3}"/>
              </a:ext>
            </a:extLst>
          </p:cNvPr>
          <p:cNvGraphicFramePr>
            <a:graphicFrameLocks noChangeAspect="1"/>
          </p:cNvGraphicFramePr>
          <p:nvPr/>
        </p:nvGraphicFramePr>
        <p:xfrm>
          <a:off x="1631950" y="2743200"/>
          <a:ext cx="2794000" cy="1536700"/>
        </p:xfrm>
        <a:graphic>
          <a:graphicData uri="http://schemas.openxmlformats.org/presentationml/2006/ole">
            <mc:AlternateContent xmlns:mc="http://schemas.openxmlformats.org/markup-compatibility/2006">
              <mc:Choice xmlns:v="urn:schemas-microsoft-com:vml" Requires="v">
                <p:oleObj spid="_x0000_s18463" name="Equation" r:id="rId5" imgW="2793960" imgH="1536480" progId="Equation.3">
                  <p:embed/>
                </p:oleObj>
              </mc:Choice>
              <mc:Fallback>
                <p:oleObj name="Equation" r:id="rId5" imgW="2793960" imgH="1536480" progId="Equation.3">
                  <p:embed/>
                  <p:pic>
                    <p:nvPicPr>
                      <p:cNvPr id="16387" name="Object 3">
                        <a:extLst>
                          <a:ext uri="{FF2B5EF4-FFF2-40B4-BE49-F238E27FC236}">
                            <a16:creationId xmlns:a16="http://schemas.microsoft.com/office/drawing/2014/main" id="{71932A6F-EA42-43BA-AC63-2DFBCB5470E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31950" y="2743200"/>
                        <a:ext cx="2794000" cy="1536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4996" name="Rectangle 4">
            <a:extLst>
              <a:ext uri="{FF2B5EF4-FFF2-40B4-BE49-F238E27FC236}">
                <a16:creationId xmlns:a16="http://schemas.microsoft.com/office/drawing/2014/main" id="{1071FCD3-DB52-406F-A01C-C7352A987BB3}"/>
              </a:ext>
            </a:extLst>
          </p:cNvPr>
          <p:cNvSpPr>
            <a:spLocks noChangeArrowheads="1"/>
          </p:cNvSpPr>
          <p:nvPr/>
        </p:nvSpPr>
        <p:spPr bwMode="auto">
          <a:xfrm>
            <a:off x="914400" y="4495800"/>
            <a:ext cx="42497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latin typeface="Times New Roman" panose="02020603050405020304" pitchFamily="18" charset="0"/>
              </a:rPr>
              <a:t>则三元线性方程组的解为</a:t>
            </a:r>
            <a:r>
              <a:rPr kumimoji="1" lang="en-US" altLang="zh-CN" sz="2800" b="1">
                <a:latin typeface="Times New Roman" panose="02020603050405020304" pitchFamily="18" charset="0"/>
              </a:rPr>
              <a:t>:</a:t>
            </a:r>
          </a:p>
        </p:txBody>
      </p:sp>
      <p:graphicFrame>
        <p:nvGraphicFramePr>
          <p:cNvPr id="84997" name="Object 5">
            <a:extLst>
              <a:ext uri="{FF2B5EF4-FFF2-40B4-BE49-F238E27FC236}">
                <a16:creationId xmlns:a16="http://schemas.microsoft.com/office/drawing/2014/main" id="{6A0FB5F6-55CF-48D3-95E0-12F09DF195EA}"/>
              </a:ext>
            </a:extLst>
          </p:cNvPr>
          <p:cNvGraphicFramePr>
            <a:graphicFrameLocks noChangeAspect="1"/>
          </p:cNvGraphicFramePr>
          <p:nvPr/>
        </p:nvGraphicFramePr>
        <p:xfrm>
          <a:off x="1676400" y="5181600"/>
          <a:ext cx="1270000" cy="825500"/>
        </p:xfrm>
        <a:graphic>
          <a:graphicData uri="http://schemas.openxmlformats.org/presentationml/2006/ole">
            <mc:AlternateContent xmlns:mc="http://schemas.openxmlformats.org/markup-compatibility/2006">
              <mc:Choice xmlns:v="urn:schemas-microsoft-com:vml" Requires="v">
                <p:oleObj spid="_x0000_s18464" name="Equation" r:id="rId7" imgW="1269720" imgH="825480" progId="Equation.3">
                  <p:embed/>
                </p:oleObj>
              </mc:Choice>
              <mc:Fallback>
                <p:oleObj name="Equation" r:id="rId7" imgW="1269720" imgH="825480" progId="Equation.3">
                  <p:embed/>
                  <p:pic>
                    <p:nvPicPr>
                      <p:cNvPr id="84997" name="Object 5">
                        <a:extLst>
                          <a:ext uri="{FF2B5EF4-FFF2-40B4-BE49-F238E27FC236}">
                            <a16:creationId xmlns:a16="http://schemas.microsoft.com/office/drawing/2014/main" id="{6A0FB5F6-55CF-48D3-95E0-12F09DF195E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76400" y="5181600"/>
                        <a:ext cx="1270000" cy="825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998" name="Object 6">
            <a:extLst>
              <a:ext uri="{FF2B5EF4-FFF2-40B4-BE49-F238E27FC236}">
                <a16:creationId xmlns:a16="http://schemas.microsoft.com/office/drawing/2014/main" id="{4828212F-F221-4F91-A287-1C83FA5BAB50}"/>
              </a:ext>
            </a:extLst>
          </p:cNvPr>
          <p:cNvGraphicFramePr>
            <a:graphicFrameLocks noChangeAspect="1"/>
          </p:cNvGraphicFramePr>
          <p:nvPr/>
        </p:nvGraphicFramePr>
        <p:xfrm>
          <a:off x="3448050" y="5181600"/>
          <a:ext cx="1308100" cy="825500"/>
        </p:xfrm>
        <a:graphic>
          <a:graphicData uri="http://schemas.openxmlformats.org/presentationml/2006/ole">
            <mc:AlternateContent xmlns:mc="http://schemas.openxmlformats.org/markup-compatibility/2006">
              <mc:Choice xmlns:v="urn:schemas-microsoft-com:vml" Requires="v">
                <p:oleObj spid="_x0000_s18465" name="Equation" r:id="rId9" imgW="1307880" imgH="825480" progId="Equation.3">
                  <p:embed/>
                </p:oleObj>
              </mc:Choice>
              <mc:Fallback>
                <p:oleObj name="Equation" r:id="rId9" imgW="1307880" imgH="825480" progId="Equation.3">
                  <p:embed/>
                  <p:pic>
                    <p:nvPicPr>
                      <p:cNvPr id="84998" name="Object 6">
                        <a:extLst>
                          <a:ext uri="{FF2B5EF4-FFF2-40B4-BE49-F238E27FC236}">
                            <a16:creationId xmlns:a16="http://schemas.microsoft.com/office/drawing/2014/main" id="{4828212F-F221-4F91-A287-1C83FA5BAB5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48050" y="5181600"/>
                        <a:ext cx="1308100" cy="825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999" name="Object 7">
            <a:extLst>
              <a:ext uri="{FF2B5EF4-FFF2-40B4-BE49-F238E27FC236}">
                <a16:creationId xmlns:a16="http://schemas.microsoft.com/office/drawing/2014/main" id="{72E53CFE-4309-4F5D-8CDD-7E79A7E6FA07}"/>
              </a:ext>
            </a:extLst>
          </p:cNvPr>
          <p:cNvGraphicFramePr>
            <a:graphicFrameLocks noChangeAspect="1"/>
          </p:cNvGraphicFramePr>
          <p:nvPr/>
        </p:nvGraphicFramePr>
        <p:xfrm>
          <a:off x="5410200" y="5181600"/>
          <a:ext cx="1295400" cy="825500"/>
        </p:xfrm>
        <a:graphic>
          <a:graphicData uri="http://schemas.openxmlformats.org/presentationml/2006/ole">
            <mc:AlternateContent xmlns:mc="http://schemas.openxmlformats.org/markup-compatibility/2006">
              <mc:Choice xmlns:v="urn:schemas-microsoft-com:vml" Requires="v">
                <p:oleObj spid="_x0000_s18466" name="Equation" r:id="rId11" imgW="1295280" imgH="825480" progId="Equation.3">
                  <p:embed/>
                </p:oleObj>
              </mc:Choice>
              <mc:Fallback>
                <p:oleObj name="Equation" r:id="rId11" imgW="1295280" imgH="825480" progId="Equation.3">
                  <p:embed/>
                  <p:pic>
                    <p:nvPicPr>
                      <p:cNvPr id="84999" name="Object 7">
                        <a:extLst>
                          <a:ext uri="{FF2B5EF4-FFF2-40B4-BE49-F238E27FC236}">
                            <a16:creationId xmlns:a16="http://schemas.microsoft.com/office/drawing/2014/main" id="{72E53CFE-4309-4F5D-8CDD-7E79A7E6FA07}"/>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410200" y="5181600"/>
                        <a:ext cx="1295400" cy="825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91" name="Object 8">
            <a:extLst>
              <a:ext uri="{FF2B5EF4-FFF2-40B4-BE49-F238E27FC236}">
                <a16:creationId xmlns:a16="http://schemas.microsoft.com/office/drawing/2014/main" id="{B53BBE56-3575-46A3-BE7E-F0557B936369}"/>
              </a:ext>
            </a:extLst>
          </p:cNvPr>
          <p:cNvGraphicFramePr>
            <a:graphicFrameLocks noChangeAspect="1"/>
          </p:cNvGraphicFramePr>
          <p:nvPr/>
        </p:nvGraphicFramePr>
        <p:xfrm>
          <a:off x="1676400" y="914400"/>
          <a:ext cx="2705100" cy="1536700"/>
        </p:xfrm>
        <a:graphic>
          <a:graphicData uri="http://schemas.openxmlformats.org/presentationml/2006/ole">
            <mc:AlternateContent xmlns:mc="http://schemas.openxmlformats.org/markup-compatibility/2006">
              <mc:Choice xmlns:v="urn:schemas-microsoft-com:vml" Requires="v">
                <p:oleObj spid="_x0000_s18467" name="Equation" r:id="rId13" imgW="2705040" imgH="1536480" progId="Equation.3">
                  <p:embed/>
                </p:oleObj>
              </mc:Choice>
              <mc:Fallback>
                <p:oleObj name="Equation" r:id="rId13" imgW="2705040" imgH="1536480" progId="Equation.3">
                  <p:embed/>
                  <p:pic>
                    <p:nvPicPr>
                      <p:cNvPr id="16391" name="Object 8">
                        <a:extLst>
                          <a:ext uri="{FF2B5EF4-FFF2-40B4-BE49-F238E27FC236}">
                            <a16:creationId xmlns:a16="http://schemas.microsoft.com/office/drawing/2014/main" id="{B53BBE56-3575-46A3-BE7E-F0557B936369}"/>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676400" y="914400"/>
                        <a:ext cx="2705100" cy="1536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92" name="Object 9">
            <a:extLst>
              <a:ext uri="{FF2B5EF4-FFF2-40B4-BE49-F238E27FC236}">
                <a16:creationId xmlns:a16="http://schemas.microsoft.com/office/drawing/2014/main" id="{897149DA-7027-48BC-BD19-4CAC7A5BBED0}"/>
              </a:ext>
            </a:extLst>
          </p:cNvPr>
          <p:cNvGraphicFramePr>
            <a:graphicFrameLocks noChangeAspect="1"/>
          </p:cNvGraphicFramePr>
          <p:nvPr/>
        </p:nvGraphicFramePr>
        <p:xfrm>
          <a:off x="4800600" y="990600"/>
          <a:ext cx="2781300" cy="1536700"/>
        </p:xfrm>
        <a:graphic>
          <a:graphicData uri="http://schemas.openxmlformats.org/presentationml/2006/ole">
            <mc:AlternateContent xmlns:mc="http://schemas.openxmlformats.org/markup-compatibility/2006">
              <mc:Choice xmlns:v="urn:schemas-microsoft-com:vml" Requires="v">
                <p:oleObj spid="_x0000_s18468" name="Equation" r:id="rId15" imgW="2781000" imgH="1536480" progId="Equation.3">
                  <p:embed/>
                </p:oleObj>
              </mc:Choice>
              <mc:Fallback>
                <p:oleObj name="Equation" r:id="rId15" imgW="2781000" imgH="1536480" progId="Equation.3">
                  <p:embed/>
                  <p:pic>
                    <p:nvPicPr>
                      <p:cNvPr id="16392" name="Object 9">
                        <a:extLst>
                          <a:ext uri="{FF2B5EF4-FFF2-40B4-BE49-F238E27FC236}">
                            <a16:creationId xmlns:a16="http://schemas.microsoft.com/office/drawing/2014/main" id="{897149DA-7027-48BC-BD19-4CAC7A5BBED0}"/>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800600" y="990600"/>
                        <a:ext cx="2781300" cy="1536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397" name="Rectangle 10">
            <a:extLst>
              <a:ext uri="{FF2B5EF4-FFF2-40B4-BE49-F238E27FC236}">
                <a16:creationId xmlns:a16="http://schemas.microsoft.com/office/drawing/2014/main" id="{EF10CFDF-055F-4FAC-A2E5-E312CC4E0C36}"/>
              </a:ext>
            </a:extLst>
          </p:cNvPr>
          <p:cNvSpPr>
            <a:spLocks noChangeArrowheads="1"/>
          </p:cNvSpPr>
          <p:nvPr/>
        </p:nvSpPr>
        <p:spPr bwMode="auto">
          <a:xfrm>
            <a:off x="611188" y="476250"/>
            <a:ext cx="10001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3200" b="1"/>
              <a:t>从而</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84996"/>
                                        </p:tgtEl>
                                        <p:attrNameLst>
                                          <p:attrName>style.visibility</p:attrName>
                                        </p:attrNameLst>
                                      </p:cBhvr>
                                      <p:to>
                                        <p:strVal val="visible"/>
                                      </p:to>
                                    </p:set>
                                    <p:animEffect transition="in" filter="wipe(left)">
                                      <p:cBhvr>
                                        <p:cTn id="7" dur="75"/>
                                        <p:tgtEl>
                                          <p:spTgt spid="8499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84997"/>
                                        </p:tgtEl>
                                        <p:attrNameLst>
                                          <p:attrName>style.visibility</p:attrName>
                                        </p:attrNameLst>
                                      </p:cBhvr>
                                      <p:to>
                                        <p:strVal val="visible"/>
                                      </p:to>
                                    </p:set>
                                    <p:animEffect transition="in" filter="wipe(left)">
                                      <p:cBhvr>
                                        <p:cTn id="12" dur="500"/>
                                        <p:tgtEl>
                                          <p:spTgt spid="8499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84998"/>
                                        </p:tgtEl>
                                        <p:attrNameLst>
                                          <p:attrName>style.visibility</p:attrName>
                                        </p:attrNameLst>
                                      </p:cBhvr>
                                      <p:to>
                                        <p:strVal val="visible"/>
                                      </p:to>
                                    </p:set>
                                    <p:animEffect transition="in" filter="wipe(left)">
                                      <p:cBhvr>
                                        <p:cTn id="17" dur="500"/>
                                        <p:tgtEl>
                                          <p:spTgt spid="8499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84999"/>
                                        </p:tgtEl>
                                        <p:attrNameLst>
                                          <p:attrName>style.visibility</p:attrName>
                                        </p:attrNameLst>
                                      </p:cBhvr>
                                      <p:to>
                                        <p:strVal val="visible"/>
                                      </p:to>
                                    </p:set>
                                    <p:animEffect transition="in" filter="wipe(left)">
                                      <p:cBhvr>
                                        <p:cTn id="22" dur="500"/>
                                        <p:tgtEl>
                                          <p:spTgt spid="849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6"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2149" y="64429"/>
            <a:ext cx="8229600" cy="1143000"/>
          </a:xfrm>
        </p:spPr>
        <p:txBody>
          <a:bodyPr>
            <a:normAutofit/>
          </a:bodyPr>
          <a:lstStyle/>
          <a:p>
            <a:pPr algn="l"/>
            <a:r>
              <a:rPr lang="zh-CN" altLang="en-US" sz="3600" dirty="0"/>
              <a:t>二、三阶行列式</a:t>
            </a:r>
          </a:p>
        </p:txBody>
      </p:sp>
      <p:sp>
        <p:nvSpPr>
          <p:cNvPr id="3" name="内容占位符 2"/>
          <p:cNvSpPr>
            <a:spLocks noGrp="1"/>
          </p:cNvSpPr>
          <p:nvPr>
            <p:ph idx="1"/>
          </p:nvPr>
        </p:nvSpPr>
        <p:spPr>
          <a:xfrm>
            <a:off x="423245" y="927220"/>
            <a:ext cx="8229600" cy="3168352"/>
          </a:xfrm>
        </p:spPr>
        <p:txBody>
          <a:bodyPr>
            <a:normAutofit/>
          </a:bodyPr>
          <a:lstStyle/>
          <a:p>
            <a:pPr marL="0" indent="0">
              <a:lnSpc>
                <a:spcPct val="150000"/>
              </a:lnSpc>
              <a:buNone/>
            </a:pPr>
            <a:r>
              <a:rPr lang="zh-CN" altLang="en-US" sz="2400" dirty="0"/>
              <a:t>三元一次线性方程组</a:t>
            </a:r>
            <a:endParaRPr lang="en-US" altLang="zh-CN" sz="2400" dirty="0"/>
          </a:p>
          <a:p>
            <a:pPr marL="0" indent="0">
              <a:lnSpc>
                <a:spcPct val="150000"/>
              </a:lnSpc>
              <a:buNone/>
            </a:pPr>
            <a:endParaRPr lang="en-US" altLang="zh-CN" sz="2400" dirty="0"/>
          </a:p>
          <a:p>
            <a:pPr marL="0" indent="0">
              <a:lnSpc>
                <a:spcPct val="150000"/>
              </a:lnSpc>
              <a:buNone/>
            </a:pPr>
            <a:endParaRPr lang="en-US" altLang="zh-CN" sz="2400" dirty="0"/>
          </a:p>
          <a:p>
            <a:pPr marL="0" indent="0">
              <a:lnSpc>
                <a:spcPct val="150000"/>
              </a:lnSpc>
              <a:buNone/>
            </a:pPr>
            <a:r>
              <a:rPr lang="zh-CN" altLang="en-US" sz="2400" dirty="0"/>
              <a:t>当</a:t>
            </a:r>
            <a:endParaRPr lang="en-US" altLang="zh-CN" sz="2400" dirty="0"/>
          </a:p>
          <a:p>
            <a:pPr marL="0" indent="0">
              <a:buNone/>
            </a:pPr>
            <a:r>
              <a:rPr lang="zh-CN" altLang="en-US" sz="2400" dirty="0"/>
              <a:t>时，方程组的解可表示为</a:t>
            </a:r>
          </a:p>
        </p:txBody>
      </p:sp>
      <p:graphicFrame>
        <p:nvGraphicFramePr>
          <p:cNvPr id="4" name="对象 3"/>
          <p:cNvGraphicFramePr>
            <a:graphicFrameLocks noChangeAspect="1"/>
          </p:cNvGraphicFramePr>
          <p:nvPr>
            <p:extLst>
              <p:ext uri="{D42A27DB-BD31-4B8C-83A1-F6EECF244321}">
                <p14:modId xmlns:p14="http://schemas.microsoft.com/office/powerpoint/2010/main" val="2777960047"/>
              </p:ext>
            </p:extLst>
          </p:nvPr>
        </p:nvGraphicFramePr>
        <p:xfrm>
          <a:off x="2555776" y="1493572"/>
          <a:ext cx="3201987" cy="1457325"/>
        </p:xfrm>
        <a:graphic>
          <a:graphicData uri="http://schemas.openxmlformats.org/presentationml/2006/ole">
            <mc:AlternateContent xmlns:mc="http://schemas.openxmlformats.org/markup-compatibility/2006">
              <mc:Choice xmlns:v="urn:schemas-microsoft-com:vml" Requires="v">
                <p:oleObj spid="_x0000_s19478" name="Equation" r:id="rId3" imgW="37490400" imgH="17068800" progId="Equation.DSMT4">
                  <p:embed/>
                </p:oleObj>
              </mc:Choice>
              <mc:Fallback>
                <p:oleObj name="Equation" r:id="rId3" imgW="37490400" imgH="17068800" progId="Equation.DSMT4">
                  <p:embed/>
                  <p:pic>
                    <p:nvPicPr>
                      <p:cNvPr id="0" name="图片 15466"/>
                      <p:cNvPicPr/>
                      <p:nvPr/>
                    </p:nvPicPr>
                    <p:blipFill>
                      <a:blip r:embed="rId4"/>
                      <a:stretch>
                        <a:fillRect/>
                      </a:stretch>
                    </p:blipFill>
                    <p:spPr>
                      <a:xfrm>
                        <a:off x="2555776" y="1493572"/>
                        <a:ext cx="3201987" cy="1457325"/>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3901167147"/>
              </p:ext>
            </p:extLst>
          </p:nvPr>
        </p:nvGraphicFramePr>
        <p:xfrm>
          <a:off x="899592" y="2932027"/>
          <a:ext cx="8123238" cy="468312"/>
        </p:xfrm>
        <a:graphic>
          <a:graphicData uri="http://schemas.openxmlformats.org/presentationml/2006/ole">
            <mc:AlternateContent xmlns:mc="http://schemas.openxmlformats.org/markup-compatibility/2006">
              <mc:Choice xmlns:v="urn:schemas-microsoft-com:vml" Requires="v">
                <p:oleObj spid="_x0000_s19479" name="Equation" r:id="rId5" imgW="95097600" imgH="5486400" progId="Equation.DSMT4">
                  <p:embed/>
                </p:oleObj>
              </mc:Choice>
              <mc:Fallback>
                <p:oleObj name="Equation" r:id="rId5" imgW="95097600" imgH="5486400" progId="Equation.DSMT4">
                  <p:embed/>
                  <p:pic>
                    <p:nvPicPr>
                      <p:cNvPr id="0" name="图片 15467"/>
                      <p:cNvPicPr>
                        <a:picLocks noChangeAspect="1" noChangeArrowheads="1"/>
                      </p:cNvPicPr>
                      <p:nvPr/>
                    </p:nvPicPr>
                    <p:blipFill>
                      <a:blip r:embed="rId6"/>
                      <a:srcRect/>
                      <a:stretch>
                        <a:fillRect/>
                      </a:stretch>
                    </p:blipFill>
                    <p:spPr bwMode="auto">
                      <a:xfrm>
                        <a:off x="899592" y="2932027"/>
                        <a:ext cx="8123238"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598781475"/>
              </p:ext>
            </p:extLst>
          </p:nvPr>
        </p:nvGraphicFramePr>
        <p:xfrm>
          <a:off x="516053" y="3842877"/>
          <a:ext cx="8253413" cy="885825"/>
        </p:xfrm>
        <a:graphic>
          <a:graphicData uri="http://schemas.openxmlformats.org/presentationml/2006/ole">
            <mc:AlternateContent xmlns:mc="http://schemas.openxmlformats.org/markup-compatibility/2006">
              <mc:Choice xmlns:v="urn:schemas-microsoft-com:vml" Requires="v">
                <p:oleObj spid="_x0000_s19480" name="Equation" r:id="rId7" imgW="96621600" imgH="10363200" progId="Equation.DSMT4">
                  <p:embed/>
                </p:oleObj>
              </mc:Choice>
              <mc:Fallback>
                <p:oleObj name="Equation" r:id="rId7" imgW="96621600" imgH="10363200" progId="Equation.DSMT4">
                  <p:embed/>
                  <p:pic>
                    <p:nvPicPr>
                      <p:cNvPr id="0" name="图片 15468"/>
                      <p:cNvPicPr>
                        <a:picLocks noChangeAspect="1" noChangeArrowheads="1"/>
                      </p:cNvPicPr>
                      <p:nvPr/>
                    </p:nvPicPr>
                    <p:blipFill>
                      <a:blip r:embed="rId8"/>
                      <a:srcRect/>
                      <a:stretch>
                        <a:fillRect/>
                      </a:stretch>
                    </p:blipFill>
                    <p:spPr bwMode="auto">
                      <a:xfrm>
                        <a:off x="516053" y="3842877"/>
                        <a:ext cx="8253413"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2603196701"/>
              </p:ext>
            </p:extLst>
          </p:nvPr>
        </p:nvGraphicFramePr>
        <p:xfrm>
          <a:off x="489066" y="4744070"/>
          <a:ext cx="8280400" cy="885825"/>
        </p:xfrm>
        <a:graphic>
          <a:graphicData uri="http://schemas.openxmlformats.org/presentationml/2006/ole">
            <mc:AlternateContent xmlns:mc="http://schemas.openxmlformats.org/markup-compatibility/2006">
              <mc:Choice xmlns:v="urn:schemas-microsoft-com:vml" Requires="v">
                <p:oleObj spid="_x0000_s19481" name="Equation" r:id="rId9" imgW="96926400" imgH="10363200" progId="Equation.DSMT4">
                  <p:embed/>
                </p:oleObj>
              </mc:Choice>
              <mc:Fallback>
                <p:oleObj name="Equation" r:id="rId9" imgW="96926400" imgH="10363200" progId="Equation.DSMT4">
                  <p:embed/>
                  <p:pic>
                    <p:nvPicPr>
                      <p:cNvPr id="0" name="对象 5"/>
                      <p:cNvPicPr>
                        <a:picLocks noChangeAspect="1" noChangeArrowheads="1"/>
                      </p:cNvPicPr>
                      <p:nvPr/>
                    </p:nvPicPr>
                    <p:blipFill>
                      <a:blip r:embed="rId10"/>
                      <a:srcRect/>
                      <a:stretch>
                        <a:fillRect/>
                      </a:stretch>
                    </p:blipFill>
                    <p:spPr bwMode="auto">
                      <a:xfrm>
                        <a:off x="489066" y="4744070"/>
                        <a:ext cx="8280400"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58791521"/>
              </p:ext>
            </p:extLst>
          </p:nvPr>
        </p:nvGraphicFramePr>
        <p:xfrm>
          <a:off x="512605" y="5669962"/>
          <a:ext cx="8278813" cy="885825"/>
        </p:xfrm>
        <a:graphic>
          <a:graphicData uri="http://schemas.openxmlformats.org/presentationml/2006/ole">
            <mc:AlternateContent xmlns:mc="http://schemas.openxmlformats.org/markup-compatibility/2006">
              <mc:Choice xmlns:v="urn:schemas-microsoft-com:vml" Requires="v">
                <p:oleObj spid="_x0000_s19482" name="Equation" r:id="rId11" imgW="96926400" imgH="10363200" progId="Equation.DSMT4">
                  <p:embed/>
                </p:oleObj>
              </mc:Choice>
              <mc:Fallback>
                <p:oleObj name="Equation" r:id="rId11" imgW="96926400" imgH="10363200" progId="Equation.DSMT4">
                  <p:embed/>
                  <p:pic>
                    <p:nvPicPr>
                      <p:cNvPr id="0" name="对象 5"/>
                      <p:cNvPicPr>
                        <a:picLocks noChangeAspect="1" noChangeArrowheads="1"/>
                      </p:cNvPicPr>
                      <p:nvPr/>
                    </p:nvPicPr>
                    <p:blipFill>
                      <a:blip r:embed="rId12"/>
                      <a:srcRect/>
                      <a:stretch>
                        <a:fillRect/>
                      </a:stretch>
                    </p:blipFill>
                    <p:spPr bwMode="auto">
                      <a:xfrm>
                        <a:off x="512605" y="5669962"/>
                        <a:ext cx="8278813"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直角三角形 9"/>
          <p:cNvSpPr/>
          <p:nvPr/>
        </p:nvSpPr>
        <p:spPr>
          <a:xfrm>
            <a:off x="0" y="5873377"/>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1" name="直角三角形 10"/>
          <p:cNvSpPr/>
          <p:nvPr/>
        </p:nvSpPr>
        <p:spPr>
          <a:xfrm rot="16200000">
            <a:off x="8130760" y="5832084"/>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内容占位符 2"/>
          <p:cNvSpPr txBox="1"/>
          <p:nvPr/>
        </p:nvSpPr>
        <p:spPr>
          <a:xfrm>
            <a:off x="518864" y="4005064"/>
            <a:ext cx="8229600" cy="1310444"/>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zh-CN" altLang="en-US" sz="2400" b="1"/>
              <a:t>特点</a:t>
            </a:r>
            <a:r>
              <a:rPr lang="zh-CN" altLang="en-US" sz="2400"/>
              <a:t>：</a:t>
            </a:r>
            <a:r>
              <a:rPr lang="zh-CN" altLang="en-US" sz="2400">
                <a:solidFill>
                  <a:srgbClr val="FF0000"/>
                </a:solidFill>
              </a:rPr>
              <a:t>分子、分母具有相同的结构：都是三个数乘积的代数和，其中三个乘积为正，三个乘积为负</a:t>
            </a:r>
            <a:r>
              <a:rPr lang="en-US" altLang="zh-CN" sz="2400">
                <a:solidFill>
                  <a:srgbClr val="FF0000"/>
                </a:solidFill>
              </a:rPr>
              <a:t>.</a:t>
            </a:r>
            <a:endParaRPr lang="zh-CN" altLang="en-US" sz="2400">
              <a:solidFill>
                <a:srgbClr val="FF0000"/>
              </a:solidFill>
            </a:endParaRPr>
          </a:p>
        </p:txBody>
      </p:sp>
      <p:graphicFrame>
        <p:nvGraphicFramePr>
          <p:cNvPr id="9" name="对象 8"/>
          <p:cNvGraphicFramePr>
            <a:graphicFrameLocks noChangeAspect="1"/>
          </p:cNvGraphicFramePr>
          <p:nvPr/>
        </p:nvGraphicFramePr>
        <p:xfrm>
          <a:off x="480244" y="980728"/>
          <a:ext cx="8253413" cy="885825"/>
        </p:xfrm>
        <a:graphic>
          <a:graphicData uri="http://schemas.openxmlformats.org/presentationml/2006/ole">
            <mc:AlternateContent xmlns:mc="http://schemas.openxmlformats.org/markup-compatibility/2006">
              <mc:Choice xmlns:v="urn:schemas-microsoft-com:vml" Requires="v">
                <p:oleObj spid="_x0000_s20494" name="Equation" r:id="rId3" imgW="96621600" imgH="10363200" progId="Equation.DSMT4">
                  <p:embed/>
                </p:oleObj>
              </mc:Choice>
              <mc:Fallback>
                <p:oleObj name="Equation" r:id="rId3" imgW="96621600" imgH="10363200" progId="Equation.DSMT4">
                  <p:embed/>
                  <p:pic>
                    <p:nvPicPr>
                      <p:cNvPr id="0" name="对象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244" y="980728"/>
                        <a:ext cx="8253413"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618251426"/>
              </p:ext>
            </p:extLst>
          </p:nvPr>
        </p:nvGraphicFramePr>
        <p:xfrm>
          <a:off x="493464" y="1969557"/>
          <a:ext cx="8280400" cy="885825"/>
        </p:xfrm>
        <a:graphic>
          <a:graphicData uri="http://schemas.openxmlformats.org/presentationml/2006/ole">
            <mc:AlternateContent xmlns:mc="http://schemas.openxmlformats.org/markup-compatibility/2006">
              <mc:Choice xmlns:v="urn:schemas-microsoft-com:vml" Requires="v">
                <p:oleObj spid="_x0000_s20495" name="Equation" r:id="rId5" imgW="96926400" imgH="10363200" progId="Equation.DSMT4">
                  <p:embed/>
                </p:oleObj>
              </mc:Choice>
              <mc:Fallback>
                <p:oleObj name="Equation" r:id="rId5" imgW="96926400" imgH="10363200" progId="Equation.DSMT4">
                  <p:embed/>
                  <p:pic>
                    <p:nvPicPr>
                      <p:cNvPr id="0" name="对象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3464" y="1969557"/>
                        <a:ext cx="8280400"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2615679296"/>
              </p:ext>
            </p:extLst>
          </p:nvPr>
        </p:nvGraphicFramePr>
        <p:xfrm>
          <a:off x="467543" y="2958386"/>
          <a:ext cx="8278813" cy="885825"/>
        </p:xfrm>
        <a:graphic>
          <a:graphicData uri="http://schemas.openxmlformats.org/presentationml/2006/ole">
            <mc:AlternateContent xmlns:mc="http://schemas.openxmlformats.org/markup-compatibility/2006">
              <mc:Choice xmlns:v="urn:schemas-microsoft-com:vml" Requires="v">
                <p:oleObj spid="_x0000_s20496" name="Equation" r:id="rId7" imgW="96926400" imgH="10363200" progId="Equation.DSMT4">
                  <p:embed/>
                </p:oleObj>
              </mc:Choice>
              <mc:Fallback>
                <p:oleObj name="Equation" r:id="rId7" imgW="96926400" imgH="10363200" progId="Equation.DSMT4">
                  <p:embed/>
                  <p:pic>
                    <p:nvPicPr>
                      <p:cNvPr id="0" name="对象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7543" y="2958386"/>
                        <a:ext cx="8278813"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直角三角形 5"/>
          <p:cNvSpPr/>
          <p:nvPr/>
        </p:nvSpPr>
        <p:spPr>
          <a:xfrm>
            <a:off x="0" y="5873377"/>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7" name="直角三角形 6"/>
          <p:cNvSpPr/>
          <p:nvPr/>
        </p:nvSpPr>
        <p:spPr>
          <a:xfrm rot="16200000">
            <a:off x="8130760" y="5832084"/>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412776"/>
            <a:ext cx="8363272" cy="3168352"/>
          </a:xfrm>
        </p:spPr>
        <p:txBody>
          <a:bodyPr>
            <a:normAutofit/>
          </a:bodyPr>
          <a:lstStyle/>
          <a:p>
            <a:pPr marL="0" indent="0">
              <a:lnSpc>
                <a:spcPct val="150000"/>
              </a:lnSpc>
              <a:buNone/>
            </a:pPr>
            <a:r>
              <a:rPr lang="zh-CN" altLang="en-US" sz="2400" b="1" dirty="0"/>
              <a:t>定义</a:t>
            </a:r>
            <a:r>
              <a:rPr lang="en-US" altLang="zh-CN" sz="2400" b="1" dirty="0"/>
              <a:t>2.8.2</a:t>
            </a:r>
            <a:r>
              <a:rPr lang="en-US" altLang="zh-CN" sz="2400" dirty="0"/>
              <a:t>   </a:t>
            </a:r>
            <a:r>
              <a:rPr lang="zh-CN" altLang="en-US" sz="2400" dirty="0"/>
              <a:t>对于三阶方阵                       ，表达式</a:t>
            </a:r>
            <a:endParaRPr lang="en-US" altLang="zh-CN" sz="2400" dirty="0"/>
          </a:p>
          <a:p>
            <a:pPr marL="0" indent="0">
              <a:lnSpc>
                <a:spcPct val="150000"/>
              </a:lnSpc>
              <a:buNone/>
            </a:pPr>
            <a:endParaRPr lang="en-US" altLang="zh-CN" sz="2400" i="1" dirty="0">
              <a:latin typeface="Times New Roman" panose="02020603050405020304" pitchFamily="18" charset="0"/>
              <a:cs typeface="Times New Roman" panose="02020603050405020304" pitchFamily="18" charset="0"/>
            </a:endParaRPr>
          </a:p>
          <a:p>
            <a:pPr marL="0" indent="0">
              <a:lnSpc>
                <a:spcPct val="150000"/>
              </a:lnSpc>
              <a:buNone/>
            </a:pPr>
            <a:r>
              <a:rPr lang="en-US" altLang="zh-CN" sz="2400" i="1" dirty="0">
                <a:latin typeface="Times New Roman" panose="02020603050405020304" pitchFamily="18" charset="0"/>
                <a:cs typeface="Times New Roman" panose="02020603050405020304" pitchFamily="18" charset="0"/>
              </a:rPr>
              <a:t>D</a:t>
            </a:r>
            <a:r>
              <a:rPr lang="en-US" altLang="zh-CN" sz="2400" dirty="0"/>
              <a:t>=</a:t>
            </a:r>
            <a:r>
              <a:rPr lang="en-US" altLang="zh-CN" sz="2400" i="1" dirty="0">
                <a:latin typeface="Times New Roman" panose="02020603050405020304" pitchFamily="18" charset="0"/>
                <a:cs typeface="Times New Roman" panose="02020603050405020304" pitchFamily="18" charset="0"/>
              </a:rPr>
              <a:t>a</a:t>
            </a:r>
            <a:r>
              <a:rPr lang="en-US" altLang="zh-CN" sz="2400" baseline="-25000" dirty="0"/>
              <a:t>11</a:t>
            </a:r>
            <a:r>
              <a:rPr lang="en-US" altLang="zh-CN" sz="2400" i="1" dirty="0">
                <a:latin typeface="Times New Roman" panose="02020603050405020304" pitchFamily="18" charset="0"/>
                <a:cs typeface="Times New Roman" panose="02020603050405020304" pitchFamily="18" charset="0"/>
              </a:rPr>
              <a:t>a</a:t>
            </a:r>
            <a:r>
              <a:rPr lang="en-US" altLang="zh-CN" sz="2400" baseline="-25000" dirty="0"/>
              <a:t>22</a:t>
            </a:r>
            <a:r>
              <a:rPr lang="en-US" altLang="zh-CN" sz="2400" i="1" dirty="0">
                <a:latin typeface="Times New Roman" panose="02020603050405020304" pitchFamily="18" charset="0"/>
                <a:cs typeface="Times New Roman" panose="02020603050405020304" pitchFamily="18" charset="0"/>
              </a:rPr>
              <a:t>a</a:t>
            </a:r>
            <a:r>
              <a:rPr lang="en-US" altLang="zh-CN" sz="2400" baseline="-25000" dirty="0"/>
              <a:t>33</a:t>
            </a:r>
            <a:r>
              <a:rPr lang="en-US" altLang="zh-CN" sz="2400" dirty="0">
                <a:latin typeface="Symbol" panose="05050102010706020507" pitchFamily="18" charset="2"/>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a</a:t>
            </a:r>
            <a:r>
              <a:rPr lang="en-US" altLang="zh-CN" sz="2400" baseline="-25000" dirty="0"/>
              <a:t>12</a:t>
            </a:r>
            <a:r>
              <a:rPr lang="en-US" altLang="zh-CN" sz="2400" i="1" dirty="0">
                <a:latin typeface="Times New Roman" panose="02020603050405020304" pitchFamily="18" charset="0"/>
                <a:cs typeface="Times New Roman" panose="02020603050405020304" pitchFamily="18" charset="0"/>
              </a:rPr>
              <a:t>a</a:t>
            </a:r>
            <a:r>
              <a:rPr lang="en-US" altLang="zh-CN" sz="2400" baseline="-25000" dirty="0"/>
              <a:t>23</a:t>
            </a:r>
            <a:r>
              <a:rPr lang="en-US" altLang="zh-CN" sz="2400" i="1" dirty="0">
                <a:latin typeface="Times New Roman" panose="02020603050405020304" pitchFamily="18" charset="0"/>
                <a:cs typeface="Times New Roman" panose="02020603050405020304" pitchFamily="18" charset="0"/>
              </a:rPr>
              <a:t>a</a:t>
            </a:r>
            <a:r>
              <a:rPr lang="en-US" altLang="zh-CN" sz="2400" baseline="-25000" dirty="0"/>
              <a:t>31</a:t>
            </a:r>
            <a:r>
              <a:rPr lang="en-US" altLang="zh-CN" sz="2400" dirty="0">
                <a:latin typeface="Symbol" panose="05050102010706020507" pitchFamily="18" charset="2"/>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a</a:t>
            </a:r>
            <a:r>
              <a:rPr lang="en-US" altLang="zh-CN" sz="2400" baseline="-25000" dirty="0"/>
              <a:t>13</a:t>
            </a:r>
            <a:r>
              <a:rPr lang="en-US" altLang="zh-CN" sz="2400" i="1" dirty="0">
                <a:latin typeface="Times New Roman" panose="02020603050405020304" pitchFamily="18" charset="0"/>
                <a:cs typeface="Times New Roman" panose="02020603050405020304" pitchFamily="18" charset="0"/>
              </a:rPr>
              <a:t>a</a:t>
            </a:r>
            <a:r>
              <a:rPr lang="en-US" altLang="zh-CN" sz="2400" baseline="-25000" dirty="0"/>
              <a:t>21</a:t>
            </a:r>
            <a:r>
              <a:rPr lang="en-US" altLang="zh-CN" sz="2400" i="1" dirty="0">
                <a:latin typeface="Times New Roman" panose="02020603050405020304" pitchFamily="18" charset="0"/>
                <a:cs typeface="Times New Roman" panose="02020603050405020304" pitchFamily="18" charset="0"/>
              </a:rPr>
              <a:t>a</a:t>
            </a:r>
            <a:r>
              <a:rPr lang="en-US" altLang="zh-CN" sz="2400" baseline="-25000" dirty="0"/>
              <a:t>32</a:t>
            </a:r>
            <a:r>
              <a:rPr lang="en-US" altLang="zh-CN" sz="2400" dirty="0">
                <a:latin typeface="Symbol" panose="05050102010706020507" pitchFamily="18" charset="2"/>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a</a:t>
            </a:r>
            <a:r>
              <a:rPr lang="en-US" altLang="zh-CN" sz="2400" baseline="-25000" dirty="0"/>
              <a:t>13</a:t>
            </a:r>
            <a:r>
              <a:rPr lang="en-US" altLang="zh-CN" sz="2400" i="1" dirty="0">
                <a:latin typeface="Times New Roman" panose="02020603050405020304" pitchFamily="18" charset="0"/>
                <a:cs typeface="Times New Roman" panose="02020603050405020304" pitchFamily="18" charset="0"/>
              </a:rPr>
              <a:t>a</a:t>
            </a:r>
            <a:r>
              <a:rPr lang="en-US" altLang="zh-CN" sz="2400" baseline="-25000" dirty="0"/>
              <a:t>22</a:t>
            </a:r>
            <a:r>
              <a:rPr lang="en-US" altLang="zh-CN" sz="2400" i="1" dirty="0">
                <a:latin typeface="Times New Roman" panose="02020603050405020304" pitchFamily="18" charset="0"/>
                <a:cs typeface="Times New Roman" panose="02020603050405020304" pitchFamily="18" charset="0"/>
              </a:rPr>
              <a:t>a</a:t>
            </a:r>
            <a:r>
              <a:rPr lang="en-US" altLang="zh-CN" sz="2400" baseline="-25000" dirty="0"/>
              <a:t>31</a:t>
            </a:r>
            <a:r>
              <a:rPr lang="en-US" altLang="zh-CN" sz="2400" dirty="0">
                <a:latin typeface="Symbol" panose="05050102010706020507" pitchFamily="18" charset="2"/>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a</a:t>
            </a:r>
            <a:r>
              <a:rPr lang="en-US" altLang="zh-CN" sz="2400" baseline="-25000" dirty="0"/>
              <a:t>12</a:t>
            </a:r>
            <a:r>
              <a:rPr lang="en-US" altLang="zh-CN" sz="2400" i="1" dirty="0">
                <a:latin typeface="Times New Roman" panose="02020603050405020304" pitchFamily="18" charset="0"/>
                <a:cs typeface="Times New Roman" panose="02020603050405020304" pitchFamily="18" charset="0"/>
              </a:rPr>
              <a:t>a</a:t>
            </a:r>
            <a:r>
              <a:rPr lang="en-US" altLang="zh-CN" sz="2400" baseline="-25000" dirty="0"/>
              <a:t>21</a:t>
            </a:r>
            <a:r>
              <a:rPr lang="en-US" altLang="zh-CN" sz="2400" i="1" dirty="0">
                <a:latin typeface="Times New Roman" panose="02020603050405020304" pitchFamily="18" charset="0"/>
                <a:cs typeface="Times New Roman" panose="02020603050405020304" pitchFamily="18" charset="0"/>
              </a:rPr>
              <a:t>a</a:t>
            </a:r>
            <a:r>
              <a:rPr lang="en-US" altLang="zh-CN" sz="2400" baseline="-25000" dirty="0"/>
              <a:t>33</a:t>
            </a:r>
            <a:r>
              <a:rPr lang="en-US" altLang="zh-CN" sz="2400" dirty="0">
                <a:latin typeface="Symbol" panose="05050102010706020507" pitchFamily="18" charset="2"/>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a</a:t>
            </a:r>
            <a:r>
              <a:rPr lang="en-US" altLang="zh-CN" sz="2400" baseline="-25000" dirty="0"/>
              <a:t>11</a:t>
            </a:r>
            <a:r>
              <a:rPr lang="en-US" altLang="zh-CN" sz="2400" i="1" dirty="0">
                <a:latin typeface="Times New Roman" panose="02020603050405020304" pitchFamily="18" charset="0"/>
                <a:cs typeface="Times New Roman" panose="02020603050405020304" pitchFamily="18" charset="0"/>
              </a:rPr>
              <a:t>a</a:t>
            </a:r>
            <a:r>
              <a:rPr lang="en-US" altLang="zh-CN" sz="2400" baseline="-25000" dirty="0"/>
              <a:t>23</a:t>
            </a:r>
            <a:r>
              <a:rPr lang="en-US" altLang="zh-CN" sz="2400" i="1" dirty="0">
                <a:latin typeface="Times New Roman" panose="02020603050405020304" pitchFamily="18" charset="0"/>
                <a:cs typeface="Times New Roman" panose="02020603050405020304" pitchFamily="18" charset="0"/>
              </a:rPr>
              <a:t>a</a:t>
            </a:r>
            <a:r>
              <a:rPr lang="en-US" altLang="zh-CN" sz="2400" baseline="-25000" dirty="0"/>
              <a:t>32</a:t>
            </a:r>
            <a:r>
              <a:rPr lang="zh-CN" altLang="en-US" sz="2400" dirty="0"/>
              <a:t>称为方阵</a:t>
            </a:r>
            <a:r>
              <a:rPr lang="en-US" altLang="zh-CN" sz="2400" b="1" i="1" dirty="0">
                <a:latin typeface="Times New Roman" panose="02020603050405020304" pitchFamily="18" charset="0"/>
                <a:cs typeface="Times New Roman" panose="02020603050405020304" pitchFamily="18" charset="0"/>
              </a:rPr>
              <a:t>A</a:t>
            </a:r>
            <a:r>
              <a:rPr lang="zh-CN" altLang="en-US" sz="2400" dirty="0"/>
              <a:t>对应的</a:t>
            </a:r>
            <a:r>
              <a:rPr lang="zh-CN" altLang="en-US" sz="2400" b="1" dirty="0">
                <a:solidFill>
                  <a:srgbClr val="0000FF"/>
                </a:solidFill>
              </a:rPr>
              <a:t>三阶行列式</a:t>
            </a:r>
            <a:r>
              <a:rPr lang="zh-CN" altLang="en-US" sz="2400" dirty="0"/>
              <a:t>，记为</a:t>
            </a:r>
          </a:p>
        </p:txBody>
      </p:sp>
      <p:graphicFrame>
        <p:nvGraphicFramePr>
          <p:cNvPr id="4" name="对象 3"/>
          <p:cNvGraphicFramePr>
            <a:graphicFrameLocks noChangeAspect="1"/>
          </p:cNvGraphicFramePr>
          <p:nvPr/>
        </p:nvGraphicFramePr>
        <p:xfrm>
          <a:off x="4175348" y="1107579"/>
          <a:ext cx="2628900" cy="1457325"/>
        </p:xfrm>
        <a:graphic>
          <a:graphicData uri="http://schemas.openxmlformats.org/presentationml/2006/ole">
            <mc:AlternateContent xmlns:mc="http://schemas.openxmlformats.org/markup-compatibility/2006">
              <mc:Choice xmlns:v="urn:schemas-microsoft-com:vml" Requires="v">
                <p:oleObj spid="_x0000_s21514" name="Equation" r:id="rId3" imgW="30784800" imgH="17068800" progId="Equation.DSMT4">
                  <p:embed/>
                </p:oleObj>
              </mc:Choice>
              <mc:Fallback>
                <p:oleObj name="Equation" r:id="rId3" imgW="30784800" imgH="17068800" progId="Equation.DSMT4">
                  <p:embed/>
                  <p:pic>
                    <p:nvPicPr>
                      <p:cNvPr id="0" name="图片 16427"/>
                      <p:cNvPicPr/>
                      <p:nvPr/>
                    </p:nvPicPr>
                    <p:blipFill>
                      <a:blip r:embed="rId4"/>
                      <a:stretch>
                        <a:fillRect/>
                      </a:stretch>
                    </p:blipFill>
                    <p:spPr>
                      <a:xfrm>
                        <a:off x="4175348" y="1107579"/>
                        <a:ext cx="2628900" cy="1457325"/>
                      </a:xfrm>
                      <a:prstGeom prst="rect">
                        <a:avLst/>
                      </a:prstGeom>
                    </p:spPr>
                  </p:pic>
                </p:oleObj>
              </mc:Fallback>
            </mc:AlternateContent>
          </a:graphicData>
        </a:graphic>
      </p:graphicFrame>
      <p:graphicFrame>
        <p:nvGraphicFramePr>
          <p:cNvPr id="5" name="对象 4"/>
          <p:cNvGraphicFramePr>
            <a:graphicFrameLocks noChangeAspect="1"/>
          </p:cNvGraphicFramePr>
          <p:nvPr/>
        </p:nvGraphicFramePr>
        <p:xfrm>
          <a:off x="2668438" y="3843883"/>
          <a:ext cx="3487738" cy="1457325"/>
        </p:xfrm>
        <a:graphic>
          <a:graphicData uri="http://schemas.openxmlformats.org/presentationml/2006/ole">
            <mc:AlternateContent xmlns:mc="http://schemas.openxmlformats.org/markup-compatibility/2006">
              <mc:Choice xmlns:v="urn:schemas-microsoft-com:vml" Requires="v">
                <p:oleObj spid="_x0000_s21515" name="Equation" r:id="rId5" imgW="40843200" imgH="17068800" progId="Equation.DSMT4">
                  <p:embed/>
                </p:oleObj>
              </mc:Choice>
              <mc:Fallback>
                <p:oleObj name="Equation" r:id="rId5" imgW="40843200" imgH="17068800" progId="Equation.DSMT4">
                  <p:embed/>
                  <p:pic>
                    <p:nvPicPr>
                      <p:cNvPr id="0" name="图片 16428"/>
                      <p:cNvPicPr>
                        <a:picLocks noChangeAspect="1" noChangeArrowheads="1"/>
                      </p:cNvPicPr>
                      <p:nvPr/>
                    </p:nvPicPr>
                    <p:blipFill>
                      <a:blip r:embed="rId6"/>
                      <a:srcRect/>
                      <a:stretch>
                        <a:fillRect/>
                      </a:stretch>
                    </p:blipFill>
                    <p:spPr bwMode="auto">
                      <a:xfrm>
                        <a:off x="2668438" y="3843883"/>
                        <a:ext cx="3487738" cy="145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直角三角形 5"/>
          <p:cNvSpPr/>
          <p:nvPr/>
        </p:nvSpPr>
        <p:spPr>
          <a:xfrm>
            <a:off x="0" y="5873377"/>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7" name="直角三角形 6"/>
          <p:cNvSpPr/>
          <p:nvPr/>
        </p:nvSpPr>
        <p:spPr>
          <a:xfrm rot="16200000">
            <a:off x="8130760" y="5832084"/>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对象 5"/>
          <p:cNvGraphicFramePr>
            <a:graphicFrameLocks noChangeAspect="1"/>
          </p:cNvGraphicFramePr>
          <p:nvPr/>
        </p:nvGraphicFramePr>
        <p:xfrm>
          <a:off x="539552" y="3645024"/>
          <a:ext cx="2473325" cy="2814637"/>
        </p:xfrm>
        <a:graphic>
          <a:graphicData uri="http://schemas.openxmlformats.org/presentationml/2006/ole">
            <mc:AlternateContent xmlns:mc="http://schemas.openxmlformats.org/markup-compatibility/2006">
              <mc:Choice xmlns:v="urn:schemas-microsoft-com:vml" Requires="v">
                <p:oleObj spid="_x0000_s22554" name="Equation" r:id="rId3" imgW="28956000" imgH="32918400" progId="Equation.DSMT4">
                  <p:embed/>
                </p:oleObj>
              </mc:Choice>
              <mc:Fallback>
                <p:oleObj name="Equation" r:id="rId3" imgW="28956000" imgH="32918400" progId="Equation.DSMT4">
                  <p:embed/>
                  <p:pic>
                    <p:nvPicPr>
                      <p:cNvPr id="0" name="图片 20601"/>
                      <p:cNvPicPr>
                        <a:picLocks noChangeAspect="1" noChangeArrowheads="1"/>
                      </p:cNvPicPr>
                      <p:nvPr/>
                    </p:nvPicPr>
                    <p:blipFill>
                      <a:blip r:embed="rId4"/>
                      <a:srcRect/>
                      <a:stretch>
                        <a:fillRect/>
                      </a:stretch>
                    </p:blipFill>
                    <p:spPr bwMode="auto">
                      <a:xfrm>
                        <a:off x="539552" y="3645024"/>
                        <a:ext cx="2473325" cy="281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对象 9"/>
          <p:cNvGraphicFramePr>
            <a:graphicFrameLocks noChangeAspect="1"/>
          </p:cNvGraphicFramePr>
          <p:nvPr/>
        </p:nvGraphicFramePr>
        <p:xfrm>
          <a:off x="3322638" y="3644900"/>
          <a:ext cx="2525712" cy="2814638"/>
        </p:xfrm>
        <a:graphic>
          <a:graphicData uri="http://schemas.openxmlformats.org/presentationml/2006/ole">
            <mc:AlternateContent xmlns:mc="http://schemas.openxmlformats.org/markup-compatibility/2006">
              <mc:Choice xmlns:v="urn:schemas-microsoft-com:vml" Requires="v">
                <p:oleObj spid="_x0000_s22555" name="Equation" r:id="rId5" imgW="29565600" imgH="32918400" progId="Equation.DSMT4">
                  <p:embed/>
                </p:oleObj>
              </mc:Choice>
              <mc:Fallback>
                <p:oleObj name="Equation" r:id="rId5" imgW="29565600" imgH="32918400" progId="Equation.DSMT4">
                  <p:embed/>
                  <p:pic>
                    <p:nvPicPr>
                      <p:cNvPr id="0" name="对象 5"/>
                      <p:cNvPicPr>
                        <a:picLocks noChangeAspect="1" noChangeArrowheads="1"/>
                      </p:cNvPicPr>
                      <p:nvPr/>
                    </p:nvPicPr>
                    <p:blipFill>
                      <a:blip r:embed="rId6"/>
                      <a:srcRect/>
                      <a:stretch>
                        <a:fillRect/>
                      </a:stretch>
                    </p:blipFill>
                    <p:spPr bwMode="auto">
                      <a:xfrm>
                        <a:off x="3322638" y="3644900"/>
                        <a:ext cx="2525712" cy="281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对象 10"/>
          <p:cNvGraphicFramePr>
            <a:graphicFrameLocks noChangeAspect="1"/>
          </p:cNvGraphicFramePr>
          <p:nvPr/>
        </p:nvGraphicFramePr>
        <p:xfrm>
          <a:off x="6072188" y="3644900"/>
          <a:ext cx="2500312" cy="2814638"/>
        </p:xfrm>
        <a:graphic>
          <a:graphicData uri="http://schemas.openxmlformats.org/presentationml/2006/ole">
            <mc:AlternateContent xmlns:mc="http://schemas.openxmlformats.org/markup-compatibility/2006">
              <mc:Choice xmlns:v="urn:schemas-microsoft-com:vml" Requires="v">
                <p:oleObj spid="_x0000_s22556" name="Equation" r:id="rId7" imgW="29260800" imgH="32918400" progId="Equation.DSMT4">
                  <p:embed/>
                </p:oleObj>
              </mc:Choice>
              <mc:Fallback>
                <p:oleObj name="Equation" r:id="rId7" imgW="29260800" imgH="32918400" progId="Equation.DSMT4">
                  <p:embed/>
                  <p:pic>
                    <p:nvPicPr>
                      <p:cNvPr id="0" name="对象 5"/>
                      <p:cNvPicPr>
                        <a:picLocks noChangeAspect="1" noChangeArrowheads="1"/>
                      </p:cNvPicPr>
                      <p:nvPr/>
                    </p:nvPicPr>
                    <p:blipFill>
                      <a:blip r:embed="rId8"/>
                      <a:srcRect/>
                      <a:stretch>
                        <a:fillRect/>
                      </a:stretch>
                    </p:blipFill>
                    <p:spPr bwMode="auto">
                      <a:xfrm>
                        <a:off x="6072188" y="3644900"/>
                        <a:ext cx="2500312" cy="281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对象 12"/>
          <p:cNvGraphicFramePr>
            <a:graphicFrameLocks noChangeAspect="1"/>
          </p:cNvGraphicFramePr>
          <p:nvPr/>
        </p:nvGraphicFramePr>
        <p:xfrm>
          <a:off x="481013" y="548680"/>
          <a:ext cx="8253412" cy="885825"/>
        </p:xfrm>
        <a:graphic>
          <a:graphicData uri="http://schemas.openxmlformats.org/presentationml/2006/ole">
            <mc:AlternateContent xmlns:mc="http://schemas.openxmlformats.org/markup-compatibility/2006">
              <mc:Choice xmlns:v="urn:schemas-microsoft-com:vml" Requires="v">
                <p:oleObj spid="_x0000_s22557" name="Equation" r:id="rId9" imgW="96621600" imgH="10363200" progId="Equation.DSMT4">
                  <p:embed/>
                </p:oleObj>
              </mc:Choice>
              <mc:Fallback>
                <p:oleObj name="Equation" r:id="rId9" imgW="96621600" imgH="10363200" progId="Equation.DSMT4">
                  <p:embed/>
                  <p:pic>
                    <p:nvPicPr>
                      <p:cNvPr id="0" name="对象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1013" y="548680"/>
                        <a:ext cx="8253412"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对象 13"/>
          <p:cNvGraphicFramePr>
            <a:graphicFrameLocks noChangeAspect="1"/>
          </p:cNvGraphicFramePr>
          <p:nvPr/>
        </p:nvGraphicFramePr>
        <p:xfrm>
          <a:off x="495300" y="1413868"/>
          <a:ext cx="8280400" cy="885825"/>
        </p:xfrm>
        <a:graphic>
          <a:graphicData uri="http://schemas.openxmlformats.org/presentationml/2006/ole">
            <mc:AlternateContent xmlns:mc="http://schemas.openxmlformats.org/markup-compatibility/2006">
              <mc:Choice xmlns:v="urn:schemas-microsoft-com:vml" Requires="v">
                <p:oleObj spid="_x0000_s22558" name="Equation" r:id="rId11" imgW="96926400" imgH="10363200" progId="Equation.DSMT4">
                  <p:embed/>
                </p:oleObj>
              </mc:Choice>
              <mc:Fallback>
                <p:oleObj name="Equation" r:id="rId11" imgW="96926400" imgH="10363200" progId="Equation.DSMT4">
                  <p:embed/>
                  <p:pic>
                    <p:nvPicPr>
                      <p:cNvPr id="0" name="对象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95300" y="1413868"/>
                        <a:ext cx="8280400"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对象 14"/>
          <p:cNvGraphicFramePr>
            <a:graphicFrameLocks noChangeAspect="1"/>
          </p:cNvGraphicFramePr>
          <p:nvPr/>
        </p:nvGraphicFramePr>
        <p:xfrm>
          <a:off x="468313" y="2277468"/>
          <a:ext cx="8278812" cy="885825"/>
        </p:xfrm>
        <a:graphic>
          <a:graphicData uri="http://schemas.openxmlformats.org/presentationml/2006/ole">
            <mc:AlternateContent xmlns:mc="http://schemas.openxmlformats.org/markup-compatibility/2006">
              <mc:Choice xmlns:v="urn:schemas-microsoft-com:vml" Requires="v">
                <p:oleObj spid="_x0000_s22559" name="Equation" r:id="rId13" imgW="96926400" imgH="10363200" progId="Equation.DSMT4">
                  <p:embed/>
                </p:oleObj>
              </mc:Choice>
              <mc:Fallback>
                <p:oleObj name="Equation" r:id="rId13" imgW="96926400" imgH="10363200" progId="Equation.DSMT4">
                  <p:embed/>
                  <p:pic>
                    <p:nvPicPr>
                      <p:cNvPr id="0" name="对象 1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68313" y="2277468"/>
                        <a:ext cx="8278812"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直角三角形 7"/>
          <p:cNvSpPr/>
          <p:nvPr/>
        </p:nvSpPr>
        <p:spPr>
          <a:xfrm>
            <a:off x="0" y="5873377"/>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9" name="直角三角形 8"/>
          <p:cNvSpPr/>
          <p:nvPr/>
        </p:nvSpPr>
        <p:spPr>
          <a:xfrm rot="16200000">
            <a:off x="8130760" y="5832084"/>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446856" y="387274"/>
            <a:ext cx="8229600" cy="1457550"/>
            <a:chOff x="467544" y="171250"/>
            <a:chExt cx="8229600" cy="1457550"/>
          </a:xfrm>
        </p:grpSpPr>
        <p:sp>
          <p:nvSpPr>
            <p:cNvPr id="13" name="内容占位符 2"/>
            <p:cNvSpPr txBox="1"/>
            <p:nvPr/>
          </p:nvSpPr>
          <p:spPr>
            <a:xfrm>
              <a:off x="467544" y="620688"/>
              <a:ext cx="8229600" cy="53265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zh-CN" altLang="en-US" sz="2400" b="1"/>
                <a:t>例</a:t>
              </a:r>
              <a:r>
                <a:rPr lang="en-US" altLang="zh-CN" sz="2400" b="1"/>
                <a:t>1</a:t>
              </a:r>
              <a:r>
                <a:rPr lang="en-US" altLang="zh-CN" sz="2400"/>
                <a:t>   </a:t>
              </a:r>
              <a:r>
                <a:rPr lang="zh-CN" altLang="en-US" sz="2400"/>
                <a:t>计算行列式                   </a:t>
              </a:r>
              <a:r>
                <a:rPr lang="en-US" altLang="zh-CN" sz="2400"/>
                <a:t>.</a:t>
              </a:r>
              <a:endParaRPr lang="zh-CN" altLang="en-US" sz="2400"/>
            </a:p>
          </p:txBody>
        </p:sp>
        <p:graphicFrame>
          <p:nvGraphicFramePr>
            <p:cNvPr id="10" name="对象 9"/>
            <p:cNvGraphicFramePr>
              <a:graphicFrameLocks noChangeAspect="1"/>
            </p:cNvGraphicFramePr>
            <p:nvPr/>
          </p:nvGraphicFramePr>
          <p:xfrm>
            <a:off x="3000718" y="171250"/>
            <a:ext cx="1952010" cy="1457550"/>
          </p:xfrm>
          <a:graphic>
            <a:graphicData uri="http://schemas.openxmlformats.org/presentationml/2006/ole">
              <mc:AlternateContent xmlns:mc="http://schemas.openxmlformats.org/markup-compatibility/2006">
                <mc:Choice xmlns:v="urn:schemas-microsoft-com:vml" Requires="v">
                  <p:oleObj spid="_x0000_s23594" name="Equation" r:id="rId3" imgW="22860000" imgH="17068800" progId="Equation.DSMT4">
                    <p:embed/>
                  </p:oleObj>
                </mc:Choice>
                <mc:Fallback>
                  <p:oleObj name="Equation" r:id="rId3" imgW="22860000" imgH="17068800" progId="Equation.DSMT4">
                    <p:embed/>
                    <p:pic>
                      <p:nvPicPr>
                        <p:cNvPr id="0" name="图片 18639"/>
                        <p:cNvPicPr>
                          <a:picLocks noChangeAspect="1" noChangeArrowheads="1"/>
                        </p:cNvPicPr>
                        <p:nvPr/>
                      </p:nvPicPr>
                      <p:blipFill>
                        <a:blip r:embed="rId4"/>
                        <a:srcRect/>
                        <a:stretch>
                          <a:fillRect/>
                        </a:stretch>
                      </p:blipFill>
                      <p:spPr bwMode="auto">
                        <a:xfrm>
                          <a:off x="3000718" y="171250"/>
                          <a:ext cx="1952010" cy="145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6" name="内容占位符 2"/>
          <p:cNvSpPr txBox="1"/>
          <p:nvPr/>
        </p:nvSpPr>
        <p:spPr>
          <a:xfrm>
            <a:off x="467544" y="2104256"/>
            <a:ext cx="648072" cy="53265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zh-CN" altLang="en-US" sz="2400" b="1"/>
              <a:t>解</a:t>
            </a:r>
          </a:p>
        </p:txBody>
      </p:sp>
      <p:graphicFrame>
        <p:nvGraphicFramePr>
          <p:cNvPr id="14" name="对象 13"/>
          <p:cNvGraphicFramePr>
            <a:graphicFrameLocks noChangeAspect="1"/>
          </p:cNvGraphicFramePr>
          <p:nvPr/>
        </p:nvGraphicFramePr>
        <p:xfrm>
          <a:off x="1475656" y="2154892"/>
          <a:ext cx="572688" cy="338004"/>
        </p:xfrm>
        <a:graphic>
          <a:graphicData uri="http://schemas.openxmlformats.org/presentationml/2006/ole">
            <mc:AlternateContent xmlns:mc="http://schemas.openxmlformats.org/markup-compatibility/2006">
              <mc:Choice xmlns:v="urn:schemas-microsoft-com:vml" Requires="v">
                <p:oleObj spid="_x0000_s23595" name="Equation" r:id="rId5" imgW="6705600" imgH="3962400" progId="Equation.DSMT4">
                  <p:embed/>
                </p:oleObj>
              </mc:Choice>
              <mc:Fallback>
                <p:oleObj name="Equation" r:id="rId5" imgW="6705600" imgH="3962400" progId="Equation.DSMT4">
                  <p:embed/>
                  <p:pic>
                    <p:nvPicPr>
                      <p:cNvPr id="0" name="图片 18640"/>
                      <p:cNvPicPr>
                        <a:picLocks noChangeAspect="1" noChangeArrowheads="1"/>
                      </p:cNvPicPr>
                      <p:nvPr/>
                    </p:nvPicPr>
                    <p:blipFill>
                      <a:blip r:embed="rId6"/>
                      <a:srcRect/>
                      <a:stretch>
                        <a:fillRect/>
                      </a:stretch>
                    </p:blipFill>
                    <p:spPr bwMode="auto">
                      <a:xfrm>
                        <a:off x="1475656" y="2154892"/>
                        <a:ext cx="572688" cy="3380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 name="对象 1"/>
          <p:cNvGraphicFramePr>
            <a:graphicFrameLocks noChangeAspect="1"/>
          </p:cNvGraphicFramePr>
          <p:nvPr/>
        </p:nvGraphicFramePr>
        <p:xfrm>
          <a:off x="2123728" y="2132856"/>
          <a:ext cx="1012825" cy="363537"/>
        </p:xfrm>
        <a:graphic>
          <a:graphicData uri="http://schemas.openxmlformats.org/presentationml/2006/ole">
            <mc:AlternateContent xmlns:mc="http://schemas.openxmlformats.org/markup-compatibility/2006">
              <mc:Choice xmlns:v="urn:schemas-microsoft-com:vml" Requires="v">
                <p:oleObj spid="_x0000_s23596" name="Equation" r:id="rId7" imgW="11887200" imgH="4267200" progId="Equation.DSMT4">
                  <p:embed/>
                </p:oleObj>
              </mc:Choice>
              <mc:Fallback>
                <p:oleObj name="Equation" r:id="rId7" imgW="11887200" imgH="4267200" progId="Equation.DSMT4">
                  <p:embed/>
                  <p:pic>
                    <p:nvPicPr>
                      <p:cNvPr id="0" name="对象 13"/>
                      <p:cNvPicPr>
                        <a:picLocks noChangeAspect="1" noChangeArrowheads="1"/>
                      </p:cNvPicPr>
                      <p:nvPr/>
                    </p:nvPicPr>
                    <p:blipFill>
                      <a:blip r:embed="rId8"/>
                      <a:srcRect/>
                      <a:stretch>
                        <a:fillRect/>
                      </a:stretch>
                    </p:blipFill>
                    <p:spPr bwMode="auto">
                      <a:xfrm>
                        <a:off x="2123728" y="2132856"/>
                        <a:ext cx="101282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 name="对象 2"/>
          <p:cNvGraphicFramePr>
            <a:graphicFrameLocks noChangeAspect="1"/>
          </p:cNvGraphicFramePr>
          <p:nvPr/>
        </p:nvGraphicFramePr>
        <p:xfrm>
          <a:off x="3203848" y="2132856"/>
          <a:ext cx="1143000" cy="338138"/>
        </p:xfrm>
        <a:graphic>
          <a:graphicData uri="http://schemas.openxmlformats.org/presentationml/2006/ole">
            <mc:AlternateContent xmlns:mc="http://schemas.openxmlformats.org/markup-compatibility/2006">
              <mc:Choice xmlns:v="urn:schemas-microsoft-com:vml" Requires="v">
                <p:oleObj spid="_x0000_s23597" name="Equation" r:id="rId9" imgW="13411200" imgH="3962400" progId="Equation.DSMT4">
                  <p:embed/>
                </p:oleObj>
              </mc:Choice>
              <mc:Fallback>
                <p:oleObj name="Equation" r:id="rId9" imgW="13411200" imgH="3962400" progId="Equation.DSMT4">
                  <p:embed/>
                  <p:pic>
                    <p:nvPicPr>
                      <p:cNvPr id="0" name="对象 1"/>
                      <p:cNvPicPr>
                        <a:picLocks noChangeAspect="1" noChangeArrowheads="1"/>
                      </p:cNvPicPr>
                      <p:nvPr/>
                    </p:nvPicPr>
                    <p:blipFill>
                      <a:blip r:embed="rId10"/>
                      <a:srcRect/>
                      <a:stretch>
                        <a:fillRect/>
                      </a:stretch>
                    </p:blipFill>
                    <p:spPr bwMode="auto">
                      <a:xfrm>
                        <a:off x="3203848" y="2132856"/>
                        <a:ext cx="1143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对象 3"/>
          <p:cNvGraphicFramePr>
            <a:graphicFrameLocks noChangeAspect="1"/>
          </p:cNvGraphicFramePr>
          <p:nvPr/>
        </p:nvGraphicFramePr>
        <p:xfrm>
          <a:off x="4427984" y="2132856"/>
          <a:ext cx="1584325" cy="415925"/>
        </p:xfrm>
        <a:graphic>
          <a:graphicData uri="http://schemas.openxmlformats.org/presentationml/2006/ole">
            <mc:AlternateContent xmlns:mc="http://schemas.openxmlformats.org/markup-compatibility/2006">
              <mc:Choice xmlns:v="urn:schemas-microsoft-com:vml" Requires="v">
                <p:oleObj spid="_x0000_s23598" name="Equation" r:id="rId11" imgW="18592800" imgH="4876800" progId="Equation.DSMT4">
                  <p:embed/>
                </p:oleObj>
              </mc:Choice>
              <mc:Fallback>
                <p:oleObj name="Equation" r:id="rId11" imgW="18592800" imgH="4876800" progId="Equation.DSMT4">
                  <p:embed/>
                  <p:pic>
                    <p:nvPicPr>
                      <p:cNvPr id="0" name="对象 2"/>
                      <p:cNvPicPr>
                        <a:picLocks noChangeAspect="1" noChangeArrowheads="1"/>
                      </p:cNvPicPr>
                      <p:nvPr/>
                    </p:nvPicPr>
                    <p:blipFill>
                      <a:blip r:embed="rId12"/>
                      <a:srcRect/>
                      <a:stretch>
                        <a:fillRect/>
                      </a:stretch>
                    </p:blipFill>
                    <p:spPr bwMode="auto">
                      <a:xfrm>
                        <a:off x="4427984" y="2132856"/>
                        <a:ext cx="1584325"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对象 5"/>
          <p:cNvGraphicFramePr>
            <a:graphicFrameLocks noChangeAspect="1"/>
          </p:cNvGraphicFramePr>
          <p:nvPr/>
        </p:nvGraphicFramePr>
        <p:xfrm>
          <a:off x="4139952" y="2651448"/>
          <a:ext cx="1557338" cy="417512"/>
        </p:xfrm>
        <a:graphic>
          <a:graphicData uri="http://schemas.openxmlformats.org/presentationml/2006/ole">
            <mc:AlternateContent xmlns:mc="http://schemas.openxmlformats.org/markup-compatibility/2006">
              <mc:Choice xmlns:v="urn:schemas-microsoft-com:vml" Requires="v">
                <p:oleObj spid="_x0000_s23599" name="Equation" r:id="rId13" imgW="18288000" imgH="4876800" progId="Equation.DSMT4">
                  <p:embed/>
                </p:oleObj>
              </mc:Choice>
              <mc:Fallback>
                <p:oleObj name="Equation" r:id="rId13" imgW="18288000" imgH="4876800" progId="Equation.DSMT4">
                  <p:embed/>
                  <p:pic>
                    <p:nvPicPr>
                      <p:cNvPr id="0" name="对象 4"/>
                      <p:cNvPicPr>
                        <a:picLocks noChangeAspect="1" noChangeArrowheads="1"/>
                      </p:cNvPicPr>
                      <p:nvPr/>
                    </p:nvPicPr>
                    <p:blipFill>
                      <a:blip r:embed="rId14"/>
                      <a:srcRect/>
                      <a:stretch>
                        <a:fillRect/>
                      </a:stretch>
                    </p:blipFill>
                    <p:spPr bwMode="auto">
                      <a:xfrm>
                        <a:off x="4139952" y="2651448"/>
                        <a:ext cx="1557338" cy="417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对象 6"/>
          <p:cNvGraphicFramePr>
            <a:graphicFrameLocks noChangeAspect="1"/>
          </p:cNvGraphicFramePr>
          <p:nvPr/>
        </p:nvGraphicFramePr>
        <p:xfrm>
          <a:off x="5806851" y="2636912"/>
          <a:ext cx="1141413" cy="366712"/>
        </p:xfrm>
        <a:graphic>
          <a:graphicData uri="http://schemas.openxmlformats.org/presentationml/2006/ole">
            <mc:AlternateContent xmlns:mc="http://schemas.openxmlformats.org/markup-compatibility/2006">
              <mc:Choice xmlns:v="urn:schemas-microsoft-com:vml" Requires="v">
                <p:oleObj spid="_x0000_s23600" name="Equation" r:id="rId15" imgW="13411200" imgH="4267200" progId="Equation.DSMT4">
                  <p:embed/>
                </p:oleObj>
              </mc:Choice>
              <mc:Fallback>
                <p:oleObj name="Equation" r:id="rId15" imgW="13411200" imgH="4267200" progId="Equation.DSMT4">
                  <p:embed/>
                  <p:pic>
                    <p:nvPicPr>
                      <p:cNvPr id="0" name="对象 5"/>
                      <p:cNvPicPr>
                        <a:picLocks noChangeAspect="1" noChangeArrowheads="1"/>
                      </p:cNvPicPr>
                      <p:nvPr/>
                    </p:nvPicPr>
                    <p:blipFill>
                      <a:blip r:embed="rId16"/>
                      <a:srcRect/>
                      <a:stretch>
                        <a:fillRect/>
                      </a:stretch>
                    </p:blipFill>
                    <p:spPr bwMode="auto">
                      <a:xfrm>
                        <a:off x="5806851" y="2636912"/>
                        <a:ext cx="114141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对象 7"/>
          <p:cNvGraphicFramePr>
            <a:graphicFrameLocks noChangeAspect="1"/>
          </p:cNvGraphicFramePr>
          <p:nvPr/>
        </p:nvGraphicFramePr>
        <p:xfrm>
          <a:off x="1797050" y="3209925"/>
          <a:ext cx="3221038" cy="363538"/>
        </p:xfrm>
        <a:graphic>
          <a:graphicData uri="http://schemas.openxmlformats.org/presentationml/2006/ole">
            <mc:AlternateContent xmlns:mc="http://schemas.openxmlformats.org/markup-compatibility/2006">
              <mc:Choice xmlns:v="urn:schemas-microsoft-com:vml" Requires="v">
                <p:oleObj spid="_x0000_s23601" name="Equation" r:id="rId17" imgW="37795200" imgH="4267200" progId="Equation.DSMT4">
                  <p:embed/>
                </p:oleObj>
              </mc:Choice>
              <mc:Fallback>
                <p:oleObj name="Equation" r:id="rId17" imgW="37795200" imgH="4267200" progId="Equation.DSMT4">
                  <p:embed/>
                  <p:pic>
                    <p:nvPicPr>
                      <p:cNvPr id="0" name="对象 1"/>
                      <p:cNvPicPr>
                        <a:picLocks noChangeAspect="1" noChangeArrowheads="1"/>
                      </p:cNvPicPr>
                      <p:nvPr/>
                    </p:nvPicPr>
                    <p:blipFill>
                      <a:blip r:embed="rId18"/>
                      <a:srcRect/>
                      <a:stretch>
                        <a:fillRect/>
                      </a:stretch>
                    </p:blipFill>
                    <p:spPr bwMode="auto">
                      <a:xfrm>
                        <a:off x="1797050" y="3209925"/>
                        <a:ext cx="3221038"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对象 8"/>
          <p:cNvGraphicFramePr>
            <a:graphicFrameLocks noChangeAspect="1"/>
          </p:cNvGraphicFramePr>
          <p:nvPr/>
        </p:nvGraphicFramePr>
        <p:xfrm>
          <a:off x="1835696" y="3713163"/>
          <a:ext cx="622300" cy="363537"/>
        </p:xfrm>
        <a:graphic>
          <a:graphicData uri="http://schemas.openxmlformats.org/presentationml/2006/ole">
            <mc:AlternateContent xmlns:mc="http://schemas.openxmlformats.org/markup-compatibility/2006">
              <mc:Choice xmlns:v="urn:schemas-microsoft-com:vml" Requires="v">
                <p:oleObj spid="_x0000_s23602" name="Equation" r:id="rId19" imgW="7315200" imgH="4267200" progId="Equation.DSMT4">
                  <p:embed/>
                </p:oleObj>
              </mc:Choice>
              <mc:Fallback>
                <p:oleObj name="Equation" r:id="rId19" imgW="7315200" imgH="4267200" progId="Equation.DSMT4">
                  <p:embed/>
                  <p:pic>
                    <p:nvPicPr>
                      <p:cNvPr id="0" name="对象 7"/>
                      <p:cNvPicPr>
                        <a:picLocks noChangeAspect="1" noChangeArrowheads="1"/>
                      </p:cNvPicPr>
                      <p:nvPr/>
                    </p:nvPicPr>
                    <p:blipFill>
                      <a:blip r:embed="rId20"/>
                      <a:srcRect/>
                      <a:stretch>
                        <a:fillRect/>
                      </a:stretch>
                    </p:blipFill>
                    <p:spPr bwMode="auto">
                      <a:xfrm>
                        <a:off x="1835696" y="3713163"/>
                        <a:ext cx="622300"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直角三角形 14"/>
          <p:cNvSpPr/>
          <p:nvPr/>
        </p:nvSpPr>
        <p:spPr>
          <a:xfrm>
            <a:off x="0" y="5873377"/>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7" name="直角三角形 16"/>
          <p:cNvSpPr/>
          <p:nvPr/>
        </p:nvSpPr>
        <p:spPr>
          <a:xfrm rot="16200000">
            <a:off x="8130760" y="5832084"/>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aphicFrame>
        <p:nvGraphicFramePr>
          <p:cNvPr id="12" name="对象 11">
            <a:extLst>
              <a:ext uri="{FF2B5EF4-FFF2-40B4-BE49-F238E27FC236}">
                <a16:creationId xmlns:a16="http://schemas.microsoft.com/office/drawing/2014/main" id="{A167ED9F-E07E-4F06-A131-C4065BB3D48C}"/>
              </a:ext>
            </a:extLst>
          </p:cNvPr>
          <p:cNvGraphicFramePr>
            <a:graphicFrameLocks noChangeAspect="1"/>
          </p:cNvGraphicFramePr>
          <p:nvPr>
            <p:extLst>
              <p:ext uri="{D42A27DB-BD31-4B8C-83A1-F6EECF244321}">
                <p14:modId xmlns:p14="http://schemas.microsoft.com/office/powerpoint/2010/main" val="2601139573"/>
              </p:ext>
            </p:extLst>
          </p:nvPr>
        </p:nvGraphicFramePr>
        <p:xfrm>
          <a:off x="2608595" y="2617438"/>
          <a:ext cx="1483572" cy="451522"/>
        </p:xfrm>
        <a:graphic>
          <a:graphicData uri="http://schemas.openxmlformats.org/presentationml/2006/ole">
            <mc:AlternateContent xmlns:mc="http://schemas.openxmlformats.org/markup-compatibility/2006">
              <mc:Choice xmlns:v="urn:schemas-microsoft-com:vml" Requires="v">
                <p:oleObj spid="_x0000_s23603" name="Equation" r:id="rId21" imgW="583920" imgH="177480" progId="Equation.DSMT4">
                  <p:embed/>
                </p:oleObj>
              </mc:Choice>
              <mc:Fallback>
                <p:oleObj name="Equation" r:id="rId21" imgW="583920" imgH="177480" progId="Equation.DSMT4">
                  <p:embed/>
                  <p:pic>
                    <p:nvPicPr>
                      <p:cNvPr id="0" name=""/>
                      <p:cNvPicPr/>
                      <p:nvPr/>
                    </p:nvPicPr>
                    <p:blipFill>
                      <a:blip r:embed="rId22"/>
                      <a:stretch>
                        <a:fillRect/>
                      </a:stretch>
                    </p:blipFill>
                    <p:spPr>
                      <a:xfrm>
                        <a:off x="2608595" y="2617438"/>
                        <a:ext cx="1483572" cy="451522"/>
                      </a:xfrm>
                      <a:prstGeom prst="rect">
                        <a:avLst/>
                      </a:prstGeom>
                    </p:spPr>
                  </p:pic>
                </p:oleObj>
              </mc:Fallback>
            </mc:AlternateContent>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left)">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wipe(left)">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wipe(left)">
                                      <p:cBhvr>
                                        <p:cTn id="37" dur="500"/>
                                        <p:tgtEl>
                                          <p:spTgt spid="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wipe(left)">
                                      <p:cBhvr>
                                        <p:cTn id="42" dur="500"/>
                                        <p:tgtEl>
                                          <p:spTgt spid="8"/>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wipe(left)">
                                      <p:cBhvr>
                                        <p:cTn id="4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9" name="日期占位符 1">
            <a:extLst>
              <a:ext uri="{FF2B5EF4-FFF2-40B4-BE49-F238E27FC236}">
                <a16:creationId xmlns:a16="http://schemas.microsoft.com/office/drawing/2014/main" id="{B5FECF65-27D8-4AAA-95DC-912FF0CE98B9}"/>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1202068-0651-44A8-8EB1-8041BBD8B631}" type="datetime1">
              <a:rPr lang="zh-CN" altLang="en-US" smtClean="0"/>
              <a:pPr eaLnBrk="1" hangingPunct="1"/>
              <a:t>2025/2/28</a:t>
            </a:fld>
            <a:endParaRPr lang="en-US" altLang="zh-CN"/>
          </a:p>
        </p:txBody>
      </p:sp>
      <p:sp>
        <p:nvSpPr>
          <p:cNvPr id="17420" name="页脚占位符 2">
            <a:extLst>
              <a:ext uri="{FF2B5EF4-FFF2-40B4-BE49-F238E27FC236}">
                <a16:creationId xmlns:a16="http://schemas.microsoft.com/office/drawing/2014/main" id="{DEA6EB54-4A04-4489-8C34-F940AE8B783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(共20页)</a:t>
            </a:r>
          </a:p>
        </p:txBody>
      </p:sp>
      <p:sp>
        <p:nvSpPr>
          <p:cNvPr id="17421" name="灯片编号占位符 3">
            <a:extLst>
              <a:ext uri="{FF2B5EF4-FFF2-40B4-BE49-F238E27FC236}">
                <a16:creationId xmlns:a16="http://schemas.microsoft.com/office/drawing/2014/main" id="{42750C0E-68A1-4856-BEE3-6AC5B1369BF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6E1CEFC-094B-490C-96D7-1A14B1B08C31}" type="slidenum">
              <a:rPr lang="en-US" altLang="zh-CN"/>
              <a:pPr eaLnBrk="1" hangingPunct="1"/>
              <a:t>25</a:t>
            </a:fld>
            <a:endParaRPr lang="en-US" altLang="zh-CN"/>
          </a:p>
        </p:txBody>
      </p:sp>
      <p:sp>
        <p:nvSpPr>
          <p:cNvPr id="86018" name="Text Box 2">
            <a:extLst>
              <a:ext uri="{FF2B5EF4-FFF2-40B4-BE49-F238E27FC236}">
                <a16:creationId xmlns:a16="http://schemas.microsoft.com/office/drawing/2014/main" id="{D1AC7D31-8ABD-4998-A2A8-133D918B7E10}"/>
              </a:ext>
            </a:extLst>
          </p:cNvPr>
          <p:cNvSpPr txBox="1">
            <a:spLocks noChangeArrowheads="1"/>
          </p:cNvSpPr>
          <p:nvPr/>
        </p:nvSpPr>
        <p:spPr bwMode="auto">
          <a:xfrm>
            <a:off x="398463" y="369888"/>
            <a:ext cx="28860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a:t>根据定义算一算</a:t>
            </a:r>
          </a:p>
        </p:txBody>
      </p:sp>
      <p:graphicFrame>
        <p:nvGraphicFramePr>
          <p:cNvPr id="86019" name="Object 3">
            <a:extLst>
              <a:ext uri="{FF2B5EF4-FFF2-40B4-BE49-F238E27FC236}">
                <a16:creationId xmlns:a16="http://schemas.microsoft.com/office/drawing/2014/main" id="{6DE50C07-4DB7-4BE9-9CD5-B9402A0184A6}"/>
              </a:ext>
            </a:extLst>
          </p:cNvPr>
          <p:cNvGraphicFramePr>
            <a:graphicFrameLocks noChangeAspect="1"/>
          </p:cNvGraphicFramePr>
          <p:nvPr/>
        </p:nvGraphicFramePr>
        <p:xfrm>
          <a:off x="323850" y="4760913"/>
          <a:ext cx="341313" cy="307975"/>
        </p:xfrm>
        <a:graphic>
          <a:graphicData uri="http://schemas.openxmlformats.org/presentationml/2006/ole">
            <mc:AlternateContent xmlns:mc="http://schemas.openxmlformats.org/markup-compatibility/2006">
              <mc:Choice xmlns:v="urn:schemas-microsoft-com:vml" Requires="v">
                <p:oleObj spid="_x0000_s24614" name="Equation" r:id="rId3" imgW="126720" imgH="114120" progId="Equation.DSMT4">
                  <p:embed/>
                </p:oleObj>
              </mc:Choice>
              <mc:Fallback>
                <p:oleObj name="Equation" r:id="rId3" imgW="126720" imgH="114120" progId="Equation.DSMT4">
                  <p:embed/>
                  <p:pic>
                    <p:nvPicPr>
                      <p:cNvPr id="86019" name="Object 3">
                        <a:extLst>
                          <a:ext uri="{FF2B5EF4-FFF2-40B4-BE49-F238E27FC236}">
                            <a16:creationId xmlns:a16="http://schemas.microsoft.com/office/drawing/2014/main" id="{6DE50C07-4DB7-4BE9-9CD5-B9402A0184A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850" y="4760913"/>
                        <a:ext cx="341313" cy="307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6020" name="Line 4">
            <a:extLst>
              <a:ext uri="{FF2B5EF4-FFF2-40B4-BE49-F238E27FC236}">
                <a16:creationId xmlns:a16="http://schemas.microsoft.com/office/drawing/2014/main" id="{502BFBAF-FCA9-42A2-A480-39DD50966C47}"/>
              </a:ext>
            </a:extLst>
          </p:cNvPr>
          <p:cNvSpPr>
            <a:spLocks noChangeShapeType="1"/>
          </p:cNvSpPr>
          <p:nvPr/>
        </p:nvSpPr>
        <p:spPr bwMode="auto">
          <a:xfrm>
            <a:off x="2657475" y="1782763"/>
            <a:ext cx="576263" cy="504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6021" name="Line 5">
            <a:extLst>
              <a:ext uri="{FF2B5EF4-FFF2-40B4-BE49-F238E27FC236}">
                <a16:creationId xmlns:a16="http://schemas.microsoft.com/office/drawing/2014/main" id="{FA289199-64C5-4116-8860-B6CA23EEF1B4}"/>
              </a:ext>
            </a:extLst>
          </p:cNvPr>
          <p:cNvSpPr>
            <a:spLocks noChangeShapeType="1"/>
          </p:cNvSpPr>
          <p:nvPr/>
        </p:nvSpPr>
        <p:spPr bwMode="auto">
          <a:xfrm>
            <a:off x="3665538" y="2647950"/>
            <a:ext cx="576262" cy="431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6022" name="Line 6">
            <a:extLst>
              <a:ext uri="{FF2B5EF4-FFF2-40B4-BE49-F238E27FC236}">
                <a16:creationId xmlns:a16="http://schemas.microsoft.com/office/drawing/2014/main" id="{97476AF8-6A0A-49DE-A6E9-34F6D16D1D34}"/>
              </a:ext>
            </a:extLst>
          </p:cNvPr>
          <p:cNvSpPr>
            <a:spLocks noChangeShapeType="1"/>
          </p:cNvSpPr>
          <p:nvPr/>
        </p:nvSpPr>
        <p:spPr bwMode="auto">
          <a:xfrm>
            <a:off x="3738563" y="1711325"/>
            <a:ext cx="649287" cy="576263"/>
          </a:xfrm>
          <a:prstGeom prst="line">
            <a:avLst/>
          </a:prstGeom>
          <a:noFill/>
          <a:ln w="9525">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6023" name="Line 7">
            <a:extLst>
              <a:ext uri="{FF2B5EF4-FFF2-40B4-BE49-F238E27FC236}">
                <a16:creationId xmlns:a16="http://schemas.microsoft.com/office/drawing/2014/main" id="{F0600840-F339-4415-9F58-AA8F695A548E}"/>
              </a:ext>
            </a:extLst>
          </p:cNvPr>
          <p:cNvSpPr>
            <a:spLocks noChangeShapeType="1"/>
          </p:cNvSpPr>
          <p:nvPr/>
        </p:nvSpPr>
        <p:spPr bwMode="auto">
          <a:xfrm>
            <a:off x="4818063" y="2647950"/>
            <a:ext cx="576262" cy="50323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6024" name="Line 8">
            <a:extLst>
              <a:ext uri="{FF2B5EF4-FFF2-40B4-BE49-F238E27FC236}">
                <a16:creationId xmlns:a16="http://schemas.microsoft.com/office/drawing/2014/main" id="{CA697CE5-DD1F-4F9F-A2F1-1419563B8B8E}"/>
              </a:ext>
            </a:extLst>
          </p:cNvPr>
          <p:cNvSpPr>
            <a:spLocks noChangeShapeType="1"/>
          </p:cNvSpPr>
          <p:nvPr/>
        </p:nvSpPr>
        <p:spPr bwMode="auto">
          <a:xfrm flipH="1">
            <a:off x="3709988" y="3178175"/>
            <a:ext cx="1655762" cy="1152525"/>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6025" name="Line 9">
            <a:extLst>
              <a:ext uri="{FF2B5EF4-FFF2-40B4-BE49-F238E27FC236}">
                <a16:creationId xmlns:a16="http://schemas.microsoft.com/office/drawing/2014/main" id="{E0A5BE67-3DF8-4624-B001-4112A236619D}"/>
              </a:ext>
            </a:extLst>
          </p:cNvPr>
          <p:cNvSpPr>
            <a:spLocks noChangeShapeType="1"/>
          </p:cNvSpPr>
          <p:nvPr/>
        </p:nvSpPr>
        <p:spPr bwMode="auto">
          <a:xfrm flipH="1" flipV="1">
            <a:off x="2730500" y="3511550"/>
            <a:ext cx="1008063" cy="792163"/>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6026" name="Line 10">
            <a:extLst>
              <a:ext uri="{FF2B5EF4-FFF2-40B4-BE49-F238E27FC236}">
                <a16:creationId xmlns:a16="http://schemas.microsoft.com/office/drawing/2014/main" id="{5D536C2A-4794-4363-B8B2-5ADE96360DB5}"/>
              </a:ext>
            </a:extLst>
          </p:cNvPr>
          <p:cNvSpPr>
            <a:spLocks noChangeShapeType="1"/>
          </p:cNvSpPr>
          <p:nvPr/>
        </p:nvSpPr>
        <p:spPr bwMode="auto">
          <a:xfrm flipH="1">
            <a:off x="3594100" y="1711325"/>
            <a:ext cx="647700" cy="576263"/>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6027" name="Line 11">
            <a:extLst>
              <a:ext uri="{FF2B5EF4-FFF2-40B4-BE49-F238E27FC236}">
                <a16:creationId xmlns:a16="http://schemas.microsoft.com/office/drawing/2014/main" id="{25E871C2-79EC-467E-8325-AD4206522448}"/>
              </a:ext>
            </a:extLst>
          </p:cNvPr>
          <p:cNvSpPr>
            <a:spLocks noChangeShapeType="1"/>
          </p:cNvSpPr>
          <p:nvPr/>
        </p:nvSpPr>
        <p:spPr bwMode="auto">
          <a:xfrm flipH="1">
            <a:off x="2514600" y="2574925"/>
            <a:ext cx="719138" cy="576263"/>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6028" name="Line 12">
            <a:extLst>
              <a:ext uri="{FF2B5EF4-FFF2-40B4-BE49-F238E27FC236}">
                <a16:creationId xmlns:a16="http://schemas.microsoft.com/office/drawing/2014/main" id="{C96023AC-666F-480A-AF3E-540DABA51B50}"/>
              </a:ext>
            </a:extLst>
          </p:cNvPr>
          <p:cNvSpPr>
            <a:spLocks noChangeShapeType="1"/>
          </p:cNvSpPr>
          <p:nvPr/>
        </p:nvSpPr>
        <p:spPr bwMode="auto">
          <a:xfrm>
            <a:off x="2730500" y="2719388"/>
            <a:ext cx="574675" cy="4318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6029" name="Line 13">
            <a:extLst>
              <a:ext uri="{FF2B5EF4-FFF2-40B4-BE49-F238E27FC236}">
                <a16:creationId xmlns:a16="http://schemas.microsoft.com/office/drawing/2014/main" id="{99DB92D0-2A4C-40D0-A4CE-2FDCD092F290}"/>
              </a:ext>
            </a:extLst>
          </p:cNvPr>
          <p:cNvSpPr>
            <a:spLocks noChangeShapeType="1"/>
          </p:cNvSpPr>
          <p:nvPr/>
        </p:nvSpPr>
        <p:spPr bwMode="auto">
          <a:xfrm>
            <a:off x="3810000" y="3511550"/>
            <a:ext cx="981075" cy="67468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6030" name="Line 14">
            <a:extLst>
              <a:ext uri="{FF2B5EF4-FFF2-40B4-BE49-F238E27FC236}">
                <a16:creationId xmlns:a16="http://schemas.microsoft.com/office/drawing/2014/main" id="{F760F26A-A0DA-4F84-99FB-2D2D2C2D0983}"/>
              </a:ext>
            </a:extLst>
          </p:cNvPr>
          <p:cNvSpPr>
            <a:spLocks noChangeShapeType="1"/>
          </p:cNvSpPr>
          <p:nvPr/>
        </p:nvSpPr>
        <p:spPr bwMode="auto">
          <a:xfrm flipV="1">
            <a:off x="4791075" y="3006725"/>
            <a:ext cx="1539875" cy="11795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6031" name="Line 15">
            <a:extLst>
              <a:ext uri="{FF2B5EF4-FFF2-40B4-BE49-F238E27FC236}">
                <a16:creationId xmlns:a16="http://schemas.microsoft.com/office/drawing/2014/main" id="{7F7339D1-F778-429C-986C-DA372B56E267}"/>
              </a:ext>
            </a:extLst>
          </p:cNvPr>
          <p:cNvSpPr>
            <a:spLocks noChangeShapeType="1"/>
          </p:cNvSpPr>
          <p:nvPr/>
        </p:nvSpPr>
        <p:spPr bwMode="auto">
          <a:xfrm flipH="1" flipV="1">
            <a:off x="4673600" y="1711325"/>
            <a:ext cx="1657350" cy="13398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6032" name="Line 16">
            <a:extLst>
              <a:ext uri="{FF2B5EF4-FFF2-40B4-BE49-F238E27FC236}">
                <a16:creationId xmlns:a16="http://schemas.microsoft.com/office/drawing/2014/main" id="{30819A5F-B7EB-412C-90F7-2AAAFF19F47D}"/>
              </a:ext>
            </a:extLst>
          </p:cNvPr>
          <p:cNvSpPr>
            <a:spLocks noChangeShapeType="1"/>
          </p:cNvSpPr>
          <p:nvPr/>
        </p:nvSpPr>
        <p:spPr bwMode="auto">
          <a:xfrm flipH="1">
            <a:off x="3665538" y="2574925"/>
            <a:ext cx="865187" cy="647700"/>
          </a:xfrm>
          <a:prstGeom prst="line">
            <a:avLst/>
          </a:prstGeom>
          <a:noFill/>
          <a:ln w="9525" cap="rnd">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6033" name="Line 17">
            <a:extLst>
              <a:ext uri="{FF2B5EF4-FFF2-40B4-BE49-F238E27FC236}">
                <a16:creationId xmlns:a16="http://schemas.microsoft.com/office/drawing/2014/main" id="{BF6E630C-A789-4933-B1EA-35CB5CDE7E85}"/>
              </a:ext>
            </a:extLst>
          </p:cNvPr>
          <p:cNvSpPr>
            <a:spLocks noChangeShapeType="1"/>
          </p:cNvSpPr>
          <p:nvPr/>
        </p:nvSpPr>
        <p:spPr bwMode="auto">
          <a:xfrm flipH="1">
            <a:off x="2270125" y="3440113"/>
            <a:ext cx="965200" cy="746125"/>
          </a:xfrm>
          <a:prstGeom prst="line">
            <a:avLst/>
          </a:prstGeom>
          <a:noFill/>
          <a:ln w="9525" cap="rnd">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6034" name="Line 18">
            <a:extLst>
              <a:ext uri="{FF2B5EF4-FFF2-40B4-BE49-F238E27FC236}">
                <a16:creationId xmlns:a16="http://schemas.microsoft.com/office/drawing/2014/main" id="{A0804FF5-35CD-4501-AE7C-0A12781B1EBE}"/>
              </a:ext>
            </a:extLst>
          </p:cNvPr>
          <p:cNvSpPr>
            <a:spLocks noChangeShapeType="1"/>
          </p:cNvSpPr>
          <p:nvPr/>
        </p:nvSpPr>
        <p:spPr bwMode="auto">
          <a:xfrm flipH="1" flipV="1">
            <a:off x="857250" y="2935288"/>
            <a:ext cx="1439863" cy="1223962"/>
          </a:xfrm>
          <a:prstGeom prst="line">
            <a:avLst/>
          </a:prstGeom>
          <a:noFill/>
          <a:ln w="9525" cap="rnd">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6035" name="Line 19">
            <a:extLst>
              <a:ext uri="{FF2B5EF4-FFF2-40B4-BE49-F238E27FC236}">
                <a16:creationId xmlns:a16="http://schemas.microsoft.com/office/drawing/2014/main" id="{F860B0E7-83C6-4AD0-8B1B-B983A2E41D24}"/>
              </a:ext>
            </a:extLst>
          </p:cNvPr>
          <p:cNvSpPr>
            <a:spLocks noChangeShapeType="1"/>
          </p:cNvSpPr>
          <p:nvPr/>
        </p:nvSpPr>
        <p:spPr bwMode="auto">
          <a:xfrm flipV="1">
            <a:off x="857250" y="1782763"/>
            <a:ext cx="1512888" cy="1152525"/>
          </a:xfrm>
          <a:prstGeom prst="line">
            <a:avLst/>
          </a:prstGeom>
          <a:noFill/>
          <a:ln w="9525" cap="rnd">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6036" name="Line 20">
            <a:extLst>
              <a:ext uri="{FF2B5EF4-FFF2-40B4-BE49-F238E27FC236}">
                <a16:creationId xmlns:a16="http://schemas.microsoft.com/office/drawing/2014/main" id="{2FAA93DB-7D57-4C97-9F38-442F9EB4CC29}"/>
              </a:ext>
            </a:extLst>
          </p:cNvPr>
          <p:cNvSpPr>
            <a:spLocks noChangeShapeType="1"/>
          </p:cNvSpPr>
          <p:nvPr/>
        </p:nvSpPr>
        <p:spPr bwMode="auto">
          <a:xfrm flipH="1">
            <a:off x="2586038" y="1711325"/>
            <a:ext cx="719137" cy="576263"/>
          </a:xfrm>
          <a:prstGeom prst="line">
            <a:avLst/>
          </a:prstGeom>
          <a:noFill/>
          <a:ln w="9525" cap="rnd">
            <a:solidFill>
              <a:schemeClr val="hlink"/>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6037" name="Line 21">
            <a:extLst>
              <a:ext uri="{FF2B5EF4-FFF2-40B4-BE49-F238E27FC236}">
                <a16:creationId xmlns:a16="http://schemas.microsoft.com/office/drawing/2014/main" id="{5B838C95-E70C-445B-8E28-E4EB3443BBB8}"/>
              </a:ext>
            </a:extLst>
          </p:cNvPr>
          <p:cNvSpPr>
            <a:spLocks noChangeShapeType="1"/>
          </p:cNvSpPr>
          <p:nvPr/>
        </p:nvSpPr>
        <p:spPr bwMode="auto">
          <a:xfrm flipH="1">
            <a:off x="1649413" y="2647950"/>
            <a:ext cx="576262" cy="431800"/>
          </a:xfrm>
          <a:prstGeom prst="line">
            <a:avLst/>
          </a:prstGeom>
          <a:noFill/>
          <a:ln w="9525" cap="rnd">
            <a:solidFill>
              <a:schemeClr val="hlink"/>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6038" name="Line 22">
            <a:extLst>
              <a:ext uri="{FF2B5EF4-FFF2-40B4-BE49-F238E27FC236}">
                <a16:creationId xmlns:a16="http://schemas.microsoft.com/office/drawing/2014/main" id="{B847C44B-B390-4005-B614-1E24D2552E1C}"/>
              </a:ext>
            </a:extLst>
          </p:cNvPr>
          <p:cNvSpPr>
            <a:spLocks noChangeShapeType="1"/>
          </p:cNvSpPr>
          <p:nvPr/>
        </p:nvSpPr>
        <p:spPr bwMode="auto">
          <a:xfrm flipH="1" flipV="1">
            <a:off x="1649413" y="3006725"/>
            <a:ext cx="1296987" cy="1125538"/>
          </a:xfrm>
          <a:prstGeom prst="line">
            <a:avLst/>
          </a:prstGeom>
          <a:noFill/>
          <a:ln w="9525" cap="rnd">
            <a:solidFill>
              <a:schemeClr val="hlink"/>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6039" name="Line 23">
            <a:extLst>
              <a:ext uri="{FF2B5EF4-FFF2-40B4-BE49-F238E27FC236}">
                <a16:creationId xmlns:a16="http://schemas.microsoft.com/office/drawing/2014/main" id="{E0906D35-648C-44A3-B8BD-8410D1AC431D}"/>
              </a:ext>
            </a:extLst>
          </p:cNvPr>
          <p:cNvSpPr>
            <a:spLocks noChangeShapeType="1"/>
          </p:cNvSpPr>
          <p:nvPr/>
        </p:nvSpPr>
        <p:spPr bwMode="auto">
          <a:xfrm flipV="1">
            <a:off x="3017838" y="3178175"/>
            <a:ext cx="1339850" cy="955675"/>
          </a:xfrm>
          <a:prstGeom prst="line">
            <a:avLst/>
          </a:prstGeom>
          <a:noFill/>
          <a:ln w="9525" cap="rnd">
            <a:solidFill>
              <a:schemeClr val="hlink"/>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86040" name="Object 24">
            <a:extLst>
              <a:ext uri="{FF2B5EF4-FFF2-40B4-BE49-F238E27FC236}">
                <a16:creationId xmlns:a16="http://schemas.microsoft.com/office/drawing/2014/main" id="{9F0A07E2-60B9-473E-879E-615185F78959}"/>
              </a:ext>
            </a:extLst>
          </p:cNvPr>
          <p:cNvGraphicFramePr>
            <a:graphicFrameLocks noChangeAspect="1"/>
          </p:cNvGraphicFramePr>
          <p:nvPr/>
        </p:nvGraphicFramePr>
        <p:xfrm>
          <a:off x="1981200" y="1066800"/>
          <a:ext cx="3048000" cy="2736850"/>
        </p:xfrm>
        <a:graphic>
          <a:graphicData uri="http://schemas.openxmlformats.org/presentationml/2006/ole">
            <mc:AlternateContent xmlns:mc="http://schemas.openxmlformats.org/markup-compatibility/2006">
              <mc:Choice xmlns:v="urn:schemas-microsoft-com:vml" Requires="v">
                <p:oleObj spid="_x0000_s24615" name="Equation" r:id="rId5" imgW="761760" imgH="711000" progId="Equation.DSMT4">
                  <p:embed/>
                </p:oleObj>
              </mc:Choice>
              <mc:Fallback>
                <p:oleObj name="Equation" r:id="rId5" imgW="761760" imgH="711000" progId="Equation.DSMT4">
                  <p:embed/>
                  <p:pic>
                    <p:nvPicPr>
                      <p:cNvPr id="86040" name="Object 24">
                        <a:extLst>
                          <a:ext uri="{FF2B5EF4-FFF2-40B4-BE49-F238E27FC236}">
                            <a16:creationId xmlns:a16="http://schemas.microsoft.com/office/drawing/2014/main" id="{9F0A07E2-60B9-473E-879E-615185F7895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81200" y="1066800"/>
                        <a:ext cx="3048000" cy="2736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6041" name="Object 25">
            <a:extLst>
              <a:ext uri="{FF2B5EF4-FFF2-40B4-BE49-F238E27FC236}">
                <a16:creationId xmlns:a16="http://schemas.microsoft.com/office/drawing/2014/main" id="{DD2193B1-0F30-47FA-9103-D618CFAD541B}"/>
              </a:ext>
            </a:extLst>
          </p:cNvPr>
          <p:cNvGraphicFramePr>
            <a:graphicFrameLocks noChangeAspect="1"/>
          </p:cNvGraphicFramePr>
          <p:nvPr/>
        </p:nvGraphicFramePr>
        <p:xfrm>
          <a:off x="781050" y="4608513"/>
          <a:ext cx="1366838" cy="477837"/>
        </p:xfrm>
        <a:graphic>
          <a:graphicData uri="http://schemas.openxmlformats.org/presentationml/2006/ole">
            <mc:AlternateContent xmlns:mc="http://schemas.openxmlformats.org/markup-compatibility/2006">
              <mc:Choice xmlns:v="urn:schemas-microsoft-com:vml" Requires="v">
                <p:oleObj spid="_x0000_s24616" name="Equation" r:id="rId7" imgW="507960" imgH="177480" progId="Equation.DSMT4">
                  <p:embed/>
                </p:oleObj>
              </mc:Choice>
              <mc:Fallback>
                <p:oleObj name="Equation" r:id="rId7" imgW="507960" imgH="177480" progId="Equation.DSMT4">
                  <p:embed/>
                  <p:pic>
                    <p:nvPicPr>
                      <p:cNvPr id="86041" name="Object 25">
                        <a:extLst>
                          <a:ext uri="{FF2B5EF4-FFF2-40B4-BE49-F238E27FC236}">
                            <a16:creationId xmlns:a16="http://schemas.microsoft.com/office/drawing/2014/main" id="{DD2193B1-0F30-47FA-9103-D618CFAD541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81050" y="4608513"/>
                        <a:ext cx="1366838" cy="4778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6042" name="Object 26">
            <a:extLst>
              <a:ext uri="{FF2B5EF4-FFF2-40B4-BE49-F238E27FC236}">
                <a16:creationId xmlns:a16="http://schemas.microsoft.com/office/drawing/2014/main" id="{DF8BAC8E-B76B-47D6-BA2A-A684A0EC683F}"/>
              </a:ext>
            </a:extLst>
          </p:cNvPr>
          <p:cNvGraphicFramePr>
            <a:graphicFrameLocks noChangeAspect="1"/>
          </p:cNvGraphicFramePr>
          <p:nvPr/>
        </p:nvGraphicFramePr>
        <p:xfrm>
          <a:off x="2227263" y="4608513"/>
          <a:ext cx="2355850" cy="547687"/>
        </p:xfrm>
        <a:graphic>
          <a:graphicData uri="http://schemas.openxmlformats.org/presentationml/2006/ole">
            <mc:AlternateContent xmlns:mc="http://schemas.openxmlformats.org/markup-compatibility/2006">
              <mc:Choice xmlns:v="urn:schemas-microsoft-com:vml" Requires="v">
                <p:oleObj spid="_x0000_s24617" name="Equation" r:id="rId9" imgW="876240" imgH="203040" progId="Equation.DSMT4">
                  <p:embed/>
                </p:oleObj>
              </mc:Choice>
              <mc:Fallback>
                <p:oleObj name="Equation" r:id="rId9" imgW="876240" imgH="203040" progId="Equation.DSMT4">
                  <p:embed/>
                  <p:pic>
                    <p:nvPicPr>
                      <p:cNvPr id="86042" name="Object 26">
                        <a:extLst>
                          <a:ext uri="{FF2B5EF4-FFF2-40B4-BE49-F238E27FC236}">
                            <a16:creationId xmlns:a16="http://schemas.microsoft.com/office/drawing/2014/main" id="{DF8BAC8E-B76B-47D6-BA2A-A684A0EC683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27263" y="4608513"/>
                        <a:ext cx="2355850" cy="547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6043" name="Object 27">
            <a:extLst>
              <a:ext uri="{FF2B5EF4-FFF2-40B4-BE49-F238E27FC236}">
                <a16:creationId xmlns:a16="http://schemas.microsoft.com/office/drawing/2014/main" id="{26BB38B0-4E1F-43E2-B2B9-3482099364D6}"/>
              </a:ext>
            </a:extLst>
          </p:cNvPr>
          <p:cNvGraphicFramePr>
            <a:graphicFrameLocks noChangeAspect="1"/>
          </p:cNvGraphicFramePr>
          <p:nvPr/>
        </p:nvGraphicFramePr>
        <p:xfrm>
          <a:off x="4603750" y="4608513"/>
          <a:ext cx="1739900" cy="477837"/>
        </p:xfrm>
        <a:graphic>
          <a:graphicData uri="http://schemas.openxmlformats.org/presentationml/2006/ole">
            <mc:AlternateContent xmlns:mc="http://schemas.openxmlformats.org/markup-compatibility/2006">
              <mc:Choice xmlns:v="urn:schemas-microsoft-com:vml" Requires="v">
                <p:oleObj spid="_x0000_s24618" name="Equation" r:id="rId11" imgW="647640" imgH="177480" progId="Equation.DSMT4">
                  <p:embed/>
                </p:oleObj>
              </mc:Choice>
              <mc:Fallback>
                <p:oleObj name="Equation" r:id="rId11" imgW="647640" imgH="177480" progId="Equation.DSMT4">
                  <p:embed/>
                  <p:pic>
                    <p:nvPicPr>
                      <p:cNvPr id="86043" name="Object 27">
                        <a:extLst>
                          <a:ext uri="{FF2B5EF4-FFF2-40B4-BE49-F238E27FC236}">
                            <a16:creationId xmlns:a16="http://schemas.microsoft.com/office/drawing/2014/main" id="{26BB38B0-4E1F-43E2-B2B9-3482099364D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603750" y="4608513"/>
                        <a:ext cx="1739900" cy="4778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6044" name="Object 28">
            <a:extLst>
              <a:ext uri="{FF2B5EF4-FFF2-40B4-BE49-F238E27FC236}">
                <a16:creationId xmlns:a16="http://schemas.microsoft.com/office/drawing/2014/main" id="{560FC863-3E71-4189-B419-3D90F0F44928}"/>
              </a:ext>
            </a:extLst>
          </p:cNvPr>
          <p:cNvGraphicFramePr>
            <a:graphicFrameLocks noChangeAspect="1"/>
          </p:cNvGraphicFramePr>
          <p:nvPr/>
        </p:nvGraphicFramePr>
        <p:xfrm>
          <a:off x="627063" y="5356225"/>
          <a:ext cx="2287587" cy="547688"/>
        </p:xfrm>
        <a:graphic>
          <a:graphicData uri="http://schemas.openxmlformats.org/presentationml/2006/ole">
            <mc:AlternateContent xmlns:mc="http://schemas.openxmlformats.org/markup-compatibility/2006">
              <mc:Choice xmlns:v="urn:schemas-microsoft-com:vml" Requires="v">
                <p:oleObj spid="_x0000_s24619" name="Equation" r:id="rId13" imgW="850680" imgH="203040" progId="Equation.DSMT4">
                  <p:embed/>
                </p:oleObj>
              </mc:Choice>
              <mc:Fallback>
                <p:oleObj name="Equation" r:id="rId13" imgW="850680" imgH="203040" progId="Equation.DSMT4">
                  <p:embed/>
                  <p:pic>
                    <p:nvPicPr>
                      <p:cNvPr id="86044" name="Object 28">
                        <a:extLst>
                          <a:ext uri="{FF2B5EF4-FFF2-40B4-BE49-F238E27FC236}">
                            <a16:creationId xmlns:a16="http://schemas.microsoft.com/office/drawing/2014/main" id="{560FC863-3E71-4189-B419-3D90F0F44928}"/>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27063" y="5356225"/>
                        <a:ext cx="2287587" cy="547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6045" name="Object 29">
            <a:extLst>
              <a:ext uri="{FF2B5EF4-FFF2-40B4-BE49-F238E27FC236}">
                <a16:creationId xmlns:a16="http://schemas.microsoft.com/office/drawing/2014/main" id="{342D7A73-2BC9-45CE-B75A-71C311DD99AD}"/>
              </a:ext>
            </a:extLst>
          </p:cNvPr>
          <p:cNvGraphicFramePr>
            <a:graphicFrameLocks noChangeAspect="1"/>
          </p:cNvGraphicFramePr>
          <p:nvPr/>
        </p:nvGraphicFramePr>
        <p:xfrm>
          <a:off x="3003550" y="5370513"/>
          <a:ext cx="1639888" cy="477837"/>
        </p:xfrm>
        <a:graphic>
          <a:graphicData uri="http://schemas.openxmlformats.org/presentationml/2006/ole">
            <mc:AlternateContent xmlns:mc="http://schemas.openxmlformats.org/markup-compatibility/2006">
              <mc:Choice xmlns:v="urn:schemas-microsoft-com:vml" Requires="v">
                <p:oleObj spid="_x0000_s24620" name="Equation" r:id="rId15" imgW="609480" imgH="177480" progId="Equation.DSMT4">
                  <p:embed/>
                </p:oleObj>
              </mc:Choice>
              <mc:Fallback>
                <p:oleObj name="Equation" r:id="rId15" imgW="609480" imgH="177480" progId="Equation.DSMT4">
                  <p:embed/>
                  <p:pic>
                    <p:nvPicPr>
                      <p:cNvPr id="86045" name="Object 29">
                        <a:extLst>
                          <a:ext uri="{FF2B5EF4-FFF2-40B4-BE49-F238E27FC236}">
                            <a16:creationId xmlns:a16="http://schemas.microsoft.com/office/drawing/2014/main" id="{342D7A73-2BC9-45CE-B75A-71C311DD99AD}"/>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003550" y="5370513"/>
                        <a:ext cx="1639888" cy="4778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6046" name="Object 30">
            <a:extLst>
              <a:ext uri="{FF2B5EF4-FFF2-40B4-BE49-F238E27FC236}">
                <a16:creationId xmlns:a16="http://schemas.microsoft.com/office/drawing/2014/main" id="{66319B03-5BAD-4F11-B14C-F9FED925E038}"/>
              </a:ext>
            </a:extLst>
          </p:cNvPr>
          <p:cNvGraphicFramePr>
            <a:graphicFrameLocks noChangeAspect="1"/>
          </p:cNvGraphicFramePr>
          <p:nvPr/>
        </p:nvGraphicFramePr>
        <p:xfrm>
          <a:off x="4691063" y="5356225"/>
          <a:ext cx="2185987" cy="547688"/>
        </p:xfrm>
        <a:graphic>
          <a:graphicData uri="http://schemas.openxmlformats.org/presentationml/2006/ole">
            <mc:AlternateContent xmlns:mc="http://schemas.openxmlformats.org/markup-compatibility/2006">
              <mc:Choice xmlns:v="urn:schemas-microsoft-com:vml" Requires="v">
                <p:oleObj spid="_x0000_s24621" name="Equation" r:id="rId17" imgW="812520" imgH="203040" progId="Equation.DSMT4">
                  <p:embed/>
                </p:oleObj>
              </mc:Choice>
              <mc:Fallback>
                <p:oleObj name="Equation" r:id="rId17" imgW="812520" imgH="203040" progId="Equation.DSMT4">
                  <p:embed/>
                  <p:pic>
                    <p:nvPicPr>
                      <p:cNvPr id="86046" name="Object 30">
                        <a:extLst>
                          <a:ext uri="{FF2B5EF4-FFF2-40B4-BE49-F238E27FC236}">
                            <a16:creationId xmlns:a16="http://schemas.microsoft.com/office/drawing/2014/main" id="{66319B03-5BAD-4F11-B14C-F9FED925E038}"/>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691063" y="5356225"/>
                        <a:ext cx="2185987" cy="547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6047" name="Object 31">
            <a:extLst>
              <a:ext uri="{FF2B5EF4-FFF2-40B4-BE49-F238E27FC236}">
                <a16:creationId xmlns:a16="http://schemas.microsoft.com/office/drawing/2014/main" id="{8AFA2A82-8E99-473A-9531-8CA626BDB38B}"/>
              </a:ext>
            </a:extLst>
          </p:cNvPr>
          <p:cNvGraphicFramePr>
            <a:graphicFrameLocks noChangeAspect="1"/>
          </p:cNvGraphicFramePr>
          <p:nvPr/>
        </p:nvGraphicFramePr>
        <p:xfrm>
          <a:off x="395288" y="5805488"/>
          <a:ext cx="854075" cy="477837"/>
        </p:xfrm>
        <a:graphic>
          <a:graphicData uri="http://schemas.openxmlformats.org/presentationml/2006/ole">
            <mc:AlternateContent xmlns:mc="http://schemas.openxmlformats.org/markup-compatibility/2006">
              <mc:Choice xmlns:v="urn:schemas-microsoft-com:vml" Requires="v">
                <p:oleObj spid="_x0000_s24622" name="Equation" r:id="rId19" imgW="317160" imgH="177480" progId="Equation.DSMT4">
                  <p:embed/>
                </p:oleObj>
              </mc:Choice>
              <mc:Fallback>
                <p:oleObj name="Equation" r:id="rId19" imgW="317160" imgH="177480" progId="Equation.DSMT4">
                  <p:embed/>
                  <p:pic>
                    <p:nvPicPr>
                      <p:cNvPr id="86047" name="Object 31">
                        <a:extLst>
                          <a:ext uri="{FF2B5EF4-FFF2-40B4-BE49-F238E27FC236}">
                            <a16:creationId xmlns:a16="http://schemas.microsoft.com/office/drawing/2014/main" id="{8AFA2A82-8E99-473A-9531-8CA626BDB38B}"/>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95288" y="5805488"/>
                        <a:ext cx="854075" cy="4778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86018"/>
                                        </p:tgtEl>
                                        <p:attrNameLst>
                                          <p:attrName>style.visibility</p:attrName>
                                        </p:attrNameLst>
                                      </p:cBhvr>
                                      <p:to>
                                        <p:strVal val="visible"/>
                                      </p:to>
                                    </p:set>
                                    <p:anim calcmode="lin" valueType="num">
                                      <p:cBhvr additive="base">
                                        <p:cTn id="7" dur="500" fill="hold"/>
                                        <p:tgtEl>
                                          <p:spTgt spid="86018"/>
                                        </p:tgtEl>
                                        <p:attrNameLst>
                                          <p:attrName>ppt_x</p:attrName>
                                        </p:attrNameLst>
                                      </p:cBhvr>
                                      <p:tavLst>
                                        <p:tav tm="0">
                                          <p:val>
                                            <p:strVal val="1+#ppt_w/2"/>
                                          </p:val>
                                        </p:tav>
                                        <p:tav tm="100000">
                                          <p:val>
                                            <p:strVal val="#ppt_x"/>
                                          </p:val>
                                        </p:tav>
                                      </p:tavLst>
                                    </p:anim>
                                    <p:anim calcmode="lin" valueType="num">
                                      <p:cBhvr additive="base">
                                        <p:cTn id="8" dur="500" fill="hold"/>
                                        <p:tgtEl>
                                          <p:spTgt spid="8601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3" presetClass="entr" presetSubtype="16" fill="hold" nodeType="clickEffect">
                                  <p:stCondLst>
                                    <p:cond delay="0"/>
                                  </p:stCondLst>
                                  <p:childTnLst>
                                    <p:set>
                                      <p:cBhvr>
                                        <p:cTn id="12" dur="1" fill="hold">
                                          <p:stCondLst>
                                            <p:cond delay="0"/>
                                          </p:stCondLst>
                                        </p:cTn>
                                        <p:tgtEl>
                                          <p:spTgt spid="86040"/>
                                        </p:tgtEl>
                                        <p:attrNameLst>
                                          <p:attrName>style.visibility</p:attrName>
                                        </p:attrNameLst>
                                      </p:cBhvr>
                                      <p:to>
                                        <p:strVal val="visible"/>
                                      </p:to>
                                    </p:set>
                                    <p:anim calcmode="lin" valueType="num">
                                      <p:cBhvr>
                                        <p:cTn id="13" dur="500" fill="hold"/>
                                        <p:tgtEl>
                                          <p:spTgt spid="86040"/>
                                        </p:tgtEl>
                                        <p:attrNameLst>
                                          <p:attrName>ppt_w</p:attrName>
                                        </p:attrNameLst>
                                      </p:cBhvr>
                                      <p:tavLst>
                                        <p:tav tm="0">
                                          <p:val>
                                            <p:fltVal val="0"/>
                                          </p:val>
                                        </p:tav>
                                        <p:tav tm="100000">
                                          <p:val>
                                            <p:strVal val="#ppt_w"/>
                                          </p:val>
                                        </p:tav>
                                      </p:tavLst>
                                    </p:anim>
                                    <p:anim calcmode="lin" valueType="num">
                                      <p:cBhvr>
                                        <p:cTn id="14" dur="500" fill="hold"/>
                                        <p:tgtEl>
                                          <p:spTgt spid="86040"/>
                                        </p:tgtEl>
                                        <p:attrNameLst>
                                          <p:attrName>ppt_h</p:attrName>
                                        </p:attrNameLst>
                                      </p:cBhvr>
                                      <p:tavLst>
                                        <p:tav tm="0">
                                          <p:val>
                                            <p:fltVal val="0"/>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3" presetClass="entr" presetSubtype="16" fill="hold" nodeType="clickEffect">
                                  <p:stCondLst>
                                    <p:cond delay="0"/>
                                  </p:stCondLst>
                                  <p:childTnLst>
                                    <p:set>
                                      <p:cBhvr>
                                        <p:cTn id="18" dur="1" fill="hold">
                                          <p:stCondLst>
                                            <p:cond delay="0"/>
                                          </p:stCondLst>
                                        </p:cTn>
                                        <p:tgtEl>
                                          <p:spTgt spid="86019"/>
                                        </p:tgtEl>
                                        <p:attrNameLst>
                                          <p:attrName>style.visibility</p:attrName>
                                        </p:attrNameLst>
                                      </p:cBhvr>
                                      <p:to>
                                        <p:strVal val="visible"/>
                                      </p:to>
                                    </p:set>
                                    <p:anim calcmode="lin" valueType="num">
                                      <p:cBhvr>
                                        <p:cTn id="19" dur="500" fill="hold"/>
                                        <p:tgtEl>
                                          <p:spTgt spid="86019"/>
                                        </p:tgtEl>
                                        <p:attrNameLst>
                                          <p:attrName>ppt_w</p:attrName>
                                        </p:attrNameLst>
                                      </p:cBhvr>
                                      <p:tavLst>
                                        <p:tav tm="0">
                                          <p:val>
                                            <p:fltVal val="0"/>
                                          </p:val>
                                        </p:tav>
                                        <p:tav tm="100000">
                                          <p:val>
                                            <p:strVal val="#ppt_w"/>
                                          </p:val>
                                        </p:tav>
                                      </p:tavLst>
                                    </p:anim>
                                    <p:anim calcmode="lin" valueType="num">
                                      <p:cBhvr>
                                        <p:cTn id="20" dur="500" fill="hold"/>
                                        <p:tgtEl>
                                          <p:spTgt spid="86019"/>
                                        </p:tgtEl>
                                        <p:attrNameLst>
                                          <p:attrName>ppt_h</p:attrName>
                                        </p:attrNameLst>
                                      </p:cBhvr>
                                      <p:tavLst>
                                        <p:tav tm="0">
                                          <p:val>
                                            <p:fltVal val="0"/>
                                          </p:val>
                                        </p:tav>
                                        <p:tav tm="100000">
                                          <p:val>
                                            <p:strVal val="#ppt_h"/>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3" presetClass="entr" presetSubtype="16" fill="hold" nodeType="clickEffect">
                                  <p:stCondLst>
                                    <p:cond delay="0"/>
                                  </p:stCondLst>
                                  <p:childTnLst>
                                    <p:set>
                                      <p:cBhvr>
                                        <p:cTn id="24" dur="1" fill="hold">
                                          <p:stCondLst>
                                            <p:cond delay="0"/>
                                          </p:stCondLst>
                                        </p:cTn>
                                        <p:tgtEl>
                                          <p:spTgt spid="86020"/>
                                        </p:tgtEl>
                                        <p:attrNameLst>
                                          <p:attrName>style.visibility</p:attrName>
                                        </p:attrNameLst>
                                      </p:cBhvr>
                                      <p:to>
                                        <p:strVal val="visible"/>
                                      </p:to>
                                    </p:set>
                                    <p:anim calcmode="lin" valueType="num">
                                      <p:cBhvr>
                                        <p:cTn id="25" dur="500" fill="hold"/>
                                        <p:tgtEl>
                                          <p:spTgt spid="86020"/>
                                        </p:tgtEl>
                                        <p:attrNameLst>
                                          <p:attrName>ppt_w</p:attrName>
                                        </p:attrNameLst>
                                      </p:cBhvr>
                                      <p:tavLst>
                                        <p:tav tm="0">
                                          <p:val>
                                            <p:fltVal val="0"/>
                                          </p:val>
                                        </p:tav>
                                        <p:tav tm="100000">
                                          <p:val>
                                            <p:strVal val="#ppt_w"/>
                                          </p:val>
                                        </p:tav>
                                      </p:tavLst>
                                    </p:anim>
                                    <p:anim calcmode="lin" valueType="num">
                                      <p:cBhvr>
                                        <p:cTn id="26" dur="500" fill="hold"/>
                                        <p:tgtEl>
                                          <p:spTgt spid="86020"/>
                                        </p:tgtEl>
                                        <p:attrNameLst>
                                          <p:attrName>ppt_h</p:attrName>
                                        </p:attrNameLst>
                                      </p:cBhvr>
                                      <p:tavLst>
                                        <p:tav tm="0">
                                          <p:val>
                                            <p:fltVal val="0"/>
                                          </p:val>
                                        </p:tav>
                                        <p:tav tm="100000">
                                          <p:val>
                                            <p:strVal val="#ppt_h"/>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3" presetClass="entr" presetSubtype="16" fill="hold" nodeType="clickEffect">
                                  <p:stCondLst>
                                    <p:cond delay="0"/>
                                  </p:stCondLst>
                                  <p:childTnLst>
                                    <p:set>
                                      <p:cBhvr>
                                        <p:cTn id="30" dur="1" fill="hold">
                                          <p:stCondLst>
                                            <p:cond delay="0"/>
                                          </p:stCondLst>
                                        </p:cTn>
                                        <p:tgtEl>
                                          <p:spTgt spid="86021"/>
                                        </p:tgtEl>
                                        <p:attrNameLst>
                                          <p:attrName>style.visibility</p:attrName>
                                        </p:attrNameLst>
                                      </p:cBhvr>
                                      <p:to>
                                        <p:strVal val="visible"/>
                                      </p:to>
                                    </p:set>
                                    <p:anim calcmode="lin" valueType="num">
                                      <p:cBhvr>
                                        <p:cTn id="31" dur="500" fill="hold"/>
                                        <p:tgtEl>
                                          <p:spTgt spid="86021"/>
                                        </p:tgtEl>
                                        <p:attrNameLst>
                                          <p:attrName>ppt_w</p:attrName>
                                        </p:attrNameLst>
                                      </p:cBhvr>
                                      <p:tavLst>
                                        <p:tav tm="0">
                                          <p:val>
                                            <p:fltVal val="0"/>
                                          </p:val>
                                        </p:tav>
                                        <p:tav tm="100000">
                                          <p:val>
                                            <p:strVal val="#ppt_w"/>
                                          </p:val>
                                        </p:tav>
                                      </p:tavLst>
                                    </p:anim>
                                    <p:anim calcmode="lin" valueType="num">
                                      <p:cBhvr>
                                        <p:cTn id="32" dur="500" fill="hold"/>
                                        <p:tgtEl>
                                          <p:spTgt spid="86021"/>
                                        </p:tgtEl>
                                        <p:attrNameLst>
                                          <p:attrName>ppt_h</p:attrName>
                                        </p:attrNameLst>
                                      </p:cBhvr>
                                      <p:tavLst>
                                        <p:tav tm="0">
                                          <p:val>
                                            <p:fltVal val="0"/>
                                          </p:val>
                                        </p:tav>
                                        <p:tav tm="100000">
                                          <p:val>
                                            <p:strVal val="#ppt_h"/>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3" presetClass="entr" presetSubtype="16" fill="hold" nodeType="clickEffect">
                                  <p:stCondLst>
                                    <p:cond delay="0"/>
                                  </p:stCondLst>
                                  <p:childTnLst>
                                    <p:set>
                                      <p:cBhvr>
                                        <p:cTn id="36" dur="1" fill="hold">
                                          <p:stCondLst>
                                            <p:cond delay="0"/>
                                          </p:stCondLst>
                                        </p:cTn>
                                        <p:tgtEl>
                                          <p:spTgt spid="86041"/>
                                        </p:tgtEl>
                                        <p:attrNameLst>
                                          <p:attrName>style.visibility</p:attrName>
                                        </p:attrNameLst>
                                      </p:cBhvr>
                                      <p:to>
                                        <p:strVal val="visible"/>
                                      </p:to>
                                    </p:set>
                                    <p:anim calcmode="lin" valueType="num">
                                      <p:cBhvr>
                                        <p:cTn id="37" dur="500" fill="hold"/>
                                        <p:tgtEl>
                                          <p:spTgt spid="86041"/>
                                        </p:tgtEl>
                                        <p:attrNameLst>
                                          <p:attrName>ppt_w</p:attrName>
                                        </p:attrNameLst>
                                      </p:cBhvr>
                                      <p:tavLst>
                                        <p:tav tm="0">
                                          <p:val>
                                            <p:fltVal val="0"/>
                                          </p:val>
                                        </p:tav>
                                        <p:tav tm="100000">
                                          <p:val>
                                            <p:strVal val="#ppt_w"/>
                                          </p:val>
                                        </p:tav>
                                      </p:tavLst>
                                    </p:anim>
                                    <p:anim calcmode="lin" valueType="num">
                                      <p:cBhvr>
                                        <p:cTn id="38" dur="500" fill="hold"/>
                                        <p:tgtEl>
                                          <p:spTgt spid="86041"/>
                                        </p:tgtEl>
                                        <p:attrNameLst>
                                          <p:attrName>ppt_h</p:attrName>
                                        </p:attrNameLst>
                                      </p:cBhvr>
                                      <p:tavLst>
                                        <p:tav tm="0">
                                          <p:val>
                                            <p:fltVal val="0"/>
                                          </p:val>
                                        </p:tav>
                                        <p:tav tm="100000">
                                          <p:val>
                                            <p:strVal val="#ppt_h"/>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3" presetClass="entr" presetSubtype="16" fill="hold" nodeType="clickEffect">
                                  <p:stCondLst>
                                    <p:cond delay="0"/>
                                  </p:stCondLst>
                                  <p:childTnLst>
                                    <p:set>
                                      <p:cBhvr>
                                        <p:cTn id="42" dur="1" fill="hold">
                                          <p:stCondLst>
                                            <p:cond delay="0"/>
                                          </p:stCondLst>
                                        </p:cTn>
                                        <p:tgtEl>
                                          <p:spTgt spid="86022"/>
                                        </p:tgtEl>
                                        <p:attrNameLst>
                                          <p:attrName>style.visibility</p:attrName>
                                        </p:attrNameLst>
                                      </p:cBhvr>
                                      <p:to>
                                        <p:strVal val="visible"/>
                                      </p:to>
                                    </p:set>
                                    <p:anim calcmode="lin" valueType="num">
                                      <p:cBhvr>
                                        <p:cTn id="43" dur="500" fill="hold"/>
                                        <p:tgtEl>
                                          <p:spTgt spid="86022"/>
                                        </p:tgtEl>
                                        <p:attrNameLst>
                                          <p:attrName>ppt_w</p:attrName>
                                        </p:attrNameLst>
                                      </p:cBhvr>
                                      <p:tavLst>
                                        <p:tav tm="0">
                                          <p:val>
                                            <p:fltVal val="0"/>
                                          </p:val>
                                        </p:tav>
                                        <p:tav tm="100000">
                                          <p:val>
                                            <p:strVal val="#ppt_w"/>
                                          </p:val>
                                        </p:tav>
                                      </p:tavLst>
                                    </p:anim>
                                    <p:anim calcmode="lin" valueType="num">
                                      <p:cBhvr>
                                        <p:cTn id="44" dur="500" fill="hold"/>
                                        <p:tgtEl>
                                          <p:spTgt spid="86022"/>
                                        </p:tgtEl>
                                        <p:attrNameLst>
                                          <p:attrName>ppt_h</p:attrName>
                                        </p:attrNameLst>
                                      </p:cBhvr>
                                      <p:tavLst>
                                        <p:tav tm="0">
                                          <p:val>
                                            <p:fltVal val="0"/>
                                          </p:val>
                                        </p:tav>
                                        <p:tav tm="100000">
                                          <p:val>
                                            <p:strVal val="#ppt_h"/>
                                          </p:val>
                                        </p:tav>
                                      </p:tavLst>
                                    </p:anim>
                                  </p:childTnLst>
                                </p:cTn>
                              </p:par>
                            </p:childTnLst>
                          </p:cTn>
                        </p:par>
                        <p:par>
                          <p:cTn id="45" fill="hold" nodeType="afterGroup">
                            <p:stCondLst>
                              <p:cond delay="500"/>
                            </p:stCondLst>
                            <p:childTnLst>
                              <p:par>
                                <p:cTn id="46" presetID="23" presetClass="entr" presetSubtype="16" fill="hold" nodeType="afterEffect">
                                  <p:stCondLst>
                                    <p:cond delay="0"/>
                                  </p:stCondLst>
                                  <p:childTnLst>
                                    <p:set>
                                      <p:cBhvr>
                                        <p:cTn id="47" dur="1" fill="hold">
                                          <p:stCondLst>
                                            <p:cond delay="0"/>
                                          </p:stCondLst>
                                        </p:cTn>
                                        <p:tgtEl>
                                          <p:spTgt spid="86023"/>
                                        </p:tgtEl>
                                        <p:attrNameLst>
                                          <p:attrName>style.visibility</p:attrName>
                                        </p:attrNameLst>
                                      </p:cBhvr>
                                      <p:to>
                                        <p:strVal val="visible"/>
                                      </p:to>
                                    </p:set>
                                    <p:anim calcmode="lin" valueType="num">
                                      <p:cBhvr>
                                        <p:cTn id="48" dur="500" fill="hold"/>
                                        <p:tgtEl>
                                          <p:spTgt spid="86023"/>
                                        </p:tgtEl>
                                        <p:attrNameLst>
                                          <p:attrName>ppt_w</p:attrName>
                                        </p:attrNameLst>
                                      </p:cBhvr>
                                      <p:tavLst>
                                        <p:tav tm="0">
                                          <p:val>
                                            <p:fltVal val="0"/>
                                          </p:val>
                                        </p:tav>
                                        <p:tav tm="100000">
                                          <p:val>
                                            <p:strVal val="#ppt_w"/>
                                          </p:val>
                                        </p:tav>
                                      </p:tavLst>
                                    </p:anim>
                                    <p:anim calcmode="lin" valueType="num">
                                      <p:cBhvr>
                                        <p:cTn id="49" dur="500" fill="hold"/>
                                        <p:tgtEl>
                                          <p:spTgt spid="86023"/>
                                        </p:tgtEl>
                                        <p:attrNameLst>
                                          <p:attrName>ppt_h</p:attrName>
                                        </p:attrNameLst>
                                      </p:cBhvr>
                                      <p:tavLst>
                                        <p:tav tm="0">
                                          <p:val>
                                            <p:fltVal val="0"/>
                                          </p:val>
                                        </p:tav>
                                        <p:tav tm="100000">
                                          <p:val>
                                            <p:strVal val="#ppt_h"/>
                                          </p:val>
                                        </p:tav>
                                      </p:tavLst>
                                    </p:anim>
                                  </p:childTnLst>
                                </p:cTn>
                              </p:par>
                            </p:childTnLst>
                          </p:cTn>
                        </p:par>
                        <p:par>
                          <p:cTn id="50" fill="hold" nodeType="afterGroup">
                            <p:stCondLst>
                              <p:cond delay="1000"/>
                            </p:stCondLst>
                            <p:childTnLst>
                              <p:par>
                                <p:cTn id="51" presetID="23" presetClass="entr" presetSubtype="16" fill="hold" nodeType="afterEffect">
                                  <p:stCondLst>
                                    <p:cond delay="0"/>
                                  </p:stCondLst>
                                  <p:childTnLst>
                                    <p:set>
                                      <p:cBhvr>
                                        <p:cTn id="52" dur="1" fill="hold">
                                          <p:stCondLst>
                                            <p:cond delay="0"/>
                                          </p:stCondLst>
                                        </p:cTn>
                                        <p:tgtEl>
                                          <p:spTgt spid="86024"/>
                                        </p:tgtEl>
                                        <p:attrNameLst>
                                          <p:attrName>style.visibility</p:attrName>
                                        </p:attrNameLst>
                                      </p:cBhvr>
                                      <p:to>
                                        <p:strVal val="visible"/>
                                      </p:to>
                                    </p:set>
                                    <p:anim calcmode="lin" valueType="num">
                                      <p:cBhvr>
                                        <p:cTn id="53" dur="500" fill="hold"/>
                                        <p:tgtEl>
                                          <p:spTgt spid="86024"/>
                                        </p:tgtEl>
                                        <p:attrNameLst>
                                          <p:attrName>ppt_w</p:attrName>
                                        </p:attrNameLst>
                                      </p:cBhvr>
                                      <p:tavLst>
                                        <p:tav tm="0">
                                          <p:val>
                                            <p:fltVal val="0"/>
                                          </p:val>
                                        </p:tav>
                                        <p:tav tm="100000">
                                          <p:val>
                                            <p:strVal val="#ppt_w"/>
                                          </p:val>
                                        </p:tav>
                                      </p:tavLst>
                                    </p:anim>
                                    <p:anim calcmode="lin" valueType="num">
                                      <p:cBhvr>
                                        <p:cTn id="54" dur="500" fill="hold"/>
                                        <p:tgtEl>
                                          <p:spTgt spid="86024"/>
                                        </p:tgtEl>
                                        <p:attrNameLst>
                                          <p:attrName>ppt_h</p:attrName>
                                        </p:attrNameLst>
                                      </p:cBhvr>
                                      <p:tavLst>
                                        <p:tav tm="0">
                                          <p:val>
                                            <p:fltVal val="0"/>
                                          </p:val>
                                        </p:tav>
                                        <p:tav tm="100000">
                                          <p:val>
                                            <p:strVal val="#ppt_h"/>
                                          </p:val>
                                        </p:tav>
                                      </p:tavLst>
                                    </p:anim>
                                  </p:childTnLst>
                                </p:cTn>
                              </p:par>
                            </p:childTnLst>
                          </p:cTn>
                        </p:par>
                        <p:par>
                          <p:cTn id="55" fill="hold" nodeType="afterGroup">
                            <p:stCondLst>
                              <p:cond delay="1500"/>
                            </p:stCondLst>
                            <p:childTnLst>
                              <p:par>
                                <p:cTn id="56" presetID="23" presetClass="entr" presetSubtype="16" fill="hold" nodeType="afterEffect">
                                  <p:stCondLst>
                                    <p:cond delay="0"/>
                                  </p:stCondLst>
                                  <p:childTnLst>
                                    <p:set>
                                      <p:cBhvr>
                                        <p:cTn id="57" dur="1" fill="hold">
                                          <p:stCondLst>
                                            <p:cond delay="0"/>
                                          </p:stCondLst>
                                        </p:cTn>
                                        <p:tgtEl>
                                          <p:spTgt spid="86025"/>
                                        </p:tgtEl>
                                        <p:attrNameLst>
                                          <p:attrName>style.visibility</p:attrName>
                                        </p:attrNameLst>
                                      </p:cBhvr>
                                      <p:to>
                                        <p:strVal val="visible"/>
                                      </p:to>
                                    </p:set>
                                    <p:anim calcmode="lin" valueType="num">
                                      <p:cBhvr>
                                        <p:cTn id="58" dur="500" fill="hold"/>
                                        <p:tgtEl>
                                          <p:spTgt spid="86025"/>
                                        </p:tgtEl>
                                        <p:attrNameLst>
                                          <p:attrName>ppt_w</p:attrName>
                                        </p:attrNameLst>
                                      </p:cBhvr>
                                      <p:tavLst>
                                        <p:tav tm="0">
                                          <p:val>
                                            <p:fltVal val="0"/>
                                          </p:val>
                                        </p:tav>
                                        <p:tav tm="100000">
                                          <p:val>
                                            <p:strVal val="#ppt_w"/>
                                          </p:val>
                                        </p:tav>
                                      </p:tavLst>
                                    </p:anim>
                                    <p:anim calcmode="lin" valueType="num">
                                      <p:cBhvr>
                                        <p:cTn id="59" dur="500" fill="hold"/>
                                        <p:tgtEl>
                                          <p:spTgt spid="86025"/>
                                        </p:tgtEl>
                                        <p:attrNameLst>
                                          <p:attrName>ppt_h</p:attrName>
                                        </p:attrNameLst>
                                      </p:cBhvr>
                                      <p:tavLst>
                                        <p:tav tm="0">
                                          <p:val>
                                            <p:fltVal val="0"/>
                                          </p:val>
                                        </p:tav>
                                        <p:tav tm="100000">
                                          <p:val>
                                            <p:strVal val="#ppt_h"/>
                                          </p:val>
                                        </p:tav>
                                      </p:tavLst>
                                    </p:anim>
                                  </p:childTnLst>
                                </p:cTn>
                              </p:par>
                            </p:childTnLst>
                          </p:cTn>
                        </p:par>
                      </p:childTnLst>
                    </p:cTn>
                  </p:par>
                  <p:par>
                    <p:cTn id="60" fill="hold" nodeType="clickPar">
                      <p:stCondLst>
                        <p:cond delay="indefinite"/>
                      </p:stCondLst>
                      <p:childTnLst>
                        <p:par>
                          <p:cTn id="61" fill="hold" nodeType="withGroup">
                            <p:stCondLst>
                              <p:cond delay="0"/>
                            </p:stCondLst>
                            <p:childTnLst>
                              <p:par>
                                <p:cTn id="62" presetID="3" presetClass="entr" presetSubtype="10" fill="hold" nodeType="clickEffect">
                                  <p:stCondLst>
                                    <p:cond delay="0"/>
                                  </p:stCondLst>
                                  <p:childTnLst>
                                    <p:set>
                                      <p:cBhvr>
                                        <p:cTn id="63" dur="1" fill="hold">
                                          <p:stCondLst>
                                            <p:cond delay="0"/>
                                          </p:stCondLst>
                                        </p:cTn>
                                        <p:tgtEl>
                                          <p:spTgt spid="86042"/>
                                        </p:tgtEl>
                                        <p:attrNameLst>
                                          <p:attrName>style.visibility</p:attrName>
                                        </p:attrNameLst>
                                      </p:cBhvr>
                                      <p:to>
                                        <p:strVal val="visible"/>
                                      </p:to>
                                    </p:set>
                                    <p:animEffect transition="in" filter="blinds(horizontal)">
                                      <p:cBhvr>
                                        <p:cTn id="64" dur="500"/>
                                        <p:tgtEl>
                                          <p:spTgt spid="86042"/>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3" presetClass="entr" presetSubtype="16" fill="hold" nodeType="clickEffect">
                                  <p:stCondLst>
                                    <p:cond delay="0"/>
                                  </p:stCondLst>
                                  <p:childTnLst>
                                    <p:set>
                                      <p:cBhvr>
                                        <p:cTn id="68" dur="1" fill="hold">
                                          <p:stCondLst>
                                            <p:cond delay="0"/>
                                          </p:stCondLst>
                                        </p:cTn>
                                        <p:tgtEl>
                                          <p:spTgt spid="86031"/>
                                        </p:tgtEl>
                                        <p:attrNameLst>
                                          <p:attrName>style.visibility</p:attrName>
                                        </p:attrNameLst>
                                      </p:cBhvr>
                                      <p:to>
                                        <p:strVal val="visible"/>
                                      </p:to>
                                    </p:set>
                                    <p:anim calcmode="lin" valueType="num">
                                      <p:cBhvr>
                                        <p:cTn id="69" dur="500" fill="hold"/>
                                        <p:tgtEl>
                                          <p:spTgt spid="86031"/>
                                        </p:tgtEl>
                                        <p:attrNameLst>
                                          <p:attrName>ppt_w</p:attrName>
                                        </p:attrNameLst>
                                      </p:cBhvr>
                                      <p:tavLst>
                                        <p:tav tm="0">
                                          <p:val>
                                            <p:fltVal val="0"/>
                                          </p:val>
                                        </p:tav>
                                        <p:tav tm="100000">
                                          <p:val>
                                            <p:strVal val="#ppt_w"/>
                                          </p:val>
                                        </p:tav>
                                      </p:tavLst>
                                    </p:anim>
                                    <p:anim calcmode="lin" valueType="num">
                                      <p:cBhvr>
                                        <p:cTn id="70" dur="500" fill="hold"/>
                                        <p:tgtEl>
                                          <p:spTgt spid="86031"/>
                                        </p:tgtEl>
                                        <p:attrNameLst>
                                          <p:attrName>ppt_h</p:attrName>
                                        </p:attrNameLst>
                                      </p:cBhvr>
                                      <p:tavLst>
                                        <p:tav tm="0">
                                          <p:val>
                                            <p:fltVal val="0"/>
                                          </p:val>
                                        </p:tav>
                                        <p:tav tm="100000">
                                          <p:val>
                                            <p:strVal val="#ppt_h"/>
                                          </p:val>
                                        </p:tav>
                                      </p:tavLst>
                                    </p:anim>
                                  </p:childTnLst>
                                </p:cTn>
                              </p:par>
                            </p:childTnLst>
                          </p:cTn>
                        </p:par>
                        <p:par>
                          <p:cTn id="71" fill="hold" nodeType="afterGroup">
                            <p:stCondLst>
                              <p:cond delay="500"/>
                            </p:stCondLst>
                            <p:childTnLst>
                              <p:par>
                                <p:cTn id="72" presetID="23" presetClass="entr" presetSubtype="16" fill="hold" nodeType="afterEffect">
                                  <p:stCondLst>
                                    <p:cond delay="0"/>
                                  </p:stCondLst>
                                  <p:childTnLst>
                                    <p:set>
                                      <p:cBhvr>
                                        <p:cTn id="73" dur="1" fill="hold">
                                          <p:stCondLst>
                                            <p:cond delay="0"/>
                                          </p:stCondLst>
                                        </p:cTn>
                                        <p:tgtEl>
                                          <p:spTgt spid="86030"/>
                                        </p:tgtEl>
                                        <p:attrNameLst>
                                          <p:attrName>style.visibility</p:attrName>
                                        </p:attrNameLst>
                                      </p:cBhvr>
                                      <p:to>
                                        <p:strVal val="visible"/>
                                      </p:to>
                                    </p:set>
                                    <p:anim calcmode="lin" valueType="num">
                                      <p:cBhvr>
                                        <p:cTn id="74" dur="500" fill="hold"/>
                                        <p:tgtEl>
                                          <p:spTgt spid="86030"/>
                                        </p:tgtEl>
                                        <p:attrNameLst>
                                          <p:attrName>ppt_w</p:attrName>
                                        </p:attrNameLst>
                                      </p:cBhvr>
                                      <p:tavLst>
                                        <p:tav tm="0">
                                          <p:val>
                                            <p:fltVal val="0"/>
                                          </p:val>
                                        </p:tav>
                                        <p:tav tm="100000">
                                          <p:val>
                                            <p:strVal val="#ppt_w"/>
                                          </p:val>
                                        </p:tav>
                                      </p:tavLst>
                                    </p:anim>
                                    <p:anim calcmode="lin" valueType="num">
                                      <p:cBhvr>
                                        <p:cTn id="75" dur="500" fill="hold"/>
                                        <p:tgtEl>
                                          <p:spTgt spid="86030"/>
                                        </p:tgtEl>
                                        <p:attrNameLst>
                                          <p:attrName>ppt_h</p:attrName>
                                        </p:attrNameLst>
                                      </p:cBhvr>
                                      <p:tavLst>
                                        <p:tav tm="0">
                                          <p:val>
                                            <p:fltVal val="0"/>
                                          </p:val>
                                        </p:tav>
                                        <p:tav tm="100000">
                                          <p:val>
                                            <p:strVal val="#ppt_h"/>
                                          </p:val>
                                        </p:tav>
                                      </p:tavLst>
                                    </p:anim>
                                  </p:childTnLst>
                                </p:cTn>
                              </p:par>
                            </p:childTnLst>
                          </p:cTn>
                        </p:par>
                        <p:par>
                          <p:cTn id="76" fill="hold" nodeType="afterGroup">
                            <p:stCondLst>
                              <p:cond delay="1000"/>
                            </p:stCondLst>
                            <p:childTnLst>
                              <p:par>
                                <p:cTn id="77" presetID="23" presetClass="entr" presetSubtype="16" fill="hold" nodeType="afterEffect">
                                  <p:stCondLst>
                                    <p:cond delay="0"/>
                                  </p:stCondLst>
                                  <p:childTnLst>
                                    <p:set>
                                      <p:cBhvr>
                                        <p:cTn id="78" dur="1" fill="hold">
                                          <p:stCondLst>
                                            <p:cond delay="0"/>
                                          </p:stCondLst>
                                        </p:cTn>
                                        <p:tgtEl>
                                          <p:spTgt spid="86029"/>
                                        </p:tgtEl>
                                        <p:attrNameLst>
                                          <p:attrName>style.visibility</p:attrName>
                                        </p:attrNameLst>
                                      </p:cBhvr>
                                      <p:to>
                                        <p:strVal val="visible"/>
                                      </p:to>
                                    </p:set>
                                    <p:anim calcmode="lin" valueType="num">
                                      <p:cBhvr>
                                        <p:cTn id="79" dur="500" fill="hold"/>
                                        <p:tgtEl>
                                          <p:spTgt spid="86029"/>
                                        </p:tgtEl>
                                        <p:attrNameLst>
                                          <p:attrName>ppt_w</p:attrName>
                                        </p:attrNameLst>
                                      </p:cBhvr>
                                      <p:tavLst>
                                        <p:tav tm="0">
                                          <p:val>
                                            <p:fltVal val="0"/>
                                          </p:val>
                                        </p:tav>
                                        <p:tav tm="100000">
                                          <p:val>
                                            <p:strVal val="#ppt_w"/>
                                          </p:val>
                                        </p:tav>
                                      </p:tavLst>
                                    </p:anim>
                                    <p:anim calcmode="lin" valueType="num">
                                      <p:cBhvr>
                                        <p:cTn id="80" dur="500" fill="hold"/>
                                        <p:tgtEl>
                                          <p:spTgt spid="86029"/>
                                        </p:tgtEl>
                                        <p:attrNameLst>
                                          <p:attrName>ppt_h</p:attrName>
                                        </p:attrNameLst>
                                      </p:cBhvr>
                                      <p:tavLst>
                                        <p:tav tm="0">
                                          <p:val>
                                            <p:fltVal val="0"/>
                                          </p:val>
                                        </p:tav>
                                        <p:tav tm="100000">
                                          <p:val>
                                            <p:strVal val="#ppt_h"/>
                                          </p:val>
                                        </p:tav>
                                      </p:tavLst>
                                    </p:anim>
                                  </p:childTnLst>
                                </p:cTn>
                              </p:par>
                            </p:childTnLst>
                          </p:cTn>
                        </p:par>
                      </p:childTnLst>
                    </p:cTn>
                  </p:par>
                  <p:par>
                    <p:cTn id="81" fill="hold" nodeType="clickPar">
                      <p:stCondLst>
                        <p:cond delay="indefinite"/>
                      </p:stCondLst>
                      <p:childTnLst>
                        <p:par>
                          <p:cTn id="82" fill="hold" nodeType="withGroup">
                            <p:stCondLst>
                              <p:cond delay="0"/>
                            </p:stCondLst>
                            <p:childTnLst>
                              <p:par>
                                <p:cTn id="83" presetID="23" presetClass="entr" presetSubtype="16" fill="hold" nodeType="clickEffect">
                                  <p:stCondLst>
                                    <p:cond delay="0"/>
                                  </p:stCondLst>
                                  <p:childTnLst>
                                    <p:set>
                                      <p:cBhvr>
                                        <p:cTn id="84" dur="1" fill="hold">
                                          <p:stCondLst>
                                            <p:cond delay="0"/>
                                          </p:stCondLst>
                                        </p:cTn>
                                        <p:tgtEl>
                                          <p:spTgt spid="86028"/>
                                        </p:tgtEl>
                                        <p:attrNameLst>
                                          <p:attrName>style.visibility</p:attrName>
                                        </p:attrNameLst>
                                      </p:cBhvr>
                                      <p:to>
                                        <p:strVal val="visible"/>
                                      </p:to>
                                    </p:set>
                                    <p:anim calcmode="lin" valueType="num">
                                      <p:cBhvr>
                                        <p:cTn id="85" dur="500" fill="hold"/>
                                        <p:tgtEl>
                                          <p:spTgt spid="86028"/>
                                        </p:tgtEl>
                                        <p:attrNameLst>
                                          <p:attrName>ppt_w</p:attrName>
                                        </p:attrNameLst>
                                      </p:cBhvr>
                                      <p:tavLst>
                                        <p:tav tm="0">
                                          <p:val>
                                            <p:fltVal val="0"/>
                                          </p:val>
                                        </p:tav>
                                        <p:tav tm="100000">
                                          <p:val>
                                            <p:strVal val="#ppt_w"/>
                                          </p:val>
                                        </p:tav>
                                      </p:tavLst>
                                    </p:anim>
                                    <p:anim calcmode="lin" valueType="num">
                                      <p:cBhvr>
                                        <p:cTn id="86" dur="500" fill="hold"/>
                                        <p:tgtEl>
                                          <p:spTgt spid="86028"/>
                                        </p:tgtEl>
                                        <p:attrNameLst>
                                          <p:attrName>ppt_h</p:attrName>
                                        </p:attrNameLst>
                                      </p:cBhvr>
                                      <p:tavLst>
                                        <p:tav tm="0">
                                          <p:val>
                                            <p:fltVal val="0"/>
                                          </p:val>
                                        </p:tav>
                                        <p:tav tm="100000">
                                          <p:val>
                                            <p:strVal val="#ppt_h"/>
                                          </p:val>
                                        </p:tav>
                                      </p:tavLst>
                                    </p:anim>
                                  </p:childTnLst>
                                </p:cTn>
                              </p:par>
                            </p:childTnLst>
                          </p:cTn>
                        </p:par>
                      </p:childTnLst>
                    </p:cTn>
                  </p:par>
                  <p:par>
                    <p:cTn id="87" fill="hold" nodeType="clickPar">
                      <p:stCondLst>
                        <p:cond delay="indefinite"/>
                      </p:stCondLst>
                      <p:childTnLst>
                        <p:par>
                          <p:cTn id="88" fill="hold" nodeType="withGroup">
                            <p:stCondLst>
                              <p:cond delay="0"/>
                            </p:stCondLst>
                            <p:childTnLst>
                              <p:par>
                                <p:cTn id="89" presetID="23" presetClass="entr" presetSubtype="16" fill="hold" nodeType="clickEffect">
                                  <p:stCondLst>
                                    <p:cond delay="0"/>
                                  </p:stCondLst>
                                  <p:childTnLst>
                                    <p:set>
                                      <p:cBhvr>
                                        <p:cTn id="90" dur="1" fill="hold">
                                          <p:stCondLst>
                                            <p:cond delay="0"/>
                                          </p:stCondLst>
                                        </p:cTn>
                                        <p:tgtEl>
                                          <p:spTgt spid="86043"/>
                                        </p:tgtEl>
                                        <p:attrNameLst>
                                          <p:attrName>style.visibility</p:attrName>
                                        </p:attrNameLst>
                                      </p:cBhvr>
                                      <p:to>
                                        <p:strVal val="visible"/>
                                      </p:to>
                                    </p:set>
                                    <p:anim calcmode="lin" valueType="num">
                                      <p:cBhvr>
                                        <p:cTn id="91" dur="500" fill="hold"/>
                                        <p:tgtEl>
                                          <p:spTgt spid="86043"/>
                                        </p:tgtEl>
                                        <p:attrNameLst>
                                          <p:attrName>ppt_w</p:attrName>
                                        </p:attrNameLst>
                                      </p:cBhvr>
                                      <p:tavLst>
                                        <p:tav tm="0">
                                          <p:val>
                                            <p:fltVal val="0"/>
                                          </p:val>
                                        </p:tav>
                                        <p:tav tm="100000">
                                          <p:val>
                                            <p:strVal val="#ppt_w"/>
                                          </p:val>
                                        </p:tav>
                                      </p:tavLst>
                                    </p:anim>
                                    <p:anim calcmode="lin" valueType="num">
                                      <p:cBhvr>
                                        <p:cTn id="92" dur="500" fill="hold"/>
                                        <p:tgtEl>
                                          <p:spTgt spid="86043"/>
                                        </p:tgtEl>
                                        <p:attrNameLst>
                                          <p:attrName>ppt_h</p:attrName>
                                        </p:attrNameLst>
                                      </p:cBhvr>
                                      <p:tavLst>
                                        <p:tav tm="0">
                                          <p:val>
                                            <p:fltVal val="0"/>
                                          </p:val>
                                        </p:tav>
                                        <p:tav tm="100000">
                                          <p:val>
                                            <p:strVal val="#ppt_h"/>
                                          </p:val>
                                        </p:tav>
                                      </p:tavLst>
                                    </p:anim>
                                  </p:childTnLst>
                                </p:cTn>
                              </p:par>
                            </p:childTnLst>
                          </p:cTn>
                        </p:par>
                      </p:childTnLst>
                    </p:cTn>
                  </p:par>
                  <p:par>
                    <p:cTn id="93" fill="hold" nodeType="clickPar">
                      <p:stCondLst>
                        <p:cond delay="indefinite"/>
                      </p:stCondLst>
                      <p:childTnLst>
                        <p:par>
                          <p:cTn id="94" fill="hold" nodeType="withGroup">
                            <p:stCondLst>
                              <p:cond delay="0"/>
                            </p:stCondLst>
                            <p:childTnLst>
                              <p:par>
                                <p:cTn id="95" presetID="23" presetClass="entr" presetSubtype="16" fill="hold" nodeType="clickEffect">
                                  <p:stCondLst>
                                    <p:cond delay="0"/>
                                  </p:stCondLst>
                                  <p:childTnLst>
                                    <p:set>
                                      <p:cBhvr>
                                        <p:cTn id="96" dur="1" fill="hold">
                                          <p:stCondLst>
                                            <p:cond delay="0"/>
                                          </p:stCondLst>
                                        </p:cTn>
                                        <p:tgtEl>
                                          <p:spTgt spid="86026"/>
                                        </p:tgtEl>
                                        <p:attrNameLst>
                                          <p:attrName>style.visibility</p:attrName>
                                        </p:attrNameLst>
                                      </p:cBhvr>
                                      <p:to>
                                        <p:strVal val="visible"/>
                                      </p:to>
                                    </p:set>
                                    <p:anim calcmode="lin" valueType="num">
                                      <p:cBhvr>
                                        <p:cTn id="97" dur="500" fill="hold"/>
                                        <p:tgtEl>
                                          <p:spTgt spid="86026"/>
                                        </p:tgtEl>
                                        <p:attrNameLst>
                                          <p:attrName>ppt_w</p:attrName>
                                        </p:attrNameLst>
                                      </p:cBhvr>
                                      <p:tavLst>
                                        <p:tav tm="0">
                                          <p:val>
                                            <p:fltVal val="0"/>
                                          </p:val>
                                        </p:tav>
                                        <p:tav tm="100000">
                                          <p:val>
                                            <p:strVal val="#ppt_w"/>
                                          </p:val>
                                        </p:tav>
                                      </p:tavLst>
                                    </p:anim>
                                    <p:anim calcmode="lin" valueType="num">
                                      <p:cBhvr>
                                        <p:cTn id="98" dur="500" fill="hold"/>
                                        <p:tgtEl>
                                          <p:spTgt spid="86026"/>
                                        </p:tgtEl>
                                        <p:attrNameLst>
                                          <p:attrName>ppt_h</p:attrName>
                                        </p:attrNameLst>
                                      </p:cBhvr>
                                      <p:tavLst>
                                        <p:tav tm="0">
                                          <p:val>
                                            <p:fltVal val="0"/>
                                          </p:val>
                                        </p:tav>
                                        <p:tav tm="100000">
                                          <p:val>
                                            <p:strVal val="#ppt_h"/>
                                          </p:val>
                                        </p:tav>
                                      </p:tavLst>
                                    </p:anim>
                                  </p:childTnLst>
                                </p:cTn>
                              </p:par>
                            </p:childTnLst>
                          </p:cTn>
                        </p:par>
                      </p:childTnLst>
                    </p:cTn>
                  </p:par>
                  <p:par>
                    <p:cTn id="99" fill="hold" nodeType="clickPar">
                      <p:stCondLst>
                        <p:cond delay="indefinite"/>
                      </p:stCondLst>
                      <p:childTnLst>
                        <p:par>
                          <p:cTn id="100" fill="hold" nodeType="withGroup">
                            <p:stCondLst>
                              <p:cond delay="0"/>
                            </p:stCondLst>
                            <p:childTnLst>
                              <p:par>
                                <p:cTn id="101" presetID="23" presetClass="entr" presetSubtype="16" fill="hold" nodeType="clickEffect">
                                  <p:stCondLst>
                                    <p:cond delay="0"/>
                                  </p:stCondLst>
                                  <p:childTnLst>
                                    <p:set>
                                      <p:cBhvr>
                                        <p:cTn id="102" dur="1" fill="hold">
                                          <p:stCondLst>
                                            <p:cond delay="0"/>
                                          </p:stCondLst>
                                        </p:cTn>
                                        <p:tgtEl>
                                          <p:spTgt spid="86027"/>
                                        </p:tgtEl>
                                        <p:attrNameLst>
                                          <p:attrName>style.visibility</p:attrName>
                                        </p:attrNameLst>
                                      </p:cBhvr>
                                      <p:to>
                                        <p:strVal val="visible"/>
                                      </p:to>
                                    </p:set>
                                    <p:anim calcmode="lin" valueType="num">
                                      <p:cBhvr>
                                        <p:cTn id="103" dur="500" fill="hold"/>
                                        <p:tgtEl>
                                          <p:spTgt spid="86027"/>
                                        </p:tgtEl>
                                        <p:attrNameLst>
                                          <p:attrName>ppt_w</p:attrName>
                                        </p:attrNameLst>
                                      </p:cBhvr>
                                      <p:tavLst>
                                        <p:tav tm="0">
                                          <p:val>
                                            <p:fltVal val="0"/>
                                          </p:val>
                                        </p:tav>
                                        <p:tav tm="100000">
                                          <p:val>
                                            <p:strVal val="#ppt_w"/>
                                          </p:val>
                                        </p:tav>
                                      </p:tavLst>
                                    </p:anim>
                                    <p:anim calcmode="lin" valueType="num">
                                      <p:cBhvr>
                                        <p:cTn id="104" dur="500" fill="hold"/>
                                        <p:tgtEl>
                                          <p:spTgt spid="86027"/>
                                        </p:tgtEl>
                                        <p:attrNameLst>
                                          <p:attrName>ppt_h</p:attrName>
                                        </p:attrNameLst>
                                      </p:cBhvr>
                                      <p:tavLst>
                                        <p:tav tm="0">
                                          <p:val>
                                            <p:fltVal val="0"/>
                                          </p:val>
                                        </p:tav>
                                        <p:tav tm="100000">
                                          <p:val>
                                            <p:strVal val="#ppt_h"/>
                                          </p:val>
                                        </p:tav>
                                      </p:tavLst>
                                    </p:anim>
                                  </p:childTnLst>
                                </p:cTn>
                              </p:par>
                            </p:childTnLst>
                          </p:cTn>
                        </p:par>
                      </p:childTnLst>
                    </p:cTn>
                  </p:par>
                  <p:par>
                    <p:cTn id="105" fill="hold" nodeType="clickPar">
                      <p:stCondLst>
                        <p:cond delay="indefinite"/>
                      </p:stCondLst>
                      <p:childTnLst>
                        <p:par>
                          <p:cTn id="106" fill="hold" nodeType="withGroup">
                            <p:stCondLst>
                              <p:cond delay="0"/>
                            </p:stCondLst>
                            <p:childTnLst>
                              <p:par>
                                <p:cTn id="107" presetID="23" presetClass="entr" presetSubtype="16" fill="hold" nodeType="clickEffect">
                                  <p:stCondLst>
                                    <p:cond delay="0"/>
                                  </p:stCondLst>
                                  <p:childTnLst>
                                    <p:set>
                                      <p:cBhvr>
                                        <p:cTn id="108" dur="1" fill="hold">
                                          <p:stCondLst>
                                            <p:cond delay="0"/>
                                          </p:stCondLst>
                                        </p:cTn>
                                        <p:tgtEl>
                                          <p:spTgt spid="86044"/>
                                        </p:tgtEl>
                                        <p:attrNameLst>
                                          <p:attrName>style.visibility</p:attrName>
                                        </p:attrNameLst>
                                      </p:cBhvr>
                                      <p:to>
                                        <p:strVal val="visible"/>
                                      </p:to>
                                    </p:set>
                                    <p:anim calcmode="lin" valueType="num">
                                      <p:cBhvr>
                                        <p:cTn id="109" dur="500" fill="hold"/>
                                        <p:tgtEl>
                                          <p:spTgt spid="86044"/>
                                        </p:tgtEl>
                                        <p:attrNameLst>
                                          <p:attrName>ppt_w</p:attrName>
                                        </p:attrNameLst>
                                      </p:cBhvr>
                                      <p:tavLst>
                                        <p:tav tm="0">
                                          <p:val>
                                            <p:fltVal val="0"/>
                                          </p:val>
                                        </p:tav>
                                        <p:tav tm="100000">
                                          <p:val>
                                            <p:strVal val="#ppt_w"/>
                                          </p:val>
                                        </p:tav>
                                      </p:tavLst>
                                    </p:anim>
                                    <p:anim calcmode="lin" valueType="num">
                                      <p:cBhvr>
                                        <p:cTn id="110" dur="500" fill="hold"/>
                                        <p:tgtEl>
                                          <p:spTgt spid="86044"/>
                                        </p:tgtEl>
                                        <p:attrNameLst>
                                          <p:attrName>ppt_h</p:attrName>
                                        </p:attrNameLst>
                                      </p:cBhvr>
                                      <p:tavLst>
                                        <p:tav tm="0">
                                          <p:val>
                                            <p:fltVal val="0"/>
                                          </p:val>
                                        </p:tav>
                                        <p:tav tm="100000">
                                          <p:val>
                                            <p:strVal val="#ppt_h"/>
                                          </p:val>
                                        </p:tav>
                                      </p:tavLst>
                                    </p:anim>
                                  </p:childTnLst>
                                </p:cTn>
                              </p:par>
                            </p:childTnLst>
                          </p:cTn>
                        </p:par>
                      </p:childTnLst>
                    </p:cTn>
                  </p:par>
                  <p:par>
                    <p:cTn id="111" fill="hold" nodeType="clickPar">
                      <p:stCondLst>
                        <p:cond delay="indefinite"/>
                      </p:stCondLst>
                      <p:childTnLst>
                        <p:par>
                          <p:cTn id="112" fill="hold" nodeType="withGroup">
                            <p:stCondLst>
                              <p:cond delay="0"/>
                            </p:stCondLst>
                            <p:childTnLst>
                              <p:par>
                                <p:cTn id="113" presetID="23" presetClass="entr" presetSubtype="16" fill="hold" nodeType="clickEffect">
                                  <p:stCondLst>
                                    <p:cond delay="0"/>
                                  </p:stCondLst>
                                  <p:childTnLst>
                                    <p:set>
                                      <p:cBhvr>
                                        <p:cTn id="114" dur="1" fill="hold">
                                          <p:stCondLst>
                                            <p:cond delay="0"/>
                                          </p:stCondLst>
                                        </p:cTn>
                                        <p:tgtEl>
                                          <p:spTgt spid="86036"/>
                                        </p:tgtEl>
                                        <p:attrNameLst>
                                          <p:attrName>style.visibility</p:attrName>
                                        </p:attrNameLst>
                                      </p:cBhvr>
                                      <p:to>
                                        <p:strVal val="visible"/>
                                      </p:to>
                                    </p:set>
                                    <p:anim calcmode="lin" valueType="num">
                                      <p:cBhvr>
                                        <p:cTn id="115" dur="500" fill="hold"/>
                                        <p:tgtEl>
                                          <p:spTgt spid="86036"/>
                                        </p:tgtEl>
                                        <p:attrNameLst>
                                          <p:attrName>ppt_w</p:attrName>
                                        </p:attrNameLst>
                                      </p:cBhvr>
                                      <p:tavLst>
                                        <p:tav tm="0">
                                          <p:val>
                                            <p:fltVal val="0"/>
                                          </p:val>
                                        </p:tav>
                                        <p:tav tm="100000">
                                          <p:val>
                                            <p:strVal val="#ppt_w"/>
                                          </p:val>
                                        </p:tav>
                                      </p:tavLst>
                                    </p:anim>
                                    <p:anim calcmode="lin" valueType="num">
                                      <p:cBhvr>
                                        <p:cTn id="116" dur="500" fill="hold"/>
                                        <p:tgtEl>
                                          <p:spTgt spid="86036"/>
                                        </p:tgtEl>
                                        <p:attrNameLst>
                                          <p:attrName>ppt_h</p:attrName>
                                        </p:attrNameLst>
                                      </p:cBhvr>
                                      <p:tavLst>
                                        <p:tav tm="0">
                                          <p:val>
                                            <p:fltVal val="0"/>
                                          </p:val>
                                        </p:tav>
                                        <p:tav tm="100000">
                                          <p:val>
                                            <p:strVal val="#ppt_h"/>
                                          </p:val>
                                        </p:tav>
                                      </p:tavLst>
                                    </p:anim>
                                  </p:childTnLst>
                                </p:cTn>
                              </p:par>
                            </p:childTnLst>
                          </p:cTn>
                        </p:par>
                      </p:childTnLst>
                    </p:cTn>
                  </p:par>
                  <p:par>
                    <p:cTn id="117" fill="hold" nodeType="clickPar">
                      <p:stCondLst>
                        <p:cond delay="indefinite"/>
                      </p:stCondLst>
                      <p:childTnLst>
                        <p:par>
                          <p:cTn id="118" fill="hold" nodeType="withGroup">
                            <p:stCondLst>
                              <p:cond delay="0"/>
                            </p:stCondLst>
                            <p:childTnLst>
                              <p:par>
                                <p:cTn id="119" presetID="23" presetClass="entr" presetSubtype="16" fill="hold" nodeType="clickEffect">
                                  <p:stCondLst>
                                    <p:cond delay="0"/>
                                  </p:stCondLst>
                                  <p:childTnLst>
                                    <p:set>
                                      <p:cBhvr>
                                        <p:cTn id="120" dur="1" fill="hold">
                                          <p:stCondLst>
                                            <p:cond delay="0"/>
                                          </p:stCondLst>
                                        </p:cTn>
                                        <p:tgtEl>
                                          <p:spTgt spid="86037"/>
                                        </p:tgtEl>
                                        <p:attrNameLst>
                                          <p:attrName>style.visibility</p:attrName>
                                        </p:attrNameLst>
                                      </p:cBhvr>
                                      <p:to>
                                        <p:strVal val="visible"/>
                                      </p:to>
                                    </p:set>
                                    <p:anim calcmode="lin" valueType="num">
                                      <p:cBhvr>
                                        <p:cTn id="121" dur="500" fill="hold"/>
                                        <p:tgtEl>
                                          <p:spTgt spid="86037"/>
                                        </p:tgtEl>
                                        <p:attrNameLst>
                                          <p:attrName>ppt_w</p:attrName>
                                        </p:attrNameLst>
                                      </p:cBhvr>
                                      <p:tavLst>
                                        <p:tav tm="0">
                                          <p:val>
                                            <p:fltVal val="0"/>
                                          </p:val>
                                        </p:tav>
                                        <p:tav tm="100000">
                                          <p:val>
                                            <p:strVal val="#ppt_w"/>
                                          </p:val>
                                        </p:tav>
                                      </p:tavLst>
                                    </p:anim>
                                    <p:anim calcmode="lin" valueType="num">
                                      <p:cBhvr>
                                        <p:cTn id="122" dur="500" fill="hold"/>
                                        <p:tgtEl>
                                          <p:spTgt spid="86037"/>
                                        </p:tgtEl>
                                        <p:attrNameLst>
                                          <p:attrName>ppt_h</p:attrName>
                                        </p:attrNameLst>
                                      </p:cBhvr>
                                      <p:tavLst>
                                        <p:tav tm="0">
                                          <p:val>
                                            <p:fltVal val="0"/>
                                          </p:val>
                                        </p:tav>
                                        <p:tav tm="100000">
                                          <p:val>
                                            <p:strVal val="#ppt_h"/>
                                          </p:val>
                                        </p:tav>
                                      </p:tavLst>
                                    </p:anim>
                                  </p:childTnLst>
                                </p:cTn>
                              </p:par>
                            </p:childTnLst>
                          </p:cTn>
                        </p:par>
                      </p:childTnLst>
                    </p:cTn>
                  </p:par>
                  <p:par>
                    <p:cTn id="123" fill="hold" nodeType="clickPar">
                      <p:stCondLst>
                        <p:cond delay="indefinite"/>
                      </p:stCondLst>
                      <p:childTnLst>
                        <p:par>
                          <p:cTn id="124" fill="hold" nodeType="withGroup">
                            <p:stCondLst>
                              <p:cond delay="0"/>
                            </p:stCondLst>
                            <p:childTnLst>
                              <p:par>
                                <p:cTn id="125" presetID="23" presetClass="entr" presetSubtype="16" fill="hold" nodeType="clickEffect">
                                  <p:stCondLst>
                                    <p:cond delay="0"/>
                                  </p:stCondLst>
                                  <p:childTnLst>
                                    <p:set>
                                      <p:cBhvr>
                                        <p:cTn id="126" dur="1" fill="hold">
                                          <p:stCondLst>
                                            <p:cond delay="0"/>
                                          </p:stCondLst>
                                        </p:cTn>
                                        <p:tgtEl>
                                          <p:spTgt spid="86038"/>
                                        </p:tgtEl>
                                        <p:attrNameLst>
                                          <p:attrName>style.visibility</p:attrName>
                                        </p:attrNameLst>
                                      </p:cBhvr>
                                      <p:to>
                                        <p:strVal val="visible"/>
                                      </p:to>
                                    </p:set>
                                    <p:anim calcmode="lin" valueType="num">
                                      <p:cBhvr>
                                        <p:cTn id="127" dur="500" fill="hold"/>
                                        <p:tgtEl>
                                          <p:spTgt spid="86038"/>
                                        </p:tgtEl>
                                        <p:attrNameLst>
                                          <p:attrName>ppt_w</p:attrName>
                                        </p:attrNameLst>
                                      </p:cBhvr>
                                      <p:tavLst>
                                        <p:tav tm="0">
                                          <p:val>
                                            <p:fltVal val="0"/>
                                          </p:val>
                                        </p:tav>
                                        <p:tav tm="100000">
                                          <p:val>
                                            <p:strVal val="#ppt_w"/>
                                          </p:val>
                                        </p:tav>
                                      </p:tavLst>
                                    </p:anim>
                                    <p:anim calcmode="lin" valueType="num">
                                      <p:cBhvr>
                                        <p:cTn id="128" dur="500" fill="hold"/>
                                        <p:tgtEl>
                                          <p:spTgt spid="86038"/>
                                        </p:tgtEl>
                                        <p:attrNameLst>
                                          <p:attrName>ppt_h</p:attrName>
                                        </p:attrNameLst>
                                      </p:cBhvr>
                                      <p:tavLst>
                                        <p:tav tm="0">
                                          <p:val>
                                            <p:fltVal val="0"/>
                                          </p:val>
                                        </p:tav>
                                        <p:tav tm="100000">
                                          <p:val>
                                            <p:strVal val="#ppt_h"/>
                                          </p:val>
                                        </p:tav>
                                      </p:tavLst>
                                    </p:anim>
                                  </p:childTnLst>
                                </p:cTn>
                              </p:par>
                            </p:childTnLst>
                          </p:cTn>
                        </p:par>
                      </p:childTnLst>
                    </p:cTn>
                  </p:par>
                  <p:par>
                    <p:cTn id="129" fill="hold" nodeType="clickPar">
                      <p:stCondLst>
                        <p:cond delay="indefinite"/>
                      </p:stCondLst>
                      <p:childTnLst>
                        <p:par>
                          <p:cTn id="130" fill="hold" nodeType="withGroup">
                            <p:stCondLst>
                              <p:cond delay="0"/>
                            </p:stCondLst>
                            <p:childTnLst>
                              <p:par>
                                <p:cTn id="131" presetID="23" presetClass="entr" presetSubtype="16" fill="hold" nodeType="clickEffect">
                                  <p:stCondLst>
                                    <p:cond delay="0"/>
                                  </p:stCondLst>
                                  <p:childTnLst>
                                    <p:set>
                                      <p:cBhvr>
                                        <p:cTn id="132" dur="1" fill="hold">
                                          <p:stCondLst>
                                            <p:cond delay="0"/>
                                          </p:stCondLst>
                                        </p:cTn>
                                        <p:tgtEl>
                                          <p:spTgt spid="86039"/>
                                        </p:tgtEl>
                                        <p:attrNameLst>
                                          <p:attrName>style.visibility</p:attrName>
                                        </p:attrNameLst>
                                      </p:cBhvr>
                                      <p:to>
                                        <p:strVal val="visible"/>
                                      </p:to>
                                    </p:set>
                                    <p:anim calcmode="lin" valueType="num">
                                      <p:cBhvr>
                                        <p:cTn id="133" dur="500" fill="hold"/>
                                        <p:tgtEl>
                                          <p:spTgt spid="86039"/>
                                        </p:tgtEl>
                                        <p:attrNameLst>
                                          <p:attrName>ppt_w</p:attrName>
                                        </p:attrNameLst>
                                      </p:cBhvr>
                                      <p:tavLst>
                                        <p:tav tm="0">
                                          <p:val>
                                            <p:fltVal val="0"/>
                                          </p:val>
                                        </p:tav>
                                        <p:tav tm="100000">
                                          <p:val>
                                            <p:strVal val="#ppt_w"/>
                                          </p:val>
                                        </p:tav>
                                      </p:tavLst>
                                    </p:anim>
                                    <p:anim calcmode="lin" valueType="num">
                                      <p:cBhvr>
                                        <p:cTn id="134" dur="500" fill="hold"/>
                                        <p:tgtEl>
                                          <p:spTgt spid="86039"/>
                                        </p:tgtEl>
                                        <p:attrNameLst>
                                          <p:attrName>ppt_h</p:attrName>
                                        </p:attrNameLst>
                                      </p:cBhvr>
                                      <p:tavLst>
                                        <p:tav tm="0">
                                          <p:val>
                                            <p:fltVal val="0"/>
                                          </p:val>
                                        </p:tav>
                                        <p:tav tm="100000">
                                          <p:val>
                                            <p:strVal val="#ppt_h"/>
                                          </p:val>
                                        </p:tav>
                                      </p:tavLst>
                                    </p:anim>
                                  </p:childTnLst>
                                </p:cTn>
                              </p:par>
                            </p:childTnLst>
                          </p:cTn>
                        </p:par>
                      </p:childTnLst>
                    </p:cTn>
                  </p:par>
                  <p:par>
                    <p:cTn id="135" fill="hold" nodeType="clickPar">
                      <p:stCondLst>
                        <p:cond delay="indefinite"/>
                      </p:stCondLst>
                      <p:childTnLst>
                        <p:par>
                          <p:cTn id="136" fill="hold" nodeType="withGroup">
                            <p:stCondLst>
                              <p:cond delay="0"/>
                            </p:stCondLst>
                            <p:childTnLst>
                              <p:par>
                                <p:cTn id="137" presetID="23" presetClass="entr" presetSubtype="16" fill="hold" nodeType="clickEffect">
                                  <p:stCondLst>
                                    <p:cond delay="0"/>
                                  </p:stCondLst>
                                  <p:childTnLst>
                                    <p:set>
                                      <p:cBhvr>
                                        <p:cTn id="138" dur="1" fill="hold">
                                          <p:stCondLst>
                                            <p:cond delay="0"/>
                                          </p:stCondLst>
                                        </p:cTn>
                                        <p:tgtEl>
                                          <p:spTgt spid="86045"/>
                                        </p:tgtEl>
                                        <p:attrNameLst>
                                          <p:attrName>style.visibility</p:attrName>
                                        </p:attrNameLst>
                                      </p:cBhvr>
                                      <p:to>
                                        <p:strVal val="visible"/>
                                      </p:to>
                                    </p:set>
                                    <p:anim calcmode="lin" valueType="num">
                                      <p:cBhvr>
                                        <p:cTn id="139" dur="500" fill="hold"/>
                                        <p:tgtEl>
                                          <p:spTgt spid="86045"/>
                                        </p:tgtEl>
                                        <p:attrNameLst>
                                          <p:attrName>ppt_w</p:attrName>
                                        </p:attrNameLst>
                                      </p:cBhvr>
                                      <p:tavLst>
                                        <p:tav tm="0">
                                          <p:val>
                                            <p:fltVal val="0"/>
                                          </p:val>
                                        </p:tav>
                                        <p:tav tm="100000">
                                          <p:val>
                                            <p:strVal val="#ppt_w"/>
                                          </p:val>
                                        </p:tav>
                                      </p:tavLst>
                                    </p:anim>
                                    <p:anim calcmode="lin" valueType="num">
                                      <p:cBhvr>
                                        <p:cTn id="140" dur="500" fill="hold"/>
                                        <p:tgtEl>
                                          <p:spTgt spid="86045"/>
                                        </p:tgtEl>
                                        <p:attrNameLst>
                                          <p:attrName>ppt_h</p:attrName>
                                        </p:attrNameLst>
                                      </p:cBhvr>
                                      <p:tavLst>
                                        <p:tav tm="0">
                                          <p:val>
                                            <p:fltVal val="0"/>
                                          </p:val>
                                        </p:tav>
                                        <p:tav tm="100000">
                                          <p:val>
                                            <p:strVal val="#ppt_h"/>
                                          </p:val>
                                        </p:tav>
                                      </p:tavLst>
                                    </p:anim>
                                  </p:childTnLst>
                                </p:cTn>
                              </p:par>
                            </p:childTnLst>
                          </p:cTn>
                        </p:par>
                      </p:childTnLst>
                    </p:cTn>
                  </p:par>
                  <p:par>
                    <p:cTn id="141" fill="hold" nodeType="clickPar">
                      <p:stCondLst>
                        <p:cond delay="indefinite"/>
                      </p:stCondLst>
                      <p:childTnLst>
                        <p:par>
                          <p:cTn id="142" fill="hold" nodeType="withGroup">
                            <p:stCondLst>
                              <p:cond delay="0"/>
                            </p:stCondLst>
                            <p:childTnLst>
                              <p:par>
                                <p:cTn id="143" presetID="23" presetClass="entr" presetSubtype="16" fill="hold" nodeType="clickEffect">
                                  <p:stCondLst>
                                    <p:cond delay="0"/>
                                  </p:stCondLst>
                                  <p:childTnLst>
                                    <p:set>
                                      <p:cBhvr>
                                        <p:cTn id="144" dur="1" fill="hold">
                                          <p:stCondLst>
                                            <p:cond delay="0"/>
                                          </p:stCondLst>
                                        </p:cTn>
                                        <p:tgtEl>
                                          <p:spTgt spid="86035"/>
                                        </p:tgtEl>
                                        <p:attrNameLst>
                                          <p:attrName>style.visibility</p:attrName>
                                        </p:attrNameLst>
                                      </p:cBhvr>
                                      <p:to>
                                        <p:strVal val="visible"/>
                                      </p:to>
                                    </p:set>
                                    <p:anim calcmode="lin" valueType="num">
                                      <p:cBhvr>
                                        <p:cTn id="145" dur="500" fill="hold"/>
                                        <p:tgtEl>
                                          <p:spTgt spid="86035"/>
                                        </p:tgtEl>
                                        <p:attrNameLst>
                                          <p:attrName>ppt_w</p:attrName>
                                        </p:attrNameLst>
                                      </p:cBhvr>
                                      <p:tavLst>
                                        <p:tav tm="0">
                                          <p:val>
                                            <p:fltVal val="0"/>
                                          </p:val>
                                        </p:tav>
                                        <p:tav tm="100000">
                                          <p:val>
                                            <p:strVal val="#ppt_w"/>
                                          </p:val>
                                        </p:tav>
                                      </p:tavLst>
                                    </p:anim>
                                    <p:anim calcmode="lin" valueType="num">
                                      <p:cBhvr>
                                        <p:cTn id="146" dur="500" fill="hold"/>
                                        <p:tgtEl>
                                          <p:spTgt spid="86035"/>
                                        </p:tgtEl>
                                        <p:attrNameLst>
                                          <p:attrName>ppt_h</p:attrName>
                                        </p:attrNameLst>
                                      </p:cBhvr>
                                      <p:tavLst>
                                        <p:tav tm="0">
                                          <p:val>
                                            <p:fltVal val="0"/>
                                          </p:val>
                                        </p:tav>
                                        <p:tav tm="100000">
                                          <p:val>
                                            <p:strVal val="#ppt_h"/>
                                          </p:val>
                                        </p:tav>
                                      </p:tavLst>
                                    </p:anim>
                                  </p:childTnLst>
                                </p:cTn>
                              </p:par>
                            </p:childTnLst>
                          </p:cTn>
                        </p:par>
                        <p:par>
                          <p:cTn id="147" fill="hold" nodeType="afterGroup">
                            <p:stCondLst>
                              <p:cond delay="500"/>
                            </p:stCondLst>
                            <p:childTnLst>
                              <p:par>
                                <p:cTn id="148" presetID="23" presetClass="entr" presetSubtype="16" fill="hold" nodeType="afterEffect">
                                  <p:stCondLst>
                                    <p:cond delay="0"/>
                                  </p:stCondLst>
                                  <p:childTnLst>
                                    <p:set>
                                      <p:cBhvr>
                                        <p:cTn id="149" dur="1" fill="hold">
                                          <p:stCondLst>
                                            <p:cond delay="0"/>
                                          </p:stCondLst>
                                        </p:cTn>
                                        <p:tgtEl>
                                          <p:spTgt spid="86034"/>
                                        </p:tgtEl>
                                        <p:attrNameLst>
                                          <p:attrName>style.visibility</p:attrName>
                                        </p:attrNameLst>
                                      </p:cBhvr>
                                      <p:to>
                                        <p:strVal val="visible"/>
                                      </p:to>
                                    </p:set>
                                    <p:anim calcmode="lin" valueType="num">
                                      <p:cBhvr>
                                        <p:cTn id="150" dur="500" fill="hold"/>
                                        <p:tgtEl>
                                          <p:spTgt spid="86034"/>
                                        </p:tgtEl>
                                        <p:attrNameLst>
                                          <p:attrName>ppt_w</p:attrName>
                                        </p:attrNameLst>
                                      </p:cBhvr>
                                      <p:tavLst>
                                        <p:tav tm="0">
                                          <p:val>
                                            <p:fltVal val="0"/>
                                          </p:val>
                                        </p:tav>
                                        <p:tav tm="100000">
                                          <p:val>
                                            <p:strVal val="#ppt_w"/>
                                          </p:val>
                                        </p:tav>
                                      </p:tavLst>
                                    </p:anim>
                                    <p:anim calcmode="lin" valueType="num">
                                      <p:cBhvr>
                                        <p:cTn id="151" dur="500" fill="hold"/>
                                        <p:tgtEl>
                                          <p:spTgt spid="86034"/>
                                        </p:tgtEl>
                                        <p:attrNameLst>
                                          <p:attrName>ppt_h</p:attrName>
                                        </p:attrNameLst>
                                      </p:cBhvr>
                                      <p:tavLst>
                                        <p:tav tm="0">
                                          <p:val>
                                            <p:fltVal val="0"/>
                                          </p:val>
                                        </p:tav>
                                        <p:tav tm="100000">
                                          <p:val>
                                            <p:strVal val="#ppt_h"/>
                                          </p:val>
                                        </p:tav>
                                      </p:tavLst>
                                    </p:anim>
                                  </p:childTnLst>
                                </p:cTn>
                              </p:par>
                            </p:childTnLst>
                          </p:cTn>
                        </p:par>
                        <p:par>
                          <p:cTn id="152" fill="hold" nodeType="afterGroup">
                            <p:stCondLst>
                              <p:cond delay="1000"/>
                            </p:stCondLst>
                            <p:childTnLst>
                              <p:par>
                                <p:cTn id="153" presetID="23" presetClass="entr" presetSubtype="16" fill="hold" nodeType="afterEffect">
                                  <p:stCondLst>
                                    <p:cond delay="0"/>
                                  </p:stCondLst>
                                  <p:childTnLst>
                                    <p:set>
                                      <p:cBhvr>
                                        <p:cTn id="154" dur="1" fill="hold">
                                          <p:stCondLst>
                                            <p:cond delay="0"/>
                                          </p:stCondLst>
                                        </p:cTn>
                                        <p:tgtEl>
                                          <p:spTgt spid="86033"/>
                                        </p:tgtEl>
                                        <p:attrNameLst>
                                          <p:attrName>style.visibility</p:attrName>
                                        </p:attrNameLst>
                                      </p:cBhvr>
                                      <p:to>
                                        <p:strVal val="visible"/>
                                      </p:to>
                                    </p:set>
                                    <p:anim calcmode="lin" valueType="num">
                                      <p:cBhvr>
                                        <p:cTn id="155" dur="500" fill="hold"/>
                                        <p:tgtEl>
                                          <p:spTgt spid="86033"/>
                                        </p:tgtEl>
                                        <p:attrNameLst>
                                          <p:attrName>ppt_w</p:attrName>
                                        </p:attrNameLst>
                                      </p:cBhvr>
                                      <p:tavLst>
                                        <p:tav tm="0">
                                          <p:val>
                                            <p:fltVal val="0"/>
                                          </p:val>
                                        </p:tav>
                                        <p:tav tm="100000">
                                          <p:val>
                                            <p:strVal val="#ppt_w"/>
                                          </p:val>
                                        </p:tav>
                                      </p:tavLst>
                                    </p:anim>
                                    <p:anim calcmode="lin" valueType="num">
                                      <p:cBhvr>
                                        <p:cTn id="156" dur="500" fill="hold"/>
                                        <p:tgtEl>
                                          <p:spTgt spid="86033"/>
                                        </p:tgtEl>
                                        <p:attrNameLst>
                                          <p:attrName>ppt_h</p:attrName>
                                        </p:attrNameLst>
                                      </p:cBhvr>
                                      <p:tavLst>
                                        <p:tav tm="0">
                                          <p:val>
                                            <p:fltVal val="0"/>
                                          </p:val>
                                        </p:tav>
                                        <p:tav tm="100000">
                                          <p:val>
                                            <p:strVal val="#ppt_h"/>
                                          </p:val>
                                        </p:tav>
                                      </p:tavLst>
                                    </p:anim>
                                  </p:childTnLst>
                                </p:cTn>
                              </p:par>
                            </p:childTnLst>
                          </p:cTn>
                        </p:par>
                      </p:childTnLst>
                    </p:cTn>
                  </p:par>
                  <p:par>
                    <p:cTn id="157" fill="hold" nodeType="clickPar">
                      <p:stCondLst>
                        <p:cond delay="indefinite"/>
                      </p:stCondLst>
                      <p:childTnLst>
                        <p:par>
                          <p:cTn id="158" fill="hold" nodeType="withGroup">
                            <p:stCondLst>
                              <p:cond delay="0"/>
                            </p:stCondLst>
                            <p:childTnLst>
                              <p:par>
                                <p:cTn id="159" presetID="23" presetClass="entr" presetSubtype="16" fill="hold" nodeType="clickEffect">
                                  <p:stCondLst>
                                    <p:cond delay="0"/>
                                  </p:stCondLst>
                                  <p:childTnLst>
                                    <p:set>
                                      <p:cBhvr>
                                        <p:cTn id="160" dur="1" fill="hold">
                                          <p:stCondLst>
                                            <p:cond delay="0"/>
                                          </p:stCondLst>
                                        </p:cTn>
                                        <p:tgtEl>
                                          <p:spTgt spid="86032"/>
                                        </p:tgtEl>
                                        <p:attrNameLst>
                                          <p:attrName>style.visibility</p:attrName>
                                        </p:attrNameLst>
                                      </p:cBhvr>
                                      <p:to>
                                        <p:strVal val="visible"/>
                                      </p:to>
                                    </p:set>
                                    <p:anim calcmode="lin" valueType="num">
                                      <p:cBhvr>
                                        <p:cTn id="161" dur="500" fill="hold"/>
                                        <p:tgtEl>
                                          <p:spTgt spid="86032"/>
                                        </p:tgtEl>
                                        <p:attrNameLst>
                                          <p:attrName>ppt_w</p:attrName>
                                        </p:attrNameLst>
                                      </p:cBhvr>
                                      <p:tavLst>
                                        <p:tav tm="0">
                                          <p:val>
                                            <p:fltVal val="0"/>
                                          </p:val>
                                        </p:tav>
                                        <p:tav tm="100000">
                                          <p:val>
                                            <p:strVal val="#ppt_w"/>
                                          </p:val>
                                        </p:tav>
                                      </p:tavLst>
                                    </p:anim>
                                    <p:anim calcmode="lin" valueType="num">
                                      <p:cBhvr>
                                        <p:cTn id="162" dur="500" fill="hold"/>
                                        <p:tgtEl>
                                          <p:spTgt spid="86032"/>
                                        </p:tgtEl>
                                        <p:attrNameLst>
                                          <p:attrName>ppt_h</p:attrName>
                                        </p:attrNameLst>
                                      </p:cBhvr>
                                      <p:tavLst>
                                        <p:tav tm="0">
                                          <p:val>
                                            <p:fltVal val="0"/>
                                          </p:val>
                                        </p:tav>
                                        <p:tav tm="100000">
                                          <p:val>
                                            <p:strVal val="#ppt_h"/>
                                          </p:val>
                                        </p:tav>
                                      </p:tavLst>
                                    </p:anim>
                                  </p:childTnLst>
                                </p:cTn>
                              </p:par>
                            </p:childTnLst>
                          </p:cTn>
                        </p:par>
                      </p:childTnLst>
                    </p:cTn>
                  </p:par>
                  <p:par>
                    <p:cTn id="163" fill="hold" nodeType="clickPar">
                      <p:stCondLst>
                        <p:cond delay="indefinite"/>
                      </p:stCondLst>
                      <p:childTnLst>
                        <p:par>
                          <p:cTn id="164" fill="hold" nodeType="withGroup">
                            <p:stCondLst>
                              <p:cond delay="0"/>
                            </p:stCondLst>
                            <p:childTnLst>
                              <p:par>
                                <p:cTn id="165" presetID="23" presetClass="entr" presetSubtype="16" fill="hold" nodeType="clickEffect">
                                  <p:stCondLst>
                                    <p:cond delay="0"/>
                                  </p:stCondLst>
                                  <p:childTnLst>
                                    <p:set>
                                      <p:cBhvr>
                                        <p:cTn id="166" dur="1" fill="hold">
                                          <p:stCondLst>
                                            <p:cond delay="0"/>
                                          </p:stCondLst>
                                        </p:cTn>
                                        <p:tgtEl>
                                          <p:spTgt spid="86046"/>
                                        </p:tgtEl>
                                        <p:attrNameLst>
                                          <p:attrName>style.visibility</p:attrName>
                                        </p:attrNameLst>
                                      </p:cBhvr>
                                      <p:to>
                                        <p:strVal val="visible"/>
                                      </p:to>
                                    </p:set>
                                    <p:anim calcmode="lin" valueType="num">
                                      <p:cBhvr>
                                        <p:cTn id="167" dur="500" fill="hold"/>
                                        <p:tgtEl>
                                          <p:spTgt spid="86046"/>
                                        </p:tgtEl>
                                        <p:attrNameLst>
                                          <p:attrName>ppt_w</p:attrName>
                                        </p:attrNameLst>
                                      </p:cBhvr>
                                      <p:tavLst>
                                        <p:tav tm="0">
                                          <p:val>
                                            <p:fltVal val="0"/>
                                          </p:val>
                                        </p:tav>
                                        <p:tav tm="100000">
                                          <p:val>
                                            <p:strVal val="#ppt_w"/>
                                          </p:val>
                                        </p:tav>
                                      </p:tavLst>
                                    </p:anim>
                                    <p:anim calcmode="lin" valueType="num">
                                      <p:cBhvr>
                                        <p:cTn id="168" dur="500" fill="hold"/>
                                        <p:tgtEl>
                                          <p:spTgt spid="86046"/>
                                        </p:tgtEl>
                                        <p:attrNameLst>
                                          <p:attrName>ppt_h</p:attrName>
                                        </p:attrNameLst>
                                      </p:cBhvr>
                                      <p:tavLst>
                                        <p:tav tm="0">
                                          <p:val>
                                            <p:fltVal val="0"/>
                                          </p:val>
                                        </p:tav>
                                        <p:tav tm="100000">
                                          <p:val>
                                            <p:strVal val="#ppt_h"/>
                                          </p:val>
                                        </p:tav>
                                      </p:tavLst>
                                    </p:anim>
                                  </p:childTnLst>
                                </p:cTn>
                              </p:par>
                            </p:childTnLst>
                          </p:cTn>
                        </p:par>
                      </p:childTnLst>
                    </p:cTn>
                  </p:par>
                  <p:par>
                    <p:cTn id="169" fill="hold" nodeType="clickPar">
                      <p:stCondLst>
                        <p:cond delay="indefinite"/>
                      </p:stCondLst>
                      <p:childTnLst>
                        <p:par>
                          <p:cTn id="170" fill="hold" nodeType="withGroup">
                            <p:stCondLst>
                              <p:cond delay="0"/>
                            </p:stCondLst>
                            <p:childTnLst>
                              <p:par>
                                <p:cTn id="171" presetID="23" presetClass="entr" presetSubtype="16" fill="hold" nodeType="clickEffect">
                                  <p:stCondLst>
                                    <p:cond delay="0"/>
                                  </p:stCondLst>
                                  <p:childTnLst>
                                    <p:set>
                                      <p:cBhvr>
                                        <p:cTn id="172" dur="1" fill="hold">
                                          <p:stCondLst>
                                            <p:cond delay="0"/>
                                          </p:stCondLst>
                                        </p:cTn>
                                        <p:tgtEl>
                                          <p:spTgt spid="86047"/>
                                        </p:tgtEl>
                                        <p:attrNameLst>
                                          <p:attrName>style.visibility</p:attrName>
                                        </p:attrNameLst>
                                      </p:cBhvr>
                                      <p:to>
                                        <p:strVal val="visible"/>
                                      </p:to>
                                    </p:set>
                                    <p:anim calcmode="lin" valueType="num">
                                      <p:cBhvr>
                                        <p:cTn id="173" dur="500" fill="hold"/>
                                        <p:tgtEl>
                                          <p:spTgt spid="86047"/>
                                        </p:tgtEl>
                                        <p:attrNameLst>
                                          <p:attrName>ppt_w</p:attrName>
                                        </p:attrNameLst>
                                      </p:cBhvr>
                                      <p:tavLst>
                                        <p:tav tm="0">
                                          <p:val>
                                            <p:fltVal val="0"/>
                                          </p:val>
                                        </p:tav>
                                        <p:tav tm="100000">
                                          <p:val>
                                            <p:strVal val="#ppt_w"/>
                                          </p:val>
                                        </p:tav>
                                      </p:tavLst>
                                    </p:anim>
                                    <p:anim calcmode="lin" valueType="num">
                                      <p:cBhvr>
                                        <p:cTn id="174" dur="500" fill="hold"/>
                                        <p:tgtEl>
                                          <p:spTgt spid="8604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18"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8" name="日期占位符 1">
            <a:extLst>
              <a:ext uri="{FF2B5EF4-FFF2-40B4-BE49-F238E27FC236}">
                <a16:creationId xmlns:a16="http://schemas.microsoft.com/office/drawing/2014/main" id="{748655C4-388B-43C0-BF4D-D6860538C562}"/>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5C16757-A51D-45E8-BDD2-489656E57875}" type="datetime1">
              <a:rPr lang="zh-CN" altLang="en-US" smtClean="0"/>
              <a:pPr eaLnBrk="1" hangingPunct="1"/>
              <a:t>2025/2/28</a:t>
            </a:fld>
            <a:endParaRPr lang="en-US" altLang="zh-CN"/>
          </a:p>
        </p:txBody>
      </p:sp>
      <p:sp>
        <p:nvSpPr>
          <p:cNvPr id="18439" name="页脚占位符 2">
            <a:extLst>
              <a:ext uri="{FF2B5EF4-FFF2-40B4-BE49-F238E27FC236}">
                <a16:creationId xmlns:a16="http://schemas.microsoft.com/office/drawing/2014/main" id="{142DF518-6B66-4845-AE58-D5C357E1362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(共20页)</a:t>
            </a:r>
          </a:p>
        </p:txBody>
      </p:sp>
      <p:sp>
        <p:nvSpPr>
          <p:cNvPr id="18440" name="灯片编号占位符 3">
            <a:extLst>
              <a:ext uri="{FF2B5EF4-FFF2-40B4-BE49-F238E27FC236}">
                <a16:creationId xmlns:a16="http://schemas.microsoft.com/office/drawing/2014/main" id="{6D0EAABE-9928-4B7B-B102-2D22B52991B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0F8137E-9FA9-4C2D-B489-BE24C16D2350}" type="slidenum">
              <a:rPr lang="en-US" altLang="zh-CN"/>
              <a:pPr eaLnBrk="1" hangingPunct="1"/>
              <a:t>26</a:t>
            </a:fld>
            <a:endParaRPr lang="en-US" altLang="zh-CN"/>
          </a:p>
        </p:txBody>
      </p:sp>
      <p:sp>
        <p:nvSpPr>
          <p:cNvPr id="87042" name="WordArt 2">
            <a:extLst>
              <a:ext uri="{FF2B5EF4-FFF2-40B4-BE49-F238E27FC236}">
                <a16:creationId xmlns:a16="http://schemas.microsoft.com/office/drawing/2014/main" id="{571DE077-547A-4C86-8033-A3E17851D07F}"/>
              </a:ext>
            </a:extLst>
          </p:cNvPr>
          <p:cNvSpPr>
            <a:spLocks noChangeArrowheads="1" noChangeShapeType="1" noTextEdit="1"/>
          </p:cNvSpPr>
          <p:nvPr/>
        </p:nvSpPr>
        <p:spPr bwMode="black">
          <a:xfrm>
            <a:off x="747713" y="503238"/>
            <a:ext cx="1728787" cy="719137"/>
          </a:xfrm>
          <a:prstGeom prst="rect">
            <a:avLst/>
          </a:prstGeom>
        </p:spPr>
        <p:txBody>
          <a:bodyPr wrap="none" fromWordArt="1">
            <a:prstTxWarp prst="textDeflate">
              <a:avLst>
                <a:gd name="adj" fmla="val 18750"/>
              </a:avLst>
            </a:prstTxWarp>
          </a:bodyPr>
          <a:lstStyle/>
          <a:p>
            <a:pPr algn="ctr"/>
            <a:r>
              <a:rPr lang="zh-CN" altLang="en-US" sz="2800" kern="10">
                <a:ln w="12700">
                  <a:solidFill>
                    <a:srgbClr val="B2B2B2"/>
                  </a:solidFill>
                  <a:round/>
                  <a:headEnd/>
                  <a:tailEnd/>
                </a:ln>
                <a:solidFill>
                  <a:srgbClr val="FF3300"/>
                </a:solidFill>
                <a:effectLst>
                  <a:outerShdw dist="35921" dir="2700000" sy="50000" rotWithShape="0">
                    <a:srgbClr val="875B0D">
                      <a:alpha val="70000"/>
                    </a:srgbClr>
                  </a:outerShdw>
                </a:effectLst>
                <a:latin typeface="宋体" panose="02010600030101010101" pitchFamily="2" charset="-122"/>
              </a:rPr>
              <a:t>练一练</a:t>
            </a:r>
          </a:p>
        </p:txBody>
      </p:sp>
      <p:sp>
        <p:nvSpPr>
          <p:cNvPr id="87043" name="Text Box 3">
            <a:extLst>
              <a:ext uri="{FF2B5EF4-FFF2-40B4-BE49-F238E27FC236}">
                <a16:creationId xmlns:a16="http://schemas.microsoft.com/office/drawing/2014/main" id="{70107116-1CEE-40D7-A85C-1118C18CA977}"/>
              </a:ext>
            </a:extLst>
          </p:cNvPr>
          <p:cNvSpPr txBox="1">
            <a:spLocks noChangeArrowheads="1"/>
          </p:cNvSpPr>
          <p:nvPr/>
        </p:nvSpPr>
        <p:spPr bwMode="auto">
          <a:xfrm>
            <a:off x="963613" y="1511300"/>
            <a:ext cx="1008062"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200" b="1"/>
              <a:t>计算</a:t>
            </a:r>
          </a:p>
        </p:txBody>
      </p:sp>
      <p:graphicFrame>
        <p:nvGraphicFramePr>
          <p:cNvPr id="87044" name="Object 4">
            <a:extLst>
              <a:ext uri="{FF2B5EF4-FFF2-40B4-BE49-F238E27FC236}">
                <a16:creationId xmlns:a16="http://schemas.microsoft.com/office/drawing/2014/main" id="{81655E3E-34E0-401F-8636-20FBC4545132}"/>
              </a:ext>
            </a:extLst>
          </p:cNvPr>
          <p:cNvGraphicFramePr>
            <a:graphicFrameLocks noChangeAspect="1"/>
          </p:cNvGraphicFramePr>
          <p:nvPr/>
        </p:nvGraphicFramePr>
        <p:xfrm>
          <a:off x="1395413" y="2232025"/>
          <a:ext cx="2520950" cy="1417638"/>
        </p:xfrm>
        <a:graphic>
          <a:graphicData uri="http://schemas.openxmlformats.org/presentationml/2006/ole">
            <mc:AlternateContent xmlns:mc="http://schemas.openxmlformats.org/markup-compatibility/2006">
              <mc:Choice xmlns:v="urn:schemas-microsoft-com:vml" Requires="v">
                <p:oleObj spid="_x0000_s25618" name="Equation" r:id="rId3" imgW="812520" imgH="457200" progId="Equation.DSMT4">
                  <p:embed/>
                </p:oleObj>
              </mc:Choice>
              <mc:Fallback>
                <p:oleObj name="Equation" r:id="rId3" imgW="812520" imgH="457200" progId="Equation.DSMT4">
                  <p:embed/>
                  <p:pic>
                    <p:nvPicPr>
                      <p:cNvPr id="87044" name="Object 4">
                        <a:extLst>
                          <a:ext uri="{FF2B5EF4-FFF2-40B4-BE49-F238E27FC236}">
                            <a16:creationId xmlns:a16="http://schemas.microsoft.com/office/drawing/2014/main" id="{81655E3E-34E0-401F-8636-20FBC454513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95413" y="2232025"/>
                        <a:ext cx="2520950" cy="1417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7045" name="Object 5">
            <a:extLst>
              <a:ext uri="{FF2B5EF4-FFF2-40B4-BE49-F238E27FC236}">
                <a16:creationId xmlns:a16="http://schemas.microsoft.com/office/drawing/2014/main" id="{DCEB6A1C-E30E-41B6-85C2-3E2A74AF690D}"/>
              </a:ext>
            </a:extLst>
          </p:cNvPr>
          <p:cNvGraphicFramePr>
            <a:graphicFrameLocks noChangeAspect="1"/>
          </p:cNvGraphicFramePr>
          <p:nvPr/>
        </p:nvGraphicFramePr>
        <p:xfrm>
          <a:off x="1547813" y="4005263"/>
          <a:ext cx="2162175" cy="2198687"/>
        </p:xfrm>
        <a:graphic>
          <a:graphicData uri="http://schemas.openxmlformats.org/presentationml/2006/ole">
            <mc:AlternateContent xmlns:mc="http://schemas.openxmlformats.org/markup-compatibility/2006">
              <mc:Choice xmlns:v="urn:schemas-microsoft-com:vml" Requires="v">
                <p:oleObj spid="_x0000_s25619" name="Equation" r:id="rId5" imgW="672840" imgH="711000" progId="Equation.DSMT4">
                  <p:embed/>
                </p:oleObj>
              </mc:Choice>
              <mc:Fallback>
                <p:oleObj name="Equation" r:id="rId5" imgW="672840" imgH="711000" progId="Equation.DSMT4">
                  <p:embed/>
                  <p:pic>
                    <p:nvPicPr>
                      <p:cNvPr id="87045" name="Object 5">
                        <a:extLst>
                          <a:ext uri="{FF2B5EF4-FFF2-40B4-BE49-F238E27FC236}">
                            <a16:creationId xmlns:a16="http://schemas.microsoft.com/office/drawing/2014/main" id="{DCEB6A1C-E30E-41B6-85C2-3E2A74AF690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47813" y="4005263"/>
                        <a:ext cx="2162175" cy="2198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7046" name="Object 6">
            <a:extLst>
              <a:ext uri="{FF2B5EF4-FFF2-40B4-BE49-F238E27FC236}">
                <a16:creationId xmlns:a16="http://schemas.microsoft.com/office/drawing/2014/main" id="{12200DCD-245E-4CCC-A3CB-7B52736CD0AA}"/>
              </a:ext>
            </a:extLst>
          </p:cNvPr>
          <p:cNvGraphicFramePr>
            <a:graphicFrameLocks noChangeAspect="1"/>
          </p:cNvGraphicFramePr>
          <p:nvPr/>
        </p:nvGraphicFramePr>
        <p:xfrm>
          <a:off x="4419600" y="2590800"/>
          <a:ext cx="946150" cy="657225"/>
        </p:xfrm>
        <a:graphic>
          <a:graphicData uri="http://schemas.openxmlformats.org/presentationml/2006/ole">
            <mc:AlternateContent xmlns:mc="http://schemas.openxmlformats.org/markup-compatibility/2006">
              <mc:Choice xmlns:v="urn:schemas-microsoft-com:vml" Requires="v">
                <p:oleObj spid="_x0000_s25620" name="Equation" r:id="rId7" imgW="291960" imgH="203040" progId="Equation.DSMT4">
                  <p:embed/>
                </p:oleObj>
              </mc:Choice>
              <mc:Fallback>
                <p:oleObj name="Equation" r:id="rId7" imgW="291960" imgH="203040" progId="Equation.DSMT4">
                  <p:embed/>
                  <p:pic>
                    <p:nvPicPr>
                      <p:cNvPr id="87046" name="Object 6">
                        <a:extLst>
                          <a:ext uri="{FF2B5EF4-FFF2-40B4-BE49-F238E27FC236}">
                            <a16:creationId xmlns:a16="http://schemas.microsoft.com/office/drawing/2014/main" id="{12200DCD-245E-4CCC-A3CB-7B52736CD0A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19600" y="2590800"/>
                        <a:ext cx="946150" cy="657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7047" name="Object 7">
            <a:extLst>
              <a:ext uri="{FF2B5EF4-FFF2-40B4-BE49-F238E27FC236}">
                <a16:creationId xmlns:a16="http://schemas.microsoft.com/office/drawing/2014/main" id="{598E8CF3-64C3-4B82-BB6E-FE1183998EC0}"/>
              </a:ext>
            </a:extLst>
          </p:cNvPr>
          <p:cNvGraphicFramePr>
            <a:graphicFrameLocks noChangeAspect="1"/>
          </p:cNvGraphicFramePr>
          <p:nvPr/>
        </p:nvGraphicFramePr>
        <p:xfrm>
          <a:off x="4502150" y="4792663"/>
          <a:ext cx="781050" cy="574675"/>
        </p:xfrm>
        <a:graphic>
          <a:graphicData uri="http://schemas.openxmlformats.org/presentationml/2006/ole">
            <mc:AlternateContent xmlns:mc="http://schemas.openxmlformats.org/markup-compatibility/2006">
              <mc:Choice xmlns:v="urn:schemas-microsoft-com:vml" Requires="v">
                <p:oleObj spid="_x0000_s25621" name="Equation" r:id="rId9" imgW="241200" imgH="177480" progId="Equation.DSMT4">
                  <p:embed/>
                </p:oleObj>
              </mc:Choice>
              <mc:Fallback>
                <p:oleObj name="Equation" r:id="rId9" imgW="241200" imgH="177480" progId="Equation.DSMT4">
                  <p:embed/>
                  <p:pic>
                    <p:nvPicPr>
                      <p:cNvPr id="87047" name="Object 7">
                        <a:extLst>
                          <a:ext uri="{FF2B5EF4-FFF2-40B4-BE49-F238E27FC236}">
                            <a16:creationId xmlns:a16="http://schemas.microsoft.com/office/drawing/2014/main" id="{598E8CF3-64C3-4B82-BB6E-FE1183998EC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02150" y="4792663"/>
                        <a:ext cx="781050" cy="574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9" presetClass="entr" presetSubtype="10" fill="hold" nodeType="clickEffect">
                                  <p:stCondLst>
                                    <p:cond delay="0"/>
                                  </p:stCondLst>
                                  <p:childTnLst>
                                    <p:set>
                                      <p:cBhvr>
                                        <p:cTn id="6" dur="1" fill="hold">
                                          <p:stCondLst>
                                            <p:cond delay="0"/>
                                          </p:stCondLst>
                                        </p:cTn>
                                        <p:tgtEl>
                                          <p:spTgt spid="87042"/>
                                        </p:tgtEl>
                                        <p:attrNameLst>
                                          <p:attrName>style.visibility</p:attrName>
                                        </p:attrNameLst>
                                      </p:cBhvr>
                                      <p:to>
                                        <p:strVal val="visible"/>
                                      </p:to>
                                    </p:set>
                                    <p:anim calcmode="lin" valueType="num">
                                      <p:cBhvr>
                                        <p:cTn id="7" dur="5000" fill="hold"/>
                                        <p:tgtEl>
                                          <p:spTgt spid="87042"/>
                                        </p:tgtEl>
                                        <p:attrNameLst>
                                          <p:attrName>ppt_w</p:attrName>
                                        </p:attrNameLst>
                                      </p:cBhvr>
                                      <p:tavLst>
                                        <p:tav tm="0" fmla="#ppt_w*sin(2.5*pi*$)">
                                          <p:val>
                                            <p:fltVal val="0"/>
                                          </p:val>
                                        </p:tav>
                                        <p:tav tm="100000">
                                          <p:val>
                                            <p:fltVal val="1"/>
                                          </p:val>
                                        </p:tav>
                                      </p:tavLst>
                                    </p:anim>
                                    <p:anim calcmode="lin" valueType="num">
                                      <p:cBhvr>
                                        <p:cTn id="8" dur="5000" fill="hold"/>
                                        <p:tgtEl>
                                          <p:spTgt spid="87042"/>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87043"/>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23" presetClass="entr" presetSubtype="16" fill="hold" nodeType="clickEffect">
                                  <p:stCondLst>
                                    <p:cond delay="0"/>
                                  </p:stCondLst>
                                  <p:childTnLst>
                                    <p:set>
                                      <p:cBhvr>
                                        <p:cTn id="16" dur="1" fill="hold">
                                          <p:stCondLst>
                                            <p:cond delay="0"/>
                                          </p:stCondLst>
                                        </p:cTn>
                                        <p:tgtEl>
                                          <p:spTgt spid="87044"/>
                                        </p:tgtEl>
                                        <p:attrNameLst>
                                          <p:attrName>style.visibility</p:attrName>
                                        </p:attrNameLst>
                                      </p:cBhvr>
                                      <p:to>
                                        <p:strVal val="visible"/>
                                      </p:to>
                                    </p:set>
                                    <p:anim calcmode="lin" valueType="num">
                                      <p:cBhvr>
                                        <p:cTn id="17" dur="1000" fill="hold"/>
                                        <p:tgtEl>
                                          <p:spTgt spid="87044"/>
                                        </p:tgtEl>
                                        <p:attrNameLst>
                                          <p:attrName>ppt_w</p:attrName>
                                        </p:attrNameLst>
                                      </p:cBhvr>
                                      <p:tavLst>
                                        <p:tav tm="0">
                                          <p:val>
                                            <p:fltVal val="0"/>
                                          </p:val>
                                        </p:tav>
                                        <p:tav tm="100000">
                                          <p:val>
                                            <p:strVal val="#ppt_w"/>
                                          </p:val>
                                        </p:tav>
                                      </p:tavLst>
                                    </p:anim>
                                    <p:anim calcmode="lin" valueType="num">
                                      <p:cBhvr>
                                        <p:cTn id="18" dur="1000" fill="hold"/>
                                        <p:tgtEl>
                                          <p:spTgt spid="87044"/>
                                        </p:tgtEl>
                                        <p:attrNameLst>
                                          <p:attrName>ppt_h</p:attrName>
                                        </p:attrNameLst>
                                      </p:cBhvr>
                                      <p:tavLst>
                                        <p:tav tm="0">
                                          <p:val>
                                            <p:fltVal val="0"/>
                                          </p:val>
                                        </p:tav>
                                        <p:tav tm="100000">
                                          <p:val>
                                            <p:strVal val="#ppt_h"/>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8704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3" presetClass="entr" presetSubtype="16" fill="hold" nodeType="clickEffect">
                                  <p:stCondLst>
                                    <p:cond delay="0"/>
                                  </p:stCondLst>
                                  <p:childTnLst>
                                    <p:set>
                                      <p:cBhvr>
                                        <p:cTn id="26" dur="1" fill="hold">
                                          <p:stCondLst>
                                            <p:cond delay="0"/>
                                          </p:stCondLst>
                                        </p:cTn>
                                        <p:tgtEl>
                                          <p:spTgt spid="87045"/>
                                        </p:tgtEl>
                                        <p:attrNameLst>
                                          <p:attrName>style.visibility</p:attrName>
                                        </p:attrNameLst>
                                      </p:cBhvr>
                                      <p:to>
                                        <p:strVal val="visible"/>
                                      </p:to>
                                    </p:set>
                                    <p:anim calcmode="lin" valueType="num">
                                      <p:cBhvr>
                                        <p:cTn id="27" dur="1000" fill="hold"/>
                                        <p:tgtEl>
                                          <p:spTgt spid="87045"/>
                                        </p:tgtEl>
                                        <p:attrNameLst>
                                          <p:attrName>ppt_w</p:attrName>
                                        </p:attrNameLst>
                                      </p:cBhvr>
                                      <p:tavLst>
                                        <p:tav tm="0">
                                          <p:val>
                                            <p:fltVal val="0"/>
                                          </p:val>
                                        </p:tav>
                                        <p:tav tm="100000">
                                          <p:val>
                                            <p:strVal val="#ppt_w"/>
                                          </p:val>
                                        </p:tav>
                                      </p:tavLst>
                                    </p:anim>
                                    <p:anim calcmode="lin" valueType="num">
                                      <p:cBhvr>
                                        <p:cTn id="28" dur="1000" fill="hold"/>
                                        <p:tgtEl>
                                          <p:spTgt spid="87045"/>
                                        </p:tgtEl>
                                        <p:attrNameLst>
                                          <p:attrName>ppt_h</p:attrName>
                                        </p:attrNameLst>
                                      </p:cBhvr>
                                      <p:tavLst>
                                        <p:tav tm="0">
                                          <p:val>
                                            <p:fltVal val="0"/>
                                          </p:val>
                                        </p:tav>
                                        <p:tav tm="100000">
                                          <p:val>
                                            <p:strVal val="#ppt_h"/>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499"/>
                                          </p:stCondLst>
                                        </p:cTn>
                                        <p:tgtEl>
                                          <p:spTgt spid="870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3"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zh-CN" altLang="en-US" sz="3600"/>
              <a:t>三、行列式的几何意义</a:t>
            </a:r>
          </a:p>
        </p:txBody>
      </p:sp>
      <p:sp>
        <p:nvSpPr>
          <p:cNvPr id="3" name="内容占位符 2"/>
          <p:cNvSpPr>
            <a:spLocks noGrp="1"/>
          </p:cNvSpPr>
          <p:nvPr>
            <p:ph idx="1"/>
          </p:nvPr>
        </p:nvSpPr>
        <p:spPr>
          <a:xfrm>
            <a:off x="457200" y="1412776"/>
            <a:ext cx="8229600" cy="1872208"/>
          </a:xfrm>
        </p:spPr>
        <p:txBody>
          <a:bodyPr>
            <a:normAutofit/>
          </a:bodyPr>
          <a:lstStyle/>
          <a:p>
            <a:pPr marL="0" indent="0">
              <a:lnSpc>
                <a:spcPct val="200000"/>
              </a:lnSpc>
              <a:buNone/>
            </a:pPr>
            <a:r>
              <a:rPr lang="zh-CN" altLang="en-US" sz="2400"/>
              <a:t>二维平面上向量               、             张成的平行四边形</a:t>
            </a:r>
            <a:r>
              <a:rPr lang="en-US" altLang="zh-CN" sz="2400" i="1">
                <a:latin typeface="Times New Roman" panose="02020603050405020304" pitchFamily="18" charset="0"/>
                <a:cs typeface="Times New Roman" panose="02020603050405020304" pitchFamily="18" charset="0"/>
              </a:rPr>
              <a:t>ABCD</a:t>
            </a:r>
            <a:r>
              <a:rPr lang="zh-CN" altLang="en-US" sz="2400"/>
              <a:t>的面积等于二阶行列式         的绝对值</a:t>
            </a:r>
            <a:r>
              <a:rPr lang="en-US" altLang="zh-CN" sz="2400"/>
              <a:t>.</a:t>
            </a:r>
            <a:endParaRPr lang="zh-CN" altLang="en-US" sz="2400"/>
          </a:p>
        </p:txBody>
      </p:sp>
      <p:graphicFrame>
        <p:nvGraphicFramePr>
          <p:cNvPr id="4" name="对象 3"/>
          <p:cNvGraphicFramePr>
            <a:graphicFrameLocks noChangeAspect="1"/>
          </p:cNvGraphicFramePr>
          <p:nvPr/>
        </p:nvGraphicFramePr>
        <p:xfrm>
          <a:off x="4505251" y="2132856"/>
          <a:ext cx="858837" cy="936625"/>
        </p:xfrm>
        <a:graphic>
          <a:graphicData uri="http://schemas.openxmlformats.org/presentationml/2006/ole">
            <mc:AlternateContent xmlns:mc="http://schemas.openxmlformats.org/markup-compatibility/2006">
              <mc:Choice xmlns:v="urn:schemas-microsoft-com:vml" Requires="v">
                <p:oleObj spid="_x0000_s26654" name="Equation" r:id="rId3" imgW="10058400" imgH="10972800" progId="Equation.DSMT4">
                  <p:embed/>
                </p:oleObj>
              </mc:Choice>
              <mc:Fallback>
                <p:oleObj name="Equation" r:id="rId3" imgW="10058400" imgH="10972800" progId="Equation.DSMT4">
                  <p:embed/>
                  <p:pic>
                    <p:nvPicPr>
                      <p:cNvPr id="0" name="图片 21639"/>
                      <p:cNvPicPr/>
                      <p:nvPr/>
                    </p:nvPicPr>
                    <p:blipFill>
                      <a:blip r:embed="rId4"/>
                      <a:stretch>
                        <a:fillRect/>
                      </a:stretch>
                    </p:blipFill>
                    <p:spPr>
                      <a:xfrm>
                        <a:off x="4505251" y="2132856"/>
                        <a:ext cx="858837" cy="936625"/>
                      </a:xfrm>
                      <a:prstGeom prst="rect">
                        <a:avLst/>
                      </a:prstGeom>
                    </p:spPr>
                  </p:pic>
                </p:oleObj>
              </mc:Fallback>
            </mc:AlternateContent>
          </a:graphicData>
        </a:graphic>
      </p:graphicFrame>
      <p:graphicFrame>
        <p:nvGraphicFramePr>
          <p:cNvPr id="5" name="对象 4"/>
          <p:cNvGraphicFramePr>
            <a:graphicFrameLocks noChangeAspect="1"/>
          </p:cNvGraphicFramePr>
          <p:nvPr/>
        </p:nvGraphicFramePr>
        <p:xfrm>
          <a:off x="2771800" y="1637556"/>
          <a:ext cx="1457325" cy="495300"/>
        </p:xfrm>
        <a:graphic>
          <a:graphicData uri="http://schemas.openxmlformats.org/presentationml/2006/ole">
            <mc:AlternateContent xmlns:mc="http://schemas.openxmlformats.org/markup-compatibility/2006">
              <mc:Choice xmlns:v="urn:schemas-microsoft-com:vml" Requires="v">
                <p:oleObj spid="_x0000_s26655" name="Equation" r:id="rId5" imgW="17068800" imgH="5791200" progId="Equation.DSMT4">
                  <p:embed/>
                </p:oleObj>
              </mc:Choice>
              <mc:Fallback>
                <p:oleObj name="Equation" r:id="rId5" imgW="17068800" imgH="5791200" progId="Equation.DSMT4">
                  <p:embed/>
                  <p:pic>
                    <p:nvPicPr>
                      <p:cNvPr id="0" name="图片 21640"/>
                      <p:cNvPicPr>
                        <a:picLocks noChangeAspect="1" noChangeArrowheads="1"/>
                      </p:cNvPicPr>
                      <p:nvPr/>
                    </p:nvPicPr>
                    <p:blipFill>
                      <a:blip r:embed="rId6"/>
                      <a:srcRect/>
                      <a:stretch>
                        <a:fillRect/>
                      </a:stretch>
                    </p:blipFill>
                    <p:spPr bwMode="auto">
                      <a:xfrm>
                        <a:off x="2771800" y="1637556"/>
                        <a:ext cx="1457325"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对象 6"/>
          <p:cNvGraphicFramePr>
            <a:graphicFrameLocks noChangeAspect="1"/>
          </p:cNvGraphicFramePr>
          <p:nvPr/>
        </p:nvGraphicFramePr>
        <p:xfrm>
          <a:off x="4430440" y="1637556"/>
          <a:ext cx="1509712" cy="495300"/>
        </p:xfrm>
        <a:graphic>
          <a:graphicData uri="http://schemas.openxmlformats.org/presentationml/2006/ole">
            <mc:AlternateContent xmlns:mc="http://schemas.openxmlformats.org/markup-compatibility/2006">
              <mc:Choice xmlns:v="urn:schemas-microsoft-com:vml" Requires="v">
                <p:oleObj spid="_x0000_s26656" name="Equation" r:id="rId7" imgW="17678400" imgH="5791200" progId="Equation.DSMT4">
                  <p:embed/>
                </p:oleObj>
              </mc:Choice>
              <mc:Fallback>
                <p:oleObj name="Equation" r:id="rId7" imgW="17678400" imgH="5791200" progId="Equation.DSMT4">
                  <p:embed/>
                  <p:pic>
                    <p:nvPicPr>
                      <p:cNvPr id="0" name="对象 4"/>
                      <p:cNvPicPr>
                        <a:picLocks noChangeAspect="1" noChangeArrowheads="1"/>
                      </p:cNvPicPr>
                      <p:nvPr/>
                    </p:nvPicPr>
                    <p:blipFill>
                      <a:blip r:embed="rId8"/>
                      <a:srcRect/>
                      <a:stretch>
                        <a:fillRect/>
                      </a:stretch>
                    </p:blipFill>
                    <p:spPr bwMode="auto">
                      <a:xfrm>
                        <a:off x="4430440" y="1637556"/>
                        <a:ext cx="1509712"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内容占位符 2"/>
          <p:cNvSpPr txBox="1"/>
          <p:nvPr/>
        </p:nvSpPr>
        <p:spPr>
          <a:xfrm>
            <a:off x="446856" y="3501008"/>
            <a:ext cx="8229600" cy="302433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60000"/>
              </a:lnSpc>
              <a:buFont typeface="Arial" panose="020B0604020202020204" pitchFamily="34" charset="0"/>
              <a:buNone/>
            </a:pPr>
            <a:r>
              <a:rPr lang="zh-CN" altLang="en-US" sz="2400"/>
              <a:t>三维空间中向量                 、               、               张成的平行六面体</a:t>
            </a:r>
            <a:r>
              <a:rPr lang="en-US" altLang="zh-CN" sz="2400" i="1">
                <a:latin typeface="Times New Roman" panose="02020603050405020304" pitchFamily="18" charset="0"/>
                <a:cs typeface="Times New Roman" panose="02020603050405020304" pitchFamily="18" charset="0"/>
              </a:rPr>
              <a:t>ABCD</a:t>
            </a:r>
            <a:r>
              <a:rPr lang="en-US" altLang="zh-CN" sz="2400" i="1">
                <a:latin typeface="Symbol" panose="05050102010706020507" pitchFamily="18" charset="2"/>
                <a:cs typeface="Times New Roman" panose="02020603050405020304" pitchFamily="18" charset="0"/>
              </a:rPr>
              <a:t>-</a:t>
            </a:r>
            <a:r>
              <a:rPr lang="en-US" altLang="zh-CN" sz="2400" i="1">
                <a:latin typeface="Times New Roman" panose="02020603050405020304" pitchFamily="18" charset="0"/>
                <a:cs typeface="Times New Roman" panose="02020603050405020304" pitchFamily="18" charset="0"/>
              </a:rPr>
              <a:t>A’B’C’D’ </a:t>
            </a:r>
            <a:r>
              <a:rPr lang="zh-CN" altLang="en-US" sz="2400"/>
              <a:t>的体积等于三阶行列式</a:t>
            </a:r>
            <a:endParaRPr lang="en-US" altLang="zh-CN" sz="2400"/>
          </a:p>
          <a:p>
            <a:pPr marL="0" indent="0">
              <a:buFont typeface="Arial" panose="020B0604020202020204" pitchFamily="34" charset="0"/>
              <a:buNone/>
            </a:pPr>
            <a:endParaRPr lang="en-US" altLang="zh-CN" sz="2400"/>
          </a:p>
          <a:p>
            <a:pPr marL="0" indent="0">
              <a:buFont typeface="Arial" panose="020B0604020202020204" pitchFamily="34" charset="0"/>
              <a:buNone/>
            </a:pPr>
            <a:r>
              <a:rPr lang="en-US" altLang="zh-CN" sz="2400"/>
              <a:t>             </a:t>
            </a:r>
            <a:r>
              <a:rPr lang="zh-CN" altLang="en-US" sz="2400"/>
              <a:t>的绝对值</a:t>
            </a:r>
            <a:r>
              <a:rPr lang="en-US" altLang="zh-CN" sz="2400"/>
              <a:t>.</a:t>
            </a:r>
            <a:endParaRPr lang="zh-CN" altLang="en-US" sz="2400"/>
          </a:p>
        </p:txBody>
      </p:sp>
      <p:graphicFrame>
        <p:nvGraphicFramePr>
          <p:cNvPr id="11" name="对象 10"/>
          <p:cNvGraphicFramePr>
            <a:graphicFrameLocks noChangeAspect="1"/>
          </p:cNvGraphicFramePr>
          <p:nvPr/>
        </p:nvGraphicFramePr>
        <p:xfrm>
          <a:off x="611560" y="4725144"/>
          <a:ext cx="1352550" cy="1457325"/>
        </p:xfrm>
        <a:graphic>
          <a:graphicData uri="http://schemas.openxmlformats.org/presentationml/2006/ole">
            <mc:AlternateContent xmlns:mc="http://schemas.openxmlformats.org/markup-compatibility/2006">
              <mc:Choice xmlns:v="urn:schemas-microsoft-com:vml" Requires="v">
                <p:oleObj spid="_x0000_s26657" name="Equation" r:id="rId9" imgW="15849600" imgH="17068800" progId="Equation.DSMT4">
                  <p:embed/>
                </p:oleObj>
              </mc:Choice>
              <mc:Fallback>
                <p:oleObj name="Equation" r:id="rId9" imgW="15849600" imgH="17068800" progId="Equation.DSMT4">
                  <p:embed/>
                  <p:pic>
                    <p:nvPicPr>
                      <p:cNvPr id="0" name="图片 21642"/>
                      <p:cNvPicPr/>
                      <p:nvPr/>
                    </p:nvPicPr>
                    <p:blipFill>
                      <a:blip r:embed="rId10"/>
                      <a:stretch>
                        <a:fillRect/>
                      </a:stretch>
                    </p:blipFill>
                    <p:spPr>
                      <a:xfrm>
                        <a:off x="611560" y="4725144"/>
                        <a:ext cx="1352550" cy="1457325"/>
                      </a:xfrm>
                      <a:prstGeom prst="rect">
                        <a:avLst/>
                      </a:prstGeom>
                    </p:spPr>
                  </p:pic>
                </p:oleObj>
              </mc:Fallback>
            </mc:AlternateContent>
          </a:graphicData>
        </a:graphic>
      </p:graphicFrame>
      <p:graphicFrame>
        <p:nvGraphicFramePr>
          <p:cNvPr id="12" name="对象 11"/>
          <p:cNvGraphicFramePr>
            <a:graphicFrameLocks noChangeAspect="1"/>
          </p:cNvGraphicFramePr>
          <p:nvPr/>
        </p:nvGraphicFramePr>
        <p:xfrm>
          <a:off x="2783904" y="3645024"/>
          <a:ext cx="1716088" cy="495300"/>
        </p:xfrm>
        <a:graphic>
          <a:graphicData uri="http://schemas.openxmlformats.org/presentationml/2006/ole">
            <mc:AlternateContent xmlns:mc="http://schemas.openxmlformats.org/markup-compatibility/2006">
              <mc:Choice xmlns:v="urn:schemas-microsoft-com:vml" Requires="v">
                <p:oleObj spid="_x0000_s26658" name="Equation" r:id="rId11" imgW="20116800" imgH="5791200" progId="Equation.DSMT4">
                  <p:embed/>
                </p:oleObj>
              </mc:Choice>
              <mc:Fallback>
                <p:oleObj name="Equation" r:id="rId11" imgW="20116800" imgH="5791200" progId="Equation.DSMT4">
                  <p:embed/>
                  <p:pic>
                    <p:nvPicPr>
                      <p:cNvPr id="0" name="图片 21643"/>
                      <p:cNvPicPr>
                        <a:picLocks noChangeAspect="1" noChangeArrowheads="1"/>
                      </p:cNvPicPr>
                      <p:nvPr/>
                    </p:nvPicPr>
                    <p:blipFill>
                      <a:blip r:embed="rId12"/>
                      <a:srcRect/>
                      <a:stretch>
                        <a:fillRect/>
                      </a:stretch>
                    </p:blipFill>
                    <p:spPr bwMode="auto">
                      <a:xfrm>
                        <a:off x="2783904" y="3645024"/>
                        <a:ext cx="1716088"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对象 13"/>
          <p:cNvGraphicFramePr>
            <a:graphicFrameLocks noChangeAspect="1"/>
          </p:cNvGraphicFramePr>
          <p:nvPr/>
        </p:nvGraphicFramePr>
        <p:xfrm>
          <a:off x="4572000" y="3645024"/>
          <a:ext cx="1871662" cy="495300"/>
        </p:xfrm>
        <a:graphic>
          <a:graphicData uri="http://schemas.openxmlformats.org/presentationml/2006/ole">
            <mc:AlternateContent xmlns:mc="http://schemas.openxmlformats.org/markup-compatibility/2006">
              <mc:Choice xmlns:v="urn:schemas-microsoft-com:vml" Requires="v">
                <p:oleObj spid="_x0000_s26659" name="Equation" r:id="rId13" imgW="21945600" imgH="5791200" progId="Equation.DSMT4">
                  <p:embed/>
                </p:oleObj>
              </mc:Choice>
              <mc:Fallback>
                <p:oleObj name="Equation" r:id="rId13" imgW="21945600" imgH="5791200" progId="Equation.DSMT4">
                  <p:embed/>
                  <p:pic>
                    <p:nvPicPr>
                      <p:cNvPr id="0" name="对象 11"/>
                      <p:cNvPicPr>
                        <a:picLocks noChangeAspect="1" noChangeArrowheads="1"/>
                      </p:cNvPicPr>
                      <p:nvPr/>
                    </p:nvPicPr>
                    <p:blipFill>
                      <a:blip r:embed="rId14"/>
                      <a:srcRect/>
                      <a:stretch>
                        <a:fillRect/>
                      </a:stretch>
                    </p:blipFill>
                    <p:spPr bwMode="auto">
                      <a:xfrm>
                        <a:off x="4572000" y="3645024"/>
                        <a:ext cx="1871662"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对象 14"/>
          <p:cNvGraphicFramePr>
            <a:graphicFrameLocks noChangeAspect="1"/>
          </p:cNvGraphicFramePr>
          <p:nvPr/>
        </p:nvGraphicFramePr>
        <p:xfrm>
          <a:off x="6588224" y="3645024"/>
          <a:ext cx="1741487" cy="495300"/>
        </p:xfrm>
        <a:graphic>
          <a:graphicData uri="http://schemas.openxmlformats.org/presentationml/2006/ole">
            <mc:AlternateContent xmlns:mc="http://schemas.openxmlformats.org/markup-compatibility/2006">
              <mc:Choice xmlns:v="urn:schemas-microsoft-com:vml" Requires="v">
                <p:oleObj spid="_x0000_s26660" name="Equation" r:id="rId15" imgW="20421600" imgH="5791200" progId="Equation.DSMT4">
                  <p:embed/>
                </p:oleObj>
              </mc:Choice>
              <mc:Fallback>
                <p:oleObj name="Equation" r:id="rId15" imgW="20421600" imgH="5791200" progId="Equation.DSMT4">
                  <p:embed/>
                  <p:pic>
                    <p:nvPicPr>
                      <p:cNvPr id="0" name="对象 13"/>
                      <p:cNvPicPr>
                        <a:picLocks noChangeAspect="1" noChangeArrowheads="1"/>
                      </p:cNvPicPr>
                      <p:nvPr/>
                    </p:nvPicPr>
                    <p:blipFill>
                      <a:blip r:embed="rId16"/>
                      <a:srcRect/>
                      <a:stretch>
                        <a:fillRect/>
                      </a:stretch>
                    </p:blipFill>
                    <p:spPr bwMode="auto">
                      <a:xfrm>
                        <a:off x="6588224" y="3645024"/>
                        <a:ext cx="1741487"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直角三角形 12"/>
          <p:cNvSpPr/>
          <p:nvPr/>
        </p:nvSpPr>
        <p:spPr>
          <a:xfrm>
            <a:off x="0" y="5873377"/>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6" name="直角三角形 15"/>
          <p:cNvSpPr/>
          <p:nvPr/>
        </p:nvSpPr>
        <p:spPr>
          <a:xfrm rot="16200000">
            <a:off x="8130760" y="5832084"/>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zh-CN" altLang="en-US" sz="3600"/>
              <a:t>四、</a:t>
            </a:r>
            <a:r>
              <a:rPr lang="en-US" altLang="zh-CN" sz="3600" i="1">
                <a:latin typeface="Times New Roman" panose="02020603050405020304" pitchFamily="18" charset="0"/>
                <a:cs typeface="Times New Roman" panose="02020603050405020304" pitchFamily="18" charset="0"/>
              </a:rPr>
              <a:t>n </a:t>
            </a:r>
            <a:r>
              <a:rPr lang="zh-CN" altLang="en-US" sz="3600"/>
              <a:t>阶行列式的定义</a:t>
            </a:r>
          </a:p>
        </p:txBody>
      </p:sp>
      <p:sp>
        <p:nvSpPr>
          <p:cNvPr id="3" name="内容占位符 2"/>
          <p:cNvSpPr>
            <a:spLocks noGrp="1"/>
          </p:cNvSpPr>
          <p:nvPr>
            <p:ph idx="1"/>
          </p:nvPr>
        </p:nvSpPr>
        <p:spPr>
          <a:xfrm>
            <a:off x="457200" y="1340768"/>
            <a:ext cx="8229600" cy="3888432"/>
          </a:xfrm>
        </p:spPr>
        <p:txBody>
          <a:bodyPr>
            <a:normAutofit/>
          </a:bodyPr>
          <a:lstStyle/>
          <a:p>
            <a:pPr marL="0" indent="0">
              <a:lnSpc>
                <a:spcPct val="150000"/>
              </a:lnSpc>
              <a:buNone/>
            </a:pPr>
            <a:r>
              <a:rPr lang="zh-CN" altLang="en-US" sz="2400" b="1"/>
              <a:t>定义</a:t>
            </a:r>
            <a:r>
              <a:rPr lang="en-US" altLang="zh-CN" sz="2400" b="1"/>
              <a:t>2.9.1</a:t>
            </a:r>
            <a:r>
              <a:rPr lang="en-US" altLang="zh-CN" sz="2400"/>
              <a:t>   </a:t>
            </a:r>
            <a:r>
              <a:rPr lang="zh-CN" altLang="en-US" sz="2400"/>
              <a:t>对于</a:t>
            </a:r>
            <a:r>
              <a:rPr lang="en-US" altLang="zh-CN" sz="2400" i="1">
                <a:latin typeface="Times New Roman" panose="02020603050405020304" pitchFamily="18" charset="0"/>
                <a:cs typeface="Times New Roman" panose="02020603050405020304" pitchFamily="18" charset="0"/>
              </a:rPr>
              <a:t>n</a:t>
            </a:r>
            <a:r>
              <a:rPr lang="zh-CN" altLang="en-US" sz="2400"/>
              <a:t>阶方阵</a:t>
            </a:r>
            <a:endParaRPr lang="en-US" altLang="zh-CN" sz="2400"/>
          </a:p>
          <a:p>
            <a:pPr marL="0" indent="0">
              <a:lnSpc>
                <a:spcPct val="150000"/>
              </a:lnSpc>
              <a:buNone/>
            </a:pPr>
            <a:endParaRPr lang="en-US" altLang="zh-CN" sz="2400" b="1" i="1">
              <a:latin typeface="Times New Roman" panose="02020603050405020304" pitchFamily="18" charset="0"/>
              <a:cs typeface="Times New Roman" panose="02020603050405020304" pitchFamily="18" charset="0"/>
            </a:endParaRPr>
          </a:p>
          <a:p>
            <a:pPr marL="0" indent="0">
              <a:lnSpc>
                <a:spcPct val="150000"/>
              </a:lnSpc>
              <a:buNone/>
            </a:pPr>
            <a:endParaRPr lang="en-US" altLang="zh-CN" sz="2400"/>
          </a:p>
          <a:p>
            <a:pPr marL="0" indent="0">
              <a:lnSpc>
                <a:spcPct val="150000"/>
              </a:lnSpc>
              <a:buNone/>
            </a:pPr>
            <a:endParaRPr lang="en-US" altLang="zh-CN" sz="2400"/>
          </a:p>
          <a:p>
            <a:pPr marL="0" indent="0">
              <a:lnSpc>
                <a:spcPct val="150000"/>
              </a:lnSpc>
              <a:buNone/>
            </a:pPr>
            <a:r>
              <a:rPr lang="zh-CN" altLang="en-US" sz="2400"/>
              <a:t>它所对应的</a:t>
            </a:r>
            <a:r>
              <a:rPr lang="en-US" altLang="zh-CN" sz="2400" b="1" i="1">
                <a:solidFill>
                  <a:srgbClr val="0000FF"/>
                </a:solidFill>
                <a:latin typeface="Times New Roman" panose="02020603050405020304" pitchFamily="18" charset="0"/>
                <a:cs typeface="Times New Roman" panose="02020603050405020304" pitchFamily="18" charset="0"/>
              </a:rPr>
              <a:t>n</a:t>
            </a:r>
            <a:r>
              <a:rPr lang="zh-CN" altLang="en-US" sz="2400" b="1">
                <a:solidFill>
                  <a:srgbClr val="0000FF"/>
                </a:solidFill>
              </a:rPr>
              <a:t>阶行列式</a:t>
            </a:r>
            <a:r>
              <a:rPr lang="zh-CN" altLang="en-US" sz="2400"/>
              <a:t>，记为</a:t>
            </a:r>
            <a:endParaRPr lang="en-US" altLang="zh-CN" sz="2400"/>
          </a:p>
          <a:p>
            <a:pPr marL="0" indent="0">
              <a:lnSpc>
                <a:spcPct val="150000"/>
              </a:lnSpc>
              <a:buNone/>
            </a:pPr>
            <a:endParaRPr lang="zh-CN" altLang="en-US" sz="2400"/>
          </a:p>
        </p:txBody>
      </p:sp>
      <p:graphicFrame>
        <p:nvGraphicFramePr>
          <p:cNvPr id="9" name="对象 8"/>
          <p:cNvGraphicFramePr>
            <a:graphicFrameLocks noChangeAspect="1"/>
          </p:cNvGraphicFramePr>
          <p:nvPr/>
        </p:nvGraphicFramePr>
        <p:xfrm>
          <a:off x="3203848" y="1916832"/>
          <a:ext cx="3228975" cy="1925638"/>
        </p:xfrm>
        <a:graphic>
          <a:graphicData uri="http://schemas.openxmlformats.org/presentationml/2006/ole">
            <mc:AlternateContent xmlns:mc="http://schemas.openxmlformats.org/markup-compatibility/2006">
              <mc:Choice xmlns:v="urn:schemas-microsoft-com:vml" Requires="v">
                <p:oleObj spid="_x0000_s27658" name="Equation" r:id="rId3" imgW="37795200" imgH="22555200" progId="Equation.DSMT4">
                  <p:embed/>
                </p:oleObj>
              </mc:Choice>
              <mc:Fallback>
                <p:oleObj name="Equation" r:id="rId3" imgW="37795200" imgH="22555200" progId="Equation.DSMT4">
                  <p:embed/>
                  <p:pic>
                    <p:nvPicPr>
                      <p:cNvPr id="0" name="图片 22560"/>
                      <p:cNvPicPr/>
                      <p:nvPr/>
                    </p:nvPicPr>
                    <p:blipFill>
                      <a:blip r:embed="rId4"/>
                      <a:stretch>
                        <a:fillRect/>
                      </a:stretch>
                    </p:blipFill>
                    <p:spPr>
                      <a:xfrm>
                        <a:off x="3203848" y="1916832"/>
                        <a:ext cx="3228975" cy="1925638"/>
                      </a:xfrm>
                      <a:prstGeom prst="rect">
                        <a:avLst/>
                      </a:prstGeom>
                    </p:spPr>
                  </p:pic>
                </p:oleObj>
              </mc:Fallback>
            </mc:AlternateContent>
          </a:graphicData>
        </a:graphic>
      </p:graphicFrame>
      <p:graphicFrame>
        <p:nvGraphicFramePr>
          <p:cNvPr id="10" name="对象 9"/>
          <p:cNvGraphicFramePr>
            <a:graphicFrameLocks noChangeAspect="1"/>
          </p:cNvGraphicFramePr>
          <p:nvPr/>
        </p:nvGraphicFramePr>
        <p:xfrm>
          <a:off x="2627784" y="4437112"/>
          <a:ext cx="4010025" cy="1925638"/>
        </p:xfrm>
        <a:graphic>
          <a:graphicData uri="http://schemas.openxmlformats.org/presentationml/2006/ole">
            <mc:AlternateContent xmlns:mc="http://schemas.openxmlformats.org/markup-compatibility/2006">
              <mc:Choice xmlns:v="urn:schemas-microsoft-com:vml" Requires="v">
                <p:oleObj spid="_x0000_s27659" name="Equation" r:id="rId5" imgW="46939200" imgH="22555200" progId="Equation.DSMT4">
                  <p:embed/>
                </p:oleObj>
              </mc:Choice>
              <mc:Fallback>
                <p:oleObj name="Equation" r:id="rId5" imgW="46939200" imgH="22555200" progId="Equation.DSMT4">
                  <p:embed/>
                  <p:pic>
                    <p:nvPicPr>
                      <p:cNvPr id="0" name="对象 8"/>
                      <p:cNvPicPr>
                        <a:picLocks noChangeAspect="1" noChangeArrowheads="1"/>
                      </p:cNvPicPr>
                      <p:nvPr/>
                    </p:nvPicPr>
                    <p:blipFill>
                      <a:blip r:embed="rId6"/>
                      <a:srcRect/>
                      <a:stretch>
                        <a:fillRect/>
                      </a:stretch>
                    </p:blipFill>
                    <p:spPr bwMode="auto">
                      <a:xfrm>
                        <a:off x="2627784" y="4437112"/>
                        <a:ext cx="4010025" cy="1925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直角三角形 5"/>
          <p:cNvSpPr/>
          <p:nvPr/>
        </p:nvSpPr>
        <p:spPr>
          <a:xfrm>
            <a:off x="0" y="5873377"/>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7" name="直角三角形 6"/>
          <p:cNvSpPr/>
          <p:nvPr/>
        </p:nvSpPr>
        <p:spPr>
          <a:xfrm rot="16200000">
            <a:off x="8130760" y="5832084"/>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Tree>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2" name="日期占位符 1">
            <a:extLst>
              <a:ext uri="{FF2B5EF4-FFF2-40B4-BE49-F238E27FC236}">
                <a16:creationId xmlns:a16="http://schemas.microsoft.com/office/drawing/2014/main" id="{0F580522-36B5-4349-B54E-3B4D9800BB81}"/>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B5F3CA9-724A-454A-A915-9E7CF0263B56}" type="datetime1">
              <a:rPr lang="zh-CN" altLang="en-US" smtClean="0"/>
              <a:pPr eaLnBrk="1" hangingPunct="1"/>
              <a:t>2025/2/28</a:t>
            </a:fld>
            <a:endParaRPr lang="en-US" altLang="zh-CN"/>
          </a:p>
        </p:txBody>
      </p:sp>
      <p:sp>
        <p:nvSpPr>
          <p:cNvPr id="19463" name="页脚占位符 2">
            <a:extLst>
              <a:ext uri="{FF2B5EF4-FFF2-40B4-BE49-F238E27FC236}">
                <a16:creationId xmlns:a16="http://schemas.microsoft.com/office/drawing/2014/main" id="{7DAAED7E-7A6E-401D-B479-788EA4C9BB7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(共20页)</a:t>
            </a:r>
          </a:p>
        </p:txBody>
      </p:sp>
      <p:sp>
        <p:nvSpPr>
          <p:cNvPr id="19464" name="灯片编号占位符 3">
            <a:extLst>
              <a:ext uri="{FF2B5EF4-FFF2-40B4-BE49-F238E27FC236}">
                <a16:creationId xmlns:a16="http://schemas.microsoft.com/office/drawing/2014/main" id="{A06297A2-E6D5-42D4-8938-FBAA66EECFE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E318815-510A-4FF4-AE1E-ECA47E2640CB}" type="slidenum">
              <a:rPr lang="en-US" altLang="zh-CN"/>
              <a:pPr eaLnBrk="1" hangingPunct="1"/>
              <a:t>29</a:t>
            </a:fld>
            <a:endParaRPr lang="en-US" altLang="zh-CN"/>
          </a:p>
        </p:txBody>
      </p:sp>
      <p:grpSp>
        <p:nvGrpSpPr>
          <p:cNvPr id="2" name="Group 25">
            <a:extLst>
              <a:ext uri="{FF2B5EF4-FFF2-40B4-BE49-F238E27FC236}">
                <a16:creationId xmlns:a16="http://schemas.microsoft.com/office/drawing/2014/main" id="{D33C1913-AF91-49FC-B54C-8715E9DB0699}"/>
              </a:ext>
            </a:extLst>
          </p:cNvPr>
          <p:cNvGrpSpPr>
            <a:grpSpLocks/>
          </p:cNvGrpSpPr>
          <p:nvPr/>
        </p:nvGrpSpPr>
        <p:grpSpPr bwMode="auto">
          <a:xfrm>
            <a:off x="250825" y="5084763"/>
            <a:ext cx="8353425" cy="1065212"/>
            <a:chOff x="158" y="3203"/>
            <a:chExt cx="5262" cy="671"/>
          </a:xfrm>
        </p:grpSpPr>
        <p:graphicFrame>
          <p:nvGraphicFramePr>
            <p:cNvPr id="19460" name="Object 10">
              <a:extLst>
                <a:ext uri="{FF2B5EF4-FFF2-40B4-BE49-F238E27FC236}">
                  <a16:creationId xmlns:a16="http://schemas.microsoft.com/office/drawing/2014/main" id="{DEC32DDD-D424-4A73-84A5-F605FAC311DF}"/>
                </a:ext>
              </a:extLst>
            </p:cNvPr>
            <p:cNvGraphicFramePr>
              <a:graphicFrameLocks noChangeAspect="1"/>
            </p:cNvGraphicFramePr>
            <p:nvPr/>
          </p:nvGraphicFramePr>
          <p:xfrm>
            <a:off x="158" y="3203"/>
            <a:ext cx="5262" cy="345"/>
          </p:xfrm>
          <a:graphic>
            <a:graphicData uri="http://schemas.openxmlformats.org/presentationml/2006/ole">
              <mc:AlternateContent xmlns:mc="http://schemas.openxmlformats.org/markup-compatibility/2006">
                <mc:Choice xmlns:v="urn:schemas-microsoft-com:vml" Requires="v">
                  <p:oleObj spid="_x0000_s28690" name="公式" r:id="rId4" imgW="3174840" imgH="215640" progId="Equation.3">
                    <p:embed/>
                  </p:oleObj>
                </mc:Choice>
                <mc:Fallback>
                  <p:oleObj name="公式" r:id="rId4" imgW="3174840" imgH="215640" progId="Equation.3">
                    <p:embed/>
                    <p:pic>
                      <p:nvPicPr>
                        <p:cNvPr id="19460" name="Object 10">
                          <a:extLst>
                            <a:ext uri="{FF2B5EF4-FFF2-40B4-BE49-F238E27FC236}">
                              <a16:creationId xmlns:a16="http://schemas.microsoft.com/office/drawing/2014/main" id="{DEC32DDD-D424-4A73-84A5-F605FAC311D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 y="3203"/>
                          <a:ext cx="5262" cy="3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461" name="Object 11">
              <a:extLst>
                <a:ext uri="{FF2B5EF4-FFF2-40B4-BE49-F238E27FC236}">
                  <a16:creationId xmlns:a16="http://schemas.microsoft.com/office/drawing/2014/main" id="{40CB71D5-E6DD-45D6-9DFE-04BAAD04E7D5}"/>
                </a:ext>
              </a:extLst>
            </p:cNvPr>
            <p:cNvGraphicFramePr>
              <a:graphicFrameLocks noChangeAspect="1"/>
            </p:cNvGraphicFramePr>
            <p:nvPr/>
          </p:nvGraphicFramePr>
          <p:xfrm>
            <a:off x="1791" y="3521"/>
            <a:ext cx="1724" cy="353"/>
          </p:xfrm>
          <a:graphic>
            <a:graphicData uri="http://schemas.openxmlformats.org/presentationml/2006/ole">
              <mc:AlternateContent xmlns:mc="http://schemas.openxmlformats.org/markup-compatibility/2006">
                <mc:Choice xmlns:v="urn:schemas-microsoft-com:vml" Requires="v">
                  <p:oleObj spid="_x0000_s28691" name="公式" r:id="rId6" imgW="1117440" imgH="228600" progId="Equation.3">
                    <p:embed/>
                  </p:oleObj>
                </mc:Choice>
                <mc:Fallback>
                  <p:oleObj name="公式" r:id="rId6" imgW="1117440" imgH="228600" progId="Equation.3">
                    <p:embed/>
                    <p:pic>
                      <p:nvPicPr>
                        <p:cNvPr id="19461" name="Object 11">
                          <a:extLst>
                            <a:ext uri="{FF2B5EF4-FFF2-40B4-BE49-F238E27FC236}">
                              <a16:creationId xmlns:a16="http://schemas.microsoft.com/office/drawing/2014/main" id="{40CB71D5-E6DD-45D6-9DFE-04BAAD04E7D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91" y="3521"/>
                          <a:ext cx="1724" cy="3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9466" name="Text Box 15">
            <a:extLst>
              <a:ext uri="{FF2B5EF4-FFF2-40B4-BE49-F238E27FC236}">
                <a16:creationId xmlns:a16="http://schemas.microsoft.com/office/drawing/2014/main" id="{6DAC80A7-48A5-44EC-950C-1BC9D56F248F}"/>
              </a:ext>
            </a:extLst>
          </p:cNvPr>
          <p:cNvSpPr txBox="1">
            <a:spLocks noChangeArrowheads="1"/>
          </p:cNvSpPr>
          <p:nvPr/>
        </p:nvSpPr>
        <p:spPr bwMode="auto">
          <a:xfrm>
            <a:off x="250825" y="115888"/>
            <a:ext cx="1727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2800" b="1"/>
              <a:t>n</a:t>
            </a:r>
            <a:r>
              <a:rPr lang="zh-CN" altLang="en-US" sz="2800" b="1"/>
              <a:t>阶排列</a:t>
            </a:r>
            <a:r>
              <a:rPr lang="en-US" altLang="zh-CN" sz="2800" b="1"/>
              <a:t>:</a:t>
            </a:r>
          </a:p>
        </p:txBody>
      </p:sp>
      <p:graphicFrame>
        <p:nvGraphicFramePr>
          <p:cNvPr id="19458" name="Object 16">
            <a:extLst>
              <a:ext uri="{FF2B5EF4-FFF2-40B4-BE49-F238E27FC236}">
                <a16:creationId xmlns:a16="http://schemas.microsoft.com/office/drawing/2014/main" id="{27BBA819-59A8-48D3-A380-2180FC415147}"/>
              </a:ext>
            </a:extLst>
          </p:cNvPr>
          <p:cNvGraphicFramePr>
            <a:graphicFrameLocks noChangeAspect="1"/>
          </p:cNvGraphicFramePr>
          <p:nvPr/>
        </p:nvGraphicFramePr>
        <p:xfrm>
          <a:off x="1625600" y="1196975"/>
          <a:ext cx="4344988" cy="541338"/>
        </p:xfrm>
        <a:graphic>
          <a:graphicData uri="http://schemas.openxmlformats.org/presentationml/2006/ole">
            <mc:AlternateContent xmlns:mc="http://schemas.openxmlformats.org/markup-compatibility/2006">
              <mc:Choice xmlns:v="urn:schemas-microsoft-com:vml" Requires="v">
                <p:oleObj spid="_x0000_s28692" name="Equation" r:id="rId8" imgW="1765080" imgH="228600" progId="Equation.DSMT4">
                  <p:embed/>
                </p:oleObj>
              </mc:Choice>
              <mc:Fallback>
                <p:oleObj name="Equation" r:id="rId8" imgW="1765080" imgH="228600" progId="Equation.DSMT4">
                  <p:embed/>
                  <p:pic>
                    <p:nvPicPr>
                      <p:cNvPr id="19458" name="Object 16">
                        <a:extLst>
                          <a:ext uri="{FF2B5EF4-FFF2-40B4-BE49-F238E27FC236}">
                            <a16:creationId xmlns:a16="http://schemas.microsoft.com/office/drawing/2014/main" id="{27BBA819-59A8-48D3-A380-2180FC41514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25600" y="1196975"/>
                        <a:ext cx="4344988" cy="541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67" name="Rectangle 17">
            <a:extLst>
              <a:ext uri="{FF2B5EF4-FFF2-40B4-BE49-F238E27FC236}">
                <a16:creationId xmlns:a16="http://schemas.microsoft.com/office/drawing/2014/main" id="{877D8541-3228-4B06-B8AA-94EE482924B4}"/>
              </a:ext>
            </a:extLst>
          </p:cNvPr>
          <p:cNvSpPr>
            <a:spLocks noChangeArrowheads="1"/>
          </p:cNvSpPr>
          <p:nvPr/>
        </p:nvSpPr>
        <p:spPr bwMode="auto">
          <a:xfrm>
            <a:off x="179388" y="692150"/>
            <a:ext cx="88598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rgbClr val="FF0000"/>
                </a:solidFill>
              </a:rPr>
              <a:t>1.</a:t>
            </a:r>
            <a:r>
              <a:rPr kumimoji="1" lang="zh-CN" altLang="en-US" sz="2400" b="1">
                <a:solidFill>
                  <a:srgbClr val="FF0000"/>
                </a:solidFill>
              </a:rPr>
              <a:t>定义：</a:t>
            </a:r>
            <a:r>
              <a:rPr kumimoji="1" lang="zh-CN" altLang="en-US" sz="2400" b="1"/>
              <a:t>前</a:t>
            </a:r>
            <a:r>
              <a:rPr kumimoji="1" lang="en-US" altLang="zh-CN" sz="2400" b="1"/>
              <a:t>n</a:t>
            </a:r>
            <a:r>
              <a:rPr kumimoji="1" lang="zh-CN" altLang="en-US" sz="2400" b="1"/>
              <a:t>个自然数的一个无重复，有序的数组，称为</a:t>
            </a:r>
            <a:r>
              <a:rPr kumimoji="1" lang="en-US" altLang="zh-CN" sz="2400" b="1"/>
              <a:t>n</a:t>
            </a:r>
            <a:r>
              <a:rPr kumimoji="1" lang="zh-CN" altLang="en-US" sz="2400" b="1"/>
              <a:t>级排列</a:t>
            </a:r>
            <a:r>
              <a:rPr kumimoji="1" lang="en-US" altLang="zh-CN" sz="2400" b="1"/>
              <a:t>.</a:t>
            </a:r>
          </a:p>
        </p:txBody>
      </p:sp>
      <p:grpSp>
        <p:nvGrpSpPr>
          <p:cNvPr id="3" name="Group 24">
            <a:extLst>
              <a:ext uri="{FF2B5EF4-FFF2-40B4-BE49-F238E27FC236}">
                <a16:creationId xmlns:a16="http://schemas.microsoft.com/office/drawing/2014/main" id="{67C19578-144B-432B-8119-8652D49B479A}"/>
              </a:ext>
            </a:extLst>
          </p:cNvPr>
          <p:cNvGrpSpPr>
            <a:grpSpLocks/>
          </p:cNvGrpSpPr>
          <p:nvPr/>
        </p:nvGrpSpPr>
        <p:grpSpPr bwMode="auto">
          <a:xfrm>
            <a:off x="179388" y="1773238"/>
            <a:ext cx="3705225" cy="590550"/>
            <a:chOff x="113" y="1117"/>
            <a:chExt cx="2334" cy="372"/>
          </a:xfrm>
        </p:grpSpPr>
        <p:graphicFrame>
          <p:nvGraphicFramePr>
            <p:cNvPr id="19459" name="Object 3">
              <a:extLst>
                <a:ext uri="{FF2B5EF4-FFF2-40B4-BE49-F238E27FC236}">
                  <a16:creationId xmlns:a16="http://schemas.microsoft.com/office/drawing/2014/main" id="{7906C1FF-F3EB-4309-B18D-EC6C23EAC5E8}"/>
                </a:ext>
              </a:extLst>
            </p:cNvPr>
            <p:cNvGraphicFramePr>
              <a:graphicFrameLocks noChangeAspect="1"/>
            </p:cNvGraphicFramePr>
            <p:nvPr/>
          </p:nvGraphicFramePr>
          <p:xfrm>
            <a:off x="2109" y="1117"/>
            <a:ext cx="338" cy="363"/>
          </p:xfrm>
          <a:graphic>
            <a:graphicData uri="http://schemas.openxmlformats.org/presentationml/2006/ole">
              <mc:AlternateContent xmlns:mc="http://schemas.openxmlformats.org/markup-compatibility/2006">
                <mc:Choice xmlns:v="urn:schemas-microsoft-com:vml" Requires="v">
                  <p:oleObj spid="_x0000_s28693" name="Equation" r:id="rId10" imgW="164880" imgH="177480" progId="Equation.DSMT4">
                    <p:embed/>
                  </p:oleObj>
                </mc:Choice>
                <mc:Fallback>
                  <p:oleObj name="Equation" r:id="rId10" imgW="164880" imgH="177480" progId="Equation.DSMT4">
                    <p:embed/>
                    <p:pic>
                      <p:nvPicPr>
                        <p:cNvPr id="19459" name="Object 3">
                          <a:extLst>
                            <a:ext uri="{FF2B5EF4-FFF2-40B4-BE49-F238E27FC236}">
                              <a16:creationId xmlns:a16="http://schemas.microsoft.com/office/drawing/2014/main" id="{7906C1FF-F3EB-4309-B18D-EC6C23EAC5E8}"/>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109" y="1117"/>
                          <a:ext cx="338" cy="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73" name="Rectangle 18">
              <a:extLst>
                <a:ext uri="{FF2B5EF4-FFF2-40B4-BE49-F238E27FC236}">
                  <a16:creationId xmlns:a16="http://schemas.microsoft.com/office/drawing/2014/main" id="{4D5D8F26-2475-4A21-BED7-A671A15FC228}"/>
                </a:ext>
              </a:extLst>
            </p:cNvPr>
            <p:cNvSpPr>
              <a:spLocks noChangeArrowheads="1"/>
            </p:cNvSpPr>
            <p:nvPr/>
          </p:nvSpPr>
          <p:spPr bwMode="auto">
            <a:xfrm>
              <a:off x="113" y="1162"/>
              <a:ext cx="207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a:solidFill>
                    <a:srgbClr val="FF0000"/>
                  </a:solidFill>
                </a:rPr>
                <a:t>2. n</a:t>
              </a:r>
              <a:r>
                <a:rPr kumimoji="1" lang="zh-CN" altLang="en-US" sz="2800" b="1">
                  <a:solidFill>
                    <a:srgbClr val="FF0000"/>
                  </a:solidFill>
                </a:rPr>
                <a:t>级排列的个数：</a:t>
              </a:r>
            </a:p>
          </p:txBody>
        </p:sp>
      </p:grpSp>
      <p:sp>
        <p:nvSpPr>
          <p:cNvPr id="98324" name="Rectangle 20">
            <a:extLst>
              <a:ext uri="{FF2B5EF4-FFF2-40B4-BE49-F238E27FC236}">
                <a16:creationId xmlns:a16="http://schemas.microsoft.com/office/drawing/2014/main" id="{5120828E-553E-484A-9543-4F769B8E3A0D}"/>
              </a:ext>
            </a:extLst>
          </p:cNvPr>
          <p:cNvSpPr>
            <a:spLocks noChangeArrowheads="1"/>
          </p:cNvSpPr>
          <p:nvPr/>
        </p:nvSpPr>
        <p:spPr bwMode="auto">
          <a:xfrm>
            <a:off x="179388" y="2636838"/>
            <a:ext cx="36544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a:solidFill>
                  <a:srgbClr val="FF0000"/>
                </a:solidFill>
              </a:rPr>
              <a:t>3. n</a:t>
            </a:r>
            <a:r>
              <a:rPr kumimoji="1" lang="zh-CN" altLang="en-US" sz="2800" b="1">
                <a:solidFill>
                  <a:srgbClr val="FF0000"/>
                </a:solidFill>
              </a:rPr>
              <a:t>级排列的逆序数：</a:t>
            </a:r>
          </a:p>
        </p:txBody>
      </p:sp>
      <p:sp>
        <p:nvSpPr>
          <p:cNvPr id="98325" name="Rectangle 21">
            <a:extLst>
              <a:ext uri="{FF2B5EF4-FFF2-40B4-BE49-F238E27FC236}">
                <a16:creationId xmlns:a16="http://schemas.microsoft.com/office/drawing/2014/main" id="{A867FF07-0E87-47DD-8B36-290A7EB06F84}"/>
              </a:ext>
            </a:extLst>
          </p:cNvPr>
          <p:cNvSpPr>
            <a:spLocks noChangeArrowheads="1"/>
          </p:cNvSpPr>
          <p:nvPr/>
        </p:nvSpPr>
        <p:spPr bwMode="auto">
          <a:xfrm>
            <a:off x="179388" y="3284538"/>
            <a:ext cx="85359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a:solidFill>
                  <a:srgbClr val="FF0000"/>
                </a:solidFill>
              </a:rPr>
              <a:t>1</a:t>
            </a:r>
            <a:r>
              <a:rPr kumimoji="1" lang="zh-CN" altLang="en-US" sz="2800" b="1">
                <a:solidFill>
                  <a:srgbClr val="FF0000"/>
                </a:solidFill>
              </a:rPr>
              <a:t>）</a:t>
            </a:r>
            <a:r>
              <a:rPr kumimoji="1" lang="en-US" altLang="zh-CN" sz="2800" b="1">
                <a:solidFill>
                  <a:srgbClr val="FF0000"/>
                </a:solidFill>
              </a:rPr>
              <a:t>. </a:t>
            </a:r>
            <a:r>
              <a:rPr kumimoji="1" lang="zh-CN" altLang="en-US" sz="2800" b="1">
                <a:solidFill>
                  <a:srgbClr val="FF0000"/>
                </a:solidFill>
              </a:rPr>
              <a:t>逆序：</a:t>
            </a:r>
            <a:r>
              <a:rPr kumimoji="1" lang="zh-CN" altLang="en-US" sz="2800" b="1"/>
              <a:t>大数在小数前，称这两个数构成一个逆序</a:t>
            </a:r>
            <a:r>
              <a:rPr kumimoji="1" lang="en-US" altLang="zh-CN" sz="2800" b="1"/>
              <a:t>.</a:t>
            </a:r>
          </a:p>
        </p:txBody>
      </p:sp>
      <p:sp>
        <p:nvSpPr>
          <p:cNvPr id="98326" name="Rectangle 22">
            <a:extLst>
              <a:ext uri="{FF2B5EF4-FFF2-40B4-BE49-F238E27FC236}">
                <a16:creationId xmlns:a16="http://schemas.microsoft.com/office/drawing/2014/main" id="{186A8AFB-5C7F-46F7-B55C-834AEB78D735}"/>
              </a:ext>
            </a:extLst>
          </p:cNvPr>
          <p:cNvSpPr>
            <a:spLocks noChangeArrowheads="1"/>
          </p:cNvSpPr>
          <p:nvPr/>
        </p:nvSpPr>
        <p:spPr bwMode="auto">
          <a:xfrm>
            <a:off x="107950" y="3933825"/>
            <a:ext cx="85709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t>例：</a:t>
            </a:r>
            <a:r>
              <a:rPr kumimoji="1" lang="en-US" altLang="zh-CN" sz="2400" b="1"/>
              <a:t>13524</a:t>
            </a:r>
            <a:r>
              <a:rPr kumimoji="1" lang="zh-CN" altLang="en-US" sz="2400" b="1"/>
              <a:t>中，</a:t>
            </a:r>
            <a:r>
              <a:rPr kumimoji="1" lang="en-US" altLang="zh-CN" sz="2400" b="1"/>
              <a:t>3</a:t>
            </a:r>
            <a:r>
              <a:rPr kumimoji="1" lang="zh-CN" altLang="en-US" sz="2400" b="1"/>
              <a:t>，</a:t>
            </a:r>
            <a:r>
              <a:rPr kumimoji="1" lang="en-US" altLang="zh-CN" sz="2400" b="1"/>
              <a:t>2</a:t>
            </a:r>
            <a:r>
              <a:rPr kumimoji="1" lang="zh-CN" altLang="en-US" sz="2400" b="1"/>
              <a:t>构成逆序，</a:t>
            </a:r>
            <a:r>
              <a:rPr kumimoji="1" lang="en-US" altLang="zh-CN" sz="2400" b="1"/>
              <a:t>5</a:t>
            </a:r>
            <a:r>
              <a:rPr kumimoji="1" lang="zh-CN" altLang="en-US" sz="2400" b="1"/>
              <a:t>，</a:t>
            </a:r>
            <a:r>
              <a:rPr kumimoji="1" lang="en-US" altLang="zh-CN" sz="2400" b="1"/>
              <a:t>4</a:t>
            </a:r>
            <a:r>
              <a:rPr kumimoji="1" lang="zh-CN" altLang="en-US" sz="2400" b="1"/>
              <a:t>构成逆序，</a:t>
            </a:r>
            <a:r>
              <a:rPr kumimoji="1" lang="en-US" altLang="zh-CN" sz="2400" b="1"/>
              <a:t>5</a:t>
            </a:r>
            <a:r>
              <a:rPr kumimoji="1" lang="zh-CN" altLang="en-US" sz="2400" b="1"/>
              <a:t>，</a:t>
            </a:r>
            <a:r>
              <a:rPr kumimoji="1" lang="en-US" altLang="zh-CN" sz="2400" b="1"/>
              <a:t>2</a:t>
            </a:r>
            <a:r>
              <a:rPr kumimoji="1" lang="zh-CN" altLang="en-US" sz="2400" b="1"/>
              <a:t>构成逆序</a:t>
            </a:r>
            <a:r>
              <a:rPr kumimoji="1" lang="en-US" altLang="zh-CN" sz="2400" b="1"/>
              <a:t>.</a:t>
            </a:r>
          </a:p>
        </p:txBody>
      </p:sp>
      <p:sp>
        <p:nvSpPr>
          <p:cNvPr id="98327" name="Rectangle 23">
            <a:extLst>
              <a:ext uri="{FF2B5EF4-FFF2-40B4-BE49-F238E27FC236}">
                <a16:creationId xmlns:a16="http://schemas.microsoft.com/office/drawing/2014/main" id="{300A8108-3430-4C89-A1DE-594E25912D66}"/>
              </a:ext>
            </a:extLst>
          </p:cNvPr>
          <p:cNvSpPr>
            <a:spLocks noChangeArrowheads="1"/>
          </p:cNvSpPr>
          <p:nvPr/>
        </p:nvSpPr>
        <p:spPr bwMode="auto">
          <a:xfrm>
            <a:off x="107950" y="4508500"/>
            <a:ext cx="31988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a:solidFill>
                  <a:srgbClr val="FF0000"/>
                </a:solidFill>
              </a:rPr>
              <a:t>2). </a:t>
            </a:r>
            <a:r>
              <a:rPr kumimoji="1" lang="zh-CN" altLang="en-US" sz="2800" b="1">
                <a:solidFill>
                  <a:srgbClr val="FF0000"/>
                </a:solidFill>
              </a:rPr>
              <a:t>排列的逆序数：</a:t>
            </a:r>
          </a:p>
        </p:txBody>
      </p:sp>
    </p:spTree>
  </p:cSld>
  <p:clrMapOvr>
    <a:masterClrMapping/>
  </p:clrMapOvr>
  <p:transition spd="slow">
    <p:strips dir="ru"/>
    <p:sndAc>
      <p:stSnd>
        <p:snd r:embed="rId3" name="chimes.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8324"/>
                                        </p:tgtEl>
                                        <p:attrNameLst>
                                          <p:attrName>style.visibility</p:attrName>
                                        </p:attrNameLst>
                                      </p:cBhvr>
                                      <p:to>
                                        <p:strVal val="visible"/>
                                      </p:to>
                                    </p:set>
                                    <p:anim calcmode="lin" valueType="num">
                                      <p:cBhvr additive="base">
                                        <p:cTn id="13" dur="500" fill="hold"/>
                                        <p:tgtEl>
                                          <p:spTgt spid="98324"/>
                                        </p:tgtEl>
                                        <p:attrNameLst>
                                          <p:attrName>ppt_x</p:attrName>
                                        </p:attrNameLst>
                                      </p:cBhvr>
                                      <p:tavLst>
                                        <p:tav tm="0">
                                          <p:val>
                                            <p:strVal val="#ppt_x"/>
                                          </p:val>
                                        </p:tav>
                                        <p:tav tm="100000">
                                          <p:val>
                                            <p:strVal val="#ppt_x"/>
                                          </p:val>
                                        </p:tav>
                                      </p:tavLst>
                                    </p:anim>
                                    <p:anim calcmode="lin" valueType="num">
                                      <p:cBhvr additive="base">
                                        <p:cTn id="14" dur="500" fill="hold"/>
                                        <p:tgtEl>
                                          <p:spTgt spid="98324"/>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8325"/>
                                        </p:tgtEl>
                                        <p:attrNameLst>
                                          <p:attrName>style.visibility</p:attrName>
                                        </p:attrNameLst>
                                      </p:cBhvr>
                                      <p:to>
                                        <p:strVal val="visible"/>
                                      </p:to>
                                    </p:set>
                                    <p:anim calcmode="lin" valueType="num">
                                      <p:cBhvr additive="base">
                                        <p:cTn id="19" dur="500" fill="hold"/>
                                        <p:tgtEl>
                                          <p:spTgt spid="98325"/>
                                        </p:tgtEl>
                                        <p:attrNameLst>
                                          <p:attrName>ppt_x</p:attrName>
                                        </p:attrNameLst>
                                      </p:cBhvr>
                                      <p:tavLst>
                                        <p:tav tm="0">
                                          <p:val>
                                            <p:strVal val="#ppt_x"/>
                                          </p:val>
                                        </p:tav>
                                        <p:tav tm="100000">
                                          <p:val>
                                            <p:strVal val="#ppt_x"/>
                                          </p:val>
                                        </p:tav>
                                      </p:tavLst>
                                    </p:anim>
                                    <p:anim calcmode="lin" valueType="num">
                                      <p:cBhvr additive="base">
                                        <p:cTn id="20" dur="500" fill="hold"/>
                                        <p:tgtEl>
                                          <p:spTgt spid="98325"/>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98326"/>
                                        </p:tgtEl>
                                        <p:attrNameLst>
                                          <p:attrName>style.visibility</p:attrName>
                                        </p:attrNameLst>
                                      </p:cBhvr>
                                      <p:to>
                                        <p:strVal val="visible"/>
                                      </p:to>
                                    </p:set>
                                    <p:anim calcmode="lin" valueType="num">
                                      <p:cBhvr additive="base">
                                        <p:cTn id="25" dur="500" fill="hold"/>
                                        <p:tgtEl>
                                          <p:spTgt spid="98326"/>
                                        </p:tgtEl>
                                        <p:attrNameLst>
                                          <p:attrName>ppt_x</p:attrName>
                                        </p:attrNameLst>
                                      </p:cBhvr>
                                      <p:tavLst>
                                        <p:tav tm="0">
                                          <p:val>
                                            <p:strVal val="#ppt_x"/>
                                          </p:val>
                                        </p:tav>
                                        <p:tav tm="100000">
                                          <p:val>
                                            <p:strVal val="#ppt_x"/>
                                          </p:val>
                                        </p:tav>
                                      </p:tavLst>
                                    </p:anim>
                                    <p:anim calcmode="lin" valueType="num">
                                      <p:cBhvr additive="base">
                                        <p:cTn id="26" dur="500" fill="hold"/>
                                        <p:tgtEl>
                                          <p:spTgt spid="98326"/>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98327"/>
                                        </p:tgtEl>
                                        <p:attrNameLst>
                                          <p:attrName>style.visibility</p:attrName>
                                        </p:attrNameLst>
                                      </p:cBhvr>
                                      <p:to>
                                        <p:strVal val="visible"/>
                                      </p:to>
                                    </p:set>
                                    <p:anim calcmode="lin" valueType="num">
                                      <p:cBhvr additive="base">
                                        <p:cTn id="31" dur="500" fill="hold"/>
                                        <p:tgtEl>
                                          <p:spTgt spid="98327"/>
                                        </p:tgtEl>
                                        <p:attrNameLst>
                                          <p:attrName>ppt_x</p:attrName>
                                        </p:attrNameLst>
                                      </p:cBhvr>
                                      <p:tavLst>
                                        <p:tav tm="0">
                                          <p:val>
                                            <p:strVal val="#ppt_x"/>
                                          </p:val>
                                        </p:tav>
                                        <p:tav tm="100000">
                                          <p:val>
                                            <p:strVal val="#ppt_x"/>
                                          </p:val>
                                        </p:tav>
                                      </p:tavLst>
                                    </p:anim>
                                    <p:anim calcmode="lin" valueType="num">
                                      <p:cBhvr additive="base">
                                        <p:cTn id="32" dur="500" fill="hold"/>
                                        <p:tgtEl>
                                          <p:spTgt spid="98327"/>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anim calcmode="lin" valueType="num">
                                      <p:cBhvr additive="base">
                                        <p:cTn id="37" dur="500" fill="hold"/>
                                        <p:tgtEl>
                                          <p:spTgt spid="2"/>
                                        </p:tgtEl>
                                        <p:attrNameLst>
                                          <p:attrName>ppt_x</p:attrName>
                                        </p:attrNameLst>
                                      </p:cBhvr>
                                      <p:tavLst>
                                        <p:tav tm="0">
                                          <p:val>
                                            <p:strVal val="#ppt_x"/>
                                          </p:val>
                                        </p:tav>
                                        <p:tav tm="100000">
                                          <p:val>
                                            <p:strVal val="#ppt_x"/>
                                          </p:val>
                                        </p:tav>
                                      </p:tavLst>
                                    </p:anim>
                                    <p:anim calcmode="lin" valueType="num">
                                      <p:cBhvr additive="base">
                                        <p:cTn id="3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24" grpId="0"/>
      <p:bldP spid="98325" grpId="0"/>
      <p:bldP spid="98326" grpId="0"/>
      <p:bldP spid="9832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94" name="日期占位符 1">
            <a:extLst>
              <a:ext uri="{FF2B5EF4-FFF2-40B4-BE49-F238E27FC236}">
                <a16:creationId xmlns:a16="http://schemas.microsoft.com/office/drawing/2014/main" id="{B7F20C30-E9C8-45B3-A7D2-825F05A37003}"/>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782EB5B-B313-4D3D-A744-18A7E93FB6F0}" type="datetime1">
              <a:rPr lang="zh-CN" altLang="en-US" smtClean="0"/>
              <a:pPr eaLnBrk="1" hangingPunct="1"/>
              <a:t>2025/2/28</a:t>
            </a:fld>
            <a:endParaRPr lang="en-US" altLang="zh-CN"/>
          </a:p>
        </p:txBody>
      </p:sp>
      <p:sp>
        <p:nvSpPr>
          <p:cNvPr id="20495" name="页脚占位符 2">
            <a:extLst>
              <a:ext uri="{FF2B5EF4-FFF2-40B4-BE49-F238E27FC236}">
                <a16:creationId xmlns:a16="http://schemas.microsoft.com/office/drawing/2014/main" id="{44FE5305-DDD1-46A4-A9F7-24423EDF414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(共20页)</a:t>
            </a:r>
          </a:p>
        </p:txBody>
      </p:sp>
      <p:sp>
        <p:nvSpPr>
          <p:cNvPr id="20496" name="灯片编号占位符 3">
            <a:extLst>
              <a:ext uri="{FF2B5EF4-FFF2-40B4-BE49-F238E27FC236}">
                <a16:creationId xmlns:a16="http://schemas.microsoft.com/office/drawing/2014/main" id="{8992C770-9A3B-4F6B-BE9F-D423A36A628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3B3E141-D350-4A69-B234-9F5AAABB3036}" type="slidenum">
              <a:rPr lang="en-US" altLang="zh-CN"/>
              <a:pPr eaLnBrk="1" hangingPunct="1"/>
              <a:t>30</a:t>
            </a:fld>
            <a:endParaRPr lang="en-US" altLang="zh-CN"/>
          </a:p>
        </p:txBody>
      </p:sp>
      <p:graphicFrame>
        <p:nvGraphicFramePr>
          <p:cNvPr id="99330" name="Object 2">
            <a:extLst>
              <a:ext uri="{FF2B5EF4-FFF2-40B4-BE49-F238E27FC236}">
                <a16:creationId xmlns:a16="http://schemas.microsoft.com/office/drawing/2014/main" id="{AFEE23C2-99A2-48C7-96DE-8903B0E5F1A6}"/>
              </a:ext>
            </a:extLst>
          </p:cNvPr>
          <p:cNvGraphicFramePr>
            <a:graphicFrameLocks noChangeAspect="1"/>
          </p:cNvGraphicFramePr>
          <p:nvPr/>
        </p:nvGraphicFramePr>
        <p:xfrm>
          <a:off x="2700338" y="908050"/>
          <a:ext cx="2490787" cy="530225"/>
        </p:xfrm>
        <a:graphic>
          <a:graphicData uri="http://schemas.openxmlformats.org/presentationml/2006/ole">
            <mc:AlternateContent xmlns:mc="http://schemas.openxmlformats.org/markup-compatibility/2006">
              <mc:Choice xmlns:v="urn:schemas-microsoft-com:vml" Requires="v">
                <p:oleObj spid="_x0000_s29746" name="公式" r:id="rId4" imgW="952200" imgH="203040" progId="Equation.3">
                  <p:embed/>
                </p:oleObj>
              </mc:Choice>
              <mc:Fallback>
                <p:oleObj name="公式" r:id="rId4" imgW="952200" imgH="203040" progId="Equation.3">
                  <p:embed/>
                  <p:pic>
                    <p:nvPicPr>
                      <p:cNvPr id="99330" name="Object 2">
                        <a:extLst>
                          <a:ext uri="{FF2B5EF4-FFF2-40B4-BE49-F238E27FC236}">
                            <a16:creationId xmlns:a16="http://schemas.microsoft.com/office/drawing/2014/main" id="{AFEE23C2-99A2-48C7-96DE-8903B0E5F1A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00338" y="908050"/>
                        <a:ext cx="2490787" cy="530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9331" name="Object 3">
            <a:extLst>
              <a:ext uri="{FF2B5EF4-FFF2-40B4-BE49-F238E27FC236}">
                <a16:creationId xmlns:a16="http://schemas.microsoft.com/office/drawing/2014/main" id="{D49A665A-7958-402F-9234-F010DBAB86E8}"/>
              </a:ext>
            </a:extLst>
          </p:cNvPr>
          <p:cNvGraphicFramePr>
            <a:graphicFrameLocks noChangeAspect="1"/>
          </p:cNvGraphicFramePr>
          <p:nvPr/>
        </p:nvGraphicFramePr>
        <p:xfrm>
          <a:off x="0" y="1628775"/>
          <a:ext cx="3097213" cy="620713"/>
        </p:xfrm>
        <a:graphic>
          <a:graphicData uri="http://schemas.openxmlformats.org/presentationml/2006/ole">
            <mc:AlternateContent xmlns:mc="http://schemas.openxmlformats.org/markup-compatibility/2006">
              <mc:Choice xmlns:v="urn:schemas-microsoft-com:vml" Requires="v">
                <p:oleObj spid="_x0000_s29747" name="公式" r:id="rId6" imgW="1079280" imgH="215640" progId="Equation.3">
                  <p:embed/>
                </p:oleObj>
              </mc:Choice>
              <mc:Fallback>
                <p:oleObj name="公式" r:id="rId6" imgW="1079280" imgH="215640" progId="Equation.3">
                  <p:embed/>
                  <p:pic>
                    <p:nvPicPr>
                      <p:cNvPr id="99331" name="Object 3">
                        <a:extLst>
                          <a:ext uri="{FF2B5EF4-FFF2-40B4-BE49-F238E27FC236}">
                            <a16:creationId xmlns:a16="http://schemas.microsoft.com/office/drawing/2014/main" id="{D49A665A-7958-402F-9234-F010DBAB86E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628775"/>
                        <a:ext cx="3097213" cy="620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9332" name="Object 4">
            <a:extLst>
              <a:ext uri="{FF2B5EF4-FFF2-40B4-BE49-F238E27FC236}">
                <a16:creationId xmlns:a16="http://schemas.microsoft.com/office/drawing/2014/main" id="{FE41A75E-B926-47AF-8BC4-916875E8E700}"/>
              </a:ext>
            </a:extLst>
          </p:cNvPr>
          <p:cNvGraphicFramePr>
            <a:graphicFrameLocks noChangeAspect="1"/>
          </p:cNvGraphicFramePr>
          <p:nvPr/>
        </p:nvGraphicFramePr>
        <p:xfrm>
          <a:off x="3092450" y="1628775"/>
          <a:ext cx="4957763" cy="565150"/>
        </p:xfrm>
        <a:graphic>
          <a:graphicData uri="http://schemas.openxmlformats.org/presentationml/2006/ole">
            <mc:AlternateContent xmlns:mc="http://schemas.openxmlformats.org/markup-compatibility/2006">
              <mc:Choice xmlns:v="urn:schemas-microsoft-com:vml" Requires="v">
                <p:oleObj spid="_x0000_s29748" name="Equation" r:id="rId8" imgW="1562040" imgH="177480" progId="Equation.DSMT4">
                  <p:embed/>
                </p:oleObj>
              </mc:Choice>
              <mc:Fallback>
                <p:oleObj name="Equation" r:id="rId8" imgW="1562040" imgH="177480" progId="Equation.DSMT4">
                  <p:embed/>
                  <p:pic>
                    <p:nvPicPr>
                      <p:cNvPr id="99332" name="Object 4">
                        <a:extLst>
                          <a:ext uri="{FF2B5EF4-FFF2-40B4-BE49-F238E27FC236}">
                            <a16:creationId xmlns:a16="http://schemas.microsoft.com/office/drawing/2014/main" id="{FE41A75E-B926-47AF-8BC4-916875E8E70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92450" y="1628775"/>
                        <a:ext cx="4957763" cy="565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9333" name="Object 5">
            <a:extLst>
              <a:ext uri="{FF2B5EF4-FFF2-40B4-BE49-F238E27FC236}">
                <a16:creationId xmlns:a16="http://schemas.microsoft.com/office/drawing/2014/main" id="{FC4D4DF1-8FCF-4494-BE9E-D86E2832331C}"/>
              </a:ext>
            </a:extLst>
          </p:cNvPr>
          <p:cNvGraphicFramePr>
            <a:graphicFrameLocks noChangeAspect="1"/>
          </p:cNvGraphicFramePr>
          <p:nvPr/>
        </p:nvGraphicFramePr>
        <p:xfrm>
          <a:off x="179388" y="2636838"/>
          <a:ext cx="3773487" cy="661987"/>
        </p:xfrm>
        <a:graphic>
          <a:graphicData uri="http://schemas.openxmlformats.org/presentationml/2006/ole">
            <mc:AlternateContent xmlns:mc="http://schemas.openxmlformats.org/markup-compatibility/2006">
              <mc:Choice xmlns:v="urn:schemas-microsoft-com:vml" Requires="v">
                <p:oleObj spid="_x0000_s29749" name="公式" r:id="rId10" imgW="1231560" imgH="215640" progId="Equation.3">
                  <p:embed/>
                </p:oleObj>
              </mc:Choice>
              <mc:Fallback>
                <p:oleObj name="公式" r:id="rId10" imgW="1231560" imgH="215640" progId="Equation.3">
                  <p:embed/>
                  <p:pic>
                    <p:nvPicPr>
                      <p:cNvPr id="99333" name="Object 5">
                        <a:extLst>
                          <a:ext uri="{FF2B5EF4-FFF2-40B4-BE49-F238E27FC236}">
                            <a16:creationId xmlns:a16="http://schemas.microsoft.com/office/drawing/2014/main" id="{FC4D4DF1-8FCF-4494-BE9E-D86E2832331C}"/>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79388" y="2636838"/>
                        <a:ext cx="3773487" cy="661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9334" name="Object 6">
            <a:extLst>
              <a:ext uri="{FF2B5EF4-FFF2-40B4-BE49-F238E27FC236}">
                <a16:creationId xmlns:a16="http://schemas.microsoft.com/office/drawing/2014/main" id="{17192D7B-6F13-4666-BCBE-41B6AD641C00}"/>
              </a:ext>
            </a:extLst>
          </p:cNvPr>
          <p:cNvGraphicFramePr>
            <a:graphicFrameLocks noChangeAspect="1"/>
          </p:cNvGraphicFramePr>
          <p:nvPr/>
        </p:nvGraphicFramePr>
        <p:xfrm>
          <a:off x="3944938" y="2781300"/>
          <a:ext cx="4249737" cy="482600"/>
        </p:xfrm>
        <a:graphic>
          <a:graphicData uri="http://schemas.openxmlformats.org/presentationml/2006/ole">
            <mc:AlternateContent xmlns:mc="http://schemas.openxmlformats.org/markup-compatibility/2006">
              <mc:Choice xmlns:v="urn:schemas-microsoft-com:vml" Requires="v">
                <p:oleObj spid="_x0000_s29750" name="Equation" r:id="rId12" imgW="1562040" imgH="177480" progId="Equation.DSMT4">
                  <p:embed/>
                </p:oleObj>
              </mc:Choice>
              <mc:Fallback>
                <p:oleObj name="Equation" r:id="rId12" imgW="1562040" imgH="177480" progId="Equation.DSMT4">
                  <p:embed/>
                  <p:pic>
                    <p:nvPicPr>
                      <p:cNvPr id="99334" name="Object 6">
                        <a:extLst>
                          <a:ext uri="{FF2B5EF4-FFF2-40B4-BE49-F238E27FC236}">
                            <a16:creationId xmlns:a16="http://schemas.microsoft.com/office/drawing/2014/main" id="{17192D7B-6F13-4666-BCBE-41B6AD641C00}"/>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944938" y="2781300"/>
                        <a:ext cx="4249737" cy="48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9335" name="Object 7">
            <a:extLst>
              <a:ext uri="{FF2B5EF4-FFF2-40B4-BE49-F238E27FC236}">
                <a16:creationId xmlns:a16="http://schemas.microsoft.com/office/drawing/2014/main" id="{028C77A0-C1EE-40B8-9905-2348ED5FBD02}"/>
              </a:ext>
            </a:extLst>
          </p:cNvPr>
          <p:cNvGraphicFramePr>
            <a:graphicFrameLocks noChangeAspect="1"/>
          </p:cNvGraphicFramePr>
          <p:nvPr/>
        </p:nvGraphicFramePr>
        <p:xfrm>
          <a:off x="250825" y="3716338"/>
          <a:ext cx="6516688" cy="633412"/>
        </p:xfrm>
        <a:graphic>
          <a:graphicData uri="http://schemas.openxmlformats.org/presentationml/2006/ole">
            <mc:AlternateContent xmlns:mc="http://schemas.openxmlformats.org/markup-compatibility/2006">
              <mc:Choice xmlns:v="urn:schemas-microsoft-com:vml" Requires="v">
                <p:oleObj spid="_x0000_s29751" name="公式" r:id="rId14" imgW="2222280" imgH="215640" progId="Equation.3">
                  <p:embed/>
                </p:oleObj>
              </mc:Choice>
              <mc:Fallback>
                <p:oleObj name="公式" r:id="rId14" imgW="2222280" imgH="215640" progId="Equation.3">
                  <p:embed/>
                  <p:pic>
                    <p:nvPicPr>
                      <p:cNvPr id="99335" name="Object 7">
                        <a:extLst>
                          <a:ext uri="{FF2B5EF4-FFF2-40B4-BE49-F238E27FC236}">
                            <a16:creationId xmlns:a16="http://schemas.microsoft.com/office/drawing/2014/main" id="{028C77A0-C1EE-40B8-9905-2348ED5FBD02}"/>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50825" y="3716338"/>
                        <a:ext cx="6516688" cy="633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9336" name="Object 8">
            <a:extLst>
              <a:ext uri="{FF2B5EF4-FFF2-40B4-BE49-F238E27FC236}">
                <a16:creationId xmlns:a16="http://schemas.microsoft.com/office/drawing/2014/main" id="{F87FA5C4-81F5-4BD3-8AFC-C5DB236E61FE}"/>
              </a:ext>
            </a:extLst>
          </p:cNvPr>
          <p:cNvGraphicFramePr>
            <a:graphicFrameLocks noChangeAspect="1"/>
          </p:cNvGraphicFramePr>
          <p:nvPr/>
        </p:nvGraphicFramePr>
        <p:xfrm>
          <a:off x="323850" y="4581525"/>
          <a:ext cx="6049963" cy="549275"/>
        </p:xfrm>
        <a:graphic>
          <a:graphicData uri="http://schemas.openxmlformats.org/presentationml/2006/ole">
            <mc:AlternateContent xmlns:mc="http://schemas.openxmlformats.org/markup-compatibility/2006">
              <mc:Choice xmlns:v="urn:schemas-microsoft-com:vml" Requires="v">
                <p:oleObj spid="_x0000_s29752" name="公式" r:id="rId16" imgW="2387520" imgH="215640" progId="Equation.3">
                  <p:embed/>
                </p:oleObj>
              </mc:Choice>
              <mc:Fallback>
                <p:oleObj name="公式" r:id="rId16" imgW="2387520" imgH="215640" progId="Equation.3">
                  <p:embed/>
                  <p:pic>
                    <p:nvPicPr>
                      <p:cNvPr id="99336" name="Object 8">
                        <a:extLst>
                          <a:ext uri="{FF2B5EF4-FFF2-40B4-BE49-F238E27FC236}">
                            <a16:creationId xmlns:a16="http://schemas.microsoft.com/office/drawing/2014/main" id="{F87FA5C4-81F5-4BD3-8AFC-C5DB236E61FE}"/>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23850" y="4581525"/>
                        <a:ext cx="6049963" cy="549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9337" name="Object 9">
            <a:extLst>
              <a:ext uri="{FF2B5EF4-FFF2-40B4-BE49-F238E27FC236}">
                <a16:creationId xmlns:a16="http://schemas.microsoft.com/office/drawing/2014/main" id="{5F06B329-FB91-4B0E-A016-1B8EA176E4AF}"/>
              </a:ext>
            </a:extLst>
          </p:cNvPr>
          <p:cNvGraphicFramePr>
            <a:graphicFrameLocks noChangeAspect="1"/>
          </p:cNvGraphicFramePr>
          <p:nvPr/>
        </p:nvGraphicFramePr>
        <p:xfrm>
          <a:off x="1835150" y="5157788"/>
          <a:ext cx="2232025" cy="952500"/>
        </p:xfrm>
        <a:graphic>
          <a:graphicData uri="http://schemas.openxmlformats.org/presentationml/2006/ole">
            <mc:AlternateContent xmlns:mc="http://schemas.openxmlformats.org/markup-compatibility/2006">
              <mc:Choice xmlns:v="urn:schemas-microsoft-com:vml" Requires="v">
                <p:oleObj spid="_x0000_s29753" name="公式" r:id="rId18" imgW="952200" imgH="406080" progId="Equation.3">
                  <p:embed/>
                </p:oleObj>
              </mc:Choice>
              <mc:Fallback>
                <p:oleObj name="公式" r:id="rId18" imgW="952200" imgH="406080" progId="Equation.3">
                  <p:embed/>
                  <p:pic>
                    <p:nvPicPr>
                      <p:cNvPr id="99337" name="Object 9">
                        <a:extLst>
                          <a:ext uri="{FF2B5EF4-FFF2-40B4-BE49-F238E27FC236}">
                            <a16:creationId xmlns:a16="http://schemas.microsoft.com/office/drawing/2014/main" id="{5F06B329-FB91-4B0E-A016-1B8EA176E4AF}"/>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835150" y="5157788"/>
                        <a:ext cx="2232025" cy="952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9338" name="Object 10">
            <a:extLst>
              <a:ext uri="{FF2B5EF4-FFF2-40B4-BE49-F238E27FC236}">
                <a16:creationId xmlns:a16="http://schemas.microsoft.com/office/drawing/2014/main" id="{520B9F8F-5517-4200-85F2-89A5C91F63C8}"/>
              </a:ext>
            </a:extLst>
          </p:cNvPr>
          <p:cNvGraphicFramePr>
            <a:graphicFrameLocks noChangeAspect="1"/>
          </p:cNvGraphicFramePr>
          <p:nvPr/>
        </p:nvGraphicFramePr>
        <p:xfrm>
          <a:off x="4211638" y="5373688"/>
          <a:ext cx="863600" cy="574675"/>
        </p:xfrm>
        <a:graphic>
          <a:graphicData uri="http://schemas.openxmlformats.org/presentationml/2006/ole">
            <mc:AlternateContent xmlns:mc="http://schemas.openxmlformats.org/markup-compatibility/2006">
              <mc:Choice xmlns:v="urn:schemas-microsoft-com:vml" Requires="v">
                <p:oleObj spid="_x0000_s29754" name="公式" r:id="rId20" imgW="304560" imgH="203040" progId="Equation.3">
                  <p:embed/>
                </p:oleObj>
              </mc:Choice>
              <mc:Fallback>
                <p:oleObj name="公式" r:id="rId20" imgW="304560" imgH="203040" progId="Equation.3">
                  <p:embed/>
                  <p:pic>
                    <p:nvPicPr>
                      <p:cNvPr id="99338" name="Object 10">
                        <a:extLst>
                          <a:ext uri="{FF2B5EF4-FFF2-40B4-BE49-F238E27FC236}">
                            <a16:creationId xmlns:a16="http://schemas.microsoft.com/office/drawing/2014/main" id="{520B9F8F-5517-4200-85F2-89A5C91F63C8}"/>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211638" y="5373688"/>
                        <a:ext cx="863600" cy="574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9341" name="Object 13">
            <a:extLst>
              <a:ext uri="{FF2B5EF4-FFF2-40B4-BE49-F238E27FC236}">
                <a16:creationId xmlns:a16="http://schemas.microsoft.com/office/drawing/2014/main" id="{ABBBEE5C-AD32-4FFA-B2F6-C55E92F34101}"/>
              </a:ext>
            </a:extLst>
          </p:cNvPr>
          <p:cNvGraphicFramePr>
            <a:graphicFrameLocks noChangeAspect="1"/>
          </p:cNvGraphicFramePr>
          <p:nvPr/>
        </p:nvGraphicFramePr>
        <p:xfrm>
          <a:off x="179388" y="260350"/>
          <a:ext cx="2268537" cy="584200"/>
        </p:xfrm>
        <a:graphic>
          <a:graphicData uri="http://schemas.openxmlformats.org/presentationml/2006/ole">
            <mc:AlternateContent xmlns:mc="http://schemas.openxmlformats.org/markup-compatibility/2006">
              <mc:Choice xmlns:v="urn:schemas-microsoft-com:vml" Requires="v">
                <p:oleObj spid="_x0000_s29755" name="公式" r:id="rId22" imgW="838080" imgH="215640" progId="Equation.3">
                  <p:embed/>
                </p:oleObj>
              </mc:Choice>
              <mc:Fallback>
                <p:oleObj name="公式" r:id="rId22" imgW="838080" imgH="215640" progId="Equation.3">
                  <p:embed/>
                  <p:pic>
                    <p:nvPicPr>
                      <p:cNvPr id="99341" name="Object 13">
                        <a:extLst>
                          <a:ext uri="{FF2B5EF4-FFF2-40B4-BE49-F238E27FC236}">
                            <a16:creationId xmlns:a16="http://schemas.microsoft.com/office/drawing/2014/main" id="{ABBBEE5C-AD32-4FFA-B2F6-C55E92F34101}"/>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79388" y="260350"/>
                        <a:ext cx="2268537"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9342" name="Object 14">
            <a:extLst>
              <a:ext uri="{FF2B5EF4-FFF2-40B4-BE49-F238E27FC236}">
                <a16:creationId xmlns:a16="http://schemas.microsoft.com/office/drawing/2014/main" id="{BB6B033C-534C-4C5D-893E-B44096987DD2}"/>
              </a:ext>
            </a:extLst>
          </p:cNvPr>
          <p:cNvGraphicFramePr>
            <a:graphicFrameLocks noChangeAspect="1"/>
          </p:cNvGraphicFramePr>
          <p:nvPr/>
        </p:nvGraphicFramePr>
        <p:xfrm>
          <a:off x="2700338" y="333375"/>
          <a:ext cx="1584325" cy="539750"/>
        </p:xfrm>
        <a:graphic>
          <a:graphicData uri="http://schemas.openxmlformats.org/presentationml/2006/ole">
            <mc:AlternateContent xmlns:mc="http://schemas.openxmlformats.org/markup-compatibility/2006">
              <mc:Choice xmlns:v="urn:schemas-microsoft-com:vml" Requires="v">
                <p:oleObj spid="_x0000_s29756" name="Equation" r:id="rId24" imgW="596880" imgH="203040" progId="Equation.DSMT4">
                  <p:embed/>
                </p:oleObj>
              </mc:Choice>
              <mc:Fallback>
                <p:oleObj name="Equation" r:id="rId24" imgW="596880" imgH="203040" progId="Equation.DSMT4">
                  <p:embed/>
                  <p:pic>
                    <p:nvPicPr>
                      <p:cNvPr id="99342" name="Object 14">
                        <a:extLst>
                          <a:ext uri="{FF2B5EF4-FFF2-40B4-BE49-F238E27FC236}">
                            <a16:creationId xmlns:a16="http://schemas.microsoft.com/office/drawing/2014/main" id="{BB6B033C-534C-4C5D-893E-B44096987DD2}"/>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2700338" y="333375"/>
                        <a:ext cx="1584325" cy="539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9343" name="Object 15">
            <a:extLst>
              <a:ext uri="{FF2B5EF4-FFF2-40B4-BE49-F238E27FC236}">
                <a16:creationId xmlns:a16="http://schemas.microsoft.com/office/drawing/2014/main" id="{24D573AE-9410-487A-9FAF-6B15C5D51699}"/>
              </a:ext>
            </a:extLst>
          </p:cNvPr>
          <p:cNvGraphicFramePr>
            <a:graphicFrameLocks noChangeAspect="1"/>
          </p:cNvGraphicFramePr>
          <p:nvPr/>
        </p:nvGraphicFramePr>
        <p:xfrm>
          <a:off x="4302125" y="333375"/>
          <a:ext cx="3132138" cy="504825"/>
        </p:xfrm>
        <a:graphic>
          <a:graphicData uri="http://schemas.openxmlformats.org/presentationml/2006/ole">
            <mc:AlternateContent xmlns:mc="http://schemas.openxmlformats.org/markup-compatibility/2006">
              <mc:Choice xmlns:v="urn:schemas-microsoft-com:vml" Requires="v">
                <p:oleObj spid="_x0000_s29757" name="Equation" r:id="rId26" imgW="1104840" imgH="177480" progId="Equation.DSMT4">
                  <p:embed/>
                </p:oleObj>
              </mc:Choice>
              <mc:Fallback>
                <p:oleObj name="Equation" r:id="rId26" imgW="1104840" imgH="177480" progId="Equation.DSMT4">
                  <p:embed/>
                  <p:pic>
                    <p:nvPicPr>
                      <p:cNvPr id="99343" name="Object 15">
                        <a:extLst>
                          <a:ext uri="{FF2B5EF4-FFF2-40B4-BE49-F238E27FC236}">
                            <a16:creationId xmlns:a16="http://schemas.microsoft.com/office/drawing/2014/main" id="{24D573AE-9410-487A-9FAF-6B15C5D51699}"/>
                          </a:ext>
                        </a:extLst>
                      </p:cNvPr>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4302125" y="333375"/>
                        <a:ext cx="3132138"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spd="slow">
    <p:plus/>
    <p:sndAc>
      <p:stSnd>
        <p:snd r:embed="rId3" name="hammer.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0" presetClass="entr" presetSubtype="0" fill="hold" nodeType="clickEffect">
                                  <p:stCondLst>
                                    <p:cond delay="0"/>
                                  </p:stCondLst>
                                  <p:childTnLst>
                                    <p:set>
                                      <p:cBhvr>
                                        <p:cTn id="6" dur="1" fill="hold">
                                          <p:stCondLst>
                                            <p:cond delay="0"/>
                                          </p:stCondLst>
                                        </p:cTn>
                                        <p:tgtEl>
                                          <p:spTgt spid="99341"/>
                                        </p:tgtEl>
                                        <p:attrNameLst>
                                          <p:attrName>style.visibility</p:attrName>
                                        </p:attrNameLst>
                                      </p:cBhvr>
                                      <p:to>
                                        <p:strVal val="visible"/>
                                      </p:to>
                                    </p:set>
                                    <p:animEffect transition="in" filter="wedge">
                                      <p:cBhvr>
                                        <p:cTn id="7" dur="2000"/>
                                        <p:tgtEl>
                                          <p:spTgt spid="9934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0" presetClass="entr" presetSubtype="0" fill="hold" nodeType="clickEffect">
                                  <p:stCondLst>
                                    <p:cond delay="0"/>
                                  </p:stCondLst>
                                  <p:childTnLst>
                                    <p:set>
                                      <p:cBhvr>
                                        <p:cTn id="11" dur="1" fill="hold">
                                          <p:stCondLst>
                                            <p:cond delay="0"/>
                                          </p:stCondLst>
                                        </p:cTn>
                                        <p:tgtEl>
                                          <p:spTgt spid="99342"/>
                                        </p:tgtEl>
                                        <p:attrNameLst>
                                          <p:attrName>style.visibility</p:attrName>
                                        </p:attrNameLst>
                                      </p:cBhvr>
                                      <p:to>
                                        <p:strVal val="visible"/>
                                      </p:to>
                                    </p:set>
                                    <p:animEffect transition="in" filter="wedge">
                                      <p:cBhvr>
                                        <p:cTn id="12" dur="2000"/>
                                        <p:tgtEl>
                                          <p:spTgt spid="9934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99343"/>
                                        </p:tgtEl>
                                        <p:attrNameLst>
                                          <p:attrName>style.visibility</p:attrName>
                                        </p:attrNameLst>
                                      </p:cBhvr>
                                      <p:to>
                                        <p:strVal val="visible"/>
                                      </p:to>
                                    </p:set>
                                    <p:anim calcmode="lin" valueType="num">
                                      <p:cBhvr additive="base">
                                        <p:cTn id="17" dur="500" fill="hold"/>
                                        <p:tgtEl>
                                          <p:spTgt spid="99343"/>
                                        </p:tgtEl>
                                        <p:attrNameLst>
                                          <p:attrName>ppt_x</p:attrName>
                                        </p:attrNameLst>
                                      </p:cBhvr>
                                      <p:tavLst>
                                        <p:tav tm="0">
                                          <p:val>
                                            <p:strVal val="#ppt_x"/>
                                          </p:val>
                                        </p:tav>
                                        <p:tav tm="100000">
                                          <p:val>
                                            <p:strVal val="#ppt_x"/>
                                          </p:val>
                                        </p:tav>
                                      </p:tavLst>
                                    </p:anim>
                                    <p:anim calcmode="lin" valueType="num">
                                      <p:cBhvr additive="base">
                                        <p:cTn id="18" dur="500" fill="hold"/>
                                        <p:tgtEl>
                                          <p:spTgt spid="99343"/>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4" presetClass="entr" presetSubtype="16" fill="hold" nodeType="clickEffect">
                                  <p:stCondLst>
                                    <p:cond delay="0"/>
                                  </p:stCondLst>
                                  <p:childTnLst>
                                    <p:set>
                                      <p:cBhvr>
                                        <p:cTn id="22" dur="1" fill="hold">
                                          <p:stCondLst>
                                            <p:cond delay="0"/>
                                          </p:stCondLst>
                                        </p:cTn>
                                        <p:tgtEl>
                                          <p:spTgt spid="99330"/>
                                        </p:tgtEl>
                                        <p:attrNameLst>
                                          <p:attrName>style.visibility</p:attrName>
                                        </p:attrNameLst>
                                      </p:cBhvr>
                                      <p:to>
                                        <p:strVal val="visible"/>
                                      </p:to>
                                    </p:set>
                                    <p:animEffect transition="in" filter="box(in)">
                                      <p:cBhvr>
                                        <p:cTn id="23" dur="2000"/>
                                        <p:tgtEl>
                                          <p:spTgt spid="99330"/>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4" presetClass="entr" presetSubtype="16" fill="hold" nodeType="clickEffect">
                                  <p:stCondLst>
                                    <p:cond delay="0"/>
                                  </p:stCondLst>
                                  <p:childTnLst>
                                    <p:set>
                                      <p:cBhvr>
                                        <p:cTn id="27" dur="1" fill="hold">
                                          <p:stCondLst>
                                            <p:cond delay="0"/>
                                          </p:stCondLst>
                                        </p:cTn>
                                        <p:tgtEl>
                                          <p:spTgt spid="99331"/>
                                        </p:tgtEl>
                                        <p:attrNameLst>
                                          <p:attrName>style.visibility</p:attrName>
                                        </p:attrNameLst>
                                      </p:cBhvr>
                                      <p:to>
                                        <p:strVal val="visible"/>
                                      </p:to>
                                    </p:set>
                                    <p:animEffect transition="in" filter="box(in)">
                                      <p:cBhvr>
                                        <p:cTn id="28" dur="2000"/>
                                        <p:tgtEl>
                                          <p:spTgt spid="99331"/>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4" presetClass="entr" presetSubtype="16" fill="hold" nodeType="clickEffect">
                                  <p:stCondLst>
                                    <p:cond delay="0"/>
                                  </p:stCondLst>
                                  <p:childTnLst>
                                    <p:set>
                                      <p:cBhvr>
                                        <p:cTn id="32" dur="1" fill="hold">
                                          <p:stCondLst>
                                            <p:cond delay="0"/>
                                          </p:stCondLst>
                                        </p:cTn>
                                        <p:tgtEl>
                                          <p:spTgt spid="99332"/>
                                        </p:tgtEl>
                                        <p:attrNameLst>
                                          <p:attrName>style.visibility</p:attrName>
                                        </p:attrNameLst>
                                      </p:cBhvr>
                                      <p:to>
                                        <p:strVal val="visible"/>
                                      </p:to>
                                    </p:set>
                                    <p:animEffect transition="in" filter="box(in)">
                                      <p:cBhvr>
                                        <p:cTn id="33" dur="2000"/>
                                        <p:tgtEl>
                                          <p:spTgt spid="99332"/>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4" presetClass="entr" presetSubtype="16" fill="hold" nodeType="clickEffect">
                                  <p:stCondLst>
                                    <p:cond delay="0"/>
                                  </p:stCondLst>
                                  <p:childTnLst>
                                    <p:set>
                                      <p:cBhvr>
                                        <p:cTn id="37" dur="1" fill="hold">
                                          <p:stCondLst>
                                            <p:cond delay="0"/>
                                          </p:stCondLst>
                                        </p:cTn>
                                        <p:tgtEl>
                                          <p:spTgt spid="99333"/>
                                        </p:tgtEl>
                                        <p:attrNameLst>
                                          <p:attrName>style.visibility</p:attrName>
                                        </p:attrNameLst>
                                      </p:cBhvr>
                                      <p:to>
                                        <p:strVal val="visible"/>
                                      </p:to>
                                    </p:set>
                                    <p:animEffect transition="in" filter="box(in)">
                                      <p:cBhvr>
                                        <p:cTn id="38" dur="2000"/>
                                        <p:tgtEl>
                                          <p:spTgt spid="99333"/>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4" presetClass="entr" presetSubtype="16" fill="hold" nodeType="clickEffect">
                                  <p:stCondLst>
                                    <p:cond delay="0"/>
                                  </p:stCondLst>
                                  <p:childTnLst>
                                    <p:set>
                                      <p:cBhvr>
                                        <p:cTn id="42" dur="1" fill="hold">
                                          <p:stCondLst>
                                            <p:cond delay="0"/>
                                          </p:stCondLst>
                                        </p:cTn>
                                        <p:tgtEl>
                                          <p:spTgt spid="99334"/>
                                        </p:tgtEl>
                                        <p:attrNameLst>
                                          <p:attrName>style.visibility</p:attrName>
                                        </p:attrNameLst>
                                      </p:cBhvr>
                                      <p:to>
                                        <p:strVal val="visible"/>
                                      </p:to>
                                    </p:set>
                                    <p:animEffect transition="in" filter="box(in)">
                                      <p:cBhvr>
                                        <p:cTn id="43" dur="2000"/>
                                        <p:tgtEl>
                                          <p:spTgt spid="99334"/>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4" presetClass="entr" presetSubtype="16" fill="hold" nodeType="clickEffect">
                                  <p:stCondLst>
                                    <p:cond delay="0"/>
                                  </p:stCondLst>
                                  <p:childTnLst>
                                    <p:set>
                                      <p:cBhvr>
                                        <p:cTn id="47" dur="1" fill="hold">
                                          <p:stCondLst>
                                            <p:cond delay="0"/>
                                          </p:stCondLst>
                                        </p:cTn>
                                        <p:tgtEl>
                                          <p:spTgt spid="99335"/>
                                        </p:tgtEl>
                                        <p:attrNameLst>
                                          <p:attrName>style.visibility</p:attrName>
                                        </p:attrNameLst>
                                      </p:cBhvr>
                                      <p:to>
                                        <p:strVal val="visible"/>
                                      </p:to>
                                    </p:set>
                                    <p:animEffect transition="in" filter="box(in)">
                                      <p:cBhvr>
                                        <p:cTn id="48" dur="2000"/>
                                        <p:tgtEl>
                                          <p:spTgt spid="99335"/>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4" presetClass="entr" presetSubtype="16" fill="hold" nodeType="clickEffect">
                                  <p:stCondLst>
                                    <p:cond delay="0"/>
                                  </p:stCondLst>
                                  <p:childTnLst>
                                    <p:set>
                                      <p:cBhvr>
                                        <p:cTn id="52" dur="1" fill="hold">
                                          <p:stCondLst>
                                            <p:cond delay="0"/>
                                          </p:stCondLst>
                                        </p:cTn>
                                        <p:tgtEl>
                                          <p:spTgt spid="99336"/>
                                        </p:tgtEl>
                                        <p:attrNameLst>
                                          <p:attrName>style.visibility</p:attrName>
                                        </p:attrNameLst>
                                      </p:cBhvr>
                                      <p:to>
                                        <p:strVal val="visible"/>
                                      </p:to>
                                    </p:set>
                                    <p:animEffect transition="in" filter="box(in)">
                                      <p:cBhvr>
                                        <p:cTn id="53" dur="2000"/>
                                        <p:tgtEl>
                                          <p:spTgt spid="99336"/>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4" presetClass="entr" presetSubtype="16" fill="hold" nodeType="clickEffect">
                                  <p:stCondLst>
                                    <p:cond delay="0"/>
                                  </p:stCondLst>
                                  <p:childTnLst>
                                    <p:set>
                                      <p:cBhvr>
                                        <p:cTn id="57" dur="1" fill="hold">
                                          <p:stCondLst>
                                            <p:cond delay="0"/>
                                          </p:stCondLst>
                                        </p:cTn>
                                        <p:tgtEl>
                                          <p:spTgt spid="99337"/>
                                        </p:tgtEl>
                                        <p:attrNameLst>
                                          <p:attrName>style.visibility</p:attrName>
                                        </p:attrNameLst>
                                      </p:cBhvr>
                                      <p:to>
                                        <p:strVal val="visible"/>
                                      </p:to>
                                    </p:set>
                                    <p:animEffect transition="in" filter="box(in)">
                                      <p:cBhvr>
                                        <p:cTn id="58" dur="2000"/>
                                        <p:tgtEl>
                                          <p:spTgt spid="99337"/>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4" presetClass="entr" presetSubtype="16" fill="hold" nodeType="clickEffect">
                                  <p:stCondLst>
                                    <p:cond delay="0"/>
                                  </p:stCondLst>
                                  <p:childTnLst>
                                    <p:set>
                                      <p:cBhvr>
                                        <p:cTn id="62" dur="1" fill="hold">
                                          <p:stCondLst>
                                            <p:cond delay="0"/>
                                          </p:stCondLst>
                                        </p:cTn>
                                        <p:tgtEl>
                                          <p:spTgt spid="99338"/>
                                        </p:tgtEl>
                                        <p:attrNameLst>
                                          <p:attrName>style.visibility</p:attrName>
                                        </p:attrNameLst>
                                      </p:cBhvr>
                                      <p:to>
                                        <p:strVal val="visible"/>
                                      </p:to>
                                    </p:set>
                                    <p:animEffect transition="in" filter="box(in)">
                                      <p:cBhvr>
                                        <p:cTn id="63" dur="2000"/>
                                        <p:tgtEl>
                                          <p:spTgt spid="993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13" name="日期占位符 1">
            <a:extLst>
              <a:ext uri="{FF2B5EF4-FFF2-40B4-BE49-F238E27FC236}">
                <a16:creationId xmlns:a16="http://schemas.microsoft.com/office/drawing/2014/main" id="{629FB42D-4E7F-4101-9342-7444906E4E8A}"/>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921100E-C67E-420A-855A-EAD80EB909A6}" type="datetime1">
              <a:rPr lang="zh-CN" altLang="en-US" smtClean="0"/>
              <a:pPr eaLnBrk="1" hangingPunct="1"/>
              <a:t>2025/2/28</a:t>
            </a:fld>
            <a:endParaRPr lang="en-US" altLang="zh-CN"/>
          </a:p>
        </p:txBody>
      </p:sp>
      <p:sp>
        <p:nvSpPr>
          <p:cNvPr id="21514" name="页脚占位符 2">
            <a:extLst>
              <a:ext uri="{FF2B5EF4-FFF2-40B4-BE49-F238E27FC236}">
                <a16:creationId xmlns:a16="http://schemas.microsoft.com/office/drawing/2014/main" id="{C741B5C9-F00E-49FC-A068-C1038E864BC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(共20页)</a:t>
            </a:r>
          </a:p>
        </p:txBody>
      </p:sp>
      <p:sp>
        <p:nvSpPr>
          <p:cNvPr id="21515" name="灯片编号占位符 3">
            <a:extLst>
              <a:ext uri="{FF2B5EF4-FFF2-40B4-BE49-F238E27FC236}">
                <a16:creationId xmlns:a16="http://schemas.microsoft.com/office/drawing/2014/main" id="{98DEC5F4-F623-4A08-8AD1-AA9536BA762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39C2E2A-B649-4E51-9CA0-C8E7330CFF24}" type="slidenum">
              <a:rPr lang="en-US" altLang="zh-CN"/>
              <a:pPr eaLnBrk="1" hangingPunct="1"/>
              <a:t>31</a:t>
            </a:fld>
            <a:endParaRPr lang="en-US" altLang="zh-CN"/>
          </a:p>
        </p:txBody>
      </p:sp>
      <p:graphicFrame>
        <p:nvGraphicFramePr>
          <p:cNvPr id="100355" name="Object 3">
            <a:extLst>
              <a:ext uri="{FF2B5EF4-FFF2-40B4-BE49-F238E27FC236}">
                <a16:creationId xmlns:a16="http://schemas.microsoft.com/office/drawing/2014/main" id="{0934DCD8-96CA-47C1-A98C-C1D691790C8A}"/>
              </a:ext>
            </a:extLst>
          </p:cNvPr>
          <p:cNvGraphicFramePr>
            <a:graphicFrameLocks noChangeAspect="1"/>
          </p:cNvGraphicFramePr>
          <p:nvPr/>
        </p:nvGraphicFramePr>
        <p:xfrm>
          <a:off x="2230438" y="260350"/>
          <a:ext cx="5761037" cy="557213"/>
        </p:xfrm>
        <a:graphic>
          <a:graphicData uri="http://schemas.openxmlformats.org/presentationml/2006/ole">
            <mc:AlternateContent xmlns:mc="http://schemas.openxmlformats.org/markup-compatibility/2006">
              <mc:Choice xmlns:v="urn:schemas-microsoft-com:vml" Requires="v">
                <p:oleObj spid="_x0000_s30750" name="Equation" r:id="rId4" imgW="2057400" imgH="215640" progId="Equation.DSMT4">
                  <p:embed/>
                </p:oleObj>
              </mc:Choice>
              <mc:Fallback>
                <p:oleObj name="Equation" r:id="rId4" imgW="2057400" imgH="215640" progId="Equation.DSMT4">
                  <p:embed/>
                  <p:pic>
                    <p:nvPicPr>
                      <p:cNvPr id="100355" name="Object 3">
                        <a:extLst>
                          <a:ext uri="{FF2B5EF4-FFF2-40B4-BE49-F238E27FC236}">
                            <a16:creationId xmlns:a16="http://schemas.microsoft.com/office/drawing/2014/main" id="{0934DCD8-96CA-47C1-A98C-C1D691790C8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30438" y="260350"/>
                        <a:ext cx="5761037" cy="557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0356" name="Object 4">
            <a:extLst>
              <a:ext uri="{FF2B5EF4-FFF2-40B4-BE49-F238E27FC236}">
                <a16:creationId xmlns:a16="http://schemas.microsoft.com/office/drawing/2014/main" id="{1A2DB0A2-D75D-46BE-BB7D-EA4EF209AF09}"/>
              </a:ext>
            </a:extLst>
          </p:cNvPr>
          <p:cNvGraphicFramePr>
            <a:graphicFrameLocks noChangeAspect="1"/>
          </p:cNvGraphicFramePr>
          <p:nvPr/>
        </p:nvGraphicFramePr>
        <p:xfrm>
          <a:off x="2268538" y="933450"/>
          <a:ext cx="5616575" cy="536575"/>
        </p:xfrm>
        <a:graphic>
          <a:graphicData uri="http://schemas.openxmlformats.org/presentationml/2006/ole">
            <mc:AlternateContent xmlns:mc="http://schemas.openxmlformats.org/markup-compatibility/2006">
              <mc:Choice xmlns:v="urn:schemas-microsoft-com:vml" Requires="v">
                <p:oleObj spid="_x0000_s30751" name="公式" r:id="rId6" imgW="2082600" imgH="215640" progId="Equation.3">
                  <p:embed/>
                </p:oleObj>
              </mc:Choice>
              <mc:Fallback>
                <p:oleObj name="公式" r:id="rId6" imgW="2082600" imgH="215640" progId="Equation.3">
                  <p:embed/>
                  <p:pic>
                    <p:nvPicPr>
                      <p:cNvPr id="100356" name="Object 4">
                        <a:extLst>
                          <a:ext uri="{FF2B5EF4-FFF2-40B4-BE49-F238E27FC236}">
                            <a16:creationId xmlns:a16="http://schemas.microsoft.com/office/drawing/2014/main" id="{1A2DB0A2-D75D-46BE-BB7D-EA4EF209AF0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68538" y="933450"/>
                        <a:ext cx="5616575" cy="536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0357" name="Object 5">
            <a:extLst>
              <a:ext uri="{FF2B5EF4-FFF2-40B4-BE49-F238E27FC236}">
                <a16:creationId xmlns:a16="http://schemas.microsoft.com/office/drawing/2014/main" id="{609F5A79-306E-4F3E-9311-5587B394B195}"/>
              </a:ext>
            </a:extLst>
          </p:cNvPr>
          <p:cNvGraphicFramePr>
            <a:graphicFrameLocks noChangeAspect="1"/>
          </p:cNvGraphicFramePr>
          <p:nvPr/>
        </p:nvGraphicFramePr>
        <p:xfrm>
          <a:off x="431800" y="2492375"/>
          <a:ext cx="6985000" cy="493713"/>
        </p:xfrm>
        <a:graphic>
          <a:graphicData uri="http://schemas.openxmlformats.org/presentationml/2006/ole">
            <mc:AlternateContent xmlns:mc="http://schemas.openxmlformats.org/markup-compatibility/2006">
              <mc:Choice xmlns:v="urn:schemas-microsoft-com:vml" Requires="v">
                <p:oleObj spid="_x0000_s30752" name="Equation" r:id="rId8" imgW="3060360" imgH="215640" progId="Equation.DSMT4">
                  <p:embed/>
                </p:oleObj>
              </mc:Choice>
              <mc:Fallback>
                <p:oleObj name="Equation" r:id="rId8" imgW="3060360" imgH="215640" progId="Equation.DSMT4">
                  <p:embed/>
                  <p:pic>
                    <p:nvPicPr>
                      <p:cNvPr id="100357" name="Object 5">
                        <a:extLst>
                          <a:ext uri="{FF2B5EF4-FFF2-40B4-BE49-F238E27FC236}">
                            <a16:creationId xmlns:a16="http://schemas.microsoft.com/office/drawing/2014/main" id="{609F5A79-306E-4F3E-9311-5587B394B19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1800" y="2492375"/>
                        <a:ext cx="6985000" cy="493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0358" name="Object 6">
            <a:extLst>
              <a:ext uri="{FF2B5EF4-FFF2-40B4-BE49-F238E27FC236}">
                <a16:creationId xmlns:a16="http://schemas.microsoft.com/office/drawing/2014/main" id="{7EC672FC-C81C-4993-9EC5-158383C995C9}"/>
              </a:ext>
            </a:extLst>
          </p:cNvPr>
          <p:cNvGraphicFramePr>
            <a:graphicFrameLocks noChangeAspect="1"/>
          </p:cNvGraphicFramePr>
          <p:nvPr/>
        </p:nvGraphicFramePr>
        <p:xfrm>
          <a:off x="539750" y="3068638"/>
          <a:ext cx="3286125" cy="522287"/>
        </p:xfrm>
        <a:graphic>
          <a:graphicData uri="http://schemas.openxmlformats.org/presentationml/2006/ole">
            <mc:AlternateContent xmlns:mc="http://schemas.openxmlformats.org/markup-compatibility/2006">
              <mc:Choice xmlns:v="urn:schemas-microsoft-com:vml" Requires="v">
                <p:oleObj spid="_x0000_s30753" name="Equation" r:id="rId10" imgW="1282680" imgH="203040" progId="Equation.DSMT4">
                  <p:embed/>
                </p:oleObj>
              </mc:Choice>
              <mc:Fallback>
                <p:oleObj name="Equation" r:id="rId10" imgW="1282680" imgH="203040" progId="Equation.DSMT4">
                  <p:embed/>
                  <p:pic>
                    <p:nvPicPr>
                      <p:cNvPr id="100358" name="Object 6">
                        <a:extLst>
                          <a:ext uri="{FF2B5EF4-FFF2-40B4-BE49-F238E27FC236}">
                            <a16:creationId xmlns:a16="http://schemas.microsoft.com/office/drawing/2014/main" id="{7EC672FC-C81C-4993-9EC5-158383C995C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39750" y="3068638"/>
                        <a:ext cx="3286125" cy="522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0368" name="Object 16">
            <a:extLst>
              <a:ext uri="{FF2B5EF4-FFF2-40B4-BE49-F238E27FC236}">
                <a16:creationId xmlns:a16="http://schemas.microsoft.com/office/drawing/2014/main" id="{B075889A-AF14-481B-B4C7-9B75A229A8CC}"/>
              </a:ext>
            </a:extLst>
          </p:cNvPr>
          <p:cNvGraphicFramePr>
            <a:graphicFrameLocks noChangeAspect="1"/>
          </p:cNvGraphicFramePr>
          <p:nvPr/>
        </p:nvGraphicFramePr>
        <p:xfrm>
          <a:off x="142875" y="1736725"/>
          <a:ext cx="5221288" cy="455613"/>
        </p:xfrm>
        <a:graphic>
          <a:graphicData uri="http://schemas.openxmlformats.org/presentationml/2006/ole">
            <mc:AlternateContent xmlns:mc="http://schemas.openxmlformats.org/markup-compatibility/2006">
              <mc:Choice xmlns:v="urn:schemas-microsoft-com:vml" Requires="v">
                <p:oleObj spid="_x0000_s30754" name="Equation" r:id="rId12" imgW="1777680" imgH="203040" progId="Equation.DSMT4">
                  <p:embed/>
                </p:oleObj>
              </mc:Choice>
              <mc:Fallback>
                <p:oleObj name="Equation" r:id="rId12" imgW="1777680" imgH="203040" progId="Equation.DSMT4">
                  <p:embed/>
                  <p:pic>
                    <p:nvPicPr>
                      <p:cNvPr id="100368" name="Object 16">
                        <a:extLst>
                          <a:ext uri="{FF2B5EF4-FFF2-40B4-BE49-F238E27FC236}">
                            <a16:creationId xmlns:a16="http://schemas.microsoft.com/office/drawing/2014/main" id="{B075889A-AF14-481B-B4C7-9B75A229A8CC}"/>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42875" y="1736725"/>
                        <a:ext cx="5221288" cy="455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516" name="Rectangle 18">
            <a:extLst>
              <a:ext uri="{FF2B5EF4-FFF2-40B4-BE49-F238E27FC236}">
                <a16:creationId xmlns:a16="http://schemas.microsoft.com/office/drawing/2014/main" id="{DCA59B37-D717-4FDA-B6C6-80FD4F4CDB3D}"/>
              </a:ext>
            </a:extLst>
          </p:cNvPr>
          <p:cNvSpPr>
            <a:spLocks noChangeArrowheads="1"/>
          </p:cNvSpPr>
          <p:nvPr/>
        </p:nvSpPr>
        <p:spPr bwMode="auto">
          <a:xfrm>
            <a:off x="0" y="239713"/>
            <a:ext cx="25082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a:solidFill>
                  <a:srgbClr val="FF0000"/>
                </a:solidFill>
                <a:latin typeface="黑体" panose="02010609060101010101" pitchFamily="49" charset="-122"/>
                <a:ea typeface="黑体" panose="02010609060101010101" pitchFamily="49" charset="-122"/>
              </a:rPr>
              <a:t>4. </a:t>
            </a:r>
            <a:r>
              <a:rPr kumimoji="1" lang="zh-CN" altLang="en-US" sz="2800" b="1">
                <a:solidFill>
                  <a:srgbClr val="FF0000"/>
                </a:solidFill>
                <a:latin typeface="黑体" panose="02010609060101010101" pitchFamily="49" charset="-122"/>
                <a:ea typeface="黑体" panose="02010609060101010101" pitchFamily="49" charset="-122"/>
              </a:rPr>
              <a:t>奇偶排列：</a:t>
            </a:r>
          </a:p>
        </p:txBody>
      </p:sp>
      <p:grpSp>
        <p:nvGrpSpPr>
          <p:cNvPr id="2" name="Group 20">
            <a:extLst>
              <a:ext uri="{FF2B5EF4-FFF2-40B4-BE49-F238E27FC236}">
                <a16:creationId xmlns:a16="http://schemas.microsoft.com/office/drawing/2014/main" id="{15C47611-26DA-4F5F-8AED-A964282ACE0F}"/>
              </a:ext>
            </a:extLst>
          </p:cNvPr>
          <p:cNvGrpSpPr>
            <a:grpSpLocks/>
          </p:cNvGrpSpPr>
          <p:nvPr/>
        </p:nvGrpSpPr>
        <p:grpSpPr bwMode="auto">
          <a:xfrm>
            <a:off x="5543550" y="1665288"/>
            <a:ext cx="3382963" cy="561975"/>
            <a:chOff x="2563" y="1162"/>
            <a:chExt cx="2131" cy="354"/>
          </a:xfrm>
        </p:grpSpPr>
        <p:sp>
          <p:nvSpPr>
            <p:cNvPr id="21519" name="Text Box 17">
              <a:extLst>
                <a:ext uri="{FF2B5EF4-FFF2-40B4-BE49-F238E27FC236}">
                  <a16:creationId xmlns:a16="http://schemas.microsoft.com/office/drawing/2014/main" id="{DD54DA40-45BF-4ED5-A697-8D32A209899B}"/>
                </a:ext>
              </a:extLst>
            </p:cNvPr>
            <p:cNvSpPr txBox="1">
              <a:spLocks noChangeArrowheads="1"/>
            </p:cNvSpPr>
            <p:nvPr/>
          </p:nvSpPr>
          <p:spPr bwMode="auto">
            <a:xfrm>
              <a:off x="3470" y="1162"/>
              <a:ext cx="122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800" b="1"/>
                <a:t>为奇排列</a:t>
              </a:r>
            </a:p>
          </p:txBody>
        </p:sp>
        <p:graphicFrame>
          <p:nvGraphicFramePr>
            <p:cNvPr id="21512" name="Object 19">
              <a:extLst>
                <a:ext uri="{FF2B5EF4-FFF2-40B4-BE49-F238E27FC236}">
                  <a16:creationId xmlns:a16="http://schemas.microsoft.com/office/drawing/2014/main" id="{C6CD0CCA-BACF-45BE-833F-71313B118780}"/>
                </a:ext>
              </a:extLst>
            </p:cNvPr>
            <p:cNvGraphicFramePr>
              <a:graphicFrameLocks noChangeAspect="1"/>
            </p:cNvGraphicFramePr>
            <p:nvPr/>
          </p:nvGraphicFramePr>
          <p:xfrm>
            <a:off x="2563" y="1162"/>
            <a:ext cx="908" cy="354"/>
          </p:xfrm>
          <a:graphic>
            <a:graphicData uri="http://schemas.openxmlformats.org/presentationml/2006/ole">
              <mc:AlternateContent xmlns:mc="http://schemas.openxmlformats.org/markup-compatibility/2006">
                <mc:Choice xmlns:v="urn:schemas-microsoft-com:vml" Requires="v">
                  <p:oleObj spid="_x0000_s30755" name="Equation" r:id="rId14" imgW="457200" imgH="177480" progId="Equation.DSMT4">
                    <p:embed/>
                  </p:oleObj>
                </mc:Choice>
                <mc:Fallback>
                  <p:oleObj name="Equation" r:id="rId14" imgW="457200" imgH="177480" progId="Equation.DSMT4">
                    <p:embed/>
                    <p:pic>
                      <p:nvPicPr>
                        <p:cNvPr id="21512" name="Object 19">
                          <a:extLst>
                            <a:ext uri="{FF2B5EF4-FFF2-40B4-BE49-F238E27FC236}">
                              <a16:creationId xmlns:a16="http://schemas.microsoft.com/office/drawing/2014/main" id="{C6CD0CCA-BACF-45BE-833F-71313B118780}"/>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563" y="1162"/>
                          <a:ext cx="908" cy="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100373" name="Rectangle 21">
            <a:extLst>
              <a:ext uri="{FF2B5EF4-FFF2-40B4-BE49-F238E27FC236}">
                <a16:creationId xmlns:a16="http://schemas.microsoft.com/office/drawing/2014/main" id="{0EADBE14-120B-46D5-9544-B6CBF86D3382}"/>
              </a:ext>
            </a:extLst>
          </p:cNvPr>
          <p:cNvSpPr>
            <a:spLocks noChangeArrowheads="1"/>
          </p:cNvSpPr>
          <p:nvPr/>
        </p:nvSpPr>
        <p:spPr bwMode="auto">
          <a:xfrm>
            <a:off x="179388" y="3716338"/>
            <a:ext cx="26876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a:solidFill>
                  <a:srgbClr val="FF0000"/>
                </a:solidFill>
                <a:latin typeface="黑体" panose="02010609060101010101" pitchFamily="49" charset="-122"/>
                <a:ea typeface="黑体" panose="02010609060101010101" pitchFamily="49" charset="-122"/>
              </a:rPr>
              <a:t>5</a:t>
            </a:r>
            <a:r>
              <a:rPr kumimoji="1" lang="zh-CN" altLang="en-US" sz="2800" b="1">
                <a:solidFill>
                  <a:srgbClr val="FF0000"/>
                </a:solidFill>
                <a:latin typeface="黑体" panose="02010609060101010101" pitchFamily="49" charset="-122"/>
                <a:ea typeface="黑体" panose="02010609060101010101" pitchFamily="49" charset="-122"/>
              </a:rPr>
              <a:t>（*）</a:t>
            </a:r>
            <a:r>
              <a:rPr kumimoji="1" lang="en-US" altLang="zh-CN" sz="2800" b="1">
                <a:solidFill>
                  <a:srgbClr val="FF0000"/>
                </a:solidFill>
                <a:latin typeface="黑体" panose="02010609060101010101" pitchFamily="49" charset="-122"/>
                <a:ea typeface="黑体" panose="02010609060101010101" pitchFamily="49" charset="-122"/>
              </a:rPr>
              <a:t>. </a:t>
            </a:r>
            <a:r>
              <a:rPr kumimoji="1" lang="zh-CN" altLang="en-US" sz="2800" b="1">
                <a:solidFill>
                  <a:srgbClr val="FF0000"/>
                </a:solidFill>
                <a:latin typeface="黑体" panose="02010609060101010101" pitchFamily="49" charset="-122"/>
                <a:ea typeface="黑体" panose="02010609060101010101" pitchFamily="49" charset="-122"/>
              </a:rPr>
              <a:t>对换：</a:t>
            </a:r>
          </a:p>
        </p:txBody>
      </p:sp>
      <p:graphicFrame>
        <p:nvGraphicFramePr>
          <p:cNvPr id="100374" name="Object 22">
            <a:extLst>
              <a:ext uri="{FF2B5EF4-FFF2-40B4-BE49-F238E27FC236}">
                <a16:creationId xmlns:a16="http://schemas.microsoft.com/office/drawing/2014/main" id="{65AF86E9-C936-423C-8E36-87131EF65046}"/>
              </a:ext>
            </a:extLst>
          </p:cNvPr>
          <p:cNvGraphicFramePr>
            <a:graphicFrameLocks noChangeAspect="1"/>
          </p:cNvGraphicFramePr>
          <p:nvPr/>
        </p:nvGraphicFramePr>
        <p:xfrm>
          <a:off x="179388" y="4437063"/>
          <a:ext cx="8748712" cy="1017587"/>
        </p:xfrm>
        <a:graphic>
          <a:graphicData uri="http://schemas.openxmlformats.org/presentationml/2006/ole">
            <mc:AlternateContent xmlns:mc="http://schemas.openxmlformats.org/markup-compatibility/2006">
              <mc:Choice xmlns:v="urn:schemas-microsoft-com:vml" Requires="v">
                <p:oleObj spid="_x0000_s30756" name="Equation" r:id="rId16" imgW="3644640" imgH="457200" progId="Equation.DSMT4">
                  <p:embed/>
                </p:oleObj>
              </mc:Choice>
              <mc:Fallback>
                <p:oleObj name="Equation" r:id="rId16" imgW="3644640" imgH="457200" progId="Equation.DSMT4">
                  <p:embed/>
                  <p:pic>
                    <p:nvPicPr>
                      <p:cNvPr id="100374" name="Object 22">
                        <a:extLst>
                          <a:ext uri="{FF2B5EF4-FFF2-40B4-BE49-F238E27FC236}">
                            <a16:creationId xmlns:a16="http://schemas.microsoft.com/office/drawing/2014/main" id="{65AF86E9-C936-423C-8E36-87131EF65046}"/>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79388" y="4437063"/>
                        <a:ext cx="8748712" cy="1017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slow">
    <p:randomBar/>
    <p:sndAc>
      <p:stSnd>
        <p:snd r:embed="rId3" name="chimes.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00355"/>
                                        </p:tgtEl>
                                        <p:attrNameLst>
                                          <p:attrName>style.visibility</p:attrName>
                                        </p:attrNameLst>
                                      </p:cBhvr>
                                      <p:to>
                                        <p:strVal val="visible"/>
                                      </p:to>
                                    </p:set>
                                    <p:animEffect transition="in" filter="box(in)">
                                      <p:cBhvr>
                                        <p:cTn id="7" dur="1000"/>
                                        <p:tgtEl>
                                          <p:spTgt spid="10035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100356"/>
                                        </p:tgtEl>
                                        <p:attrNameLst>
                                          <p:attrName>style.visibility</p:attrName>
                                        </p:attrNameLst>
                                      </p:cBhvr>
                                      <p:to>
                                        <p:strVal val="visible"/>
                                      </p:to>
                                    </p:set>
                                    <p:animEffect transition="in" filter="box(in)">
                                      <p:cBhvr>
                                        <p:cTn id="12" dur="1000"/>
                                        <p:tgtEl>
                                          <p:spTgt spid="10035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100368"/>
                                        </p:tgtEl>
                                        <p:attrNameLst>
                                          <p:attrName>style.visibility</p:attrName>
                                        </p:attrNameLst>
                                      </p:cBhvr>
                                      <p:to>
                                        <p:strVal val="visible"/>
                                      </p:to>
                                    </p:set>
                                    <p:animEffect transition="in" filter="box(in)">
                                      <p:cBhvr>
                                        <p:cTn id="17" dur="1000"/>
                                        <p:tgtEl>
                                          <p:spTgt spid="10036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4"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 calcmode="lin" valueType="num">
                                      <p:cBhvr additive="base">
                                        <p:cTn id="22" dur="500" fill="hold"/>
                                        <p:tgtEl>
                                          <p:spTgt spid="2"/>
                                        </p:tgtEl>
                                        <p:attrNameLst>
                                          <p:attrName>ppt_x</p:attrName>
                                        </p:attrNameLst>
                                      </p:cBhvr>
                                      <p:tavLst>
                                        <p:tav tm="0">
                                          <p:val>
                                            <p:strVal val="#ppt_x"/>
                                          </p:val>
                                        </p:tav>
                                        <p:tav tm="100000">
                                          <p:val>
                                            <p:strVal val="#ppt_x"/>
                                          </p:val>
                                        </p:tav>
                                      </p:tavLst>
                                    </p:anim>
                                    <p:anim calcmode="lin" valueType="num">
                                      <p:cBhvr additive="base">
                                        <p:cTn id="2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 presetClass="entr" presetSubtype="16" fill="hold" nodeType="clickEffect">
                                  <p:stCondLst>
                                    <p:cond delay="0"/>
                                  </p:stCondLst>
                                  <p:childTnLst>
                                    <p:set>
                                      <p:cBhvr>
                                        <p:cTn id="27" dur="1" fill="hold">
                                          <p:stCondLst>
                                            <p:cond delay="0"/>
                                          </p:stCondLst>
                                        </p:cTn>
                                        <p:tgtEl>
                                          <p:spTgt spid="100357"/>
                                        </p:tgtEl>
                                        <p:attrNameLst>
                                          <p:attrName>style.visibility</p:attrName>
                                        </p:attrNameLst>
                                      </p:cBhvr>
                                      <p:to>
                                        <p:strVal val="visible"/>
                                      </p:to>
                                    </p:set>
                                    <p:animEffect transition="in" filter="box(in)">
                                      <p:cBhvr>
                                        <p:cTn id="28" dur="1000"/>
                                        <p:tgtEl>
                                          <p:spTgt spid="100357"/>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4" presetClass="entr" presetSubtype="16" fill="hold" nodeType="clickEffect">
                                  <p:stCondLst>
                                    <p:cond delay="0"/>
                                  </p:stCondLst>
                                  <p:childTnLst>
                                    <p:set>
                                      <p:cBhvr>
                                        <p:cTn id="32" dur="1" fill="hold">
                                          <p:stCondLst>
                                            <p:cond delay="0"/>
                                          </p:stCondLst>
                                        </p:cTn>
                                        <p:tgtEl>
                                          <p:spTgt spid="100358"/>
                                        </p:tgtEl>
                                        <p:attrNameLst>
                                          <p:attrName>style.visibility</p:attrName>
                                        </p:attrNameLst>
                                      </p:cBhvr>
                                      <p:to>
                                        <p:strVal val="visible"/>
                                      </p:to>
                                    </p:set>
                                    <p:animEffect transition="in" filter="box(in)">
                                      <p:cBhvr>
                                        <p:cTn id="33" dur="1000"/>
                                        <p:tgtEl>
                                          <p:spTgt spid="100358"/>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100373"/>
                                        </p:tgtEl>
                                        <p:attrNameLst>
                                          <p:attrName>style.visibility</p:attrName>
                                        </p:attrNameLst>
                                      </p:cBhvr>
                                      <p:to>
                                        <p:strVal val="visible"/>
                                      </p:to>
                                    </p:set>
                                    <p:anim calcmode="lin" valueType="num">
                                      <p:cBhvr additive="base">
                                        <p:cTn id="38" dur="500" fill="hold"/>
                                        <p:tgtEl>
                                          <p:spTgt spid="100373"/>
                                        </p:tgtEl>
                                        <p:attrNameLst>
                                          <p:attrName>ppt_x</p:attrName>
                                        </p:attrNameLst>
                                      </p:cBhvr>
                                      <p:tavLst>
                                        <p:tav tm="0">
                                          <p:val>
                                            <p:strVal val="#ppt_x"/>
                                          </p:val>
                                        </p:tav>
                                        <p:tav tm="100000">
                                          <p:val>
                                            <p:strVal val="#ppt_x"/>
                                          </p:val>
                                        </p:tav>
                                      </p:tavLst>
                                    </p:anim>
                                    <p:anim calcmode="lin" valueType="num">
                                      <p:cBhvr additive="base">
                                        <p:cTn id="39" dur="500" fill="hold"/>
                                        <p:tgtEl>
                                          <p:spTgt spid="100373"/>
                                        </p:tgtEl>
                                        <p:attrNameLst>
                                          <p:attrName>ppt_y</p:attrName>
                                        </p:attrNameLst>
                                      </p:cBhvr>
                                      <p:tavLst>
                                        <p:tav tm="0">
                                          <p:val>
                                            <p:strVal val="1+#ppt_h/2"/>
                                          </p:val>
                                        </p:tav>
                                        <p:tav tm="100000">
                                          <p:val>
                                            <p:strVal val="#ppt_y"/>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5" presetClass="entr" presetSubtype="10" fill="hold" nodeType="clickEffect">
                                  <p:stCondLst>
                                    <p:cond delay="0"/>
                                  </p:stCondLst>
                                  <p:childTnLst>
                                    <p:set>
                                      <p:cBhvr>
                                        <p:cTn id="43" dur="1" fill="hold">
                                          <p:stCondLst>
                                            <p:cond delay="0"/>
                                          </p:stCondLst>
                                        </p:cTn>
                                        <p:tgtEl>
                                          <p:spTgt spid="100374"/>
                                        </p:tgtEl>
                                        <p:attrNameLst>
                                          <p:attrName>style.visibility</p:attrName>
                                        </p:attrNameLst>
                                      </p:cBhvr>
                                      <p:to>
                                        <p:strVal val="visible"/>
                                      </p:to>
                                    </p:set>
                                    <p:animEffect transition="in" filter="checkerboard(across)">
                                      <p:cBhvr>
                                        <p:cTn id="44" dur="1000"/>
                                        <p:tgtEl>
                                          <p:spTgt spid="1003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7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7" name="日期占位符 1">
            <a:extLst>
              <a:ext uri="{FF2B5EF4-FFF2-40B4-BE49-F238E27FC236}">
                <a16:creationId xmlns:a16="http://schemas.microsoft.com/office/drawing/2014/main" id="{B80744EB-F72A-4DDB-A80F-996EB4B19766}"/>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38B1EE6-E9D4-446A-936A-C771D56B0EC9}" type="datetime1">
              <a:rPr lang="zh-CN" altLang="en-US" smtClean="0"/>
              <a:pPr eaLnBrk="1" hangingPunct="1"/>
              <a:t>2025/2/28</a:t>
            </a:fld>
            <a:endParaRPr lang="en-US" altLang="zh-CN"/>
          </a:p>
        </p:txBody>
      </p:sp>
      <p:sp>
        <p:nvSpPr>
          <p:cNvPr id="22538" name="页脚占位符 2">
            <a:extLst>
              <a:ext uri="{FF2B5EF4-FFF2-40B4-BE49-F238E27FC236}">
                <a16:creationId xmlns:a16="http://schemas.microsoft.com/office/drawing/2014/main" id="{734285BB-2C40-45A8-A1C2-0503B2429EA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(共20页)</a:t>
            </a:r>
          </a:p>
        </p:txBody>
      </p:sp>
      <p:sp>
        <p:nvSpPr>
          <p:cNvPr id="22539" name="灯片编号占位符 3">
            <a:extLst>
              <a:ext uri="{FF2B5EF4-FFF2-40B4-BE49-F238E27FC236}">
                <a16:creationId xmlns:a16="http://schemas.microsoft.com/office/drawing/2014/main" id="{43EFA129-9881-4155-816A-F6DCBE8750E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8972ED6-D4EE-4E67-A399-2761034F7EE0}" type="slidenum">
              <a:rPr lang="en-US" altLang="zh-CN"/>
              <a:pPr eaLnBrk="1" hangingPunct="1"/>
              <a:t>32</a:t>
            </a:fld>
            <a:endParaRPr lang="en-US" altLang="zh-CN"/>
          </a:p>
        </p:txBody>
      </p:sp>
      <p:graphicFrame>
        <p:nvGraphicFramePr>
          <p:cNvPr id="22530" name="Object 5">
            <a:extLst>
              <a:ext uri="{FF2B5EF4-FFF2-40B4-BE49-F238E27FC236}">
                <a16:creationId xmlns:a16="http://schemas.microsoft.com/office/drawing/2014/main" id="{C6582A40-BB94-49F4-8ED1-A709D57C54D2}"/>
              </a:ext>
            </a:extLst>
          </p:cNvPr>
          <p:cNvGraphicFramePr>
            <a:graphicFrameLocks noChangeAspect="1"/>
          </p:cNvGraphicFramePr>
          <p:nvPr/>
        </p:nvGraphicFramePr>
        <p:xfrm>
          <a:off x="468313" y="1125538"/>
          <a:ext cx="6624637" cy="519112"/>
        </p:xfrm>
        <a:graphic>
          <a:graphicData uri="http://schemas.openxmlformats.org/presentationml/2006/ole">
            <mc:AlternateContent xmlns:mc="http://schemas.openxmlformats.org/markup-compatibility/2006">
              <mc:Choice xmlns:v="urn:schemas-microsoft-com:vml" Requires="v">
                <p:oleObj spid="_x0000_s31774" name="公式" r:id="rId4" imgW="2552400" imgH="215640" progId="Equation.3">
                  <p:embed/>
                </p:oleObj>
              </mc:Choice>
              <mc:Fallback>
                <p:oleObj name="公式" r:id="rId4" imgW="2552400" imgH="215640" progId="Equation.3">
                  <p:embed/>
                  <p:pic>
                    <p:nvPicPr>
                      <p:cNvPr id="22530" name="Object 5">
                        <a:extLst>
                          <a:ext uri="{FF2B5EF4-FFF2-40B4-BE49-F238E27FC236}">
                            <a16:creationId xmlns:a16="http://schemas.microsoft.com/office/drawing/2014/main" id="{C6582A40-BB94-49F4-8ED1-A709D57C54D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8313" y="1125538"/>
                        <a:ext cx="6624637"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531" name="Object 6">
            <a:extLst>
              <a:ext uri="{FF2B5EF4-FFF2-40B4-BE49-F238E27FC236}">
                <a16:creationId xmlns:a16="http://schemas.microsoft.com/office/drawing/2014/main" id="{47CE9BBE-FBE3-4FCD-A121-89E4526F92B1}"/>
              </a:ext>
            </a:extLst>
          </p:cNvPr>
          <p:cNvGraphicFramePr>
            <a:graphicFrameLocks noChangeAspect="1"/>
          </p:cNvGraphicFramePr>
          <p:nvPr/>
        </p:nvGraphicFramePr>
        <p:xfrm>
          <a:off x="755650" y="1773238"/>
          <a:ext cx="4248150" cy="527050"/>
        </p:xfrm>
        <a:graphic>
          <a:graphicData uri="http://schemas.openxmlformats.org/presentationml/2006/ole">
            <mc:AlternateContent xmlns:mc="http://schemas.openxmlformats.org/markup-compatibility/2006">
              <mc:Choice xmlns:v="urn:schemas-microsoft-com:vml" Requires="v">
                <p:oleObj spid="_x0000_s31775" name="公式" r:id="rId6" imgW="1587240" imgH="215640" progId="Equation.3">
                  <p:embed/>
                </p:oleObj>
              </mc:Choice>
              <mc:Fallback>
                <p:oleObj name="公式" r:id="rId6" imgW="1587240" imgH="215640" progId="Equation.3">
                  <p:embed/>
                  <p:pic>
                    <p:nvPicPr>
                      <p:cNvPr id="22531" name="Object 6">
                        <a:extLst>
                          <a:ext uri="{FF2B5EF4-FFF2-40B4-BE49-F238E27FC236}">
                            <a16:creationId xmlns:a16="http://schemas.microsoft.com/office/drawing/2014/main" id="{47CE9BBE-FBE3-4FCD-A121-89E4526F92B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5650" y="1773238"/>
                        <a:ext cx="4248150" cy="527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1384" name="Object 8">
            <a:extLst>
              <a:ext uri="{FF2B5EF4-FFF2-40B4-BE49-F238E27FC236}">
                <a16:creationId xmlns:a16="http://schemas.microsoft.com/office/drawing/2014/main" id="{0DCE233E-5C9A-4D17-9E17-4A498E0E608C}"/>
              </a:ext>
            </a:extLst>
          </p:cNvPr>
          <p:cNvGraphicFramePr>
            <a:graphicFrameLocks noChangeAspect="1"/>
          </p:cNvGraphicFramePr>
          <p:nvPr/>
        </p:nvGraphicFramePr>
        <p:xfrm>
          <a:off x="1187450" y="2565400"/>
          <a:ext cx="2376488" cy="539750"/>
        </p:xfrm>
        <a:graphic>
          <a:graphicData uri="http://schemas.openxmlformats.org/presentationml/2006/ole">
            <mc:AlternateContent xmlns:mc="http://schemas.openxmlformats.org/markup-compatibility/2006">
              <mc:Choice xmlns:v="urn:schemas-microsoft-com:vml" Requires="v">
                <p:oleObj spid="_x0000_s31776" name="公式" r:id="rId8" imgW="876240" imgH="215640" progId="Equation.3">
                  <p:embed/>
                </p:oleObj>
              </mc:Choice>
              <mc:Fallback>
                <p:oleObj name="公式" r:id="rId8" imgW="876240" imgH="215640" progId="Equation.3">
                  <p:embed/>
                  <p:pic>
                    <p:nvPicPr>
                      <p:cNvPr id="101384" name="Object 8">
                        <a:extLst>
                          <a:ext uri="{FF2B5EF4-FFF2-40B4-BE49-F238E27FC236}">
                            <a16:creationId xmlns:a16="http://schemas.microsoft.com/office/drawing/2014/main" id="{0DCE233E-5C9A-4D17-9E17-4A498E0E608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87450" y="2565400"/>
                        <a:ext cx="2376488" cy="539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1385" name="Object 9">
            <a:extLst>
              <a:ext uri="{FF2B5EF4-FFF2-40B4-BE49-F238E27FC236}">
                <a16:creationId xmlns:a16="http://schemas.microsoft.com/office/drawing/2014/main" id="{6061DEF0-5647-4501-AA9C-819E4B329840}"/>
              </a:ext>
            </a:extLst>
          </p:cNvPr>
          <p:cNvGraphicFramePr>
            <a:graphicFrameLocks noChangeAspect="1"/>
          </p:cNvGraphicFramePr>
          <p:nvPr/>
        </p:nvGraphicFramePr>
        <p:xfrm>
          <a:off x="179388" y="3357563"/>
          <a:ext cx="2089150" cy="581025"/>
        </p:xfrm>
        <a:graphic>
          <a:graphicData uri="http://schemas.openxmlformats.org/presentationml/2006/ole">
            <mc:AlternateContent xmlns:mc="http://schemas.openxmlformats.org/markup-compatibility/2006">
              <mc:Choice xmlns:v="urn:schemas-microsoft-com:vml" Requires="v">
                <p:oleObj spid="_x0000_s31777" name="公式" r:id="rId10" imgW="749160" imgH="215640" progId="Equation.3">
                  <p:embed/>
                </p:oleObj>
              </mc:Choice>
              <mc:Fallback>
                <p:oleObj name="公式" r:id="rId10" imgW="749160" imgH="215640" progId="Equation.3">
                  <p:embed/>
                  <p:pic>
                    <p:nvPicPr>
                      <p:cNvPr id="101385" name="Object 9">
                        <a:extLst>
                          <a:ext uri="{FF2B5EF4-FFF2-40B4-BE49-F238E27FC236}">
                            <a16:creationId xmlns:a16="http://schemas.microsoft.com/office/drawing/2014/main" id="{6061DEF0-5647-4501-AA9C-819E4B329840}"/>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79388" y="3357563"/>
                        <a:ext cx="2089150" cy="58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1386" name="Object 10">
            <a:extLst>
              <a:ext uri="{FF2B5EF4-FFF2-40B4-BE49-F238E27FC236}">
                <a16:creationId xmlns:a16="http://schemas.microsoft.com/office/drawing/2014/main" id="{BA2589D6-E3B5-4FEE-A4F0-63BD021BB513}"/>
              </a:ext>
            </a:extLst>
          </p:cNvPr>
          <p:cNvGraphicFramePr>
            <a:graphicFrameLocks noChangeAspect="1"/>
          </p:cNvGraphicFramePr>
          <p:nvPr/>
        </p:nvGraphicFramePr>
        <p:xfrm>
          <a:off x="2484438" y="3284538"/>
          <a:ext cx="4824412" cy="700087"/>
        </p:xfrm>
        <a:graphic>
          <a:graphicData uri="http://schemas.openxmlformats.org/presentationml/2006/ole">
            <mc:AlternateContent xmlns:mc="http://schemas.openxmlformats.org/markup-compatibility/2006">
              <mc:Choice xmlns:v="urn:schemas-microsoft-com:vml" Requires="v">
                <p:oleObj spid="_x0000_s31778" name="Equation" r:id="rId12" imgW="1511280" imgH="241200" progId="Equation.DSMT4">
                  <p:embed/>
                </p:oleObj>
              </mc:Choice>
              <mc:Fallback>
                <p:oleObj name="Equation" r:id="rId12" imgW="1511280" imgH="241200" progId="Equation.DSMT4">
                  <p:embed/>
                  <p:pic>
                    <p:nvPicPr>
                      <p:cNvPr id="101386" name="Object 10">
                        <a:extLst>
                          <a:ext uri="{FF2B5EF4-FFF2-40B4-BE49-F238E27FC236}">
                            <a16:creationId xmlns:a16="http://schemas.microsoft.com/office/drawing/2014/main" id="{BA2589D6-E3B5-4FEE-A4F0-63BD021BB513}"/>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484438" y="3284538"/>
                        <a:ext cx="4824412" cy="700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1387" name="Object 11">
            <a:extLst>
              <a:ext uri="{FF2B5EF4-FFF2-40B4-BE49-F238E27FC236}">
                <a16:creationId xmlns:a16="http://schemas.microsoft.com/office/drawing/2014/main" id="{24455EE4-8FD8-4A81-B181-F50336071ACB}"/>
              </a:ext>
            </a:extLst>
          </p:cNvPr>
          <p:cNvGraphicFramePr>
            <a:graphicFrameLocks noChangeAspect="1"/>
          </p:cNvGraphicFramePr>
          <p:nvPr/>
        </p:nvGraphicFramePr>
        <p:xfrm>
          <a:off x="107950" y="4221163"/>
          <a:ext cx="2376488" cy="533400"/>
        </p:xfrm>
        <a:graphic>
          <a:graphicData uri="http://schemas.openxmlformats.org/presentationml/2006/ole">
            <mc:AlternateContent xmlns:mc="http://schemas.openxmlformats.org/markup-compatibility/2006">
              <mc:Choice xmlns:v="urn:schemas-microsoft-com:vml" Requires="v">
                <p:oleObj spid="_x0000_s31779" name="公式" r:id="rId14" imgW="927000" imgH="215640" progId="Equation.3">
                  <p:embed/>
                </p:oleObj>
              </mc:Choice>
              <mc:Fallback>
                <p:oleObj name="公式" r:id="rId14" imgW="927000" imgH="215640" progId="Equation.3">
                  <p:embed/>
                  <p:pic>
                    <p:nvPicPr>
                      <p:cNvPr id="101387" name="Object 11">
                        <a:extLst>
                          <a:ext uri="{FF2B5EF4-FFF2-40B4-BE49-F238E27FC236}">
                            <a16:creationId xmlns:a16="http://schemas.microsoft.com/office/drawing/2014/main" id="{24455EE4-8FD8-4A81-B181-F50336071ACB}"/>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07950" y="4221163"/>
                        <a:ext cx="2376488"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1388" name="Object 12">
            <a:extLst>
              <a:ext uri="{FF2B5EF4-FFF2-40B4-BE49-F238E27FC236}">
                <a16:creationId xmlns:a16="http://schemas.microsoft.com/office/drawing/2014/main" id="{98447FF2-A78C-4352-853E-CA969264F70D}"/>
              </a:ext>
            </a:extLst>
          </p:cNvPr>
          <p:cNvGraphicFramePr>
            <a:graphicFrameLocks noChangeAspect="1"/>
          </p:cNvGraphicFramePr>
          <p:nvPr/>
        </p:nvGraphicFramePr>
        <p:xfrm>
          <a:off x="2555875" y="4149725"/>
          <a:ext cx="6307138" cy="644525"/>
        </p:xfrm>
        <a:graphic>
          <a:graphicData uri="http://schemas.openxmlformats.org/presentationml/2006/ole">
            <mc:AlternateContent xmlns:mc="http://schemas.openxmlformats.org/markup-compatibility/2006">
              <mc:Choice xmlns:v="urn:schemas-microsoft-com:vml" Requires="v">
                <p:oleObj spid="_x0000_s31780" name="公式" r:id="rId16" imgW="2260440" imgH="253800" progId="Equation.3">
                  <p:embed/>
                </p:oleObj>
              </mc:Choice>
              <mc:Fallback>
                <p:oleObj name="公式" r:id="rId16" imgW="2260440" imgH="253800" progId="Equation.3">
                  <p:embed/>
                  <p:pic>
                    <p:nvPicPr>
                      <p:cNvPr id="101388" name="Object 12">
                        <a:extLst>
                          <a:ext uri="{FF2B5EF4-FFF2-40B4-BE49-F238E27FC236}">
                            <a16:creationId xmlns:a16="http://schemas.microsoft.com/office/drawing/2014/main" id="{98447FF2-A78C-4352-853E-CA969264F70D}"/>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555875" y="4149725"/>
                        <a:ext cx="6307138" cy="644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540" name="Rectangle 14">
            <a:extLst>
              <a:ext uri="{FF2B5EF4-FFF2-40B4-BE49-F238E27FC236}">
                <a16:creationId xmlns:a16="http://schemas.microsoft.com/office/drawing/2014/main" id="{8480AF3C-A9BF-416B-B029-1C8A53660CBF}"/>
              </a:ext>
            </a:extLst>
          </p:cNvPr>
          <p:cNvSpPr>
            <a:spLocks noChangeArrowheads="1"/>
          </p:cNvSpPr>
          <p:nvPr/>
        </p:nvSpPr>
        <p:spPr bwMode="auto">
          <a:xfrm>
            <a:off x="250825" y="404813"/>
            <a:ext cx="66960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solidFill>
                  <a:srgbClr val="FF0000"/>
                </a:solidFill>
              </a:rPr>
              <a:t>定理（*）：</a:t>
            </a:r>
            <a:r>
              <a:rPr kumimoji="1" lang="zh-CN" altLang="en-US" sz="2800" b="1"/>
              <a:t>一次对换改变排列的奇偶性。</a:t>
            </a:r>
          </a:p>
        </p:txBody>
      </p:sp>
      <p:sp>
        <p:nvSpPr>
          <p:cNvPr id="22541" name="Rectangle 15">
            <a:extLst>
              <a:ext uri="{FF2B5EF4-FFF2-40B4-BE49-F238E27FC236}">
                <a16:creationId xmlns:a16="http://schemas.microsoft.com/office/drawing/2014/main" id="{A181D903-28AC-40E4-9074-7E17A0059472}"/>
              </a:ext>
            </a:extLst>
          </p:cNvPr>
          <p:cNvSpPr>
            <a:spLocks noChangeArrowheads="1"/>
          </p:cNvSpPr>
          <p:nvPr/>
        </p:nvSpPr>
        <p:spPr bwMode="auto">
          <a:xfrm>
            <a:off x="107950" y="2492375"/>
            <a:ext cx="12557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solidFill>
                  <a:srgbClr val="FF0000"/>
                </a:solidFill>
              </a:rPr>
              <a:t>证明：</a:t>
            </a:r>
          </a:p>
        </p:txBody>
      </p:sp>
      <p:sp>
        <p:nvSpPr>
          <p:cNvPr id="101392" name="Rectangle 16">
            <a:extLst>
              <a:ext uri="{FF2B5EF4-FFF2-40B4-BE49-F238E27FC236}">
                <a16:creationId xmlns:a16="http://schemas.microsoft.com/office/drawing/2014/main" id="{C1CE75F6-04B3-40F9-814B-FCA0ED860D34}"/>
              </a:ext>
            </a:extLst>
          </p:cNvPr>
          <p:cNvSpPr>
            <a:spLocks noChangeArrowheads="1"/>
          </p:cNvSpPr>
          <p:nvPr/>
        </p:nvSpPr>
        <p:spPr bwMode="auto">
          <a:xfrm>
            <a:off x="250825" y="5229225"/>
            <a:ext cx="66960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solidFill>
                  <a:srgbClr val="FF0000"/>
                </a:solidFill>
                <a:ea typeface="黑体" panose="02010609060101010101" pitchFamily="49" charset="-122"/>
              </a:rPr>
              <a:t>推论（*）： </a:t>
            </a:r>
            <a:r>
              <a:rPr kumimoji="1" lang="en-US" altLang="zh-CN" sz="2800" b="1"/>
              <a:t>n</a:t>
            </a:r>
            <a:r>
              <a:rPr kumimoji="1" lang="zh-CN" altLang="en-US" sz="2800" b="1"/>
              <a:t>级排列中，奇偶排列各半。</a:t>
            </a:r>
          </a:p>
        </p:txBody>
      </p:sp>
    </p:spTree>
  </p:cSld>
  <p:clrMapOvr>
    <a:masterClrMapping/>
  </p:clrMapOvr>
  <p:transition spd="slow">
    <p:diamond/>
    <p:sndAc>
      <p:stSnd>
        <p:snd r:embed="rId3" name="hammer.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01384"/>
                                        </p:tgtEl>
                                        <p:attrNameLst>
                                          <p:attrName>style.visibility</p:attrName>
                                        </p:attrNameLst>
                                      </p:cBhvr>
                                      <p:to>
                                        <p:strVal val="visible"/>
                                      </p:to>
                                    </p:set>
                                    <p:animEffect transition="in" filter="checkerboard(across)">
                                      <p:cBhvr>
                                        <p:cTn id="7" dur="1000"/>
                                        <p:tgtEl>
                                          <p:spTgt spid="10138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101385"/>
                                        </p:tgtEl>
                                        <p:attrNameLst>
                                          <p:attrName>style.visibility</p:attrName>
                                        </p:attrNameLst>
                                      </p:cBhvr>
                                      <p:to>
                                        <p:strVal val="visible"/>
                                      </p:to>
                                    </p:set>
                                    <p:animEffect transition="in" filter="checkerboard(across)">
                                      <p:cBhvr>
                                        <p:cTn id="12" dur="1000"/>
                                        <p:tgtEl>
                                          <p:spTgt spid="10138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101386"/>
                                        </p:tgtEl>
                                        <p:attrNameLst>
                                          <p:attrName>style.visibility</p:attrName>
                                        </p:attrNameLst>
                                      </p:cBhvr>
                                      <p:to>
                                        <p:strVal val="visible"/>
                                      </p:to>
                                    </p:set>
                                    <p:animEffect transition="in" filter="checkerboard(across)">
                                      <p:cBhvr>
                                        <p:cTn id="17" dur="1000"/>
                                        <p:tgtEl>
                                          <p:spTgt spid="10138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101387"/>
                                        </p:tgtEl>
                                        <p:attrNameLst>
                                          <p:attrName>style.visibility</p:attrName>
                                        </p:attrNameLst>
                                      </p:cBhvr>
                                      <p:to>
                                        <p:strVal val="visible"/>
                                      </p:to>
                                    </p:set>
                                    <p:animEffect transition="in" filter="checkerboard(across)">
                                      <p:cBhvr>
                                        <p:cTn id="22" dur="1000"/>
                                        <p:tgtEl>
                                          <p:spTgt spid="10138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101388"/>
                                        </p:tgtEl>
                                        <p:attrNameLst>
                                          <p:attrName>style.visibility</p:attrName>
                                        </p:attrNameLst>
                                      </p:cBhvr>
                                      <p:to>
                                        <p:strVal val="visible"/>
                                      </p:to>
                                    </p:set>
                                    <p:animEffect transition="in" filter="box(in)">
                                      <p:cBhvr>
                                        <p:cTn id="27" dur="1000"/>
                                        <p:tgtEl>
                                          <p:spTgt spid="10138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101392"/>
                                        </p:tgtEl>
                                        <p:attrNameLst>
                                          <p:attrName>style.visibility</p:attrName>
                                        </p:attrNameLst>
                                      </p:cBhvr>
                                      <p:to>
                                        <p:strVal val="visible"/>
                                      </p:to>
                                    </p:set>
                                    <p:anim calcmode="lin" valueType="num">
                                      <p:cBhvr additive="base">
                                        <p:cTn id="32" dur="500" fill="hold"/>
                                        <p:tgtEl>
                                          <p:spTgt spid="101392"/>
                                        </p:tgtEl>
                                        <p:attrNameLst>
                                          <p:attrName>ppt_x</p:attrName>
                                        </p:attrNameLst>
                                      </p:cBhvr>
                                      <p:tavLst>
                                        <p:tav tm="0">
                                          <p:val>
                                            <p:strVal val="#ppt_x"/>
                                          </p:val>
                                        </p:tav>
                                        <p:tav tm="100000">
                                          <p:val>
                                            <p:strVal val="#ppt_x"/>
                                          </p:val>
                                        </p:tav>
                                      </p:tavLst>
                                    </p:anim>
                                    <p:anim calcmode="lin" valueType="num">
                                      <p:cBhvr additive="base">
                                        <p:cTn id="33" dur="500" fill="hold"/>
                                        <p:tgtEl>
                                          <p:spTgt spid="10139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9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62" name="日期占位符 1">
            <a:extLst>
              <a:ext uri="{FF2B5EF4-FFF2-40B4-BE49-F238E27FC236}">
                <a16:creationId xmlns:a16="http://schemas.microsoft.com/office/drawing/2014/main" id="{52D5EC8D-6161-4484-A1FD-80C136204903}"/>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3C35E2E-5EF0-4312-93FE-46E207152750}" type="datetime1">
              <a:rPr lang="zh-CN" altLang="en-US" smtClean="0"/>
              <a:pPr eaLnBrk="1" hangingPunct="1"/>
              <a:t>2025/2/28</a:t>
            </a:fld>
            <a:endParaRPr lang="en-US" altLang="zh-CN"/>
          </a:p>
        </p:txBody>
      </p:sp>
      <p:sp>
        <p:nvSpPr>
          <p:cNvPr id="23563" name="页脚占位符 2">
            <a:extLst>
              <a:ext uri="{FF2B5EF4-FFF2-40B4-BE49-F238E27FC236}">
                <a16:creationId xmlns:a16="http://schemas.microsoft.com/office/drawing/2014/main" id="{B8CC9C93-6927-4BE6-B4A5-75A35C6033D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(共20页)</a:t>
            </a:r>
          </a:p>
        </p:txBody>
      </p:sp>
      <p:sp>
        <p:nvSpPr>
          <p:cNvPr id="23564" name="灯片编号占位符 3">
            <a:extLst>
              <a:ext uri="{FF2B5EF4-FFF2-40B4-BE49-F238E27FC236}">
                <a16:creationId xmlns:a16="http://schemas.microsoft.com/office/drawing/2014/main" id="{9F8223FD-777F-4425-AD66-2CA86D317F0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E28F278-EEEB-4568-8A55-E7D42B376A7C}" type="slidenum">
              <a:rPr lang="en-US" altLang="zh-CN"/>
              <a:pPr eaLnBrk="1" hangingPunct="1"/>
              <a:t>33</a:t>
            </a:fld>
            <a:endParaRPr lang="en-US" altLang="zh-CN"/>
          </a:p>
        </p:txBody>
      </p:sp>
      <p:graphicFrame>
        <p:nvGraphicFramePr>
          <p:cNvPr id="103428" name="Object 4">
            <a:extLst>
              <a:ext uri="{FF2B5EF4-FFF2-40B4-BE49-F238E27FC236}">
                <a16:creationId xmlns:a16="http://schemas.microsoft.com/office/drawing/2014/main" id="{97D71D30-5E90-4D9B-8ED9-6DE54D68AA6D}"/>
              </a:ext>
            </a:extLst>
          </p:cNvPr>
          <p:cNvGraphicFramePr>
            <a:graphicFrameLocks noChangeAspect="1"/>
          </p:cNvGraphicFramePr>
          <p:nvPr/>
        </p:nvGraphicFramePr>
        <p:xfrm>
          <a:off x="323850" y="981075"/>
          <a:ext cx="1511300" cy="495300"/>
        </p:xfrm>
        <a:graphic>
          <a:graphicData uri="http://schemas.openxmlformats.org/presentationml/2006/ole">
            <mc:AlternateContent xmlns:mc="http://schemas.openxmlformats.org/markup-compatibility/2006">
              <mc:Choice xmlns:v="urn:schemas-microsoft-com:vml" Requires="v">
                <p:oleObj spid="_x0000_s32802" name="公式" r:id="rId4" imgW="660240" imgH="215640" progId="Equation.3">
                  <p:embed/>
                </p:oleObj>
              </mc:Choice>
              <mc:Fallback>
                <p:oleObj name="公式" r:id="rId4" imgW="660240" imgH="215640" progId="Equation.3">
                  <p:embed/>
                  <p:pic>
                    <p:nvPicPr>
                      <p:cNvPr id="103428" name="Object 4">
                        <a:extLst>
                          <a:ext uri="{FF2B5EF4-FFF2-40B4-BE49-F238E27FC236}">
                            <a16:creationId xmlns:a16="http://schemas.microsoft.com/office/drawing/2014/main" id="{97D71D30-5E90-4D9B-8ED9-6DE54D68AA6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3850" y="981075"/>
                        <a:ext cx="1511300" cy="495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3429" name="Object 5">
            <a:extLst>
              <a:ext uri="{FF2B5EF4-FFF2-40B4-BE49-F238E27FC236}">
                <a16:creationId xmlns:a16="http://schemas.microsoft.com/office/drawing/2014/main" id="{659628F7-EB9C-48E1-943F-7C0CAB77E6F0}"/>
              </a:ext>
            </a:extLst>
          </p:cNvPr>
          <p:cNvGraphicFramePr>
            <a:graphicFrameLocks noChangeAspect="1"/>
          </p:cNvGraphicFramePr>
          <p:nvPr/>
        </p:nvGraphicFramePr>
        <p:xfrm>
          <a:off x="1908175" y="692150"/>
          <a:ext cx="2735263" cy="1884363"/>
        </p:xfrm>
        <a:graphic>
          <a:graphicData uri="http://schemas.openxmlformats.org/presentationml/2006/ole">
            <mc:AlternateContent xmlns:mc="http://schemas.openxmlformats.org/markup-compatibility/2006">
              <mc:Choice xmlns:v="urn:schemas-microsoft-com:vml" Requires="v">
                <p:oleObj spid="_x0000_s32803" name="公式" r:id="rId6" imgW="1231560" imgH="939600" progId="Equation.3">
                  <p:embed/>
                </p:oleObj>
              </mc:Choice>
              <mc:Fallback>
                <p:oleObj name="公式" r:id="rId6" imgW="1231560" imgH="939600" progId="Equation.3">
                  <p:embed/>
                  <p:pic>
                    <p:nvPicPr>
                      <p:cNvPr id="103429" name="Object 5">
                        <a:extLst>
                          <a:ext uri="{FF2B5EF4-FFF2-40B4-BE49-F238E27FC236}">
                            <a16:creationId xmlns:a16="http://schemas.microsoft.com/office/drawing/2014/main" id="{659628F7-EB9C-48E1-943F-7C0CAB77E6F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08175" y="692150"/>
                        <a:ext cx="2735263" cy="1884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3430" name="Object 6">
            <a:extLst>
              <a:ext uri="{FF2B5EF4-FFF2-40B4-BE49-F238E27FC236}">
                <a16:creationId xmlns:a16="http://schemas.microsoft.com/office/drawing/2014/main" id="{2B185B0A-0570-43AF-974D-680D159C6DBC}"/>
              </a:ext>
            </a:extLst>
          </p:cNvPr>
          <p:cNvGraphicFramePr>
            <a:graphicFrameLocks noChangeAspect="1"/>
          </p:cNvGraphicFramePr>
          <p:nvPr/>
        </p:nvGraphicFramePr>
        <p:xfrm>
          <a:off x="4787900" y="1125538"/>
          <a:ext cx="2259013" cy="517525"/>
        </p:xfrm>
        <a:graphic>
          <a:graphicData uri="http://schemas.openxmlformats.org/presentationml/2006/ole">
            <mc:AlternateContent xmlns:mc="http://schemas.openxmlformats.org/markup-compatibility/2006">
              <mc:Choice xmlns:v="urn:schemas-microsoft-com:vml" Requires="v">
                <p:oleObj spid="_x0000_s32804" name="公式" r:id="rId8" imgW="939600" imgH="215640" progId="Equation.3">
                  <p:embed/>
                </p:oleObj>
              </mc:Choice>
              <mc:Fallback>
                <p:oleObj name="公式" r:id="rId8" imgW="939600" imgH="215640" progId="Equation.3">
                  <p:embed/>
                  <p:pic>
                    <p:nvPicPr>
                      <p:cNvPr id="103430" name="Object 6">
                        <a:extLst>
                          <a:ext uri="{FF2B5EF4-FFF2-40B4-BE49-F238E27FC236}">
                            <a16:creationId xmlns:a16="http://schemas.microsoft.com/office/drawing/2014/main" id="{2B185B0A-0570-43AF-974D-680D159C6DB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87900" y="1125538"/>
                        <a:ext cx="2259013" cy="517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3431" name="Object 7">
            <a:extLst>
              <a:ext uri="{FF2B5EF4-FFF2-40B4-BE49-F238E27FC236}">
                <a16:creationId xmlns:a16="http://schemas.microsoft.com/office/drawing/2014/main" id="{18BC07AC-A5C0-41AE-ACCD-4A98470ADE9B}"/>
              </a:ext>
            </a:extLst>
          </p:cNvPr>
          <p:cNvGraphicFramePr>
            <a:graphicFrameLocks noChangeAspect="1"/>
          </p:cNvGraphicFramePr>
          <p:nvPr/>
        </p:nvGraphicFramePr>
        <p:xfrm>
          <a:off x="179388" y="2636838"/>
          <a:ext cx="2105025" cy="663575"/>
        </p:xfrm>
        <a:graphic>
          <a:graphicData uri="http://schemas.openxmlformats.org/presentationml/2006/ole">
            <mc:AlternateContent xmlns:mc="http://schemas.openxmlformats.org/markup-compatibility/2006">
              <mc:Choice xmlns:v="urn:schemas-microsoft-com:vml" Requires="v">
                <p:oleObj spid="_x0000_s32805" name="公式" r:id="rId10" imgW="927000" imgH="291960" progId="Equation.3">
                  <p:embed/>
                </p:oleObj>
              </mc:Choice>
              <mc:Fallback>
                <p:oleObj name="公式" r:id="rId10" imgW="927000" imgH="291960" progId="Equation.3">
                  <p:embed/>
                  <p:pic>
                    <p:nvPicPr>
                      <p:cNvPr id="103431" name="Object 7">
                        <a:extLst>
                          <a:ext uri="{FF2B5EF4-FFF2-40B4-BE49-F238E27FC236}">
                            <a16:creationId xmlns:a16="http://schemas.microsoft.com/office/drawing/2014/main" id="{18BC07AC-A5C0-41AE-ACCD-4A98470ADE9B}"/>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79388" y="2636838"/>
                        <a:ext cx="2105025" cy="663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3432" name="Object 8">
            <a:extLst>
              <a:ext uri="{FF2B5EF4-FFF2-40B4-BE49-F238E27FC236}">
                <a16:creationId xmlns:a16="http://schemas.microsoft.com/office/drawing/2014/main" id="{E3E9B2E6-6B27-4212-AE9F-FA722C713288}"/>
              </a:ext>
            </a:extLst>
          </p:cNvPr>
          <p:cNvGraphicFramePr>
            <a:graphicFrameLocks noChangeAspect="1"/>
          </p:cNvGraphicFramePr>
          <p:nvPr/>
        </p:nvGraphicFramePr>
        <p:xfrm>
          <a:off x="2484438" y="2781300"/>
          <a:ext cx="647700" cy="458788"/>
        </p:xfrm>
        <a:graphic>
          <a:graphicData uri="http://schemas.openxmlformats.org/presentationml/2006/ole">
            <mc:AlternateContent xmlns:mc="http://schemas.openxmlformats.org/markup-compatibility/2006">
              <mc:Choice xmlns:v="urn:schemas-microsoft-com:vml" Requires="v">
                <p:oleObj spid="_x0000_s32806" name="公式" r:id="rId12" imgW="304560" imgH="215640" progId="Equation.3">
                  <p:embed/>
                </p:oleObj>
              </mc:Choice>
              <mc:Fallback>
                <p:oleObj name="公式" r:id="rId12" imgW="304560" imgH="215640" progId="Equation.3">
                  <p:embed/>
                  <p:pic>
                    <p:nvPicPr>
                      <p:cNvPr id="103432" name="Object 8">
                        <a:extLst>
                          <a:ext uri="{FF2B5EF4-FFF2-40B4-BE49-F238E27FC236}">
                            <a16:creationId xmlns:a16="http://schemas.microsoft.com/office/drawing/2014/main" id="{E3E9B2E6-6B27-4212-AE9F-FA722C713288}"/>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484438" y="2781300"/>
                        <a:ext cx="647700" cy="458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3433" name="Object 9">
            <a:extLst>
              <a:ext uri="{FF2B5EF4-FFF2-40B4-BE49-F238E27FC236}">
                <a16:creationId xmlns:a16="http://schemas.microsoft.com/office/drawing/2014/main" id="{C28CEF94-9A7A-4968-A954-D1AEB796F8A1}"/>
              </a:ext>
            </a:extLst>
          </p:cNvPr>
          <p:cNvGraphicFramePr>
            <a:graphicFrameLocks noChangeAspect="1"/>
          </p:cNvGraphicFramePr>
          <p:nvPr/>
        </p:nvGraphicFramePr>
        <p:xfrm>
          <a:off x="179388" y="3644900"/>
          <a:ext cx="2843212" cy="1957388"/>
        </p:xfrm>
        <a:graphic>
          <a:graphicData uri="http://schemas.openxmlformats.org/presentationml/2006/ole">
            <mc:AlternateContent xmlns:mc="http://schemas.openxmlformats.org/markup-compatibility/2006">
              <mc:Choice xmlns:v="urn:schemas-microsoft-com:vml" Requires="v">
                <p:oleObj spid="_x0000_s32807" name="公式" r:id="rId14" imgW="1231560" imgH="939600" progId="Equation.3">
                  <p:embed/>
                </p:oleObj>
              </mc:Choice>
              <mc:Fallback>
                <p:oleObj name="公式" r:id="rId14" imgW="1231560" imgH="939600" progId="Equation.3">
                  <p:embed/>
                  <p:pic>
                    <p:nvPicPr>
                      <p:cNvPr id="103433" name="Object 9">
                        <a:extLst>
                          <a:ext uri="{FF2B5EF4-FFF2-40B4-BE49-F238E27FC236}">
                            <a16:creationId xmlns:a16="http://schemas.microsoft.com/office/drawing/2014/main" id="{C28CEF94-9A7A-4968-A954-D1AEB796F8A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9388" y="3644900"/>
                        <a:ext cx="2843212" cy="1957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3434" name="Object 10">
            <a:extLst>
              <a:ext uri="{FF2B5EF4-FFF2-40B4-BE49-F238E27FC236}">
                <a16:creationId xmlns:a16="http://schemas.microsoft.com/office/drawing/2014/main" id="{D78FF117-89A6-42AF-B5C0-BC2C235DD0AB}"/>
              </a:ext>
            </a:extLst>
          </p:cNvPr>
          <p:cNvGraphicFramePr>
            <a:graphicFrameLocks noChangeAspect="1"/>
          </p:cNvGraphicFramePr>
          <p:nvPr/>
        </p:nvGraphicFramePr>
        <p:xfrm>
          <a:off x="2987675" y="4221163"/>
          <a:ext cx="792163" cy="593725"/>
        </p:xfrm>
        <a:graphic>
          <a:graphicData uri="http://schemas.openxmlformats.org/presentationml/2006/ole">
            <mc:AlternateContent xmlns:mc="http://schemas.openxmlformats.org/markup-compatibility/2006">
              <mc:Choice xmlns:v="urn:schemas-microsoft-com:vml" Requires="v">
                <p:oleObj spid="_x0000_s32808" name="公式" r:id="rId15" imgW="355320" imgH="266400" progId="Equation.3">
                  <p:embed/>
                </p:oleObj>
              </mc:Choice>
              <mc:Fallback>
                <p:oleObj name="公式" r:id="rId15" imgW="355320" imgH="266400" progId="Equation.3">
                  <p:embed/>
                  <p:pic>
                    <p:nvPicPr>
                      <p:cNvPr id="103434" name="Object 10">
                        <a:extLst>
                          <a:ext uri="{FF2B5EF4-FFF2-40B4-BE49-F238E27FC236}">
                            <a16:creationId xmlns:a16="http://schemas.microsoft.com/office/drawing/2014/main" id="{D78FF117-89A6-42AF-B5C0-BC2C235DD0AB}"/>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987675" y="4221163"/>
                        <a:ext cx="792163" cy="593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3435" name="Object 11">
            <a:extLst>
              <a:ext uri="{FF2B5EF4-FFF2-40B4-BE49-F238E27FC236}">
                <a16:creationId xmlns:a16="http://schemas.microsoft.com/office/drawing/2014/main" id="{5457ABF1-FA03-411B-B39F-0402E93E5F27}"/>
              </a:ext>
            </a:extLst>
          </p:cNvPr>
          <p:cNvGraphicFramePr>
            <a:graphicFrameLocks noChangeAspect="1"/>
          </p:cNvGraphicFramePr>
          <p:nvPr/>
        </p:nvGraphicFramePr>
        <p:xfrm>
          <a:off x="3708400" y="4365625"/>
          <a:ext cx="4932363" cy="992188"/>
        </p:xfrm>
        <a:graphic>
          <a:graphicData uri="http://schemas.openxmlformats.org/presentationml/2006/ole">
            <mc:AlternateContent xmlns:mc="http://schemas.openxmlformats.org/markup-compatibility/2006">
              <mc:Choice xmlns:v="urn:schemas-microsoft-com:vml" Requires="v">
                <p:oleObj spid="_x0000_s32809" name="公式" r:id="rId17" imgW="1892160" imgH="380880" progId="Equation.3">
                  <p:embed/>
                </p:oleObj>
              </mc:Choice>
              <mc:Fallback>
                <p:oleObj name="公式" r:id="rId17" imgW="1892160" imgH="380880" progId="Equation.3">
                  <p:embed/>
                  <p:pic>
                    <p:nvPicPr>
                      <p:cNvPr id="103435" name="Object 11">
                        <a:extLst>
                          <a:ext uri="{FF2B5EF4-FFF2-40B4-BE49-F238E27FC236}">
                            <a16:creationId xmlns:a16="http://schemas.microsoft.com/office/drawing/2014/main" id="{5457ABF1-FA03-411B-B39F-0402E93E5F27}"/>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708400" y="4365625"/>
                        <a:ext cx="4932363" cy="992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565" name="Rectangle 12">
            <a:extLst>
              <a:ext uri="{FF2B5EF4-FFF2-40B4-BE49-F238E27FC236}">
                <a16:creationId xmlns:a16="http://schemas.microsoft.com/office/drawing/2014/main" id="{4CC97B4B-43A2-4762-98D9-B3A1C48D049D}"/>
              </a:ext>
            </a:extLst>
          </p:cNvPr>
          <p:cNvSpPr>
            <a:spLocks noChangeArrowheads="1"/>
          </p:cNvSpPr>
          <p:nvPr/>
        </p:nvSpPr>
        <p:spPr bwMode="auto">
          <a:xfrm>
            <a:off x="107950" y="115888"/>
            <a:ext cx="18161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3200" b="1">
                <a:solidFill>
                  <a:srgbClr val="FF0000"/>
                </a:solidFill>
              </a:rPr>
              <a:t>行列式：</a:t>
            </a:r>
          </a:p>
        </p:txBody>
      </p:sp>
    </p:spTree>
  </p:cSld>
  <p:clrMapOvr>
    <a:masterClrMapping/>
  </p:clrMapOvr>
  <p:transition spd="med">
    <p:zoom/>
    <p:sndAc>
      <p:stSnd>
        <p:snd r:embed="rId3" name="chimes.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03428"/>
                                        </p:tgtEl>
                                        <p:attrNameLst>
                                          <p:attrName>style.visibility</p:attrName>
                                        </p:attrNameLst>
                                      </p:cBhvr>
                                      <p:to>
                                        <p:strVal val="visible"/>
                                      </p:to>
                                    </p:set>
                                    <p:animEffect transition="in" filter="box(in)">
                                      <p:cBhvr>
                                        <p:cTn id="7" dur="1000"/>
                                        <p:tgtEl>
                                          <p:spTgt spid="10342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103429"/>
                                        </p:tgtEl>
                                        <p:attrNameLst>
                                          <p:attrName>style.visibility</p:attrName>
                                        </p:attrNameLst>
                                      </p:cBhvr>
                                      <p:to>
                                        <p:strVal val="visible"/>
                                      </p:to>
                                    </p:set>
                                    <p:animEffect transition="in" filter="box(in)">
                                      <p:cBhvr>
                                        <p:cTn id="12" dur="1000"/>
                                        <p:tgtEl>
                                          <p:spTgt spid="10342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103430"/>
                                        </p:tgtEl>
                                        <p:attrNameLst>
                                          <p:attrName>style.visibility</p:attrName>
                                        </p:attrNameLst>
                                      </p:cBhvr>
                                      <p:to>
                                        <p:strVal val="visible"/>
                                      </p:to>
                                    </p:set>
                                    <p:animEffect transition="in" filter="box(in)">
                                      <p:cBhvr>
                                        <p:cTn id="17" dur="1000"/>
                                        <p:tgtEl>
                                          <p:spTgt spid="10343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103431"/>
                                        </p:tgtEl>
                                        <p:attrNameLst>
                                          <p:attrName>style.visibility</p:attrName>
                                        </p:attrNameLst>
                                      </p:cBhvr>
                                      <p:to>
                                        <p:strVal val="visible"/>
                                      </p:to>
                                    </p:set>
                                    <p:animEffect transition="in" filter="box(in)">
                                      <p:cBhvr>
                                        <p:cTn id="22" dur="1000"/>
                                        <p:tgtEl>
                                          <p:spTgt spid="10343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103432"/>
                                        </p:tgtEl>
                                        <p:attrNameLst>
                                          <p:attrName>style.visibility</p:attrName>
                                        </p:attrNameLst>
                                      </p:cBhvr>
                                      <p:to>
                                        <p:strVal val="visible"/>
                                      </p:to>
                                    </p:set>
                                    <p:animEffect transition="in" filter="box(in)">
                                      <p:cBhvr>
                                        <p:cTn id="27" dur="1000"/>
                                        <p:tgtEl>
                                          <p:spTgt spid="10343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103433"/>
                                        </p:tgtEl>
                                        <p:attrNameLst>
                                          <p:attrName>style.visibility</p:attrName>
                                        </p:attrNameLst>
                                      </p:cBhvr>
                                      <p:to>
                                        <p:strVal val="visible"/>
                                      </p:to>
                                    </p:set>
                                    <p:animEffect transition="in" filter="box(in)">
                                      <p:cBhvr>
                                        <p:cTn id="32" dur="1000"/>
                                        <p:tgtEl>
                                          <p:spTgt spid="10343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nodeType="clickEffect">
                                  <p:stCondLst>
                                    <p:cond delay="0"/>
                                  </p:stCondLst>
                                  <p:childTnLst>
                                    <p:set>
                                      <p:cBhvr>
                                        <p:cTn id="36" dur="1" fill="hold">
                                          <p:stCondLst>
                                            <p:cond delay="0"/>
                                          </p:stCondLst>
                                        </p:cTn>
                                        <p:tgtEl>
                                          <p:spTgt spid="103434"/>
                                        </p:tgtEl>
                                        <p:attrNameLst>
                                          <p:attrName>style.visibility</p:attrName>
                                        </p:attrNameLst>
                                      </p:cBhvr>
                                      <p:to>
                                        <p:strVal val="visible"/>
                                      </p:to>
                                    </p:set>
                                    <p:animEffect transition="in" filter="box(in)">
                                      <p:cBhvr>
                                        <p:cTn id="37" dur="1000"/>
                                        <p:tgtEl>
                                          <p:spTgt spid="10343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nodeType="clickEffect">
                                  <p:stCondLst>
                                    <p:cond delay="0"/>
                                  </p:stCondLst>
                                  <p:childTnLst>
                                    <p:set>
                                      <p:cBhvr>
                                        <p:cTn id="41" dur="1" fill="hold">
                                          <p:stCondLst>
                                            <p:cond delay="0"/>
                                          </p:stCondLst>
                                        </p:cTn>
                                        <p:tgtEl>
                                          <p:spTgt spid="103435"/>
                                        </p:tgtEl>
                                        <p:attrNameLst>
                                          <p:attrName>style.visibility</p:attrName>
                                        </p:attrNameLst>
                                      </p:cBhvr>
                                      <p:to>
                                        <p:strVal val="visible"/>
                                      </p:to>
                                    </p:set>
                                    <p:animEffect transition="in" filter="box(in)">
                                      <p:cBhvr>
                                        <p:cTn id="42" dur="1000"/>
                                        <p:tgtEl>
                                          <p:spTgt spid="1034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5" name="日期占位符 1">
            <a:extLst>
              <a:ext uri="{FF2B5EF4-FFF2-40B4-BE49-F238E27FC236}">
                <a16:creationId xmlns:a16="http://schemas.microsoft.com/office/drawing/2014/main" id="{E6B2C2C3-C9C9-4FCB-BBD6-731205066278}"/>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5A24B29-B643-493D-AC4F-91358A393A4A}" type="datetime1">
              <a:rPr lang="zh-CN" altLang="en-US" smtClean="0"/>
              <a:pPr eaLnBrk="1" hangingPunct="1"/>
              <a:t>2025/2/28</a:t>
            </a:fld>
            <a:endParaRPr lang="en-US" altLang="zh-CN"/>
          </a:p>
        </p:txBody>
      </p:sp>
      <p:sp>
        <p:nvSpPr>
          <p:cNvPr id="24586" name="页脚占位符 2">
            <a:extLst>
              <a:ext uri="{FF2B5EF4-FFF2-40B4-BE49-F238E27FC236}">
                <a16:creationId xmlns:a16="http://schemas.microsoft.com/office/drawing/2014/main" id="{D7166CE1-E533-4076-A3E3-D39AD6647F3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(共20页)</a:t>
            </a:r>
          </a:p>
        </p:txBody>
      </p:sp>
      <p:sp>
        <p:nvSpPr>
          <p:cNvPr id="24587" name="灯片编号占位符 3">
            <a:extLst>
              <a:ext uri="{FF2B5EF4-FFF2-40B4-BE49-F238E27FC236}">
                <a16:creationId xmlns:a16="http://schemas.microsoft.com/office/drawing/2014/main" id="{3D8C1312-058B-4E68-92F7-E65387C2207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F2AD7AA-74F8-48AA-9E4A-BCD41E910C1C}" type="slidenum">
              <a:rPr lang="en-US" altLang="zh-CN"/>
              <a:pPr eaLnBrk="1" hangingPunct="1"/>
              <a:t>34</a:t>
            </a:fld>
            <a:endParaRPr lang="en-US" altLang="zh-CN"/>
          </a:p>
        </p:txBody>
      </p:sp>
      <p:graphicFrame>
        <p:nvGraphicFramePr>
          <p:cNvPr id="104450" name="Object 2">
            <a:extLst>
              <a:ext uri="{FF2B5EF4-FFF2-40B4-BE49-F238E27FC236}">
                <a16:creationId xmlns:a16="http://schemas.microsoft.com/office/drawing/2014/main" id="{ABB67228-362F-4761-8FF7-C1985CFE057A}"/>
              </a:ext>
            </a:extLst>
          </p:cNvPr>
          <p:cNvGraphicFramePr>
            <a:graphicFrameLocks noChangeAspect="1"/>
          </p:cNvGraphicFramePr>
          <p:nvPr/>
        </p:nvGraphicFramePr>
        <p:xfrm>
          <a:off x="107950" y="1628775"/>
          <a:ext cx="6011863" cy="563563"/>
        </p:xfrm>
        <a:graphic>
          <a:graphicData uri="http://schemas.openxmlformats.org/presentationml/2006/ole">
            <mc:AlternateContent xmlns:mc="http://schemas.openxmlformats.org/markup-compatibility/2006">
              <mc:Choice xmlns:v="urn:schemas-microsoft-com:vml" Requires="v">
                <p:oleObj spid="_x0000_s33822" name="Equation" r:id="rId4" imgW="2197080" imgH="215640" progId="Equation.DSMT4">
                  <p:embed/>
                </p:oleObj>
              </mc:Choice>
              <mc:Fallback>
                <p:oleObj name="Equation" r:id="rId4" imgW="2197080" imgH="215640" progId="Equation.DSMT4">
                  <p:embed/>
                  <p:pic>
                    <p:nvPicPr>
                      <p:cNvPr id="104450" name="Object 2">
                        <a:extLst>
                          <a:ext uri="{FF2B5EF4-FFF2-40B4-BE49-F238E27FC236}">
                            <a16:creationId xmlns:a16="http://schemas.microsoft.com/office/drawing/2014/main" id="{ABB67228-362F-4761-8FF7-C1985CFE057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7950" y="1628775"/>
                        <a:ext cx="6011863" cy="563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4451" name="Object 3">
            <a:extLst>
              <a:ext uri="{FF2B5EF4-FFF2-40B4-BE49-F238E27FC236}">
                <a16:creationId xmlns:a16="http://schemas.microsoft.com/office/drawing/2014/main" id="{5A8A6287-27FD-4F95-98E7-7434FB9E772E}"/>
              </a:ext>
            </a:extLst>
          </p:cNvPr>
          <p:cNvGraphicFramePr>
            <a:graphicFrameLocks noChangeAspect="1"/>
          </p:cNvGraphicFramePr>
          <p:nvPr/>
        </p:nvGraphicFramePr>
        <p:xfrm>
          <a:off x="395288" y="2349500"/>
          <a:ext cx="3313112" cy="569913"/>
        </p:xfrm>
        <a:graphic>
          <a:graphicData uri="http://schemas.openxmlformats.org/presentationml/2006/ole">
            <mc:AlternateContent xmlns:mc="http://schemas.openxmlformats.org/markup-compatibility/2006">
              <mc:Choice xmlns:v="urn:schemas-microsoft-com:vml" Requires="v">
                <p:oleObj spid="_x0000_s33823" name="公式" r:id="rId6" imgW="1117440" imgH="215640" progId="Equation.3">
                  <p:embed/>
                </p:oleObj>
              </mc:Choice>
              <mc:Fallback>
                <p:oleObj name="公式" r:id="rId6" imgW="1117440" imgH="215640" progId="Equation.3">
                  <p:embed/>
                  <p:pic>
                    <p:nvPicPr>
                      <p:cNvPr id="104451" name="Object 3">
                        <a:extLst>
                          <a:ext uri="{FF2B5EF4-FFF2-40B4-BE49-F238E27FC236}">
                            <a16:creationId xmlns:a16="http://schemas.microsoft.com/office/drawing/2014/main" id="{5A8A6287-27FD-4F95-98E7-7434FB9E772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5288" y="2349500"/>
                        <a:ext cx="3313112" cy="569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4452" name="Object 4">
            <a:extLst>
              <a:ext uri="{FF2B5EF4-FFF2-40B4-BE49-F238E27FC236}">
                <a16:creationId xmlns:a16="http://schemas.microsoft.com/office/drawing/2014/main" id="{736FF90B-1C58-4B75-A022-3623D4F26423}"/>
              </a:ext>
            </a:extLst>
          </p:cNvPr>
          <p:cNvGraphicFramePr>
            <a:graphicFrameLocks noChangeAspect="1"/>
          </p:cNvGraphicFramePr>
          <p:nvPr/>
        </p:nvGraphicFramePr>
        <p:xfrm>
          <a:off x="323850" y="3082925"/>
          <a:ext cx="8208963" cy="571500"/>
        </p:xfrm>
        <a:graphic>
          <a:graphicData uri="http://schemas.openxmlformats.org/presentationml/2006/ole">
            <mc:AlternateContent xmlns:mc="http://schemas.openxmlformats.org/markup-compatibility/2006">
              <mc:Choice xmlns:v="urn:schemas-microsoft-com:vml" Requires="v">
                <p:oleObj spid="_x0000_s33824" name="公式" r:id="rId8" imgW="3085920" imgH="215640" progId="Equation.3">
                  <p:embed/>
                </p:oleObj>
              </mc:Choice>
              <mc:Fallback>
                <p:oleObj name="公式" r:id="rId8" imgW="3085920" imgH="215640" progId="Equation.3">
                  <p:embed/>
                  <p:pic>
                    <p:nvPicPr>
                      <p:cNvPr id="104452" name="Object 4">
                        <a:extLst>
                          <a:ext uri="{FF2B5EF4-FFF2-40B4-BE49-F238E27FC236}">
                            <a16:creationId xmlns:a16="http://schemas.microsoft.com/office/drawing/2014/main" id="{736FF90B-1C58-4B75-A022-3623D4F2642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3850" y="3082925"/>
                        <a:ext cx="8208963"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4453" name="Object 5">
            <a:extLst>
              <a:ext uri="{FF2B5EF4-FFF2-40B4-BE49-F238E27FC236}">
                <a16:creationId xmlns:a16="http://schemas.microsoft.com/office/drawing/2014/main" id="{AF32A2A5-761C-417C-B2E7-37C7A0C7D68E}"/>
              </a:ext>
            </a:extLst>
          </p:cNvPr>
          <p:cNvGraphicFramePr>
            <a:graphicFrameLocks noChangeAspect="1"/>
          </p:cNvGraphicFramePr>
          <p:nvPr/>
        </p:nvGraphicFramePr>
        <p:xfrm>
          <a:off x="323850" y="3789363"/>
          <a:ext cx="5761038" cy="649287"/>
        </p:xfrm>
        <a:graphic>
          <a:graphicData uri="http://schemas.openxmlformats.org/presentationml/2006/ole">
            <mc:AlternateContent xmlns:mc="http://schemas.openxmlformats.org/markup-compatibility/2006">
              <mc:Choice xmlns:v="urn:schemas-microsoft-com:vml" Requires="v">
                <p:oleObj spid="_x0000_s33825" name="公式" r:id="rId10" imgW="2057400" imgH="241200" progId="Equation.3">
                  <p:embed/>
                </p:oleObj>
              </mc:Choice>
              <mc:Fallback>
                <p:oleObj name="公式" r:id="rId10" imgW="2057400" imgH="241200" progId="Equation.3">
                  <p:embed/>
                  <p:pic>
                    <p:nvPicPr>
                      <p:cNvPr id="104453" name="Object 5">
                        <a:extLst>
                          <a:ext uri="{FF2B5EF4-FFF2-40B4-BE49-F238E27FC236}">
                            <a16:creationId xmlns:a16="http://schemas.microsoft.com/office/drawing/2014/main" id="{AF32A2A5-761C-417C-B2E7-37C7A0C7D68E}"/>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23850" y="3789363"/>
                        <a:ext cx="5761038" cy="649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4454" name="Object 6">
            <a:extLst>
              <a:ext uri="{FF2B5EF4-FFF2-40B4-BE49-F238E27FC236}">
                <a16:creationId xmlns:a16="http://schemas.microsoft.com/office/drawing/2014/main" id="{08472F2D-9CEC-4F8C-BDAC-4755882DA45B}"/>
              </a:ext>
            </a:extLst>
          </p:cNvPr>
          <p:cNvGraphicFramePr>
            <a:graphicFrameLocks noChangeAspect="1"/>
          </p:cNvGraphicFramePr>
          <p:nvPr/>
        </p:nvGraphicFramePr>
        <p:xfrm>
          <a:off x="323850" y="4652963"/>
          <a:ext cx="7488238" cy="1100137"/>
        </p:xfrm>
        <a:graphic>
          <a:graphicData uri="http://schemas.openxmlformats.org/presentationml/2006/ole">
            <mc:AlternateContent xmlns:mc="http://schemas.openxmlformats.org/markup-compatibility/2006">
              <mc:Choice xmlns:v="urn:schemas-microsoft-com:vml" Requires="v">
                <p:oleObj spid="_x0000_s33826" name="Equation" r:id="rId12" imgW="2895480" imgH="444240" progId="Equation.DSMT4">
                  <p:embed/>
                </p:oleObj>
              </mc:Choice>
              <mc:Fallback>
                <p:oleObj name="Equation" r:id="rId12" imgW="2895480" imgH="444240" progId="Equation.DSMT4">
                  <p:embed/>
                  <p:pic>
                    <p:nvPicPr>
                      <p:cNvPr id="104454" name="Object 6">
                        <a:extLst>
                          <a:ext uri="{FF2B5EF4-FFF2-40B4-BE49-F238E27FC236}">
                            <a16:creationId xmlns:a16="http://schemas.microsoft.com/office/drawing/2014/main" id="{08472F2D-9CEC-4F8C-BDAC-4755882DA45B}"/>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23850" y="4652963"/>
                        <a:ext cx="7488238" cy="1100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4455" name="Object 7">
            <a:extLst>
              <a:ext uri="{FF2B5EF4-FFF2-40B4-BE49-F238E27FC236}">
                <a16:creationId xmlns:a16="http://schemas.microsoft.com/office/drawing/2014/main" id="{1910CE50-4CA7-4789-A481-DDAD5D0ED010}"/>
              </a:ext>
            </a:extLst>
          </p:cNvPr>
          <p:cNvGraphicFramePr>
            <a:graphicFrameLocks noChangeAspect="1"/>
          </p:cNvGraphicFramePr>
          <p:nvPr/>
        </p:nvGraphicFramePr>
        <p:xfrm>
          <a:off x="265113" y="420688"/>
          <a:ext cx="7891462" cy="655637"/>
        </p:xfrm>
        <a:graphic>
          <a:graphicData uri="http://schemas.openxmlformats.org/presentationml/2006/ole">
            <mc:AlternateContent xmlns:mc="http://schemas.openxmlformats.org/markup-compatibility/2006">
              <mc:Choice xmlns:v="urn:schemas-microsoft-com:vml" Requires="v">
                <p:oleObj spid="_x0000_s33827" name="Equation" r:id="rId14" imgW="2920680" imgH="253800" progId="Equation.DSMT4">
                  <p:embed/>
                </p:oleObj>
              </mc:Choice>
              <mc:Fallback>
                <p:oleObj name="Equation" r:id="rId14" imgW="2920680" imgH="253800" progId="Equation.DSMT4">
                  <p:embed/>
                  <p:pic>
                    <p:nvPicPr>
                      <p:cNvPr id="104455" name="Object 7">
                        <a:extLst>
                          <a:ext uri="{FF2B5EF4-FFF2-40B4-BE49-F238E27FC236}">
                            <a16:creationId xmlns:a16="http://schemas.microsoft.com/office/drawing/2014/main" id="{1910CE50-4CA7-4789-A481-DDAD5D0ED010}"/>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65113" y="420688"/>
                        <a:ext cx="7891462" cy="655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584" name="Object 8">
            <a:extLst>
              <a:ext uri="{FF2B5EF4-FFF2-40B4-BE49-F238E27FC236}">
                <a16:creationId xmlns:a16="http://schemas.microsoft.com/office/drawing/2014/main" id="{26C95A9E-45D7-476B-A1B3-7B536E7E8B09}"/>
              </a:ext>
            </a:extLst>
          </p:cNvPr>
          <p:cNvGraphicFramePr>
            <a:graphicFrameLocks noChangeAspect="1"/>
          </p:cNvGraphicFramePr>
          <p:nvPr/>
        </p:nvGraphicFramePr>
        <p:xfrm>
          <a:off x="4370388" y="3038475"/>
          <a:ext cx="114300" cy="215900"/>
        </p:xfrm>
        <a:graphic>
          <a:graphicData uri="http://schemas.openxmlformats.org/presentationml/2006/ole">
            <mc:AlternateContent xmlns:mc="http://schemas.openxmlformats.org/markup-compatibility/2006">
              <mc:Choice xmlns:v="urn:schemas-microsoft-com:vml" Requires="v">
                <p:oleObj spid="_x0000_s33828" name="公式" r:id="rId16" imgW="114120" imgH="215640" progId="Equation.3">
                  <p:embed/>
                </p:oleObj>
              </mc:Choice>
              <mc:Fallback>
                <p:oleObj name="公式" r:id="rId16" imgW="114120" imgH="215640" progId="Equation.3">
                  <p:embed/>
                  <p:pic>
                    <p:nvPicPr>
                      <p:cNvPr id="24584" name="Object 8">
                        <a:extLst>
                          <a:ext uri="{FF2B5EF4-FFF2-40B4-BE49-F238E27FC236}">
                            <a16:creationId xmlns:a16="http://schemas.microsoft.com/office/drawing/2014/main" id="{26C95A9E-45D7-476B-A1B3-7B536E7E8B09}"/>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370388" y="3038475"/>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med">
    <p:checker/>
    <p:sndAc>
      <p:stSnd>
        <p:snd r:embed="rId3" name="voltage.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nodeType="clickEffect">
                                  <p:stCondLst>
                                    <p:cond delay="0"/>
                                  </p:stCondLst>
                                  <p:childTnLst>
                                    <p:set>
                                      <p:cBhvr>
                                        <p:cTn id="6" dur="1" fill="hold">
                                          <p:stCondLst>
                                            <p:cond delay="0"/>
                                          </p:stCondLst>
                                        </p:cTn>
                                        <p:tgtEl>
                                          <p:spTgt spid="104455"/>
                                        </p:tgtEl>
                                        <p:attrNameLst>
                                          <p:attrName>style.visibility</p:attrName>
                                        </p:attrNameLst>
                                      </p:cBhvr>
                                      <p:to>
                                        <p:strVal val="visible"/>
                                      </p:to>
                                    </p:set>
                                    <p:animEffect transition="in" filter="diamond(in)">
                                      <p:cBhvr>
                                        <p:cTn id="7" dur="2000"/>
                                        <p:tgtEl>
                                          <p:spTgt spid="10445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8" presetClass="entr" presetSubtype="16" fill="hold" nodeType="clickEffect">
                                  <p:stCondLst>
                                    <p:cond delay="0"/>
                                  </p:stCondLst>
                                  <p:childTnLst>
                                    <p:set>
                                      <p:cBhvr>
                                        <p:cTn id="11" dur="1" fill="hold">
                                          <p:stCondLst>
                                            <p:cond delay="0"/>
                                          </p:stCondLst>
                                        </p:cTn>
                                        <p:tgtEl>
                                          <p:spTgt spid="104450"/>
                                        </p:tgtEl>
                                        <p:attrNameLst>
                                          <p:attrName>style.visibility</p:attrName>
                                        </p:attrNameLst>
                                      </p:cBhvr>
                                      <p:to>
                                        <p:strVal val="visible"/>
                                      </p:to>
                                    </p:set>
                                    <p:animEffect transition="in" filter="diamond(in)">
                                      <p:cBhvr>
                                        <p:cTn id="12" dur="2000"/>
                                        <p:tgtEl>
                                          <p:spTgt spid="10445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8" presetClass="entr" presetSubtype="16" fill="hold" nodeType="clickEffect">
                                  <p:stCondLst>
                                    <p:cond delay="0"/>
                                  </p:stCondLst>
                                  <p:childTnLst>
                                    <p:set>
                                      <p:cBhvr>
                                        <p:cTn id="16" dur="1" fill="hold">
                                          <p:stCondLst>
                                            <p:cond delay="0"/>
                                          </p:stCondLst>
                                        </p:cTn>
                                        <p:tgtEl>
                                          <p:spTgt spid="104451"/>
                                        </p:tgtEl>
                                        <p:attrNameLst>
                                          <p:attrName>style.visibility</p:attrName>
                                        </p:attrNameLst>
                                      </p:cBhvr>
                                      <p:to>
                                        <p:strVal val="visible"/>
                                      </p:to>
                                    </p:set>
                                    <p:animEffect transition="in" filter="diamond(in)">
                                      <p:cBhvr>
                                        <p:cTn id="17" dur="2000"/>
                                        <p:tgtEl>
                                          <p:spTgt spid="10445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04452"/>
                                        </p:tgtEl>
                                        <p:attrNameLst>
                                          <p:attrName>style.visibility</p:attrName>
                                        </p:attrNameLst>
                                      </p:cBhvr>
                                      <p:to>
                                        <p:strVal val="visible"/>
                                      </p:to>
                                    </p:set>
                                    <p:animEffect transition="in" filter="wipe(left)">
                                      <p:cBhvr>
                                        <p:cTn id="22" dur="3000"/>
                                        <p:tgtEl>
                                          <p:spTgt spid="10445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8" presetClass="entr" presetSubtype="32" fill="hold" nodeType="clickEffect">
                                  <p:stCondLst>
                                    <p:cond delay="0"/>
                                  </p:stCondLst>
                                  <p:childTnLst>
                                    <p:set>
                                      <p:cBhvr>
                                        <p:cTn id="26" dur="1" fill="hold">
                                          <p:stCondLst>
                                            <p:cond delay="0"/>
                                          </p:stCondLst>
                                        </p:cTn>
                                        <p:tgtEl>
                                          <p:spTgt spid="104453"/>
                                        </p:tgtEl>
                                        <p:attrNameLst>
                                          <p:attrName>style.visibility</p:attrName>
                                        </p:attrNameLst>
                                      </p:cBhvr>
                                      <p:to>
                                        <p:strVal val="visible"/>
                                      </p:to>
                                    </p:set>
                                    <p:animEffect transition="in" filter="diamond(out)">
                                      <p:cBhvr>
                                        <p:cTn id="27" dur="3000"/>
                                        <p:tgtEl>
                                          <p:spTgt spid="10445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8" presetClass="entr" presetSubtype="16" fill="hold" nodeType="clickEffect">
                                  <p:stCondLst>
                                    <p:cond delay="0"/>
                                  </p:stCondLst>
                                  <p:childTnLst>
                                    <p:set>
                                      <p:cBhvr>
                                        <p:cTn id="31" dur="1" fill="hold">
                                          <p:stCondLst>
                                            <p:cond delay="0"/>
                                          </p:stCondLst>
                                        </p:cTn>
                                        <p:tgtEl>
                                          <p:spTgt spid="104454"/>
                                        </p:tgtEl>
                                        <p:attrNameLst>
                                          <p:attrName>style.visibility</p:attrName>
                                        </p:attrNameLst>
                                      </p:cBhvr>
                                      <p:to>
                                        <p:strVal val="visible"/>
                                      </p:to>
                                    </p:set>
                                    <p:animEffect transition="in" filter="diamond(in)">
                                      <p:cBhvr>
                                        <p:cTn id="32" dur="2000"/>
                                        <p:tgtEl>
                                          <p:spTgt spid="1044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7" name="日期占位符 1">
            <a:extLst>
              <a:ext uri="{FF2B5EF4-FFF2-40B4-BE49-F238E27FC236}">
                <a16:creationId xmlns:a16="http://schemas.microsoft.com/office/drawing/2014/main" id="{CDDBA282-7199-4F8C-8EE6-D73AEC3851CF}"/>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5812F1D-E578-4C30-A80B-95B54D3880C6}" type="datetime1">
              <a:rPr lang="zh-CN" altLang="en-US" smtClean="0"/>
              <a:pPr eaLnBrk="1" hangingPunct="1"/>
              <a:t>2025/2/28</a:t>
            </a:fld>
            <a:endParaRPr lang="en-US" altLang="zh-CN"/>
          </a:p>
        </p:txBody>
      </p:sp>
      <p:sp>
        <p:nvSpPr>
          <p:cNvPr id="25608" name="页脚占位符 2">
            <a:extLst>
              <a:ext uri="{FF2B5EF4-FFF2-40B4-BE49-F238E27FC236}">
                <a16:creationId xmlns:a16="http://schemas.microsoft.com/office/drawing/2014/main" id="{14A5BC2A-9A4A-4279-9130-FCFFB52A36E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(共20页)</a:t>
            </a:r>
          </a:p>
        </p:txBody>
      </p:sp>
      <p:sp>
        <p:nvSpPr>
          <p:cNvPr id="25609" name="灯片编号占位符 3">
            <a:extLst>
              <a:ext uri="{FF2B5EF4-FFF2-40B4-BE49-F238E27FC236}">
                <a16:creationId xmlns:a16="http://schemas.microsoft.com/office/drawing/2014/main" id="{F80EBCA1-A3C6-410A-B4BB-7859A3626B2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FFE1057-18DE-4E3F-8BD0-AFDF68AF6DE2}" type="slidenum">
              <a:rPr lang="en-US" altLang="zh-CN"/>
              <a:pPr eaLnBrk="1" hangingPunct="1"/>
              <a:t>35</a:t>
            </a:fld>
            <a:endParaRPr lang="en-US" altLang="zh-CN"/>
          </a:p>
        </p:txBody>
      </p:sp>
      <p:graphicFrame>
        <p:nvGraphicFramePr>
          <p:cNvPr id="106499" name="Object 3">
            <a:extLst>
              <a:ext uri="{FF2B5EF4-FFF2-40B4-BE49-F238E27FC236}">
                <a16:creationId xmlns:a16="http://schemas.microsoft.com/office/drawing/2014/main" id="{C33E5C90-6745-4561-AFD9-3BEF86FD00B2}"/>
              </a:ext>
            </a:extLst>
          </p:cNvPr>
          <p:cNvGraphicFramePr>
            <a:graphicFrameLocks noChangeAspect="1"/>
          </p:cNvGraphicFramePr>
          <p:nvPr/>
        </p:nvGraphicFramePr>
        <p:xfrm>
          <a:off x="538163" y="2303463"/>
          <a:ext cx="1457325" cy="1109662"/>
        </p:xfrm>
        <a:graphic>
          <a:graphicData uri="http://schemas.openxmlformats.org/presentationml/2006/ole">
            <mc:AlternateContent xmlns:mc="http://schemas.openxmlformats.org/markup-compatibility/2006">
              <mc:Choice xmlns:v="urn:schemas-microsoft-com:vml" Requires="v">
                <p:oleObj spid="_x0000_s34838" name="公式" r:id="rId5" imgW="596880" imgH="469800" progId="Equation.3">
                  <p:embed/>
                </p:oleObj>
              </mc:Choice>
              <mc:Fallback>
                <p:oleObj name="公式" r:id="rId5" imgW="596880" imgH="469800" progId="Equation.3">
                  <p:embed/>
                  <p:pic>
                    <p:nvPicPr>
                      <p:cNvPr id="106499" name="Object 3">
                        <a:extLst>
                          <a:ext uri="{FF2B5EF4-FFF2-40B4-BE49-F238E27FC236}">
                            <a16:creationId xmlns:a16="http://schemas.microsoft.com/office/drawing/2014/main" id="{C33E5C90-6745-4561-AFD9-3BEF86FD00B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8163" y="2303463"/>
                        <a:ext cx="1457325" cy="1109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6500" name="Object 4">
            <a:extLst>
              <a:ext uri="{FF2B5EF4-FFF2-40B4-BE49-F238E27FC236}">
                <a16:creationId xmlns:a16="http://schemas.microsoft.com/office/drawing/2014/main" id="{D5F316E0-63D5-497C-98B5-F570B0D254D9}"/>
              </a:ext>
            </a:extLst>
          </p:cNvPr>
          <p:cNvGraphicFramePr>
            <a:graphicFrameLocks noChangeAspect="1"/>
          </p:cNvGraphicFramePr>
          <p:nvPr/>
        </p:nvGraphicFramePr>
        <p:xfrm>
          <a:off x="3132138" y="4221163"/>
          <a:ext cx="5040312" cy="1123950"/>
        </p:xfrm>
        <a:graphic>
          <a:graphicData uri="http://schemas.openxmlformats.org/presentationml/2006/ole">
            <mc:AlternateContent xmlns:mc="http://schemas.openxmlformats.org/markup-compatibility/2006">
              <mc:Choice xmlns:v="urn:schemas-microsoft-com:vml" Requires="v">
                <p:oleObj spid="_x0000_s34839" name="公式" r:id="rId7" imgW="2006280" imgH="457200" progId="Equation.3">
                  <p:embed/>
                </p:oleObj>
              </mc:Choice>
              <mc:Fallback>
                <p:oleObj name="公式" r:id="rId7" imgW="2006280" imgH="457200" progId="Equation.3">
                  <p:embed/>
                  <p:pic>
                    <p:nvPicPr>
                      <p:cNvPr id="106500" name="Object 4">
                        <a:extLst>
                          <a:ext uri="{FF2B5EF4-FFF2-40B4-BE49-F238E27FC236}">
                            <a16:creationId xmlns:a16="http://schemas.microsoft.com/office/drawing/2014/main" id="{D5F316E0-63D5-497C-98B5-F570B0D254D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32138" y="4221163"/>
                        <a:ext cx="5040312" cy="1123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6501" name="Object 5">
            <a:extLst>
              <a:ext uri="{FF2B5EF4-FFF2-40B4-BE49-F238E27FC236}">
                <a16:creationId xmlns:a16="http://schemas.microsoft.com/office/drawing/2014/main" id="{CADB4790-B9FE-49F5-A4AD-3B4158DF31D0}"/>
              </a:ext>
            </a:extLst>
          </p:cNvPr>
          <p:cNvGraphicFramePr>
            <a:graphicFrameLocks noChangeAspect="1"/>
          </p:cNvGraphicFramePr>
          <p:nvPr/>
        </p:nvGraphicFramePr>
        <p:xfrm>
          <a:off x="395288" y="3716338"/>
          <a:ext cx="2784475" cy="1838325"/>
        </p:xfrm>
        <a:graphic>
          <a:graphicData uri="http://schemas.openxmlformats.org/presentationml/2006/ole">
            <mc:AlternateContent xmlns:mc="http://schemas.openxmlformats.org/markup-compatibility/2006">
              <mc:Choice xmlns:v="urn:schemas-microsoft-com:vml" Requires="v">
                <p:oleObj spid="_x0000_s34840" name="公式" r:id="rId9" imgW="1054080" imgH="711000" progId="Equation.3">
                  <p:embed/>
                </p:oleObj>
              </mc:Choice>
              <mc:Fallback>
                <p:oleObj name="公式" r:id="rId9" imgW="1054080" imgH="711000" progId="Equation.3">
                  <p:embed/>
                  <p:pic>
                    <p:nvPicPr>
                      <p:cNvPr id="106501" name="Object 5">
                        <a:extLst>
                          <a:ext uri="{FF2B5EF4-FFF2-40B4-BE49-F238E27FC236}">
                            <a16:creationId xmlns:a16="http://schemas.microsoft.com/office/drawing/2014/main" id="{CADB4790-B9FE-49F5-A4AD-3B4158DF31D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5288" y="3716338"/>
                        <a:ext cx="2784475" cy="1838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6513" name="Object 17">
            <a:extLst>
              <a:ext uri="{FF2B5EF4-FFF2-40B4-BE49-F238E27FC236}">
                <a16:creationId xmlns:a16="http://schemas.microsoft.com/office/drawing/2014/main" id="{51DBB894-D0A9-4F5E-852F-1A38F96FACC7}"/>
              </a:ext>
            </a:extLst>
          </p:cNvPr>
          <p:cNvGraphicFramePr>
            <a:graphicFrameLocks noChangeAspect="1"/>
          </p:cNvGraphicFramePr>
          <p:nvPr/>
        </p:nvGraphicFramePr>
        <p:xfrm>
          <a:off x="1979613" y="2636838"/>
          <a:ext cx="2451100" cy="509587"/>
        </p:xfrm>
        <a:graphic>
          <a:graphicData uri="http://schemas.openxmlformats.org/presentationml/2006/ole">
            <mc:AlternateContent xmlns:mc="http://schemas.openxmlformats.org/markup-compatibility/2006">
              <mc:Choice xmlns:v="urn:schemas-microsoft-com:vml" Requires="v">
                <p:oleObj spid="_x0000_s34841" name="公式" r:id="rId11" imgW="1002960" imgH="215640" progId="Equation.3">
                  <p:embed/>
                </p:oleObj>
              </mc:Choice>
              <mc:Fallback>
                <p:oleObj name="公式" r:id="rId11" imgW="1002960" imgH="215640" progId="Equation.3">
                  <p:embed/>
                  <p:pic>
                    <p:nvPicPr>
                      <p:cNvPr id="106513" name="Object 17">
                        <a:extLst>
                          <a:ext uri="{FF2B5EF4-FFF2-40B4-BE49-F238E27FC236}">
                            <a16:creationId xmlns:a16="http://schemas.microsoft.com/office/drawing/2014/main" id="{51DBB894-D0A9-4F5E-852F-1A38F96FACC7}"/>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979613" y="2636838"/>
                        <a:ext cx="2451100" cy="509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6514" name="Object 18">
            <a:extLst>
              <a:ext uri="{FF2B5EF4-FFF2-40B4-BE49-F238E27FC236}">
                <a16:creationId xmlns:a16="http://schemas.microsoft.com/office/drawing/2014/main" id="{601E3809-3D01-445F-B0DC-C86165EAE235}"/>
              </a:ext>
            </a:extLst>
          </p:cNvPr>
          <p:cNvGraphicFramePr>
            <a:graphicFrameLocks noChangeAspect="1"/>
          </p:cNvGraphicFramePr>
          <p:nvPr/>
        </p:nvGraphicFramePr>
        <p:xfrm>
          <a:off x="684213" y="1341438"/>
          <a:ext cx="1468437" cy="522287"/>
        </p:xfrm>
        <a:graphic>
          <a:graphicData uri="http://schemas.openxmlformats.org/presentationml/2006/ole">
            <mc:AlternateContent xmlns:mc="http://schemas.openxmlformats.org/markup-compatibility/2006">
              <mc:Choice xmlns:v="urn:schemas-microsoft-com:vml" Requires="v">
                <p:oleObj spid="_x0000_s34842" name="Equation" r:id="rId13" imgW="583920" imgH="228600" progId="Equation.DSMT4">
                  <p:embed/>
                </p:oleObj>
              </mc:Choice>
              <mc:Fallback>
                <p:oleObj name="Equation" r:id="rId13" imgW="583920" imgH="228600" progId="Equation.DSMT4">
                  <p:embed/>
                  <p:pic>
                    <p:nvPicPr>
                      <p:cNvPr id="106514" name="Object 18">
                        <a:extLst>
                          <a:ext uri="{FF2B5EF4-FFF2-40B4-BE49-F238E27FC236}">
                            <a16:creationId xmlns:a16="http://schemas.microsoft.com/office/drawing/2014/main" id="{601E3809-3D01-445F-B0DC-C86165EAE235}"/>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84213" y="1341438"/>
                        <a:ext cx="1468437" cy="522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6515" name="Rectangle 19">
            <a:extLst>
              <a:ext uri="{FF2B5EF4-FFF2-40B4-BE49-F238E27FC236}">
                <a16:creationId xmlns:a16="http://schemas.microsoft.com/office/drawing/2014/main" id="{7F0434F4-7EDC-47CE-BDF0-327E6D5C7EAA}"/>
              </a:ext>
            </a:extLst>
          </p:cNvPr>
          <p:cNvSpPr>
            <a:spLocks noChangeArrowheads="1"/>
          </p:cNvSpPr>
          <p:nvPr/>
        </p:nvSpPr>
        <p:spPr bwMode="auto">
          <a:xfrm>
            <a:off x="468313" y="404813"/>
            <a:ext cx="5905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rgbClr val="FF66CC"/>
                </a:solidFill>
                <a:latin typeface="黑体" panose="02010609060101010101" pitchFamily="49" charset="-122"/>
                <a:ea typeface="黑体" panose="02010609060101010101" pitchFamily="49" charset="-122"/>
              </a:rPr>
              <a:t>例</a:t>
            </a:r>
          </a:p>
        </p:txBody>
      </p:sp>
    </p:spTree>
  </p:cSld>
  <p:clrMapOvr>
    <a:masterClrMapping/>
  </p:clrMapOvr>
  <p:transition spd="med">
    <p:zoom dir="in"/>
    <p:sndAc>
      <p:stSnd>
        <p:snd r:embed="rId4" name="wind.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6515"/>
                                        </p:tgtEl>
                                        <p:attrNameLst>
                                          <p:attrName>style.visibility</p:attrName>
                                        </p:attrNameLst>
                                      </p:cBhvr>
                                      <p:to>
                                        <p:strVal val="visible"/>
                                      </p:to>
                                    </p:set>
                                    <p:animEffect transition="in" filter="blinds(horizontal)">
                                      <p:cBhvr>
                                        <p:cTn id="7" dur="500"/>
                                        <p:tgtEl>
                                          <p:spTgt spid="10651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6" presetClass="entr" presetSubtype="0" fill="hold" nodeType="clickEffect">
                                  <p:stCondLst>
                                    <p:cond delay="0"/>
                                  </p:stCondLst>
                                  <p:childTnLst>
                                    <p:set>
                                      <p:cBhvr>
                                        <p:cTn id="11" dur="1" fill="hold">
                                          <p:stCondLst>
                                            <p:cond delay="0"/>
                                          </p:stCondLst>
                                        </p:cTn>
                                        <p:tgtEl>
                                          <p:spTgt spid="106514"/>
                                        </p:tgtEl>
                                        <p:attrNameLst>
                                          <p:attrName>style.visibility</p:attrName>
                                        </p:attrNameLst>
                                      </p:cBhvr>
                                      <p:to>
                                        <p:strVal val="visible"/>
                                      </p:to>
                                    </p:set>
                                    <p:animEffect transition="in" filter="wipe(down)">
                                      <p:cBhvr>
                                        <p:cTn id="12" dur="580">
                                          <p:stCondLst>
                                            <p:cond delay="0"/>
                                          </p:stCondLst>
                                        </p:cTn>
                                        <p:tgtEl>
                                          <p:spTgt spid="106514"/>
                                        </p:tgtEl>
                                      </p:cBhvr>
                                    </p:animEffect>
                                    <p:anim calcmode="lin" valueType="num">
                                      <p:cBhvr>
                                        <p:cTn id="13" dur="1822" tmFilter="0,0; 0.14,0.36; 0.43,0.73; 0.71,0.91; 1.0,1.0">
                                          <p:stCondLst>
                                            <p:cond delay="0"/>
                                          </p:stCondLst>
                                        </p:cTn>
                                        <p:tgtEl>
                                          <p:spTgt spid="106514"/>
                                        </p:tgtEl>
                                        <p:attrNameLst>
                                          <p:attrName>ppt_x</p:attrName>
                                        </p:attrNameLst>
                                      </p:cBhvr>
                                      <p:tavLst>
                                        <p:tav tm="0">
                                          <p:val>
                                            <p:strVal val="#ppt_x-0.25"/>
                                          </p:val>
                                        </p:tav>
                                        <p:tav tm="100000">
                                          <p:val>
                                            <p:strVal val="#ppt_x"/>
                                          </p:val>
                                        </p:tav>
                                      </p:tavLst>
                                    </p:anim>
                                    <p:anim calcmode="lin" valueType="num">
                                      <p:cBhvr>
                                        <p:cTn id="14" dur="664" tmFilter="0.0,0.0; 0.25,0.07; 0.50,0.2; 0.75,0.467; 1.0,1.0">
                                          <p:stCondLst>
                                            <p:cond delay="0"/>
                                          </p:stCondLst>
                                        </p:cTn>
                                        <p:tgtEl>
                                          <p:spTgt spid="106514"/>
                                        </p:tgtEl>
                                        <p:attrNameLst>
                                          <p:attrName>ppt_y</p:attrName>
                                        </p:attrNameLst>
                                      </p:cBhvr>
                                      <p:tavLst>
                                        <p:tav tm="0" fmla="#ppt_y-sin(pi*$)/3">
                                          <p:val>
                                            <p:fltVal val="0.5"/>
                                          </p:val>
                                        </p:tav>
                                        <p:tav tm="100000">
                                          <p:val>
                                            <p:fltVal val="1"/>
                                          </p:val>
                                        </p:tav>
                                      </p:tavLst>
                                    </p:anim>
                                    <p:anim calcmode="lin" valueType="num">
                                      <p:cBhvr>
                                        <p:cTn id="15" dur="664" tmFilter="0, 0; 0.125,0.2665; 0.25,0.4; 0.375,0.465; 0.5,0.5;  0.625,0.535; 0.75,0.6; 0.875,0.7335; 1,1">
                                          <p:stCondLst>
                                            <p:cond delay="664"/>
                                          </p:stCondLst>
                                        </p:cTn>
                                        <p:tgtEl>
                                          <p:spTgt spid="106514"/>
                                        </p:tgtEl>
                                        <p:attrNameLst>
                                          <p:attrName>ppt_y</p:attrName>
                                        </p:attrNameLst>
                                      </p:cBhvr>
                                      <p:tavLst>
                                        <p:tav tm="0" fmla="#ppt_y-sin(pi*$)/9">
                                          <p:val>
                                            <p:fltVal val="0"/>
                                          </p:val>
                                        </p:tav>
                                        <p:tav tm="100000">
                                          <p:val>
                                            <p:fltVal val="1"/>
                                          </p:val>
                                        </p:tav>
                                      </p:tavLst>
                                    </p:anim>
                                    <p:anim calcmode="lin" valueType="num">
                                      <p:cBhvr>
                                        <p:cTn id="16" dur="332" tmFilter="0, 0; 0.125,0.2665; 0.25,0.4; 0.375,0.465; 0.5,0.5;  0.625,0.535; 0.75,0.6; 0.875,0.7335; 1,1">
                                          <p:stCondLst>
                                            <p:cond delay="1324"/>
                                          </p:stCondLst>
                                        </p:cTn>
                                        <p:tgtEl>
                                          <p:spTgt spid="106514"/>
                                        </p:tgtEl>
                                        <p:attrNameLst>
                                          <p:attrName>ppt_y</p:attrName>
                                        </p:attrNameLst>
                                      </p:cBhvr>
                                      <p:tavLst>
                                        <p:tav tm="0" fmla="#ppt_y-sin(pi*$)/27">
                                          <p:val>
                                            <p:fltVal val="0"/>
                                          </p:val>
                                        </p:tav>
                                        <p:tav tm="100000">
                                          <p:val>
                                            <p:fltVal val="1"/>
                                          </p:val>
                                        </p:tav>
                                      </p:tavLst>
                                    </p:anim>
                                    <p:anim calcmode="lin" valueType="num">
                                      <p:cBhvr>
                                        <p:cTn id="17" dur="164" tmFilter="0, 0; 0.125,0.2665; 0.25,0.4; 0.375,0.465; 0.5,0.5;  0.625,0.535; 0.75,0.6; 0.875,0.7335; 1,1">
                                          <p:stCondLst>
                                            <p:cond delay="1656"/>
                                          </p:stCondLst>
                                        </p:cTn>
                                        <p:tgtEl>
                                          <p:spTgt spid="106514"/>
                                        </p:tgtEl>
                                        <p:attrNameLst>
                                          <p:attrName>ppt_y</p:attrName>
                                        </p:attrNameLst>
                                      </p:cBhvr>
                                      <p:tavLst>
                                        <p:tav tm="0" fmla="#ppt_y-sin(pi*$)/81">
                                          <p:val>
                                            <p:fltVal val="0"/>
                                          </p:val>
                                        </p:tav>
                                        <p:tav tm="100000">
                                          <p:val>
                                            <p:fltVal val="1"/>
                                          </p:val>
                                        </p:tav>
                                      </p:tavLst>
                                    </p:anim>
                                    <p:animScale>
                                      <p:cBhvr>
                                        <p:cTn id="18" dur="26">
                                          <p:stCondLst>
                                            <p:cond delay="650"/>
                                          </p:stCondLst>
                                        </p:cTn>
                                        <p:tgtEl>
                                          <p:spTgt spid="106514"/>
                                        </p:tgtEl>
                                      </p:cBhvr>
                                      <p:to x="100000" y="60000"/>
                                    </p:animScale>
                                    <p:animScale>
                                      <p:cBhvr>
                                        <p:cTn id="19" dur="166" decel="50000">
                                          <p:stCondLst>
                                            <p:cond delay="676"/>
                                          </p:stCondLst>
                                        </p:cTn>
                                        <p:tgtEl>
                                          <p:spTgt spid="106514"/>
                                        </p:tgtEl>
                                      </p:cBhvr>
                                      <p:to x="100000" y="100000"/>
                                    </p:animScale>
                                    <p:animScale>
                                      <p:cBhvr>
                                        <p:cTn id="20" dur="26">
                                          <p:stCondLst>
                                            <p:cond delay="1312"/>
                                          </p:stCondLst>
                                        </p:cTn>
                                        <p:tgtEl>
                                          <p:spTgt spid="106514"/>
                                        </p:tgtEl>
                                      </p:cBhvr>
                                      <p:to x="100000" y="80000"/>
                                    </p:animScale>
                                    <p:animScale>
                                      <p:cBhvr>
                                        <p:cTn id="21" dur="166" decel="50000">
                                          <p:stCondLst>
                                            <p:cond delay="1338"/>
                                          </p:stCondLst>
                                        </p:cTn>
                                        <p:tgtEl>
                                          <p:spTgt spid="106514"/>
                                        </p:tgtEl>
                                      </p:cBhvr>
                                      <p:to x="100000" y="100000"/>
                                    </p:animScale>
                                    <p:animScale>
                                      <p:cBhvr>
                                        <p:cTn id="22" dur="26">
                                          <p:stCondLst>
                                            <p:cond delay="1642"/>
                                          </p:stCondLst>
                                        </p:cTn>
                                        <p:tgtEl>
                                          <p:spTgt spid="106514"/>
                                        </p:tgtEl>
                                      </p:cBhvr>
                                      <p:to x="100000" y="90000"/>
                                    </p:animScale>
                                    <p:animScale>
                                      <p:cBhvr>
                                        <p:cTn id="23" dur="166" decel="50000">
                                          <p:stCondLst>
                                            <p:cond delay="1668"/>
                                          </p:stCondLst>
                                        </p:cTn>
                                        <p:tgtEl>
                                          <p:spTgt spid="106514"/>
                                        </p:tgtEl>
                                      </p:cBhvr>
                                      <p:to x="100000" y="100000"/>
                                    </p:animScale>
                                    <p:animScale>
                                      <p:cBhvr>
                                        <p:cTn id="24" dur="26">
                                          <p:stCondLst>
                                            <p:cond delay="1808"/>
                                          </p:stCondLst>
                                        </p:cTn>
                                        <p:tgtEl>
                                          <p:spTgt spid="106514"/>
                                        </p:tgtEl>
                                      </p:cBhvr>
                                      <p:to x="100000" y="95000"/>
                                    </p:animScale>
                                    <p:animScale>
                                      <p:cBhvr>
                                        <p:cTn id="25" dur="166" decel="50000">
                                          <p:stCondLst>
                                            <p:cond delay="1834"/>
                                          </p:stCondLst>
                                        </p:cTn>
                                        <p:tgtEl>
                                          <p:spTgt spid="106514"/>
                                        </p:tgtEl>
                                      </p:cBhvr>
                                      <p:to x="100000" y="100000"/>
                                    </p:animScale>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1" fill="hold" nodeType="clickEffect">
                                  <p:stCondLst>
                                    <p:cond delay="0"/>
                                  </p:stCondLst>
                                  <p:childTnLst>
                                    <p:set>
                                      <p:cBhvr>
                                        <p:cTn id="29" dur="1" fill="hold">
                                          <p:stCondLst>
                                            <p:cond delay="0"/>
                                          </p:stCondLst>
                                        </p:cTn>
                                        <p:tgtEl>
                                          <p:spTgt spid="106499"/>
                                        </p:tgtEl>
                                        <p:attrNameLst>
                                          <p:attrName>style.visibility</p:attrName>
                                        </p:attrNameLst>
                                      </p:cBhvr>
                                      <p:to>
                                        <p:strVal val="visible"/>
                                      </p:to>
                                    </p:set>
                                    <p:animEffect transition="in" filter="wipe(up)">
                                      <p:cBhvr>
                                        <p:cTn id="30" dur="2000"/>
                                        <p:tgtEl>
                                          <p:spTgt spid="106499"/>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106513"/>
                                        </p:tgtEl>
                                        <p:attrNameLst>
                                          <p:attrName>style.visibility</p:attrName>
                                        </p:attrNameLst>
                                      </p:cBhvr>
                                      <p:to>
                                        <p:strVal val="visible"/>
                                      </p:to>
                                    </p:set>
                                    <p:animEffect transition="in" filter="wipe(left)">
                                      <p:cBhvr>
                                        <p:cTn id="35" dur="3000"/>
                                        <p:tgtEl>
                                          <p:spTgt spid="106513"/>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1" fill="hold" nodeType="clickEffect">
                                  <p:stCondLst>
                                    <p:cond delay="0"/>
                                  </p:stCondLst>
                                  <p:childTnLst>
                                    <p:set>
                                      <p:cBhvr>
                                        <p:cTn id="39" dur="1" fill="hold">
                                          <p:stCondLst>
                                            <p:cond delay="0"/>
                                          </p:stCondLst>
                                        </p:cTn>
                                        <p:tgtEl>
                                          <p:spTgt spid="106501"/>
                                        </p:tgtEl>
                                        <p:attrNameLst>
                                          <p:attrName>style.visibility</p:attrName>
                                        </p:attrNameLst>
                                      </p:cBhvr>
                                      <p:to>
                                        <p:strVal val="visible"/>
                                      </p:to>
                                    </p:set>
                                    <p:animEffect transition="in" filter="wipe(up)">
                                      <p:cBhvr>
                                        <p:cTn id="40" dur="2000"/>
                                        <p:tgtEl>
                                          <p:spTgt spid="106501"/>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1" fill="hold" nodeType="clickEffect">
                                  <p:stCondLst>
                                    <p:cond delay="0"/>
                                  </p:stCondLst>
                                  <p:childTnLst>
                                    <p:set>
                                      <p:cBhvr>
                                        <p:cTn id="44" dur="1" fill="hold">
                                          <p:stCondLst>
                                            <p:cond delay="0"/>
                                          </p:stCondLst>
                                        </p:cTn>
                                        <p:tgtEl>
                                          <p:spTgt spid="106500"/>
                                        </p:tgtEl>
                                        <p:attrNameLst>
                                          <p:attrName>style.visibility</p:attrName>
                                        </p:attrNameLst>
                                      </p:cBhvr>
                                      <p:to>
                                        <p:strVal val="visible"/>
                                      </p:to>
                                    </p:set>
                                    <p:animEffect transition="in" filter="wipe(up)">
                                      <p:cBhvr>
                                        <p:cTn id="45" dur="5000"/>
                                        <p:tgtEl>
                                          <p:spTgt spid="1065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515" grpId="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30" name="日期占位符 1">
            <a:extLst>
              <a:ext uri="{FF2B5EF4-FFF2-40B4-BE49-F238E27FC236}">
                <a16:creationId xmlns:a16="http://schemas.microsoft.com/office/drawing/2014/main" id="{59B06FE1-9A3B-4906-910A-F6144A4082FC}"/>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AE88F1D-E050-4D70-801C-2681ACCD1A0C}" type="datetime1">
              <a:rPr lang="zh-CN" altLang="en-US" smtClean="0"/>
              <a:pPr eaLnBrk="1" hangingPunct="1"/>
              <a:t>2025/2/28</a:t>
            </a:fld>
            <a:endParaRPr lang="en-US" altLang="zh-CN"/>
          </a:p>
        </p:txBody>
      </p:sp>
      <p:sp>
        <p:nvSpPr>
          <p:cNvPr id="26631" name="页脚占位符 2">
            <a:extLst>
              <a:ext uri="{FF2B5EF4-FFF2-40B4-BE49-F238E27FC236}">
                <a16:creationId xmlns:a16="http://schemas.microsoft.com/office/drawing/2014/main" id="{4513E4BC-56A0-47BB-A490-CF4ABA96916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(共20页)</a:t>
            </a:r>
          </a:p>
        </p:txBody>
      </p:sp>
      <p:sp>
        <p:nvSpPr>
          <p:cNvPr id="26632" name="灯片编号占位符 3">
            <a:extLst>
              <a:ext uri="{FF2B5EF4-FFF2-40B4-BE49-F238E27FC236}">
                <a16:creationId xmlns:a16="http://schemas.microsoft.com/office/drawing/2014/main" id="{23AE98CB-7126-46FE-9225-74EEA6736C0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644F7D9-BBCE-4AD1-A156-333A8DDDB129}" type="slidenum">
              <a:rPr lang="en-US" altLang="zh-CN"/>
              <a:pPr eaLnBrk="1" hangingPunct="1"/>
              <a:t>36</a:t>
            </a:fld>
            <a:endParaRPr lang="en-US" altLang="zh-CN"/>
          </a:p>
        </p:txBody>
      </p:sp>
      <p:graphicFrame>
        <p:nvGraphicFramePr>
          <p:cNvPr id="105477" name="Object 5">
            <a:extLst>
              <a:ext uri="{FF2B5EF4-FFF2-40B4-BE49-F238E27FC236}">
                <a16:creationId xmlns:a16="http://schemas.microsoft.com/office/drawing/2014/main" id="{EDBBDB63-0073-4C83-A169-B2AADF9C1900}"/>
              </a:ext>
            </a:extLst>
          </p:cNvPr>
          <p:cNvGraphicFramePr>
            <a:graphicFrameLocks noChangeAspect="1"/>
          </p:cNvGraphicFramePr>
          <p:nvPr/>
        </p:nvGraphicFramePr>
        <p:xfrm>
          <a:off x="539750" y="1052513"/>
          <a:ext cx="2592388" cy="2246312"/>
        </p:xfrm>
        <a:graphic>
          <a:graphicData uri="http://schemas.openxmlformats.org/presentationml/2006/ole">
            <mc:AlternateContent xmlns:mc="http://schemas.openxmlformats.org/markup-compatibility/2006">
              <mc:Choice xmlns:v="urn:schemas-microsoft-com:vml" Requires="v">
                <p:oleObj spid="_x0000_s35858" name="公式" r:id="rId4" imgW="812520" imgH="927000" progId="Equation.3">
                  <p:embed/>
                </p:oleObj>
              </mc:Choice>
              <mc:Fallback>
                <p:oleObj name="公式" r:id="rId4" imgW="812520" imgH="927000" progId="Equation.3">
                  <p:embed/>
                  <p:pic>
                    <p:nvPicPr>
                      <p:cNvPr id="105477" name="Object 5">
                        <a:extLst>
                          <a:ext uri="{FF2B5EF4-FFF2-40B4-BE49-F238E27FC236}">
                            <a16:creationId xmlns:a16="http://schemas.microsoft.com/office/drawing/2014/main" id="{EDBBDB63-0073-4C83-A169-B2AADF9C190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9750" y="1052513"/>
                        <a:ext cx="2592388" cy="2246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5478" name="Object 6">
            <a:extLst>
              <a:ext uri="{FF2B5EF4-FFF2-40B4-BE49-F238E27FC236}">
                <a16:creationId xmlns:a16="http://schemas.microsoft.com/office/drawing/2014/main" id="{56425C6E-DA6B-40A6-A8B5-F0765A8EE07E}"/>
              </a:ext>
            </a:extLst>
          </p:cNvPr>
          <p:cNvGraphicFramePr>
            <a:graphicFrameLocks noChangeAspect="1"/>
          </p:cNvGraphicFramePr>
          <p:nvPr/>
        </p:nvGraphicFramePr>
        <p:xfrm>
          <a:off x="3348038" y="2178050"/>
          <a:ext cx="3057525" cy="515938"/>
        </p:xfrm>
        <a:graphic>
          <a:graphicData uri="http://schemas.openxmlformats.org/presentationml/2006/ole">
            <mc:AlternateContent xmlns:mc="http://schemas.openxmlformats.org/markup-compatibility/2006">
              <mc:Choice xmlns:v="urn:schemas-microsoft-com:vml" Requires="v">
                <p:oleObj spid="_x0000_s35859" name="公式" r:id="rId6" imgW="1282680" imgH="215640" progId="Equation.3">
                  <p:embed/>
                </p:oleObj>
              </mc:Choice>
              <mc:Fallback>
                <p:oleObj name="公式" r:id="rId6" imgW="1282680" imgH="215640" progId="Equation.3">
                  <p:embed/>
                  <p:pic>
                    <p:nvPicPr>
                      <p:cNvPr id="105478" name="Object 6">
                        <a:extLst>
                          <a:ext uri="{FF2B5EF4-FFF2-40B4-BE49-F238E27FC236}">
                            <a16:creationId xmlns:a16="http://schemas.microsoft.com/office/drawing/2014/main" id="{56425C6E-DA6B-40A6-A8B5-F0765A8EE07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48038" y="2178050"/>
                        <a:ext cx="3057525" cy="515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5479" name="Object 7">
            <a:extLst>
              <a:ext uri="{FF2B5EF4-FFF2-40B4-BE49-F238E27FC236}">
                <a16:creationId xmlns:a16="http://schemas.microsoft.com/office/drawing/2014/main" id="{FDC295F1-F024-4B25-BBBF-12989EE4E12D}"/>
              </a:ext>
            </a:extLst>
          </p:cNvPr>
          <p:cNvGraphicFramePr>
            <a:graphicFrameLocks noChangeAspect="1"/>
          </p:cNvGraphicFramePr>
          <p:nvPr/>
        </p:nvGraphicFramePr>
        <p:xfrm>
          <a:off x="6300788" y="2178050"/>
          <a:ext cx="1484312" cy="515938"/>
        </p:xfrm>
        <a:graphic>
          <a:graphicData uri="http://schemas.openxmlformats.org/presentationml/2006/ole">
            <mc:AlternateContent xmlns:mc="http://schemas.openxmlformats.org/markup-compatibility/2006">
              <mc:Choice xmlns:v="urn:schemas-microsoft-com:vml" Requires="v">
                <p:oleObj spid="_x0000_s35860" name="公式" r:id="rId8" imgW="622080" imgH="215640" progId="Equation.3">
                  <p:embed/>
                </p:oleObj>
              </mc:Choice>
              <mc:Fallback>
                <p:oleObj name="公式" r:id="rId8" imgW="622080" imgH="215640" progId="Equation.3">
                  <p:embed/>
                  <p:pic>
                    <p:nvPicPr>
                      <p:cNvPr id="105479" name="Object 7">
                        <a:extLst>
                          <a:ext uri="{FF2B5EF4-FFF2-40B4-BE49-F238E27FC236}">
                            <a16:creationId xmlns:a16="http://schemas.microsoft.com/office/drawing/2014/main" id="{FDC295F1-F024-4B25-BBBF-12989EE4E12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00788" y="2178050"/>
                        <a:ext cx="1484312" cy="515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5480" name="Object 8">
            <a:extLst>
              <a:ext uri="{FF2B5EF4-FFF2-40B4-BE49-F238E27FC236}">
                <a16:creationId xmlns:a16="http://schemas.microsoft.com/office/drawing/2014/main" id="{20C6A77D-5C56-45DE-BF7C-9AF4C7220222}"/>
              </a:ext>
            </a:extLst>
          </p:cNvPr>
          <p:cNvGraphicFramePr>
            <a:graphicFrameLocks noChangeAspect="1"/>
          </p:cNvGraphicFramePr>
          <p:nvPr/>
        </p:nvGraphicFramePr>
        <p:xfrm>
          <a:off x="7812088" y="2249488"/>
          <a:ext cx="696912" cy="425450"/>
        </p:xfrm>
        <a:graphic>
          <a:graphicData uri="http://schemas.openxmlformats.org/presentationml/2006/ole">
            <mc:AlternateContent xmlns:mc="http://schemas.openxmlformats.org/markup-compatibility/2006">
              <mc:Choice xmlns:v="urn:schemas-microsoft-com:vml" Requires="v">
                <p:oleObj spid="_x0000_s35861" name="公式" r:id="rId10" imgW="291960" imgH="177480" progId="Equation.3">
                  <p:embed/>
                </p:oleObj>
              </mc:Choice>
              <mc:Fallback>
                <p:oleObj name="公式" r:id="rId10" imgW="291960" imgH="177480" progId="Equation.3">
                  <p:embed/>
                  <p:pic>
                    <p:nvPicPr>
                      <p:cNvPr id="105480" name="Object 8">
                        <a:extLst>
                          <a:ext uri="{FF2B5EF4-FFF2-40B4-BE49-F238E27FC236}">
                            <a16:creationId xmlns:a16="http://schemas.microsoft.com/office/drawing/2014/main" id="{20C6A77D-5C56-45DE-BF7C-9AF4C7220222}"/>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812088" y="2249488"/>
                        <a:ext cx="696912" cy="425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5485" name="Rectangle 13">
            <a:extLst>
              <a:ext uri="{FF2B5EF4-FFF2-40B4-BE49-F238E27FC236}">
                <a16:creationId xmlns:a16="http://schemas.microsoft.com/office/drawing/2014/main" id="{0DCB863A-3C26-4662-84C7-69CF142A84E3}"/>
              </a:ext>
            </a:extLst>
          </p:cNvPr>
          <p:cNvSpPr>
            <a:spLocks noChangeArrowheads="1"/>
          </p:cNvSpPr>
          <p:nvPr/>
        </p:nvSpPr>
        <p:spPr bwMode="auto">
          <a:xfrm>
            <a:off x="539750" y="260350"/>
            <a:ext cx="5905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rgbClr val="FF66CC"/>
                </a:solidFill>
                <a:latin typeface="黑体" panose="02010609060101010101" pitchFamily="49" charset="-122"/>
                <a:ea typeface="黑体" panose="02010609060101010101" pitchFamily="49" charset="-122"/>
              </a:rPr>
              <a:t>例</a:t>
            </a:r>
          </a:p>
        </p:txBody>
      </p:sp>
    </p:spTree>
  </p:cSld>
  <p:clrMapOvr>
    <a:masterClrMapping/>
  </p:clrMapOvr>
  <p:transition spd="med">
    <p:blinds dir="vert"/>
    <p:sndAc>
      <p:stSnd>
        <p:snd r:embed="rId3" name="type.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5485"/>
                                        </p:tgtEl>
                                        <p:attrNameLst>
                                          <p:attrName>style.visibility</p:attrName>
                                        </p:attrNameLst>
                                      </p:cBhvr>
                                      <p:to>
                                        <p:strVal val="visible"/>
                                      </p:to>
                                    </p:set>
                                    <p:animEffect transition="in" filter="blinds(horizontal)">
                                      <p:cBhvr>
                                        <p:cTn id="7" dur="500"/>
                                        <p:tgtEl>
                                          <p:spTgt spid="10548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105477"/>
                                        </p:tgtEl>
                                        <p:attrNameLst>
                                          <p:attrName>style.visibility</p:attrName>
                                        </p:attrNameLst>
                                      </p:cBhvr>
                                      <p:to>
                                        <p:strVal val="visible"/>
                                      </p:to>
                                    </p:set>
                                    <p:animEffect transition="in" filter="box(in)">
                                      <p:cBhvr>
                                        <p:cTn id="12" dur="1000"/>
                                        <p:tgtEl>
                                          <p:spTgt spid="10547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105478"/>
                                        </p:tgtEl>
                                        <p:attrNameLst>
                                          <p:attrName>style.visibility</p:attrName>
                                        </p:attrNameLst>
                                      </p:cBhvr>
                                      <p:to>
                                        <p:strVal val="visible"/>
                                      </p:to>
                                    </p:set>
                                    <p:animEffect transition="in" filter="box(in)">
                                      <p:cBhvr>
                                        <p:cTn id="17" dur="1000"/>
                                        <p:tgtEl>
                                          <p:spTgt spid="10547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105479"/>
                                        </p:tgtEl>
                                        <p:attrNameLst>
                                          <p:attrName>style.visibility</p:attrName>
                                        </p:attrNameLst>
                                      </p:cBhvr>
                                      <p:to>
                                        <p:strVal val="visible"/>
                                      </p:to>
                                    </p:set>
                                    <p:animEffect transition="in" filter="box(in)">
                                      <p:cBhvr>
                                        <p:cTn id="22" dur="1000"/>
                                        <p:tgtEl>
                                          <p:spTgt spid="10547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105480"/>
                                        </p:tgtEl>
                                        <p:attrNameLst>
                                          <p:attrName>style.visibility</p:attrName>
                                        </p:attrNameLst>
                                      </p:cBhvr>
                                      <p:to>
                                        <p:strVal val="visible"/>
                                      </p:to>
                                    </p:set>
                                    <p:animEffect transition="in" filter="box(in)">
                                      <p:cBhvr>
                                        <p:cTn id="27" dur="1000"/>
                                        <p:tgtEl>
                                          <p:spTgt spid="1054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85" grpId="0"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zh-CN" altLang="en-US" sz="3600"/>
              <a:t>五、</a:t>
            </a:r>
            <a:r>
              <a:rPr lang="en-US" altLang="zh-CN" sz="3600" i="1">
                <a:latin typeface="Times New Roman" panose="02020603050405020304" pitchFamily="18" charset="0"/>
                <a:cs typeface="Times New Roman" panose="02020603050405020304" pitchFamily="18" charset="0"/>
              </a:rPr>
              <a:t>n</a:t>
            </a:r>
            <a:r>
              <a:rPr lang="zh-CN" altLang="en-US" sz="3600"/>
              <a:t>阶行列式的展开（计算）</a:t>
            </a:r>
          </a:p>
        </p:txBody>
      </p:sp>
      <p:graphicFrame>
        <p:nvGraphicFramePr>
          <p:cNvPr id="10" name="对象 9"/>
          <p:cNvGraphicFramePr>
            <a:graphicFrameLocks noChangeAspect="1"/>
          </p:cNvGraphicFramePr>
          <p:nvPr/>
        </p:nvGraphicFramePr>
        <p:xfrm>
          <a:off x="827584" y="1196752"/>
          <a:ext cx="1874837" cy="1457325"/>
        </p:xfrm>
        <a:graphic>
          <a:graphicData uri="http://schemas.openxmlformats.org/presentationml/2006/ole">
            <mc:AlternateContent xmlns:mc="http://schemas.openxmlformats.org/markup-compatibility/2006">
              <mc:Choice xmlns:v="urn:schemas-microsoft-com:vml" Requires="v">
                <p:oleObj spid="_x0000_s36886" name="Equation" r:id="rId3" imgW="21945600" imgH="17068800" progId="Equation.DSMT4">
                  <p:embed/>
                </p:oleObj>
              </mc:Choice>
              <mc:Fallback>
                <p:oleObj name="Equation" r:id="rId3" imgW="21945600" imgH="17068800" progId="Equation.DSMT4">
                  <p:embed/>
                  <p:pic>
                    <p:nvPicPr>
                      <p:cNvPr id="0" name="图片 13473"/>
                      <p:cNvPicPr/>
                      <p:nvPr/>
                    </p:nvPicPr>
                    <p:blipFill>
                      <a:blip r:embed="rId4"/>
                      <a:stretch>
                        <a:fillRect/>
                      </a:stretch>
                    </p:blipFill>
                    <p:spPr>
                      <a:xfrm>
                        <a:off x="827584" y="1196752"/>
                        <a:ext cx="1874837" cy="1457325"/>
                      </a:xfrm>
                      <a:prstGeom prst="rect">
                        <a:avLst/>
                      </a:prstGeom>
                    </p:spPr>
                  </p:pic>
                </p:oleObj>
              </mc:Fallback>
            </mc:AlternateContent>
          </a:graphicData>
        </a:graphic>
      </p:graphicFrame>
      <p:graphicFrame>
        <p:nvGraphicFramePr>
          <p:cNvPr id="11" name="对象 10"/>
          <p:cNvGraphicFramePr>
            <a:graphicFrameLocks noChangeAspect="1"/>
          </p:cNvGraphicFramePr>
          <p:nvPr/>
        </p:nvGraphicFramePr>
        <p:xfrm>
          <a:off x="743148" y="2636912"/>
          <a:ext cx="7861300" cy="468313"/>
        </p:xfrm>
        <a:graphic>
          <a:graphicData uri="http://schemas.openxmlformats.org/presentationml/2006/ole">
            <mc:AlternateContent xmlns:mc="http://schemas.openxmlformats.org/markup-compatibility/2006">
              <mc:Choice xmlns:v="urn:schemas-microsoft-com:vml" Requires="v">
                <p:oleObj spid="_x0000_s36887" name="Equation" r:id="rId5" imgW="92049600" imgH="5486400" progId="Equation.DSMT4">
                  <p:embed/>
                </p:oleObj>
              </mc:Choice>
              <mc:Fallback>
                <p:oleObj name="Equation" r:id="rId5" imgW="92049600" imgH="5486400" progId="Equation.DSMT4">
                  <p:embed/>
                  <p:pic>
                    <p:nvPicPr>
                      <p:cNvPr id="0" name="对象 9"/>
                      <p:cNvPicPr>
                        <a:picLocks noChangeAspect="1" noChangeArrowheads="1"/>
                      </p:cNvPicPr>
                      <p:nvPr/>
                    </p:nvPicPr>
                    <p:blipFill>
                      <a:blip r:embed="rId6"/>
                      <a:srcRect/>
                      <a:stretch>
                        <a:fillRect/>
                      </a:stretch>
                    </p:blipFill>
                    <p:spPr bwMode="auto">
                      <a:xfrm>
                        <a:off x="743148" y="2636912"/>
                        <a:ext cx="7861300"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对象 12"/>
          <p:cNvGraphicFramePr>
            <a:graphicFrameLocks noChangeAspect="1"/>
          </p:cNvGraphicFramePr>
          <p:nvPr/>
        </p:nvGraphicFramePr>
        <p:xfrm>
          <a:off x="755576" y="3140968"/>
          <a:ext cx="7626350" cy="468313"/>
        </p:xfrm>
        <a:graphic>
          <a:graphicData uri="http://schemas.openxmlformats.org/presentationml/2006/ole">
            <mc:AlternateContent xmlns:mc="http://schemas.openxmlformats.org/markup-compatibility/2006">
              <mc:Choice xmlns:v="urn:schemas-microsoft-com:vml" Requires="v">
                <p:oleObj spid="_x0000_s36888" name="Equation" r:id="rId7" imgW="89306400" imgH="5486400" progId="Equation.DSMT4">
                  <p:embed/>
                </p:oleObj>
              </mc:Choice>
              <mc:Fallback>
                <p:oleObj name="Equation" r:id="rId7" imgW="89306400" imgH="5486400" progId="Equation.DSMT4">
                  <p:embed/>
                  <p:pic>
                    <p:nvPicPr>
                      <p:cNvPr id="0" name="对象 10"/>
                      <p:cNvPicPr>
                        <a:picLocks noChangeAspect="1" noChangeArrowheads="1"/>
                      </p:cNvPicPr>
                      <p:nvPr/>
                    </p:nvPicPr>
                    <p:blipFill>
                      <a:blip r:embed="rId8"/>
                      <a:srcRect/>
                      <a:stretch>
                        <a:fillRect/>
                      </a:stretch>
                    </p:blipFill>
                    <p:spPr bwMode="auto">
                      <a:xfrm>
                        <a:off x="755576" y="3140968"/>
                        <a:ext cx="7626350"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对象 13"/>
          <p:cNvGraphicFramePr>
            <a:graphicFrameLocks noChangeAspect="1"/>
          </p:cNvGraphicFramePr>
          <p:nvPr/>
        </p:nvGraphicFramePr>
        <p:xfrm>
          <a:off x="755576" y="3573016"/>
          <a:ext cx="5413375" cy="989013"/>
        </p:xfrm>
        <a:graphic>
          <a:graphicData uri="http://schemas.openxmlformats.org/presentationml/2006/ole">
            <mc:AlternateContent xmlns:mc="http://schemas.openxmlformats.org/markup-compatibility/2006">
              <mc:Choice xmlns:v="urn:schemas-microsoft-com:vml" Requires="v">
                <p:oleObj spid="_x0000_s36889" name="Equation" r:id="rId9" imgW="63398400" imgH="11582400" progId="Equation.DSMT4">
                  <p:embed/>
                </p:oleObj>
              </mc:Choice>
              <mc:Fallback>
                <p:oleObj name="Equation" r:id="rId9" imgW="63398400" imgH="11582400" progId="Equation.DSMT4">
                  <p:embed/>
                  <p:pic>
                    <p:nvPicPr>
                      <p:cNvPr id="0" name="对象 12"/>
                      <p:cNvPicPr>
                        <a:picLocks noChangeAspect="1" noChangeArrowheads="1"/>
                      </p:cNvPicPr>
                      <p:nvPr/>
                    </p:nvPicPr>
                    <p:blipFill>
                      <a:blip r:embed="rId10"/>
                      <a:srcRect/>
                      <a:stretch>
                        <a:fillRect/>
                      </a:stretch>
                    </p:blipFill>
                    <p:spPr bwMode="auto">
                      <a:xfrm>
                        <a:off x="755576" y="3573016"/>
                        <a:ext cx="5413375" cy="989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对象 14"/>
          <p:cNvGraphicFramePr>
            <a:graphicFrameLocks noChangeAspect="1"/>
          </p:cNvGraphicFramePr>
          <p:nvPr/>
        </p:nvGraphicFramePr>
        <p:xfrm>
          <a:off x="744735" y="4600227"/>
          <a:ext cx="7859713" cy="989013"/>
        </p:xfrm>
        <a:graphic>
          <a:graphicData uri="http://schemas.openxmlformats.org/presentationml/2006/ole">
            <mc:AlternateContent xmlns:mc="http://schemas.openxmlformats.org/markup-compatibility/2006">
              <mc:Choice xmlns:v="urn:schemas-microsoft-com:vml" Requires="v">
                <p:oleObj spid="_x0000_s36890" name="Equation" r:id="rId11" imgW="92049600" imgH="11582400" progId="Equation.DSMT4">
                  <p:embed/>
                </p:oleObj>
              </mc:Choice>
              <mc:Fallback>
                <p:oleObj name="Equation" r:id="rId11" imgW="92049600" imgH="11582400" progId="Equation.DSMT4">
                  <p:embed/>
                  <p:pic>
                    <p:nvPicPr>
                      <p:cNvPr id="0" name="对象 13"/>
                      <p:cNvPicPr>
                        <a:picLocks noChangeAspect="1" noChangeArrowheads="1"/>
                      </p:cNvPicPr>
                      <p:nvPr/>
                    </p:nvPicPr>
                    <p:blipFill>
                      <a:blip r:embed="rId12"/>
                      <a:srcRect/>
                      <a:stretch>
                        <a:fillRect/>
                      </a:stretch>
                    </p:blipFill>
                    <p:spPr bwMode="auto">
                      <a:xfrm>
                        <a:off x="744735" y="4600227"/>
                        <a:ext cx="7859713" cy="989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17" name="直接连接符 16"/>
          <p:cNvCxnSpPr/>
          <p:nvPr/>
        </p:nvCxnSpPr>
        <p:spPr>
          <a:xfrm>
            <a:off x="2123728" y="5536331"/>
            <a:ext cx="1296144" cy="0"/>
          </a:xfrm>
          <a:prstGeom prst="line">
            <a:avLst/>
          </a:prstGeom>
          <a:ln w="508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4788024" y="5536331"/>
            <a:ext cx="1296144" cy="0"/>
          </a:xfrm>
          <a:prstGeom prst="line">
            <a:avLst/>
          </a:prstGeom>
          <a:ln w="508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7380312" y="5536331"/>
            <a:ext cx="1296144" cy="0"/>
          </a:xfrm>
          <a:prstGeom prst="line">
            <a:avLst/>
          </a:prstGeom>
          <a:ln w="50800">
            <a:solidFill>
              <a:srgbClr val="0000FF"/>
            </a:solidFill>
          </a:ln>
        </p:spPr>
        <p:style>
          <a:lnRef idx="1">
            <a:schemeClr val="accent1"/>
          </a:lnRef>
          <a:fillRef idx="0">
            <a:schemeClr val="accent1"/>
          </a:fillRef>
          <a:effectRef idx="0">
            <a:schemeClr val="accent1"/>
          </a:effectRef>
          <a:fontRef idx="minor">
            <a:schemeClr val="tx1"/>
          </a:fontRef>
        </p:style>
      </p:cxnSp>
      <p:sp>
        <p:nvSpPr>
          <p:cNvPr id="20" name="内容占位符 2"/>
          <p:cNvSpPr txBox="1"/>
          <p:nvPr/>
        </p:nvSpPr>
        <p:spPr>
          <a:xfrm>
            <a:off x="475995" y="5517232"/>
            <a:ext cx="8229600" cy="122413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zh-CN" altLang="en-US" sz="2400" dirty="0"/>
              <a:t>这三个二阶行列式都是在原来的三阶行列式中划去某个元素所在的行和列，剩下的元素保持原来的次序构成的</a:t>
            </a:r>
            <a:r>
              <a:rPr lang="en-US" altLang="zh-CN" sz="2400" dirty="0"/>
              <a:t>.</a:t>
            </a:r>
            <a:endParaRPr lang="zh-CN" altLang="en-US" sz="2400" dirty="0"/>
          </a:p>
        </p:txBody>
      </p:sp>
      <p:sp>
        <p:nvSpPr>
          <p:cNvPr id="12" name="直角三角形 11"/>
          <p:cNvSpPr/>
          <p:nvPr/>
        </p:nvSpPr>
        <p:spPr>
          <a:xfrm>
            <a:off x="0" y="5873377"/>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6" name="直角三角形 15"/>
          <p:cNvSpPr/>
          <p:nvPr/>
        </p:nvSpPr>
        <p:spPr>
          <a:xfrm rot="16200000">
            <a:off x="8130760" y="5832084"/>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left)">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wipe(down)">
                                      <p:cBhvr>
                                        <p:cTn id="22" dur="500"/>
                                        <p:tgtEl>
                                          <p:spTgt spid="17"/>
                                        </p:tgtEl>
                                      </p:cBhvr>
                                    </p:animEffect>
                                  </p:childTnLst>
                                </p:cTn>
                              </p:par>
                              <p:par>
                                <p:cTn id="23" presetID="22" presetClass="entr" presetSubtype="4" fill="hold" nodeType="with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wipe(down)">
                                      <p:cBhvr>
                                        <p:cTn id="25" dur="500"/>
                                        <p:tgtEl>
                                          <p:spTgt spid="18"/>
                                        </p:tgtEl>
                                      </p:cBhvr>
                                    </p:animEffect>
                                  </p:childTnLst>
                                </p:cTn>
                              </p:par>
                              <p:par>
                                <p:cTn id="26" presetID="22" presetClass="entr" presetSubtype="4" fill="hold" nodeType="with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wipe(down)">
                                      <p:cBhvr>
                                        <p:cTn id="28" dur="500"/>
                                        <p:tgtEl>
                                          <p:spTgt spid="19"/>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wipe(left)">
                                      <p:cBhvr>
                                        <p:cTn id="33"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endParaRPr lang="zh-CN" altLang="en-US"/>
          </a:p>
        </p:txBody>
      </p:sp>
      <p:sp>
        <p:nvSpPr>
          <p:cNvPr id="3" name="内容占位符 2"/>
          <p:cNvSpPr>
            <a:spLocks noGrp="1"/>
          </p:cNvSpPr>
          <p:nvPr>
            <p:ph idx="1"/>
          </p:nvPr>
        </p:nvSpPr>
        <p:spPr>
          <a:xfrm>
            <a:off x="457200" y="1340768"/>
            <a:ext cx="8229600" cy="3888432"/>
          </a:xfrm>
        </p:spPr>
        <p:txBody>
          <a:bodyPr>
            <a:normAutofit/>
          </a:bodyPr>
          <a:lstStyle/>
          <a:p>
            <a:pPr marL="0" indent="0">
              <a:lnSpc>
                <a:spcPct val="150000"/>
              </a:lnSpc>
              <a:buNone/>
            </a:pPr>
            <a:r>
              <a:rPr lang="zh-CN" altLang="en-US" sz="2400" b="1"/>
              <a:t>定义</a:t>
            </a:r>
            <a:r>
              <a:rPr lang="en-US" altLang="zh-CN" sz="2400" b="1"/>
              <a:t>2.9.2</a:t>
            </a:r>
            <a:r>
              <a:rPr lang="en-US" altLang="zh-CN" sz="2400"/>
              <a:t>   </a:t>
            </a:r>
            <a:r>
              <a:rPr lang="zh-CN" altLang="en-US" sz="2400"/>
              <a:t>在</a:t>
            </a:r>
            <a:r>
              <a:rPr lang="en-US" altLang="zh-CN" sz="2400" i="1">
                <a:latin typeface="Times New Roman" panose="02020603050405020304" pitchFamily="18" charset="0"/>
                <a:cs typeface="Times New Roman" panose="02020603050405020304" pitchFamily="18" charset="0"/>
              </a:rPr>
              <a:t>n </a:t>
            </a:r>
            <a:r>
              <a:rPr lang="zh-CN" altLang="en-US" sz="2400"/>
              <a:t>阶行列式中，划去元素    所在的行和列，剩余的元素保持原来的次序所构成的</a:t>
            </a:r>
            <a:r>
              <a:rPr lang="en-US" altLang="zh-CN" sz="2400" i="1">
                <a:latin typeface="Times New Roman" panose="02020603050405020304" pitchFamily="18" charset="0"/>
                <a:cs typeface="Times New Roman" panose="02020603050405020304" pitchFamily="18" charset="0"/>
              </a:rPr>
              <a:t>n</a:t>
            </a:r>
            <a:r>
              <a:rPr lang="en-US" altLang="zh-CN" sz="2400">
                <a:latin typeface="Symbol" panose="05050102010706020507" pitchFamily="18" charset="2"/>
                <a:cs typeface="Times New Roman" panose="02020603050405020304" pitchFamily="18" charset="0"/>
              </a:rPr>
              <a:t>-</a:t>
            </a:r>
            <a:r>
              <a:rPr lang="en-US" altLang="zh-CN" sz="2400"/>
              <a:t>1</a:t>
            </a:r>
            <a:r>
              <a:rPr lang="zh-CN" altLang="en-US" sz="2400"/>
              <a:t>阶行列式，称为元素   的</a:t>
            </a:r>
            <a:r>
              <a:rPr lang="zh-CN" altLang="en-US" sz="2400" b="1">
                <a:solidFill>
                  <a:srgbClr val="0000FF"/>
                </a:solidFill>
              </a:rPr>
              <a:t>余子式</a:t>
            </a:r>
            <a:r>
              <a:rPr lang="zh-CN" altLang="en-US" sz="2400"/>
              <a:t>，记为    ；</a:t>
            </a:r>
            <a:endParaRPr lang="en-US" altLang="zh-CN" sz="2400"/>
          </a:p>
          <a:p>
            <a:pPr marL="0" indent="0">
              <a:lnSpc>
                <a:spcPct val="150000"/>
              </a:lnSpc>
              <a:buNone/>
            </a:pPr>
            <a:r>
              <a:rPr lang="en-US" altLang="zh-CN" sz="2400"/>
              <a:t>             </a:t>
            </a:r>
            <a:r>
              <a:rPr lang="zh-CN" altLang="en-US" sz="2400"/>
              <a:t>称为元素    的</a:t>
            </a:r>
            <a:r>
              <a:rPr lang="zh-CN" altLang="en-US" sz="2400" b="1">
                <a:solidFill>
                  <a:srgbClr val="0000FF"/>
                </a:solidFill>
              </a:rPr>
              <a:t>代数余子式</a:t>
            </a:r>
            <a:r>
              <a:rPr lang="zh-CN" altLang="en-US" sz="2400"/>
              <a:t>，记为    ，即</a:t>
            </a:r>
          </a:p>
        </p:txBody>
      </p:sp>
      <p:graphicFrame>
        <p:nvGraphicFramePr>
          <p:cNvPr id="9" name="对象 8"/>
          <p:cNvGraphicFramePr>
            <a:graphicFrameLocks noChangeAspect="1"/>
          </p:cNvGraphicFramePr>
          <p:nvPr/>
        </p:nvGraphicFramePr>
        <p:xfrm>
          <a:off x="6007075" y="1493540"/>
          <a:ext cx="365125" cy="495300"/>
        </p:xfrm>
        <a:graphic>
          <a:graphicData uri="http://schemas.openxmlformats.org/presentationml/2006/ole">
            <mc:AlternateContent xmlns:mc="http://schemas.openxmlformats.org/markup-compatibility/2006">
              <mc:Choice xmlns:v="urn:schemas-microsoft-com:vml" Requires="v">
                <p:oleObj spid="_x0000_s37918" name="Equation" r:id="rId3" imgW="4267200" imgH="5791200" progId="Equation.DSMT4">
                  <p:embed/>
                </p:oleObj>
              </mc:Choice>
              <mc:Fallback>
                <p:oleObj name="Equation" r:id="rId3" imgW="4267200" imgH="5791200" progId="Equation.DSMT4">
                  <p:embed/>
                  <p:pic>
                    <p:nvPicPr>
                      <p:cNvPr id="0" name="图片 23671"/>
                      <p:cNvPicPr/>
                      <p:nvPr/>
                    </p:nvPicPr>
                    <p:blipFill>
                      <a:blip r:embed="rId4"/>
                      <a:stretch>
                        <a:fillRect/>
                      </a:stretch>
                    </p:blipFill>
                    <p:spPr>
                      <a:xfrm>
                        <a:off x="6007075" y="1493540"/>
                        <a:ext cx="365125" cy="495300"/>
                      </a:xfrm>
                      <a:prstGeom prst="rect">
                        <a:avLst/>
                      </a:prstGeom>
                    </p:spPr>
                  </p:pic>
                </p:oleObj>
              </mc:Fallback>
            </mc:AlternateContent>
          </a:graphicData>
        </a:graphic>
      </p:graphicFrame>
      <p:graphicFrame>
        <p:nvGraphicFramePr>
          <p:cNvPr id="10" name="对象 9"/>
          <p:cNvGraphicFramePr>
            <a:graphicFrameLocks noChangeAspect="1"/>
          </p:cNvGraphicFramePr>
          <p:nvPr/>
        </p:nvGraphicFramePr>
        <p:xfrm>
          <a:off x="3358208" y="2564904"/>
          <a:ext cx="493712" cy="495300"/>
        </p:xfrm>
        <a:graphic>
          <a:graphicData uri="http://schemas.openxmlformats.org/presentationml/2006/ole">
            <mc:AlternateContent xmlns:mc="http://schemas.openxmlformats.org/markup-compatibility/2006">
              <mc:Choice xmlns:v="urn:schemas-microsoft-com:vml" Requires="v">
                <p:oleObj spid="_x0000_s37919" name="Equation" r:id="rId5" imgW="5791200" imgH="5791200" progId="Equation.DSMT4">
                  <p:embed/>
                </p:oleObj>
              </mc:Choice>
              <mc:Fallback>
                <p:oleObj name="Equation" r:id="rId5" imgW="5791200" imgH="5791200" progId="Equation.DSMT4">
                  <p:embed/>
                  <p:pic>
                    <p:nvPicPr>
                      <p:cNvPr id="0" name="图片 23672"/>
                      <p:cNvPicPr>
                        <a:picLocks noChangeAspect="1" noChangeArrowheads="1"/>
                      </p:cNvPicPr>
                      <p:nvPr/>
                    </p:nvPicPr>
                    <p:blipFill>
                      <a:blip r:embed="rId6"/>
                      <a:srcRect/>
                      <a:stretch>
                        <a:fillRect/>
                      </a:stretch>
                    </p:blipFill>
                    <p:spPr bwMode="auto">
                      <a:xfrm>
                        <a:off x="3358208" y="2564904"/>
                        <a:ext cx="493712"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对象 4"/>
          <p:cNvGraphicFramePr>
            <a:graphicFrameLocks noChangeAspect="1"/>
          </p:cNvGraphicFramePr>
          <p:nvPr/>
        </p:nvGraphicFramePr>
        <p:xfrm>
          <a:off x="827584" y="2573660"/>
          <a:ext cx="365125" cy="495300"/>
        </p:xfrm>
        <a:graphic>
          <a:graphicData uri="http://schemas.openxmlformats.org/presentationml/2006/ole">
            <mc:AlternateContent xmlns:mc="http://schemas.openxmlformats.org/markup-compatibility/2006">
              <mc:Choice xmlns:v="urn:schemas-microsoft-com:vml" Requires="v">
                <p:oleObj spid="_x0000_s37920" name="Equation" r:id="rId7" imgW="177800" imgH="241300" progId="Equation.DSMT4">
                  <p:embed/>
                </p:oleObj>
              </mc:Choice>
              <mc:Fallback>
                <p:oleObj name="Equation" r:id="rId7" imgW="177800" imgH="241300" progId="Equation.DSMT4">
                  <p:embed/>
                  <p:pic>
                    <p:nvPicPr>
                      <p:cNvPr id="0" name="对象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27584" y="2573660"/>
                        <a:ext cx="365125"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对象 5"/>
          <p:cNvGraphicFramePr>
            <a:graphicFrameLocks noChangeAspect="1"/>
          </p:cNvGraphicFramePr>
          <p:nvPr/>
        </p:nvGraphicFramePr>
        <p:xfrm>
          <a:off x="3203848" y="3212976"/>
          <a:ext cx="365125" cy="495300"/>
        </p:xfrm>
        <a:graphic>
          <a:graphicData uri="http://schemas.openxmlformats.org/presentationml/2006/ole">
            <mc:AlternateContent xmlns:mc="http://schemas.openxmlformats.org/markup-compatibility/2006">
              <mc:Choice xmlns:v="urn:schemas-microsoft-com:vml" Requires="v">
                <p:oleObj spid="_x0000_s37921" name="Equation" r:id="rId9" imgW="177800" imgH="241300" progId="Equation.DSMT4">
                  <p:embed/>
                </p:oleObj>
              </mc:Choice>
              <mc:Fallback>
                <p:oleObj name="Equation" r:id="rId9" imgW="177800" imgH="241300" progId="Equation.DSMT4">
                  <p:embed/>
                  <p:pic>
                    <p:nvPicPr>
                      <p:cNvPr id="0" name="对象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03848" y="3212976"/>
                        <a:ext cx="365125"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对象 6"/>
          <p:cNvGraphicFramePr>
            <a:graphicFrameLocks noChangeAspect="1"/>
          </p:cNvGraphicFramePr>
          <p:nvPr/>
        </p:nvGraphicFramePr>
        <p:xfrm>
          <a:off x="582142" y="3128963"/>
          <a:ext cx="1325562" cy="522287"/>
        </p:xfrm>
        <a:graphic>
          <a:graphicData uri="http://schemas.openxmlformats.org/presentationml/2006/ole">
            <mc:AlternateContent xmlns:mc="http://schemas.openxmlformats.org/markup-compatibility/2006">
              <mc:Choice xmlns:v="urn:schemas-microsoft-com:vml" Requires="v">
                <p:oleObj spid="_x0000_s37922" name="Equation" r:id="rId10" imgW="15544800" imgH="6096000" progId="Equation.DSMT4">
                  <p:embed/>
                </p:oleObj>
              </mc:Choice>
              <mc:Fallback>
                <p:oleObj name="Equation" r:id="rId10" imgW="15544800" imgH="6096000" progId="Equation.DSMT4">
                  <p:embed/>
                  <p:pic>
                    <p:nvPicPr>
                      <p:cNvPr id="0" name="对象 9"/>
                      <p:cNvPicPr>
                        <a:picLocks noChangeAspect="1" noChangeArrowheads="1"/>
                      </p:cNvPicPr>
                      <p:nvPr/>
                    </p:nvPicPr>
                    <p:blipFill>
                      <a:blip r:embed="rId11"/>
                      <a:srcRect/>
                      <a:stretch>
                        <a:fillRect/>
                      </a:stretch>
                    </p:blipFill>
                    <p:spPr bwMode="auto">
                      <a:xfrm>
                        <a:off x="582142" y="3128963"/>
                        <a:ext cx="1325562"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对象 7"/>
          <p:cNvGraphicFramePr>
            <a:graphicFrameLocks noChangeAspect="1"/>
          </p:cNvGraphicFramePr>
          <p:nvPr/>
        </p:nvGraphicFramePr>
        <p:xfrm>
          <a:off x="6434138" y="3221038"/>
          <a:ext cx="388937" cy="495300"/>
        </p:xfrm>
        <a:graphic>
          <a:graphicData uri="http://schemas.openxmlformats.org/presentationml/2006/ole">
            <mc:AlternateContent xmlns:mc="http://schemas.openxmlformats.org/markup-compatibility/2006">
              <mc:Choice xmlns:v="urn:schemas-microsoft-com:vml" Requires="v">
                <p:oleObj spid="_x0000_s37923" name="Equation" r:id="rId12" imgW="4572000" imgH="5791200" progId="Equation.DSMT4">
                  <p:embed/>
                </p:oleObj>
              </mc:Choice>
              <mc:Fallback>
                <p:oleObj name="Equation" r:id="rId12" imgW="4572000" imgH="5791200" progId="Equation.DSMT4">
                  <p:embed/>
                  <p:pic>
                    <p:nvPicPr>
                      <p:cNvPr id="0" name="对象 9"/>
                      <p:cNvPicPr>
                        <a:picLocks noChangeAspect="1" noChangeArrowheads="1"/>
                      </p:cNvPicPr>
                      <p:nvPr/>
                    </p:nvPicPr>
                    <p:blipFill>
                      <a:blip r:embed="rId13"/>
                      <a:srcRect/>
                      <a:stretch>
                        <a:fillRect/>
                      </a:stretch>
                    </p:blipFill>
                    <p:spPr bwMode="auto">
                      <a:xfrm>
                        <a:off x="6434138" y="3221038"/>
                        <a:ext cx="388937"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对象 10"/>
          <p:cNvGraphicFramePr>
            <a:graphicFrameLocks noChangeAspect="1"/>
          </p:cNvGraphicFramePr>
          <p:nvPr/>
        </p:nvGraphicFramePr>
        <p:xfrm>
          <a:off x="2952750" y="3789363"/>
          <a:ext cx="1974850" cy="522287"/>
        </p:xfrm>
        <a:graphic>
          <a:graphicData uri="http://schemas.openxmlformats.org/presentationml/2006/ole">
            <mc:AlternateContent xmlns:mc="http://schemas.openxmlformats.org/markup-compatibility/2006">
              <mc:Choice xmlns:v="urn:schemas-microsoft-com:vml" Requires="v">
                <p:oleObj spid="_x0000_s37924" name="Equation" r:id="rId14" imgW="23164800" imgH="6096000" progId="Equation.DSMT4">
                  <p:embed/>
                </p:oleObj>
              </mc:Choice>
              <mc:Fallback>
                <p:oleObj name="Equation" r:id="rId14" imgW="23164800" imgH="6096000" progId="Equation.DSMT4">
                  <p:embed/>
                  <p:pic>
                    <p:nvPicPr>
                      <p:cNvPr id="0" name="对象 6"/>
                      <p:cNvPicPr>
                        <a:picLocks noChangeAspect="1" noChangeArrowheads="1"/>
                      </p:cNvPicPr>
                      <p:nvPr/>
                    </p:nvPicPr>
                    <p:blipFill>
                      <a:blip r:embed="rId15"/>
                      <a:srcRect/>
                      <a:stretch>
                        <a:fillRect/>
                      </a:stretch>
                    </p:blipFill>
                    <p:spPr bwMode="auto">
                      <a:xfrm>
                        <a:off x="2952750" y="3789363"/>
                        <a:ext cx="1974850"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直角三角形 11"/>
          <p:cNvSpPr/>
          <p:nvPr/>
        </p:nvSpPr>
        <p:spPr>
          <a:xfrm>
            <a:off x="0" y="5873377"/>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3" name="直角三角形 12"/>
          <p:cNvSpPr/>
          <p:nvPr/>
        </p:nvSpPr>
        <p:spPr>
          <a:xfrm rot="16200000">
            <a:off x="8130760" y="5832084"/>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Tree>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日期占位符 1">
            <a:extLst>
              <a:ext uri="{FF2B5EF4-FFF2-40B4-BE49-F238E27FC236}">
                <a16:creationId xmlns:a16="http://schemas.microsoft.com/office/drawing/2014/main" id="{85B851DC-4A84-4BFC-B61C-9734B2D9F34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EAAE31E-FC72-4841-8ED2-187FE55FCFAB}" type="datetime1">
              <a:rPr lang="zh-CN" altLang="en-US" smtClean="0"/>
              <a:pPr eaLnBrk="1" hangingPunct="1"/>
              <a:t>2025/2/28</a:t>
            </a:fld>
            <a:endParaRPr lang="en-US" altLang="zh-CN"/>
          </a:p>
        </p:txBody>
      </p:sp>
      <p:sp>
        <p:nvSpPr>
          <p:cNvPr id="27652" name="页脚占位符 2">
            <a:extLst>
              <a:ext uri="{FF2B5EF4-FFF2-40B4-BE49-F238E27FC236}">
                <a16:creationId xmlns:a16="http://schemas.microsoft.com/office/drawing/2014/main" id="{D2F55031-BB2D-461D-B7F7-3A11F79CEFE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(共20页)</a:t>
            </a:r>
          </a:p>
        </p:txBody>
      </p:sp>
      <p:sp>
        <p:nvSpPr>
          <p:cNvPr id="27653" name="灯片编号占位符 3">
            <a:extLst>
              <a:ext uri="{FF2B5EF4-FFF2-40B4-BE49-F238E27FC236}">
                <a16:creationId xmlns:a16="http://schemas.microsoft.com/office/drawing/2014/main" id="{4624B9EC-273C-49E7-A6B4-35C73B4161E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6E0056F-0D2C-4D69-909E-EE14ECF1E4F2}" type="slidenum">
              <a:rPr lang="en-US" altLang="zh-CN"/>
              <a:pPr eaLnBrk="1" hangingPunct="1"/>
              <a:t>39</a:t>
            </a:fld>
            <a:endParaRPr lang="en-US" altLang="zh-CN"/>
          </a:p>
        </p:txBody>
      </p:sp>
      <p:sp>
        <p:nvSpPr>
          <p:cNvPr id="27654" name="Text Box 2">
            <a:extLst>
              <a:ext uri="{FF2B5EF4-FFF2-40B4-BE49-F238E27FC236}">
                <a16:creationId xmlns:a16="http://schemas.microsoft.com/office/drawing/2014/main" id="{845E848C-9237-4B58-B0B7-8CDD40E60E81}"/>
              </a:ext>
            </a:extLst>
          </p:cNvPr>
          <p:cNvSpPr txBox="1">
            <a:spLocks noChangeArrowheads="1"/>
          </p:cNvSpPr>
          <p:nvPr/>
        </p:nvSpPr>
        <p:spPr bwMode="auto">
          <a:xfrm>
            <a:off x="2651125" y="5540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kumimoji="1" lang="zh-CN" altLang="zh-CN" sz="2400" b="1">
              <a:latin typeface="Times New Roman" panose="02020603050405020304" pitchFamily="18" charset="0"/>
            </a:endParaRPr>
          </a:p>
        </p:txBody>
      </p:sp>
      <p:sp>
        <p:nvSpPr>
          <p:cNvPr id="27655" name="Text Box 3">
            <a:extLst>
              <a:ext uri="{FF2B5EF4-FFF2-40B4-BE49-F238E27FC236}">
                <a16:creationId xmlns:a16="http://schemas.microsoft.com/office/drawing/2014/main" id="{B9FDD183-6B7C-4DC3-973E-A54908C6EBCE}"/>
              </a:ext>
            </a:extLst>
          </p:cNvPr>
          <p:cNvSpPr txBox="1">
            <a:spLocks noChangeArrowheads="1"/>
          </p:cNvSpPr>
          <p:nvPr/>
        </p:nvSpPr>
        <p:spPr bwMode="auto">
          <a:xfrm>
            <a:off x="838200" y="304800"/>
            <a:ext cx="73914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Char char="q"/>
            </a:pPr>
            <a:r>
              <a:rPr kumimoji="1" lang="en-US" altLang="zh-CN" sz="2400" b="1">
                <a:solidFill>
                  <a:srgbClr val="CC0000"/>
                </a:solidFill>
                <a:latin typeface="Times New Roman" panose="02020603050405020304" pitchFamily="18" charset="0"/>
              </a:rPr>
              <a:t>   </a:t>
            </a:r>
            <a:r>
              <a:rPr kumimoji="1" lang="zh-CN" altLang="en-US" sz="2800" b="1">
                <a:solidFill>
                  <a:srgbClr val="CC0000"/>
                </a:solidFill>
                <a:latin typeface="Times New Roman" panose="02020603050405020304" pitchFamily="18" charset="0"/>
              </a:rPr>
              <a:t>余子式</a:t>
            </a:r>
            <a:r>
              <a:rPr kumimoji="1" lang="en-US" altLang="zh-CN" sz="2800" b="1">
                <a:solidFill>
                  <a:srgbClr val="CC0000"/>
                </a:solidFill>
                <a:latin typeface="Times New Roman" panose="02020603050405020304" pitchFamily="18" charset="0"/>
              </a:rPr>
              <a:t>:  </a:t>
            </a:r>
            <a:r>
              <a:rPr kumimoji="1" lang="zh-CN" altLang="en-US" sz="2800" b="1">
                <a:solidFill>
                  <a:schemeClr val="accent2"/>
                </a:solidFill>
                <a:latin typeface="Times New Roman" panose="02020603050405020304" pitchFamily="18" charset="0"/>
              </a:rPr>
              <a:t>一般地</a:t>
            </a:r>
            <a:r>
              <a:rPr kumimoji="1" lang="en-US" altLang="zh-CN" sz="2800" b="1">
                <a:solidFill>
                  <a:schemeClr val="accent2"/>
                </a:solidFill>
                <a:latin typeface="Times New Roman" panose="02020603050405020304" pitchFamily="18" charset="0"/>
              </a:rPr>
              <a:t>,</a:t>
            </a:r>
            <a:r>
              <a:rPr kumimoji="1" lang="zh-CN" altLang="en-US" sz="2800" b="1">
                <a:solidFill>
                  <a:schemeClr val="accent2"/>
                </a:solidFill>
                <a:latin typeface="Times New Roman" panose="02020603050405020304" pitchFamily="18" charset="0"/>
              </a:rPr>
              <a:t>如果定义了</a:t>
            </a:r>
            <a:r>
              <a:rPr kumimoji="1" lang="en-US" altLang="zh-CN" sz="2800" b="1">
                <a:solidFill>
                  <a:schemeClr val="accent2"/>
                </a:solidFill>
                <a:latin typeface="Times New Roman" panose="02020603050405020304" pitchFamily="18" charset="0"/>
              </a:rPr>
              <a:t>n-1</a:t>
            </a:r>
            <a:r>
              <a:rPr kumimoji="1" lang="zh-CN" altLang="en-US" sz="2800" b="1">
                <a:solidFill>
                  <a:schemeClr val="accent2"/>
                </a:solidFill>
                <a:latin typeface="Times New Roman" panose="02020603050405020304" pitchFamily="18" charset="0"/>
              </a:rPr>
              <a:t>阶行列式</a:t>
            </a:r>
            <a:r>
              <a:rPr kumimoji="1" lang="en-US" altLang="zh-CN" sz="2800" b="1">
                <a:solidFill>
                  <a:schemeClr val="accent2"/>
                </a:solidFill>
                <a:latin typeface="Times New Roman" panose="02020603050405020304" pitchFamily="18" charset="0"/>
              </a:rPr>
              <a:t>,</a:t>
            </a:r>
            <a:r>
              <a:rPr kumimoji="1" lang="zh-CN" altLang="en-US" sz="2800" b="1">
                <a:solidFill>
                  <a:schemeClr val="accent2"/>
                </a:solidFill>
                <a:latin typeface="Times New Roman" panose="02020603050405020304" pitchFamily="18" charset="0"/>
              </a:rPr>
              <a:t>则在</a:t>
            </a:r>
            <a:r>
              <a:rPr kumimoji="1" lang="en-US" altLang="zh-CN" sz="2800" b="1">
                <a:solidFill>
                  <a:schemeClr val="accent2"/>
                </a:solidFill>
                <a:latin typeface="Times New Roman" panose="02020603050405020304" pitchFamily="18" charset="0"/>
              </a:rPr>
              <a:t>(1.5)</a:t>
            </a:r>
            <a:r>
              <a:rPr kumimoji="1" lang="zh-CN" altLang="en-US" sz="2800" b="1">
                <a:solidFill>
                  <a:schemeClr val="accent2"/>
                </a:solidFill>
                <a:latin typeface="Times New Roman" panose="02020603050405020304" pitchFamily="18" charset="0"/>
              </a:rPr>
              <a:t>式表示的</a:t>
            </a:r>
            <a:r>
              <a:rPr kumimoji="1" lang="en-US" altLang="zh-CN" sz="2800" b="1">
                <a:solidFill>
                  <a:schemeClr val="accent2"/>
                </a:solidFill>
                <a:latin typeface="Times New Roman" panose="02020603050405020304" pitchFamily="18" charset="0"/>
              </a:rPr>
              <a:t>n</a:t>
            </a:r>
            <a:r>
              <a:rPr kumimoji="1" lang="zh-CN" altLang="en-US" sz="2800" b="1">
                <a:solidFill>
                  <a:schemeClr val="accent2"/>
                </a:solidFill>
                <a:latin typeface="Times New Roman" panose="02020603050405020304" pitchFamily="18" charset="0"/>
              </a:rPr>
              <a:t>阶行列式中</a:t>
            </a:r>
            <a:r>
              <a:rPr kumimoji="1" lang="en-US" altLang="zh-CN" sz="2800" b="1">
                <a:solidFill>
                  <a:schemeClr val="accent2"/>
                </a:solidFill>
                <a:latin typeface="Times New Roman" panose="02020603050405020304" pitchFamily="18" charset="0"/>
              </a:rPr>
              <a:t>,</a:t>
            </a:r>
            <a:r>
              <a:rPr kumimoji="1" lang="zh-CN" altLang="en-US" sz="2800" b="1">
                <a:solidFill>
                  <a:schemeClr val="accent2"/>
                </a:solidFill>
                <a:latin typeface="Times New Roman" panose="02020603050405020304" pitchFamily="18" charset="0"/>
              </a:rPr>
              <a:t>划去</a:t>
            </a:r>
            <a:r>
              <a:rPr kumimoji="1" lang="en-US" altLang="zh-CN" sz="2800" b="1">
                <a:solidFill>
                  <a:schemeClr val="accent2"/>
                </a:solidFill>
                <a:latin typeface="Times New Roman" panose="02020603050405020304" pitchFamily="18" charset="0"/>
              </a:rPr>
              <a:t>a</a:t>
            </a:r>
            <a:r>
              <a:rPr kumimoji="1" lang="en-US" altLang="zh-CN" sz="2800" b="1" baseline="-25000">
                <a:solidFill>
                  <a:schemeClr val="accent2"/>
                </a:solidFill>
                <a:latin typeface="Times New Roman" panose="02020603050405020304" pitchFamily="18" charset="0"/>
              </a:rPr>
              <a:t>ij</a:t>
            </a:r>
            <a:r>
              <a:rPr kumimoji="1" lang="zh-CN" altLang="en-US" sz="2800" b="1">
                <a:solidFill>
                  <a:schemeClr val="accent2"/>
                </a:solidFill>
                <a:latin typeface="Times New Roman" panose="02020603050405020304" pitchFamily="18" charset="0"/>
              </a:rPr>
              <a:t>所在的行和列</a:t>
            </a:r>
            <a:r>
              <a:rPr kumimoji="1" lang="en-US" altLang="zh-CN" sz="2800" b="1">
                <a:solidFill>
                  <a:schemeClr val="accent2"/>
                </a:solidFill>
                <a:latin typeface="Times New Roman" panose="02020603050405020304" pitchFamily="18" charset="0"/>
              </a:rPr>
              <a:t>,</a:t>
            </a:r>
            <a:r>
              <a:rPr kumimoji="1" lang="zh-CN" altLang="en-US" sz="2800" b="1">
                <a:solidFill>
                  <a:schemeClr val="accent2"/>
                </a:solidFill>
                <a:latin typeface="Times New Roman" panose="02020603050405020304" pitchFamily="18" charset="0"/>
              </a:rPr>
              <a:t>剩余的元素保持原来的次序所构成的</a:t>
            </a:r>
            <a:r>
              <a:rPr kumimoji="1" lang="en-US" altLang="zh-CN" sz="2800" b="1">
                <a:solidFill>
                  <a:schemeClr val="accent2"/>
                </a:solidFill>
                <a:latin typeface="Times New Roman" panose="02020603050405020304" pitchFamily="18" charset="0"/>
              </a:rPr>
              <a:t>n-1</a:t>
            </a:r>
            <a:r>
              <a:rPr kumimoji="1" lang="zh-CN" altLang="en-US" sz="2800" b="1">
                <a:solidFill>
                  <a:schemeClr val="accent2"/>
                </a:solidFill>
                <a:latin typeface="Times New Roman" panose="02020603050405020304" pitchFamily="18" charset="0"/>
              </a:rPr>
              <a:t>阶行列式</a:t>
            </a:r>
            <a:r>
              <a:rPr kumimoji="1" lang="en-US" altLang="zh-CN" sz="2800" b="1">
                <a:solidFill>
                  <a:schemeClr val="accent2"/>
                </a:solidFill>
                <a:latin typeface="Times New Roman" panose="02020603050405020304" pitchFamily="18" charset="0"/>
              </a:rPr>
              <a:t>,</a:t>
            </a:r>
            <a:r>
              <a:rPr kumimoji="1" lang="zh-CN" altLang="en-US" sz="2800" b="1">
                <a:solidFill>
                  <a:schemeClr val="accent2"/>
                </a:solidFill>
                <a:latin typeface="Times New Roman" panose="02020603050405020304" pitchFamily="18" charset="0"/>
              </a:rPr>
              <a:t>称为</a:t>
            </a:r>
            <a:r>
              <a:rPr kumimoji="1" lang="en-US" altLang="zh-CN" sz="2800" b="1">
                <a:solidFill>
                  <a:schemeClr val="accent2"/>
                </a:solidFill>
                <a:latin typeface="Times New Roman" panose="02020603050405020304" pitchFamily="18" charset="0"/>
              </a:rPr>
              <a:t>a</a:t>
            </a:r>
            <a:r>
              <a:rPr kumimoji="1" lang="en-US" altLang="zh-CN" sz="2800" b="1" baseline="-25000">
                <a:solidFill>
                  <a:schemeClr val="accent2"/>
                </a:solidFill>
                <a:latin typeface="Times New Roman" panose="02020603050405020304" pitchFamily="18" charset="0"/>
              </a:rPr>
              <a:t>ij</a:t>
            </a:r>
            <a:r>
              <a:rPr kumimoji="1" lang="zh-CN" altLang="en-US" sz="2800" b="1">
                <a:solidFill>
                  <a:schemeClr val="accent2"/>
                </a:solidFill>
                <a:latin typeface="Times New Roman" panose="02020603050405020304" pitchFamily="18" charset="0"/>
              </a:rPr>
              <a:t>的</a:t>
            </a:r>
            <a:r>
              <a:rPr kumimoji="1" lang="zh-CN" altLang="en-US" sz="2800" b="1">
                <a:solidFill>
                  <a:srgbClr val="CC0000"/>
                </a:solidFill>
                <a:latin typeface="Times New Roman" panose="02020603050405020304" pitchFamily="18" charset="0"/>
              </a:rPr>
              <a:t>余子式</a:t>
            </a:r>
            <a:r>
              <a:rPr kumimoji="1" lang="en-US" altLang="zh-CN" sz="2800" b="1">
                <a:solidFill>
                  <a:srgbClr val="CC0000"/>
                </a:solidFill>
                <a:latin typeface="Times New Roman" panose="02020603050405020304" pitchFamily="18" charset="0"/>
              </a:rPr>
              <a:t>,</a:t>
            </a:r>
            <a:r>
              <a:rPr kumimoji="1" lang="zh-CN" altLang="en-US" sz="2800" b="1">
                <a:solidFill>
                  <a:schemeClr val="accent2"/>
                </a:solidFill>
                <a:latin typeface="Times New Roman" panose="02020603050405020304" pitchFamily="18" charset="0"/>
              </a:rPr>
              <a:t>记为</a:t>
            </a:r>
            <a:r>
              <a:rPr kumimoji="1" lang="en-US" altLang="zh-CN" sz="2800" b="1">
                <a:solidFill>
                  <a:schemeClr val="accent2"/>
                </a:solidFill>
                <a:latin typeface="Times New Roman" panose="02020603050405020304" pitchFamily="18" charset="0"/>
              </a:rPr>
              <a:t>: M</a:t>
            </a:r>
            <a:r>
              <a:rPr kumimoji="1" lang="en-US" altLang="zh-CN" sz="2800" b="1" baseline="-25000">
                <a:solidFill>
                  <a:schemeClr val="accent2"/>
                </a:solidFill>
                <a:latin typeface="Times New Roman" panose="02020603050405020304" pitchFamily="18" charset="0"/>
              </a:rPr>
              <a:t>ij</a:t>
            </a:r>
            <a:endParaRPr kumimoji="1" lang="en-US" altLang="zh-CN" sz="2800" b="1">
              <a:solidFill>
                <a:schemeClr val="accent2"/>
              </a:solidFill>
              <a:latin typeface="Times New Roman" panose="02020603050405020304" pitchFamily="18" charset="0"/>
            </a:endParaRPr>
          </a:p>
        </p:txBody>
      </p:sp>
      <p:sp>
        <p:nvSpPr>
          <p:cNvPr id="27656" name="Text Box 4">
            <a:extLst>
              <a:ext uri="{FF2B5EF4-FFF2-40B4-BE49-F238E27FC236}">
                <a16:creationId xmlns:a16="http://schemas.microsoft.com/office/drawing/2014/main" id="{46A33988-0A18-43E2-A2EF-562042BB3087}"/>
              </a:ext>
            </a:extLst>
          </p:cNvPr>
          <p:cNvSpPr txBox="1">
            <a:spLocks noChangeArrowheads="1"/>
          </p:cNvSpPr>
          <p:nvPr/>
        </p:nvSpPr>
        <p:spPr bwMode="auto">
          <a:xfrm>
            <a:off x="6661150" y="3500438"/>
            <a:ext cx="768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400" b="1">
                <a:latin typeface="Times New Roman" panose="02020603050405020304" pitchFamily="18" charset="0"/>
              </a:rPr>
              <a:t>(1.5)</a:t>
            </a:r>
          </a:p>
        </p:txBody>
      </p:sp>
      <p:graphicFrame>
        <p:nvGraphicFramePr>
          <p:cNvPr id="27650" name="Object 5">
            <a:extLst>
              <a:ext uri="{FF2B5EF4-FFF2-40B4-BE49-F238E27FC236}">
                <a16:creationId xmlns:a16="http://schemas.microsoft.com/office/drawing/2014/main" id="{20EA3274-78CF-4DAD-BF1E-A6C0D1E12966}"/>
              </a:ext>
            </a:extLst>
          </p:cNvPr>
          <p:cNvGraphicFramePr>
            <a:graphicFrameLocks noChangeAspect="1"/>
          </p:cNvGraphicFramePr>
          <p:nvPr/>
        </p:nvGraphicFramePr>
        <p:xfrm>
          <a:off x="1627188" y="2276475"/>
          <a:ext cx="3668712" cy="2384425"/>
        </p:xfrm>
        <a:graphic>
          <a:graphicData uri="http://schemas.openxmlformats.org/presentationml/2006/ole">
            <mc:AlternateContent xmlns:mc="http://schemas.openxmlformats.org/markup-compatibility/2006">
              <mc:Choice xmlns:v="urn:schemas-microsoft-com:vml" Requires="v">
                <p:oleObj spid="_x0000_s38918" name="Equation" r:id="rId3" imgW="1587240" imgH="939600" progId="Equation.DSMT4">
                  <p:embed/>
                </p:oleObj>
              </mc:Choice>
              <mc:Fallback>
                <p:oleObj name="Equation" r:id="rId3" imgW="1587240" imgH="939600" progId="Equation.DSMT4">
                  <p:embed/>
                  <p:pic>
                    <p:nvPicPr>
                      <p:cNvPr id="27650" name="Object 5">
                        <a:extLst>
                          <a:ext uri="{FF2B5EF4-FFF2-40B4-BE49-F238E27FC236}">
                            <a16:creationId xmlns:a16="http://schemas.microsoft.com/office/drawing/2014/main" id="{20EA3274-78CF-4DAD-BF1E-A6C0D1E1296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27188" y="2276475"/>
                        <a:ext cx="3668712" cy="2384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6262" name="Line 6">
            <a:extLst>
              <a:ext uri="{FF2B5EF4-FFF2-40B4-BE49-F238E27FC236}">
                <a16:creationId xmlns:a16="http://schemas.microsoft.com/office/drawing/2014/main" id="{8CD0BDFC-85E2-4B6A-ACC5-2A8651B9CBB7}"/>
              </a:ext>
            </a:extLst>
          </p:cNvPr>
          <p:cNvSpPr>
            <a:spLocks noChangeShapeType="1"/>
          </p:cNvSpPr>
          <p:nvPr/>
        </p:nvSpPr>
        <p:spPr bwMode="auto">
          <a:xfrm>
            <a:off x="1906588" y="3789363"/>
            <a:ext cx="4465637"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263" name="Line 7">
            <a:extLst>
              <a:ext uri="{FF2B5EF4-FFF2-40B4-BE49-F238E27FC236}">
                <a16:creationId xmlns:a16="http://schemas.microsoft.com/office/drawing/2014/main" id="{485E01B6-2C61-4940-9AAA-2E76D3EF1025}"/>
              </a:ext>
            </a:extLst>
          </p:cNvPr>
          <p:cNvSpPr>
            <a:spLocks noChangeShapeType="1"/>
          </p:cNvSpPr>
          <p:nvPr/>
        </p:nvSpPr>
        <p:spPr bwMode="auto">
          <a:xfrm>
            <a:off x="4210050" y="2133600"/>
            <a:ext cx="0" cy="295275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264" name="Rectangle 8">
            <a:extLst>
              <a:ext uri="{FF2B5EF4-FFF2-40B4-BE49-F238E27FC236}">
                <a16:creationId xmlns:a16="http://schemas.microsoft.com/office/drawing/2014/main" id="{7C533A36-D8D5-4CCF-838E-7F584A4C8CF9}"/>
              </a:ext>
            </a:extLst>
          </p:cNvPr>
          <p:cNvSpPr>
            <a:spLocks noChangeArrowheads="1"/>
          </p:cNvSpPr>
          <p:nvPr/>
        </p:nvSpPr>
        <p:spPr bwMode="auto">
          <a:xfrm>
            <a:off x="900113" y="5300663"/>
            <a:ext cx="47513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Char char="q"/>
            </a:pPr>
            <a:r>
              <a:rPr kumimoji="1" lang="zh-CN" altLang="en-US" sz="2800" b="1">
                <a:solidFill>
                  <a:srgbClr val="CC0000"/>
                </a:solidFill>
                <a:latin typeface="Times New Roman" panose="02020603050405020304" pitchFamily="18" charset="0"/>
              </a:rPr>
              <a:t>代数余子式</a:t>
            </a:r>
            <a:r>
              <a:rPr kumimoji="1" lang="en-US" altLang="zh-CN" sz="2800" b="1">
                <a:solidFill>
                  <a:schemeClr val="accent2"/>
                </a:solidFill>
                <a:latin typeface="Times New Roman" panose="02020603050405020304" pitchFamily="18" charset="0"/>
              </a:rPr>
              <a:t>:  A</a:t>
            </a:r>
            <a:r>
              <a:rPr kumimoji="1" lang="en-US" altLang="zh-CN" sz="2800" b="1" baseline="-25000">
                <a:solidFill>
                  <a:schemeClr val="accent2"/>
                </a:solidFill>
                <a:latin typeface="Times New Roman" panose="02020603050405020304" pitchFamily="18" charset="0"/>
              </a:rPr>
              <a:t>ij</a:t>
            </a:r>
            <a:r>
              <a:rPr kumimoji="1" lang="en-US" altLang="zh-CN" sz="2800" b="1">
                <a:solidFill>
                  <a:schemeClr val="accent2"/>
                </a:solidFill>
                <a:latin typeface="Times New Roman" panose="02020603050405020304" pitchFamily="18" charset="0"/>
              </a:rPr>
              <a:t>=(-1)</a:t>
            </a:r>
            <a:r>
              <a:rPr kumimoji="1" lang="en-US" altLang="zh-CN" sz="2800" b="1" baseline="30000">
                <a:solidFill>
                  <a:schemeClr val="accent2"/>
                </a:solidFill>
                <a:latin typeface="Times New Roman" panose="02020603050405020304" pitchFamily="18" charset="0"/>
              </a:rPr>
              <a:t>i+j</a:t>
            </a:r>
            <a:r>
              <a:rPr kumimoji="1" lang="en-US" altLang="zh-CN" sz="2800" b="1">
                <a:solidFill>
                  <a:schemeClr val="accent2"/>
                </a:solidFill>
                <a:latin typeface="Times New Roman" panose="02020603050405020304" pitchFamily="18" charset="0"/>
              </a:rPr>
              <a:t>M</a:t>
            </a:r>
            <a:r>
              <a:rPr kumimoji="1" lang="en-US" altLang="zh-CN" sz="2800" b="1" baseline="-25000">
                <a:solidFill>
                  <a:schemeClr val="accent2"/>
                </a:solidFill>
                <a:latin typeface="Times New Roman" panose="02020603050405020304" pitchFamily="18" charset="0"/>
              </a:rPr>
              <a:t>ij</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96263"/>
                                        </p:tgtEl>
                                        <p:attrNameLst>
                                          <p:attrName>style.visibility</p:attrName>
                                        </p:attrNameLst>
                                      </p:cBhvr>
                                      <p:to>
                                        <p:strVal val="visible"/>
                                      </p:to>
                                    </p:set>
                                    <p:animEffect transition="in" filter="wipe(up)">
                                      <p:cBhvr>
                                        <p:cTn id="7" dur="500"/>
                                        <p:tgtEl>
                                          <p:spTgt spid="9626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6262"/>
                                        </p:tgtEl>
                                        <p:attrNameLst>
                                          <p:attrName>style.visibility</p:attrName>
                                        </p:attrNameLst>
                                      </p:cBhvr>
                                      <p:to>
                                        <p:strVal val="visible"/>
                                      </p:to>
                                    </p:set>
                                    <p:animEffect transition="in" filter="wipe(left)">
                                      <p:cBhvr>
                                        <p:cTn id="12" dur="500"/>
                                        <p:tgtEl>
                                          <p:spTgt spid="9626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6264"/>
                                        </p:tgtEl>
                                        <p:attrNameLst>
                                          <p:attrName>style.visibility</p:attrName>
                                        </p:attrNameLst>
                                      </p:cBhvr>
                                      <p:to>
                                        <p:strVal val="visible"/>
                                      </p:to>
                                    </p:set>
                                    <p:animEffect transition="in" filter="wipe(left)">
                                      <p:cBhvr>
                                        <p:cTn id="17" dur="500"/>
                                        <p:tgtEl>
                                          <p:spTgt spid="962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6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80" name="日期占位符 1">
            <a:extLst>
              <a:ext uri="{FF2B5EF4-FFF2-40B4-BE49-F238E27FC236}">
                <a16:creationId xmlns:a16="http://schemas.microsoft.com/office/drawing/2014/main" id="{ADE2D4B9-301D-45FA-9500-937BD2B305DA}"/>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9AF5B61-0E6F-4462-A305-C1FFFD96EA37}" type="datetime1">
              <a:rPr lang="zh-CN" altLang="en-US" smtClean="0"/>
              <a:pPr eaLnBrk="1" hangingPunct="1"/>
              <a:t>2025/2/28</a:t>
            </a:fld>
            <a:endParaRPr lang="en-US" altLang="zh-CN"/>
          </a:p>
        </p:txBody>
      </p:sp>
      <p:sp>
        <p:nvSpPr>
          <p:cNvPr id="28681" name="页脚占位符 2">
            <a:extLst>
              <a:ext uri="{FF2B5EF4-FFF2-40B4-BE49-F238E27FC236}">
                <a16:creationId xmlns:a16="http://schemas.microsoft.com/office/drawing/2014/main" id="{1C68D90D-14C6-467F-8393-A482AAF3342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(共20页)</a:t>
            </a:r>
          </a:p>
        </p:txBody>
      </p:sp>
      <p:sp>
        <p:nvSpPr>
          <p:cNvPr id="28682" name="灯片编号占位符 3">
            <a:extLst>
              <a:ext uri="{FF2B5EF4-FFF2-40B4-BE49-F238E27FC236}">
                <a16:creationId xmlns:a16="http://schemas.microsoft.com/office/drawing/2014/main" id="{8D3F4144-6174-4812-9C83-503907DB67F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19509B4-7F6E-4A7C-AB09-2511E4B6F04F}" type="slidenum">
              <a:rPr lang="en-US" altLang="zh-CN"/>
              <a:pPr eaLnBrk="1" hangingPunct="1"/>
              <a:t>40</a:t>
            </a:fld>
            <a:endParaRPr lang="en-US" altLang="zh-CN"/>
          </a:p>
        </p:txBody>
      </p:sp>
      <p:sp>
        <p:nvSpPr>
          <p:cNvPr id="88066" name="Rectangle 2">
            <a:extLst>
              <a:ext uri="{FF2B5EF4-FFF2-40B4-BE49-F238E27FC236}">
                <a16:creationId xmlns:a16="http://schemas.microsoft.com/office/drawing/2014/main" id="{910A2782-FCB8-4C88-8EEF-354B5F3418CE}"/>
              </a:ext>
            </a:extLst>
          </p:cNvPr>
          <p:cNvSpPr>
            <a:spLocks noChangeArrowheads="1"/>
          </p:cNvSpPr>
          <p:nvPr/>
        </p:nvSpPr>
        <p:spPr bwMode="auto">
          <a:xfrm>
            <a:off x="684213" y="476250"/>
            <a:ext cx="1403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rgbClr val="FF66CC"/>
                </a:solidFill>
                <a:latin typeface="黑体" panose="02010609060101010101" pitchFamily="49" charset="-122"/>
                <a:ea typeface="黑体" panose="02010609060101010101" pitchFamily="49" charset="-122"/>
              </a:rPr>
              <a:t>余子式</a:t>
            </a:r>
          </a:p>
        </p:txBody>
      </p:sp>
      <p:grpSp>
        <p:nvGrpSpPr>
          <p:cNvPr id="5" name="组合 4"/>
          <p:cNvGrpSpPr/>
          <p:nvPr/>
        </p:nvGrpSpPr>
        <p:grpSpPr>
          <a:xfrm>
            <a:off x="287412" y="1055688"/>
            <a:ext cx="8101012" cy="1342231"/>
            <a:chOff x="287412" y="1055688"/>
            <a:chExt cx="8101012" cy="1342231"/>
          </a:xfrm>
        </p:grpSpPr>
        <p:sp>
          <p:nvSpPr>
            <p:cNvPr id="28693" name="Text Box 4">
              <a:extLst>
                <a:ext uri="{FF2B5EF4-FFF2-40B4-BE49-F238E27FC236}">
                  <a16:creationId xmlns:a16="http://schemas.microsoft.com/office/drawing/2014/main" id="{86F554B2-BEF9-46F5-A7F2-FCB150A62705}"/>
                </a:ext>
              </a:extLst>
            </p:cNvPr>
            <p:cNvSpPr txBox="1">
              <a:spLocks noChangeArrowheads="1"/>
            </p:cNvSpPr>
            <p:nvPr/>
          </p:nvSpPr>
          <p:spPr bwMode="auto">
            <a:xfrm>
              <a:off x="287412" y="1089819"/>
              <a:ext cx="8101012" cy="1308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50000"/>
                </a:spcBef>
              </a:pPr>
              <a:r>
                <a:rPr lang="en-US" altLang="zh-CN" sz="2800" dirty="0">
                  <a:latin typeface="楷体_GB2312" pitchFamily="49" charset="-122"/>
                  <a:ea typeface="楷体_GB2312" pitchFamily="49" charset="-122"/>
                </a:rPr>
                <a:t>    </a:t>
              </a:r>
              <a:r>
                <a:rPr lang="zh-CN" altLang="en-US" sz="2800" dirty="0">
                  <a:latin typeface="楷体_GB2312" pitchFamily="49" charset="-122"/>
                  <a:ea typeface="楷体_GB2312" pitchFamily="49" charset="-122"/>
                </a:rPr>
                <a:t>元素    的余子式     是在行列式中划掉      所在的行和列，余下的元素构成的行列式</a:t>
              </a:r>
            </a:p>
          </p:txBody>
        </p:sp>
        <p:graphicFrame>
          <p:nvGraphicFramePr>
            <p:cNvPr id="28677" name="Object 5">
              <a:extLst>
                <a:ext uri="{FF2B5EF4-FFF2-40B4-BE49-F238E27FC236}">
                  <a16:creationId xmlns:a16="http://schemas.microsoft.com/office/drawing/2014/main" id="{5D96A9BC-E6C1-461C-8BDB-FA02BC6F238A}"/>
                </a:ext>
              </a:extLst>
            </p:cNvPr>
            <p:cNvGraphicFramePr>
              <a:graphicFrameLocks noChangeAspect="1"/>
            </p:cNvGraphicFramePr>
            <p:nvPr>
              <p:extLst>
                <p:ext uri="{D42A27DB-BD31-4B8C-83A1-F6EECF244321}">
                  <p14:modId xmlns:p14="http://schemas.microsoft.com/office/powerpoint/2010/main" val="3426922225"/>
                </p:ext>
              </p:extLst>
            </p:nvPr>
          </p:nvGraphicFramePr>
          <p:xfrm>
            <a:off x="1817095" y="1191418"/>
            <a:ext cx="454025" cy="614363"/>
          </p:xfrm>
          <a:graphic>
            <a:graphicData uri="http://schemas.openxmlformats.org/presentationml/2006/ole">
              <mc:AlternateContent xmlns:mc="http://schemas.openxmlformats.org/markup-compatibility/2006">
                <mc:Choice xmlns:v="urn:schemas-microsoft-com:vml" Requires="v">
                  <p:oleObj spid="_x0000_s39962" name="Equation" r:id="rId3" imgW="177480" imgH="241200" progId="Equation.DSMT4">
                    <p:embed/>
                  </p:oleObj>
                </mc:Choice>
                <mc:Fallback>
                  <p:oleObj name="Equation" r:id="rId3" imgW="177480" imgH="241200" progId="Equation.DSMT4">
                    <p:embed/>
                    <p:pic>
                      <p:nvPicPr>
                        <p:cNvPr id="28677" name="Object 5">
                          <a:extLst>
                            <a:ext uri="{FF2B5EF4-FFF2-40B4-BE49-F238E27FC236}">
                              <a16:creationId xmlns:a16="http://schemas.microsoft.com/office/drawing/2014/main" id="{5D96A9BC-E6C1-461C-8BDB-FA02BC6F238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17095" y="1191418"/>
                          <a:ext cx="454025" cy="614363"/>
                        </a:xfrm>
                        <a:prstGeom prst="rect">
                          <a:avLst/>
                        </a:prstGeom>
                        <a:noFill/>
                        <a:ln>
                          <a:noFill/>
                        </a:ln>
                        <a:effectLst/>
                      </p:spPr>
                    </p:pic>
                  </p:oleObj>
                </mc:Fallback>
              </mc:AlternateContent>
            </a:graphicData>
          </a:graphic>
        </p:graphicFrame>
        <p:graphicFrame>
          <p:nvGraphicFramePr>
            <p:cNvPr id="28678" name="Object 6">
              <a:extLst>
                <a:ext uri="{FF2B5EF4-FFF2-40B4-BE49-F238E27FC236}">
                  <a16:creationId xmlns:a16="http://schemas.microsoft.com/office/drawing/2014/main" id="{AC44A1B6-3974-4320-A69B-E70375A7EB58}"/>
                </a:ext>
              </a:extLst>
            </p:cNvPr>
            <p:cNvGraphicFramePr>
              <a:graphicFrameLocks noChangeAspect="1"/>
            </p:cNvGraphicFramePr>
            <p:nvPr>
              <p:extLst>
                <p:ext uri="{D42A27DB-BD31-4B8C-83A1-F6EECF244321}">
                  <p14:modId xmlns:p14="http://schemas.microsoft.com/office/powerpoint/2010/main" val="725542355"/>
                </p:ext>
              </p:extLst>
            </p:nvPr>
          </p:nvGraphicFramePr>
          <p:xfrm>
            <a:off x="7610544" y="1055688"/>
            <a:ext cx="620712" cy="841375"/>
          </p:xfrm>
          <a:graphic>
            <a:graphicData uri="http://schemas.openxmlformats.org/presentationml/2006/ole">
              <mc:AlternateContent xmlns:mc="http://schemas.openxmlformats.org/markup-compatibility/2006">
                <mc:Choice xmlns:v="urn:schemas-microsoft-com:vml" Requires="v">
                  <p:oleObj spid="_x0000_s39963" name="Equation" r:id="rId5" imgW="177480" imgH="241200" progId="Equation.DSMT4">
                    <p:embed/>
                  </p:oleObj>
                </mc:Choice>
                <mc:Fallback>
                  <p:oleObj name="Equation" r:id="rId5" imgW="177480" imgH="241200" progId="Equation.DSMT4">
                    <p:embed/>
                    <p:pic>
                      <p:nvPicPr>
                        <p:cNvPr id="28678" name="Object 6">
                          <a:extLst>
                            <a:ext uri="{FF2B5EF4-FFF2-40B4-BE49-F238E27FC236}">
                              <a16:creationId xmlns:a16="http://schemas.microsoft.com/office/drawing/2014/main" id="{AC44A1B6-3974-4320-A69B-E70375A7EB5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10544" y="1055688"/>
                          <a:ext cx="620712" cy="841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679" name="Object 7">
              <a:extLst>
                <a:ext uri="{FF2B5EF4-FFF2-40B4-BE49-F238E27FC236}">
                  <a16:creationId xmlns:a16="http://schemas.microsoft.com/office/drawing/2014/main" id="{B74AB649-ED68-4642-AC74-6A305956F806}"/>
                </a:ext>
              </a:extLst>
            </p:cNvPr>
            <p:cNvGraphicFramePr>
              <a:graphicFrameLocks noChangeAspect="1"/>
            </p:cNvGraphicFramePr>
            <p:nvPr>
              <p:extLst>
                <p:ext uri="{D42A27DB-BD31-4B8C-83A1-F6EECF244321}">
                  <p14:modId xmlns:p14="http://schemas.microsoft.com/office/powerpoint/2010/main" val="4061276951"/>
                </p:ext>
              </p:extLst>
            </p:nvPr>
          </p:nvGraphicFramePr>
          <p:xfrm>
            <a:off x="3987801" y="1258093"/>
            <a:ext cx="525462" cy="525463"/>
          </p:xfrm>
          <a:graphic>
            <a:graphicData uri="http://schemas.openxmlformats.org/presentationml/2006/ole">
              <mc:AlternateContent xmlns:mc="http://schemas.openxmlformats.org/markup-compatibility/2006">
                <mc:Choice xmlns:v="urn:schemas-microsoft-com:vml" Requires="v">
                  <p:oleObj spid="_x0000_s39964" name="Equation" r:id="rId6" imgW="241200" imgH="241200" progId="Equation.DSMT4">
                    <p:embed/>
                  </p:oleObj>
                </mc:Choice>
                <mc:Fallback>
                  <p:oleObj name="Equation" r:id="rId6" imgW="241200" imgH="241200" progId="Equation.DSMT4">
                    <p:embed/>
                    <p:pic>
                      <p:nvPicPr>
                        <p:cNvPr id="28679" name="Object 7">
                          <a:extLst>
                            <a:ext uri="{FF2B5EF4-FFF2-40B4-BE49-F238E27FC236}">
                              <a16:creationId xmlns:a16="http://schemas.microsoft.com/office/drawing/2014/main" id="{B74AB649-ED68-4642-AC74-6A305956F80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87801" y="1258093"/>
                          <a:ext cx="525462" cy="525463"/>
                        </a:xfrm>
                        <a:prstGeom prst="rect">
                          <a:avLst/>
                        </a:prstGeom>
                        <a:noFill/>
                        <a:ln>
                          <a:noFill/>
                        </a:ln>
                        <a:effectLst/>
                      </p:spPr>
                    </p:pic>
                  </p:oleObj>
                </mc:Fallback>
              </mc:AlternateContent>
            </a:graphicData>
          </a:graphic>
        </p:graphicFrame>
      </p:grpSp>
      <p:graphicFrame>
        <p:nvGraphicFramePr>
          <p:cNvPr id="88072" name="Object 8">
            <a:extLst>
              <a:ext uri="{FF2B5EF4-FFF2-40B4-BE49-F238E27FC236}">
                <a16:creationId xmlns:a16="http://schemas.microsoft.com/office/drawing/2014/main" id="{09A1E379-9560-416E-95EF-010AE18D66EF}"/>
              </a:ext>
            </a:extLst>
          </p:cNvPr>
          <p:cNvGraphicFramePr>
            <a:graphicFrameLocks noChangeAspect="1"/>
          </p:cNvGraphicFramePr>
          <p:nvPr/>
        </p:nvGraphicFramePr>
        <p:xfrm>
          <a:off x="2654300" y="2565400"/>
          <a:ext cx="2133600" cy="2051050"/>
        </p:xfrm>
        <a:graphic>
          <a:graphicData uri="http://schemas.openxmlformats.org/presentationml/2006/ole">
            <mc:AlternateContent xmlns:mc="http://schemas.openxmlformats.org/markup-compatibility/2006">
              <mc:Choice xmlns:v="urn:schemas-microsoft-com:vml" Requires="v">
                <p:oleObj spid="_x0000_s39965" name="Equation" r:id="rId8" imgW="761760" imgH="711000" progId="Equation.DSMT4">
                  <p:embed/>
                </p:oleObj>
              </mc:Choice>
              <mc:Fallback>
                <p:oleObj name="Equation" r:id="rId8" imgW="761760" imgH="711000" progId="Equation.DSMT4">
                  <p:embed/>
                  <p:pic>
                    <p:nvPicPr>
                      <p:cNvPr id="88072" name="Object 8">
                        <a:extLst>
                          <a:ext uri="{FF2B5EF4-FFF2-40B4-BE49-F238E27FC236}">
                            <a16:creationId xmlns:a16="http://schemas.microsoft.com/office/drawing/2014/main" id="{09A1E379-9560-416E-95EF-010AE18D66E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654300" y="2565400"/>
                        <a:ext cx="2133600" cy="2051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8073" name="Text Box 9">
            <a:extLst>
              <a:ext uri="{FF2B5EF4-FFF2-40B4-BE49-F238E27FC236}">
                <a16:creationId xmlns:a16="http://schemas.microsoft.com/office/drawing/2014/main" id="{BF3C4BAC-8826-4D0D-A459-CE7A7D221D4A}"/>
              </a:ext>
            </a:extLst>
          </p:cNvPr>
          <p:cNvSpPr txBox="1">
            <a:spLocks noChangeArrowheads="1"/>
          </p:cNvSpPr>
          <p:nvPr/>
        </p:nvSpPr>
        <p:spPr bwMode="auto">
          <a:xfrm>
            <a:off x="1258888" y="4724400"/>
            <a:ext cx="2667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800">
                <a:ea typeface="华文新魏" panose="02010800040101010101" pitchFamily="2" charset="-122"/>
              </a:rPr>
              <a:t>元素</a:t>
            </a:r>
            <a:r>
              <a:rPr lang="en-US" altLang="zh-CN" sz="2800">
                <a:solidFill>
                  <a:srgbClr val="000000"/>
                </a:solidFill>
                <a:ea typeface="华文新魏" panose="02010800040101010101" pitchFamily="2" charset="-122"/>
              </a:rPr>
              <a:t>5</a:t>
            </a:r>
            <a:r>
              <a:rPr lang="zh-CN" altLang="en-US" sz="2800">
                <a:ea typeface="华文新魏" panose="02010800040101010101" pitchFamily="2" charset="-122"/>
              </a:rPr>
              <a:t>的余子式</a:t>
            </a:r>
          </a:p>
        </p:txBody>
      </p:sp>
      <p:graphicFrame>
        <p:nvGraphicFramePr>
          <p:cNvPr id="88074" name="Object 10">
            <a:extLst>
              <a:ext uri="{FF2B5EF4-FFF2-40B4-BE49-F238E27FC236}">
                <a16:creationId xmlns:a16="http://schemas.microsoft.com/office/drawing/2014/main" id="{457E3472-92E4-475D-8D93-63D7A354FA27}"/>
              </a:ext>
            </a:extLst>
          </p:cNvPr>
          <p:cNvGraphicFramePr>
            <a:graphicFrameLocks noChangeAspect="1"/>
          </p:cNvGraphicFramePr>
          <p:nvPr/>
        </p:nvGraphicFramePr>
        <p:xfrm>
          <a:off x="4787900" y="4437063"/>
          <a:ext cx="2057400" cy="1103312"/>
        </p:xfrm>
        <a:graphic>
          <a:graphicData uri="http://schemas.openxmlformats.org/presentationml/2006/ole">
            <mc:AlternateContent xmlns:mc="http://schemas.openxmlformats.org/markup-compatibility/2006">
              <mc:Choice xmlns:v="urn:schemas-microsoft-com:vml" Requires="v">
                <p:oleObj spid="_x0000_s39966" name="Equation" r:id="rId10" imgW="850680" imgH="457200" progId="Equation.DSMT4">
                  <p:embed/>
                </p:oleObj>
              </mc:Choice>
              <mc:Fallback>
                <p:oleObj name="Equation" r:id="rId10" imgW="850680" imgH="457200" progId="Equation.DSMT4">
                  <p:embed/>
                  <p:pic>
                    <p:nvPicPr>
                      <p:cNvPr id="88074" name="Object 10">
                        <a:extLst>
                          <a:ext uri="{FF2B5EF4-FFF2-40B4-BE49-F238E27FC236}">
                            <a16:creationId xmlns:a16="http://schemas.microsoft.com/office/drawing/2014/main" id="{457E3472-92E4-475D-8D93-63D7A354FA27}"/>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787900" y="4437063"/>
                        <a:ext cx="2057400" cy="1103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8075" name="Text Box 11">
            <a:extLst>
              <a:ext uri="{FF2B5EF4-FFF2-40B4-BE49-F238E27FC236}">
                <a16:creationId xmlns:a16="http://schemas.microsoft.com/office/drawing/2014/main" id="{E80E5C13-F7E5-4206-B69B-D7044E8EC142}"/>
              </a:ext>
            </a:extLst>
          </p:cNvPr>
          <p:cNvSpPr txBox="1">
            <a:spLocks noChangeArrowheads="1"/>
          </p:cNvSpPr>
          <p:nvPr/>
        </p:nvSpPr>
        <p:spPr bwMode="auto">
          <a:xfrm>
            <a:off x="1835150" y="5661025"/>
            <a:ext cx="2667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800">
                <a:ea typeface="华文新魏" panose="02010800040101010101" pitchFamily="2" charset="-122"/>
              </a:rPr>
              <a:t>元素</a:t>
            </a:r>
            <a:r>
              <a:rPr lang="en-US" altLang="zh-CN" sz="2800">
                <a:solidFill>
                  <a:srgbClr val="000000"/>
                </a:solidFill>
                <a:ea typeface="华文新魏" panose="02010800040101010101" pitchFamily="2" charset="-122"/>
              </a:rPr>
              <a:t>0</a:t>
            </a:r>
            <a:r>
              <a:rPr lang="zh-CN" altLang="en-US" sz="2800">
                <a:ea typeface="华文新魏" panose="02010800040101010101" pitchFamily="2" charset="-122"/>
              </a:rPr>
              <a:t>的余子式</a:t>
            </a:r>
          </a:p>
        </p:txBody>
      </p:sp>
      <p:graphicFrame>
        <p:nvGraphicFramePr>
          <p:cNvPr id="88076" name="Object 12">
            <a:extLst>
              <a:ext uri="{FF2B5EF4-FFF2-40B4-BE49-F238E27FC236}">
                <a16:creationId xmlns:a16="http://schemas.microsoft.com/office/drawing/2014/main" id="{9DF23182-1D9E-47E3-930F-44CC8F25875E}"/>
              </a:ext>
            </a:extLst>
          </p:cNvPr>
          <p:cNvGraphicFramePr>
            <a:graphicFrameLocks noChangeAspect="1"/>
          </p:cNvGraphicFramePr>
          <p:nvPr/>
        </p:nvGraphicFramePr>
        <p:xfrm>
          <a:off x="4932363" y="5589588"/>
          <a:ext cx="2057400" cy="1103312"/>
        </p:xfrm>
        <a:graphic>
          <a:graphicData uri="http://schemas.openxmlformats.org/presentationml/2006/ole">
            <mc:AlternateContent xmlns:mc="http://schemas.openxmlformats.org/markup-compatibility/2006">
              <mc:Choice xmlns:v="urn:schemas-microsoft-com:vml" Requires="v">
                <p:oleObj spid="_x0000_s39967" name="Equation" r:id="rId12" imgW="850680" imgH="457200" progId="Equation.DSMT4">
                  <p:embed/>
                </p:oleObj>
              </mc:Choice>
              <mc:Fallback>
                <p:oleObj name="Equation" r:id="rId12" imgW="850680" imgH="457200" progId="Equation.DSMT4">
                  <p:embed/>
                  <p:pic>
                    <p:nvPicPr>
                      <p:cNvPr id="88076" name="Object 12">
                        <a:extLst>
                          <a:ext uri="{FF2B5EF4-FFF2-40B4-BE49-F238E27FC236}">
                            <a16:creationId xmlns:a16="http://schemas.microsoft.com/office/drawing/2014/main" id="{9DF23182-1D9E-47E3-930F-44CC8F25875E}"/>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932363" y="5589588"/>
                        <a:ext cx="2057400" cy="1103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3" name="Group 13">
            <a:extLst>
              <a:ext uri="{FF2B5EF4-FFF2-40B4-BE49-F238E27FC236}">
                <a16:creationId xmlns:a16="http://schemas.microsoft.com/office/drawing/2014/main" id="{4283344A-F27C-4FEA-9660-14DB46A903EC}"/>
              </a:ext>
            </a:extLst>
          </p:cNvPr>
          <p:cNvGrpSpPr>
            <a:grpSpLocks/>
          </p:cNvGrpSpPr>
          <p:nvPr/>
        </p:nvGrpSpPr>
        <p:grpSpPr bwMode="auto">
          <a:xfrm>
            <a:off x="2928938" y="2863850"/>
            <a:ext cx="1657350" cy="1439863"/>
            <a:chOff x="657" y="2160"/>
            <a:chExt cx="1044" cy="907"/>
          </a:xfrm>
        </p:grpSpPr>
        <p:sp>
          <p:nvSpPr>
            <p:cNvPr id="28691" name="Line 14">
              <a:extLst>
                <a:ext uri="{FF2B5EF4-FFF2-40B4-BE49-F238E27FC236}">
                  <a16:creationId xmlns:a16="http://schemas.microsoft.com/office/drawing/2014/main" id="{42A14DAB-419B-43DF-AEAE-CDFF25F3543E}"/>
                </a:ext>
              </a:extLst>
            </p:cNvPr>
            <p:cNvSpPr>
              <a:spLocks noChangeShapeType="1"/>
            </p:cNvSpPr>
            <p:nvPr/>
          </p:nvSpPr>
          <p:spPr bwMode="auto">
            <a:xfrm>
              <a:off x="657" y="2160"/>
              <a:ext cx="10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8692" name="Line 15">
              <a:extLst>
                <a:ext uri="{FF2B5EF4-FFF2-40B4-BE49-F238E27FC236}">
                  <a16:creationId xmlns:a16="http://schemas.microsoft.com/office/drawing/2014/main" id="{B8C9FCD9-E764-4787-9937-8EE96AD89981}"/>
                </a:ext>
              </a:extLst>
            </p:cNvPr>
            <p:cNvSpPr>
              <a:spLocks noChangeShapeType="1"/>
            </p:cNvSpPr>
            <p:nvPr/>
          </p:nvSpPr>
          <p:spPr bwMode="auto">
            <a:xfrm>
              <a:off x="703" y="2251"/>
              <a:ext cx="0" cy="81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grpSp>
      <p:grpSp>
        <p:nvGrpSpPr>
          <p:cNvPr id="4" name="Group 16">
            <a:extLst>
              <a:ext uri="{FF2B5EF4-FFF2-40B4-BE49-F238E27FC236}">
                <a16:creationId xmlns:a16="http://schemas.microsoft.com/office/drawing/2014/main" id="{F930424A-D5F5-433F-BDE3-4B184ACF8BAA}"/>
              </a:ext>
            </a:extLst>
          </p:cNvPr>
          <p:cNvGrpSpPr>
            <a:grpSpLocks/>
          </p:cNvGrpSpPr>
          <p:nvPr/>
        </p:nvGrpSpPr>
        <p:grpSpPr bwMode="auto">
          <a:xfrm>
            <a:off x="3073400" y="2647950"/>
            <a:ext cx="1439863" cy="1728788"/>
            <a:chOff x="748" y="2024"/>
            <a:chExt cx="907" cy="1089"/>
          </a:xfrm>
        </p:grpSpPr>
        <p:sp>
          <p:nvSpPr>
            <p:cNvPr id="28689" name="Line 17">
              <a:extLst>
                <a:ext uri="{FF2B5EF4-FFF2-40B4-BE49-F238E27FC236}">
                  <a16:creationId xmlns:a16="http://schemas.microsoft.com/office/drawing/2014/main" id="{01F361DB-F974-4481-BB26-96F754302CEA}"/>
                </a:ext>
              </a:extLst>
            </p:cNvPr>
            <p:cNvSpPr>
              <a:spLocks noChangeShapeType="1"/>
            </p:cNvSpPr>
            <p:nvPr/>
          </p:nvSpPr>
          <p:spPr bwMode="auto">
            <a:xfrm>
              <a:off x="748" y="3022"/>
              <a:ext cx="90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8690" name="Line 18">
              <a:extLst>
                <a:ext uri="{FF2B5EF4-FFF2-40B4-BE49-F238E27FC236}">
                  <a16:creationId xmlns:a16="http://schemas.microsoft.com/office/drawing/2014/main" id="{A9163437-8BEB-401C-9B9C-FE936D18C7BA}"/>
                </a:ext>
              </a:extLst>
            </p:cNvPr>
            <p:cNvSpPr>
              <a:spLocks noChangeShapeType="1"/>
            </p:cNvSpPr>
            <p:nvPr/>
          </p:nvSpPr>
          <p:spPr bwMode="auto">
            <a:xfrm>
              <a:off x="1156" y="2024"/>
              <a:ext cx="0" cy="108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8066"/>
                                        </p:tgtEl>
                                        <p:attrNameLst>
                                          <p:attrName>style.visibility</p:attrName>
                                        </p:attrNameLst>
                                      </p:cBhvr>
                                      <p:to>
                                        <p:strVal val="visible"/>
                                      </p:to>
                                    </p:set>
                                    <p:animEffect transition="in" filter="blinds(horizontal)">
                                      <p:cBhvr>
                                        <p:cTn id="7" dur="500"/>
                                        <p:tgtEl>
                                          <p:spTgt spid="8806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3" presetClass="entr" presetSubtype="16" fill="hold" nodeType="clickEffect">
                                  <p:stCondLst>
                                    <p:cond delay="0"/>
                                  </p:stCondLst>
                                  <p:childTnLst>
                                    <p:set>
                                      <p:cBhvr>
                                        <p:cTn id="11" dur="1" fill="hold">
                                          <p:stCondLst>
                                            <p:cond delay="0"/>
                                          </p:stCondLst>
                                        </p:cTn>
                                        <p:tgtEl>
                                          <p:spTgt spid="88072"/>
                                        </p:tgtEl>
                                        <p:attrNameLst>
                                          <p:attrName>style.visibility</p:attrName>
                                        </p:attrNameLst>
                                      </p:cBhvr>
                                      <p:to>
                                        <p:strVal val="visible"/>
                                      </p:to>
                                    </p:set>
                                    <p:anim calcmode="lin" valueType="num">
                                      <p:cBhvr>
                                        <p:cTn id="12" dur="500" fill="hold"/>
                                        <p:tgtEl>
                                          <p:spTgt spid="88072"/>
                                        </p:tgtEl>
                                        <p:attrNameLst>
                                          <p:attrName>ppt_w</p:attrName>
                                        </p:attrNameLst>
                                      </p:cBhvr>
                                      <p:tavLst>
                                        <p:tav tm="0">
                                          <p:val>
                                            <p:fltVal val="0"/>
                                          </p:val>
                                        </p:tav>
                                        <p:tav tm="100000">
                                          <p:val>
                                            <p:strVal val="#ppt_w"/>
                                          </p:val>
                                        </p:tav>
                                      </p:tavLst>
                                    </p:anim>
                                    <p:anim calcmode="lin" valueType="num">
                                      <p:cBhvr>
                                        <p:cTn id="13" dur="500" fill="hold"/>
                                        <p:tgtEl>
                                          <p:spTgt spid="88072"/>
                                        </p:tgtEl>
                                        <p:attrNameLst>
                                          <p:attrName>ppt_h</p:attrName>
                                        </p:attrNameLst>
                                      </p:cBhvr>
                                      <p:tavLst>
                                        <p:tav tm="0">
                                          <p:val>
                                            <p:fltVal val="0"/>
                                          </p:val>
                                        </p:tav>
                                        <p:tav tm="100000">
                                          <p:val>
                                            <p:strVal val="#ppt_h"/>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88073"/>
                                        </p:tgtEl>
                                        <p:attrNameLst>
                                          <p:attrName>style.visibility</p:attrName>
                                        </p:attrNameLst>
                                      </p:cBhvr>
                                      <p:to>
                                        <p:strVal val="visible"/>
                                      </p:to>
                                    </p:set>
                                    <p:animEffect transition="in" filter="blinds(horizontal)">
                                      <p:cBhvr>
                                        <p:cTn id="18" dur="500"/>
                                        <p:tgtEl>
                                          <p:spTgt spid="88073"/>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8" presetClass="entr" presetSubtype="16"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diamond(in)">
                                      <p:cBhvr>
                                        <p:cTn id="23" dur="2000"/>
                                        <p:tgtEl>
                                          <p:spTgt spid="3"/>
                                        </p:tgtEl>
                                      </p:cBhvr>
                                    </p:animEffect>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par>
                    <p:cTn id="24" fill="hold" nodeType="clickPar">
                      <p:stCondLst>
                        <p:cond delay="indefinite"/>
                      </p:stCondLst>
                      <p:childTnLst>
                        <p:par>
                          <p:cTn id="25" fill="hold" nodeType="withGroup">
                            <p:stCondLst>
                              <p:cond delay="0"/>
                            </p:stCondLst>
                            <p:childTnLst>
                              <p:par>
                                <p:cTn id="26" presetID="23" presetClass="entr" presetSubtype="16" fill="hold" nodeType="clickEffect">
                                  <p:stCondLst>
                                    <p:cond delay="0"/>
                                  </p:stCondLst>
                                  <p:childTnLst>
                                    <p:set>
                                      <p:cBhvr>
                                        <p:cTn id="27" dur="1" fill="hold">
                                          <p:stCondLst>
                                            <p:cond delay="0"/>
                                          </p:stCondLst>
                                        </p:cTn>
                                        <p:tgtEl>
                                          <p:spTgt spid="88074"/>
                                        </p:tgtEl>
                                        <p:attrNameLst>
                                          <p:attrName>style.visibility</p:attrName>
                                        </p:attrNameLst>
                                      </p:cBhvr>
                                      <p:to>
                                        <p:strVal val="visible"/>
                                      </p:to>
                                    </p:set>
                                    <p:anim calcmode="lin" valueType="num">
                                      <p:cBhvr>
                                        <p:cTn id="28" dur="500" fill="hold"/>
                                        <p:tgtEl>
                                          <p:spTgt spid="88074"/>
                                        </p:tgtEl>
                                        <p:attrNameLst>
                                          <p:attrName>ppt_w</p:attrName>
                                        </p:attrNameLst>
                                      </p:cBhvr>
                                      <p:tavLst>
                                        <p:tav tm="0">
                                          <p:val>
                                            <p:fltVal val="0"/>
                                          </p:val>
                                        </p:tav>
                                        <p:tav tm="100000">
                                          <p:val>
                                            <p:strVal val="#ppt_w"/>
                                          </p:val>
                                        </p:tav>
                                      </p:tavLst>
                                    </p:anim>
                                    <p:anim calcmode="lin" valueType="num">
                                      <p:cBhvr>
                                        <p:cTn id="29" dur="500" fill="hold"/>
                                        <p:tgtEl>
                                          <p:spTgt spid="88074"/>
                                        </p:tgtEl>
                                        <p:attrNameLst>
                                          <p:attrName>ppt_h</p:attrName>
                                        </p:attrNameLst>
                                      </p:cBhvr>
                                      <p:tavLst>
                                        <p:tav tm="0">
                                          <p:val>
                                            <p:fltVal val="0"/>
                                          </p:val>
                                        </p:tav>
                                        <p:tav tm="100000">
                                          <p:val>
                                            <p:strVal val="#ppt_h"/>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88075"/>
                                        </p:tgtEl>
                                        <p:attrNameLst>
                                          <p:attrName>style.visibility</p:attrName>
                                        </p:attrNameLst>
                                      </p:cBhvr>
                                      <p:to>
                                        <p:strVal val="visible"/>
                                      </p:to>
                                    </p:set>
                                    <p:animEffect transition="in" filter="blinds(horizontal)">
                                      <p:cBhvr>
                                        <p:cTn id="34" dur="500"/>
                                        <p:tgtEl>
                                          <p:spTgt spid="88075"/>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8" presetClass="entr" presetSubtype="16" fill="hold" nodeType="clickEffect">
                                  <p:stCondLst>
                                    <p:cond delay="0"/>
                                  </p:stCondLst>
                                  <p:childTnLst>
                                    <p:set>
                                      <p:cBhvr>
                                        <p:cTn id="38" dur="1" fill="hold">
                                          <p:stCondLst>
                                            <p:cond delay="0"/>
                                          </p:stCondLst>
                                        </p:cTn>
                                        <p:tgtEl>
                                          <p:spTgt spid="4"/>
                                        </p:tgtEl>
                                        <p:attrNameLst>
                                          <p:attrName>style.visibility</p:attrName>
                                        </p:attrNameLst>
                                      </p:cBhvr>
                                      <p:to>
                                        <p:strVal val="visible"/>
                                      </p:to>
                                    </p:set>
                                    <p:animEffect transition="in" filter="diamond(in)">
                                      <p:cBhvr>
                                        <p:cTn id="39" dur="2000"/>
                                        <p:tgtEl>
                                          <p:spTgt spid="4"/>
                                        </p:tgtEl>
                                      </p:cBhvr>
                                    </p:animEffect>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par>
                    <p:cTn id="40" fill="hold" nodeType="clickPar">
                      <p:stCondLst>
                        <p:cond delay="indefinite"/>
                      </p:stCondLst>
                      <p:childTnLst>
                        <p:par>
                          <p:cTn id="41" fill="hold" nodeType="withGroup">
                            <p:stCondLst>
                              <p:cond delay="0"/>
                            </p:stCondLst>
                            <p:childTnLst>
                              <p:par>
                                <p:cTn id="42" presetID="23" presetClass="entr" presetSubtype="16" fill="hold" nodeType="clickEffect">
                                  <p:stCondLst>
                                    <p:cond delay="0"/>
                                  </p:stCondLst>
                                  <p:childTnLst>
                                    <p:set>
                                      <p:cBhvr>
                                        <p:cTn id="43" dur="1" fill="hold">
                                          <p:stCondLst>
                                            <p:cond delay="0"/>
                                          </p:stCondLst>
                                        </p:cTn>
                                        <p:tgtEl>
                                          <p:spTgt spid="88076"/>
                                        </p:tgtEl>
                                        <p:attrNameLst>
                                          <p:attrName>style.visibility</p:attrName>
                                        </p:attrNameLst>
                                      </p:cBhvr>
                                      <p:to>
                                        <p:strVal val="visible"/>
                                      </p:to>
                                    </p:set>
                                    <p:anim calcmode="lin" valueType="num">
                                      <p:cBhvr>
                                        <p:cTn id="44" dur="500" fill="hold"/>
                                        <p:tgtEl>
                                          <p:spTgt spid="88076"/>
                                        </p:tgtEl>
                                        <p:attrNameLst>
                                          <p:attrName>ppt_w</p:attrName>
                                        </p:attrNameLst>
                                      </p:cBhvr>
                                      <p:tavLst>
                                        <p:tav tm="0">
                                          <p:val>
                                            <p:fltVal val="0"/>
                                          </p:val>
                                        </p:tav>
                                        <p:tav tm="100000">
                                          <p:val>
                                            <p:strVal val="#ppt_w"/>
                                          </p:val>
                                        </p:tav>
                                      </p:tavLst>
                                    </p:anim>
                                    <p:anim calcmode="lin" valueType="num">
                                      <p:cBhvr>
                                        <p:cTn id="45" dur="500" fill="hold"/>
                                        <p:tgtEl>
                                          <p:spTgt spid="8807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6" grpId="0" autoUpdateAnimBg="0"/>
      <p:bldP spid="88073" grpId="0" autoUpdateAnimBg="0"/>
      <p:bldP spid="88075" grpId="0"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5" name="日期占位符 1">
            <a:extLst>
              <a:ext uri="{FF2B5EF4-FFF2-40B4-BE49-F238E27FC236}">
                <a16:creationId xmlns:a16="http://schemas.microsoft.com/office/drawing/2014/main" id="{8428CF02-DBEB-4465-8A01-7784A049F140}"/>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9B04105-8893-4205-BA40-09BBDEAA928E}" type="datetime1">
              <a:rPr lang="zh-CN" altLang="en-US" smtClean="0"/>
              <a:pPr eaLnBrk="1" hangingPunct="1"/>
              <a:t>2025/2/28</a:t>
            </a:fld>
            <a:endParaRPr lang="en-US" altLang="zh-CN"/>
          </a:p>
        </p:txBody>
      </p:sp>
      <p:sp>
        <p:nvSpPr>
          <p:cNvPr id="29706" name="页脚占位符 2">
            <a:extLst>
              <a:ext uri="{FF2B5EF4-FFF2-40B4-BE49-F238E27FC236}">
                <a16:creationId xmlns:a16="http://schemas.microsoft.com/office/drawing/2014/main" id="{4EA45C56-1208-4C63-8980-C8DF0C4C8E0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(共20页)</a:t>
            </a:r>
          </a:p>
        </p:txBody>
      </p:sp>
      <p:sp>
        <p:nvSpPr>
          <p:cNvPr id="29707" name="灯片编号占位符 3">
            <a:extLst>
              <a:ext uri="{FF2B5EF4-FFF2-40B4-BE49-F238E27FC236}">
                <a16:creationId xmlns:a16="http://schemas.microsoft.com/office/drawing/2014/main" id="{030DA5B2-5F50-4BBE-8C4E-D8FD7E12B3B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A43E7CA-E514-40CB-96F1-D2F76AD12EEF}" type="slidenum">
              <a:rPr lang="en-US" altLang="zh-CN"/>
              <a:pPr eaLnBrk="1" hangingPunct="1"/>
              <a:t>41</a:t>
            </a:fld>
            <a:endParaRPr lang="en-US" altLang="zh-CN"/>
          </a:p>
        </p:txBody>
      </p:sp>
      <p:grpSp>
        <p:nvGrpSpPr>
          <p:cNvPr id="2" name="Group 2">
            <a:extLst>
              <a:ext uri="{FF2B5EF4-FFF2-40B4-BE49-F238E27FC236}">
                <a16:creationId xmlns:a16="http://schemas.microsoft.com/office/drawing/2014/main" id="{0DB778AE-D344-4EDA-A517-4FC7BBF71C1D}"/>
              </a:ext>
            </a:extLst>
          </p:cNvPr>
          <p:cNvGrpSpPr>
            <a:grpSpLocks/>
          </p:cNvGrpSpPr>
          <p:nvPr/>
        </p:nvGrpSpPr>
        <p:grpSpPr bwMode="auto">
          <a:xfrm>
            <a:off x="611188" y="549275"/>
            <a:ext cx="2855912" cy="696913"/>
            <a:chOff x="612" y="2069"/>
            <a:chExt cx="1799" cy="439"/>
          </a:xfrm>
        </p:grpSpPr>
        <p:sp>
          <p:nvSpPr>
            <p:cNvPr id="29711" name="Rectangle 3">
              <a:extLst>
                <a:ext uri="{FF2B5EF4-FFF2-40B4-BE49-F238E27FC236}">
                  <a16:creationId xmlns:a16="http://schemas.microsoft.com/office/drawing/2014/main" id="{4B13416A-0B95-4420-B109-FBEE52AF652C}"/>
                </a:ext>
              </a:extLst>
            </p:cNvPr>
            <p:cNvSpPr>
              <a:spLocks noChangeArrowheads="1"/>
            </p:cNvSpPr>
            <p:nvPr/>
          </p:nvSpPr>
          <p:spPr bwMode="auto">
            <a:xfrm>
              <a:off x="612" y="2069"/>
              <a:ext cx="1396"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rgbClr val="FF66CC"/>
                  </a:solidFill>
                  <a:latin typeface="黑体" panose="02010609060101010101" pitchFamily="49" charset="-122"/>
                  <a:ea typeface="黑体" panose="02010609060101010101" pitchFamily="49" charset="-122"/>
                </a:rPr>
                <a:t>代数余子式</a:t>
              </a:r>
            </a:p>
          </p:txBody>
        </p:sp>
        <p:graphicFrame>
          <p:nvGraphicFramePr>
            <p:cNvPr id="29704" name="Object 4">
              <a:extLst>
                <a:ext uri="{FF2B5EF4-FFF2-40B4-BE49-F238E27FC236}">
                  <a16:creationId xmlns:a16="http://schemas.microsoft.com/office/drawing/2014/main" id="{D3F67421-30EF-488F-AF15-EE747B234F1C}"/>
                </a:ext>
              </a:extLst>
            </p:cNvPr>
            <p:cNvGraphicFramePr>
              <a:graphicFrameLocks noChangeAspect="1"/>
            </p:cNvGraphicFramePr>
            <p:nvPr/>
          </p:nvGraphicFramePr>
          <p:xfrm>
            <a:off x="2064" y="2069"/>
            <a:ext cx="347" cy="439"/>
          </p:xfrm>
          <a:graphic>
            <a:graphicData uri="http://schemas.openxmlformats.org/presentationml/2006/ole">
              <mc:AlternateContent xmlns:mc="http://schemas.openxmlformats.org/markup-compatibility/2006">
                <mc:Choice xmlns:v="urn:schemas-microsoft-com:vml" Requires="v">
                  <p:oleObj spid="_x0000_s40990" name="Equation" r:id="rId3" imgW="190440" imgH="241200" progId="Equation.DSMT4">
                    <p:embed/>
                  </p:oleObj>
                </mc:Choice>
                <mc:Fallback>
                  <p:oleObj name="Equation" r:id="rId3" imgW="190440" imgH="241200" progId="Equation.DSMT4">
                    <p:embed/>
                    <p:pic>
                      <p:nvPicPr>
                        <p:cNvPr id="29704" name="Object 4">
                          <a:extLst>
                            <a:ext uri="{FF2B5EF4-FFF2-40B4-BE49-F238E27FC236}">
                              <a16:creationId xmlns:a16="http://schemas.microsoft.com/office/drawing/2014/main" id="{D3F67421-30EF-488F-AF15-EE747B234F1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64" y="2069"/>
                          <a:ext cx="347" cy="4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89093" name="Object 5">
            <a:extLst>
              <a:ext uri="{FF2B5EF4-FFF2-40B4-BE49-F238E27FC236}">
                <a16:creationId xmlns:a16="http://schemas.microsoft.com/office/drawing/2014/main" id="{DE5F0D98-4410-46F1-9314-D22327D38357}"/>
              </a:ext>
            </a:extLst>
          </p:cNvPr>
          <p:cNvGraphicFramePr>
            <a:graphicFrameLocks noChangeAspect="1"/>
          </p:cNvGraphicFramePr>
          <p:nvPr/>
        </p:nvGraphicFramePr>
        <p:xfrm>
          <a:off x="2627313" y="1341438"/>
          <a:ext cx="3219450" cy="847725"/>
        </p:xfrm>
        <a:graphic>
          <a:graphicData uri="http://schemas.openxmlformats.org/presentationml/2006/ole">
            <mc:AlternateContent xmlns:mc="http://schemas.openxmlformats.org/markup-compatibility/2006">
              <mc:Choice xmlns:v="urn:schemas-microsoft-com:vml" Requires="v">
                <p:oleObj spid="_x0000_s40991" name="Equation" r:id="rId5" imgW="965160" imgH="253800" progId="Equation.DSMT4">
                  <p:embed/>
                </p:oleObj>
              </mc:Choice>
              <mc:Fallback>
                <p:oleObj name="Equation" r:id="rId5" imgW="965160" imgH="253800" progId="Equation.DSMT4">
                  <p:embed/>
                  <p:pic>
                    <p:nvPicPr>
                      <p:cNvPr id="89093" name="Object 5">
                        <a:extLst>
                          <a:ext uri="{FF2B5EF4-FFF2-40B4-BE49-F238E27FC236}">
                            <a16:creationId xmlns:a16="http://schemas.microsoft.com/office/drawing/2014/main" id="{DE5F0D98-4410-46F1-9314-D22327D3835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27313" y="1341438"/>
                        <a:ext cx="3219450" cy="847725"/>
                      </a:xfrm>
                      <a:prstGeom prst="rect">
                        <a:avLst/>
                      </a:prstGeom>
                      <a:solidFill>
                        <a:srgbClr val="00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9094" name="Object 6">
            <a:extLst>
              <a:ext uri="{FF2B5EF4-FFF2-40B4-BE49-F238E27FC236}">
                <a16:creationId xmlns:a16="http://schemas.microsoft.com/office/drawing/2014/main" id="{26A43A19-E853-402C-A1E6-F46FAFAC06FE}"/>
              </a:ext>
            </a:extLst>
          </p:cNvPr>
          <p:cNvGraphicFramePr>
            <a:graphicFrameLocks noChangeAspect="1"/>
          </p:cNvGraphicFramePr>
          <p:nvPr/>
        </p:nvGraphicFramePr>
        <p:xfrm>
          <a:off x="2987675" y="2349500"/>
          <a:ext cx="2133600" cy="2051050"/>
        </p:xfrm>
        <a:graphic>
          <a:graphicData uri="http://schemas.openxmlformats.org/presentationml/2006/ole">
            <mc:AlternateContent xmlns:mc="http://schemas.openxmlformats.org/markup-compatibility/2006">
              <mc:Choice xmlns:v="urn:schemas-microsoft-com:vml" Requires="v">
                <p:oleObj spid="_x0000_s40992" name="Equation" r:id="rId7" imgW="761760" imgH="711000" progId="Equation.DSMT4">
                  <p:embed/>
                </p:oleObj>
              </mc:Choice>
              <mc:Fallback>
                <p:oleObj name="Equation" r:id="rId7" imgW="761760" imgH="711000" progId="Equation.DSMT4">
                  <p:embed/>
                  <p:pic>
                    <p:nvPicPr>
                      <p:cNvPr id="89094" name="Object 6">
                        <a:extLst>
                          <a:ext uri="{FF2B5EF4-FFF2-40B4-BE49-F238E27FC236}">
                            <a16:creationId xmlns:a16="http://schemas.microsoft.com/office/drawing/2014/main" id="{26A43A19-E853-402C-A1E6-F46FAFAC06F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87675" y="2349500"/>
                        <a:ext cx="2133600" cy="2051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9095" name="Text Box 7">
            <a:extLst>
              <a:ext uri="{FF2B5EF4-FFF2-40B4-BE49-F238E27FC236}">
                <a16:creationId xmlns:a16="http://schemas.microsoft.com/office/drawing/2014/main" id="{F2896C15-C6F5-4549-90B4-76D6D469B48E}"/>
              </a:ext>
            </a:extLst>
          </p:cNvPr>
          <p:cNvSpPr txBox="1">
            <a:spLocks noChangeArrowheads="1"/>
          </p:cNvSpPr>
          <p:nvPr/>
        </p:nvSpPr>
        <p:spPr bwMode="auto">
          <a:xfrm>
            <a:off x="611188" y="4508500"/>
            <a:ext cx="33115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800">
                <a:ea typeface="华文新魏" panose="02010800040101010101" pitchFamily="2" charset="-122"/>
              </a:rPr>
              <a:t>元素</a:t>
            </a:r>
            <a:r>
              <a:rPr lang="en-US" altLang="zh-CN" sz="2800">
                <a:solidFill>
                  <a:srgbClr val="000000"/>
                </a:solidFill>
                <a:ea typeface="华文新魏" panose="02010800040101010101" pitchFamily="2" charset="-122"/>
              </a:rPr>
              <a:t>5</a:t>
            </a:r>
            <a:r>
              <a:rPr lang="zh-CN" altLang="en-US" sz="2800">
                <a:ea typeface="华文新魏" panose="02010800040101010101" pitchFamily="2" charset="-122"/>
              </a:rPr>
              <a:t>的代数余子式</a:t>
            </a:r>
          </a:p>
        </p:txBody>
      </p:sp>
      <p:graphicFrame>
        <p:nvGraphicFramePr>
          <p:cNvPr id="89096" name="Object 8">
            <a:extLst>
              <a:ext uri="{FF2B5EF4-FFF2-40B4-BE49-F238E27FC236}">
                <a16:creationId xmlns:a16="http://schemas.microsoft.com/office/drawing/2014/main" id="{39A3756B-67F5-4F17-91B2-2DA34E07DB8D}"/>
              </a:ext>
            </a:extLst>
          </p:cNvPr>
          <p:cNvGraphicFramePr>
            <a:graphicFrameLocks noChangeAspect="1"/>
          </p:cNvGraphicFramePr>
          <p:nvPr/>
        </p:nvGraphicFramePr>
        <p:xfrm>
          <a:off x="4672013" y="4502150"/>
          <a:ext cx="2395537" cy="582613"/>
        </p:xfrm>
        <a:graphic>
          <a:graphicData uri="http://schemas.openxmlformats.org/presentationml/2006/ole">
            <mc:AlternateContent xmlns:mc="http://schemas.openxmlformats.org/markup-compatibility/2006">
              <mc:Choice xmlns:v="urn:schemas-microsoft-com:vml" Requires="v">
                <p:oleObj spid="_x0000_s40993" name="Equation" r:id="rId9" imgW="990360" imgH="241200" progId="Equation.DSMT4">
                  <p:embed/>
                </p:oleObj>
              </mc:Choice>
              <mc:Fallback>
                <p:oleObj name="Equation" r:id="rId9" imgW="990360" imgH="241200" progId="Equation.DSMT4">
                  <p:embed/>
                  <p:pic>
                    <p:nvPicPr>
                      <p:cNvPr id="89096" name="Object 8">
                        <a:extLst>
                          <a:ext uri="{FF2B5EF4-FFF2-40B4-BE49-F238E27FC236}">
                            <a16:creationId xmlns:a16="http://schemas.microsoft.com/office/drawing/2014/main" id="{39A3756B-67F5-4F17-91B2-2DA34E07DB8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72013" y="4502150"/>
                        <a:ext cx="2395537" cy="582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9097" name="Text Box 9">
            <a:extLst>
              <a:ext uri="{FF2B5EF4-FFF2-40B4-BE49-F238E27FC236}">
                <a16:creationId xmlns:a16="http://schemas.microsoft.com/office/drawing/2014/main" id="{BEA0E25E-5421-48C2-BCDA-F9821AF49168}"/>
              </a:ext>
            </a:extLst>
          </p:cNvPr>
          <p:cNvSpPr txBox="1">
            <a:spLocks noChangeArrowheads="1"/>
          </p:cNvSpPr>
          <p:nvPr/>
        </p:nvSpPr>
        <p:spPr bwMode="auto">
          <a:xfrm>
            <a:off x="539750" y="5422900"/>
            <a:ext cx="36004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800">
                <a:ea typeface="华文新魏" panose="02010800040101010101" pitchFamily="2" charset="-122"/>
              </a:rPr>
              <a:t>元素</a:t>
            </a:r>
            <a:r>
              <a:rPr lang="en-US" altLang="zh-CN" sz="2800">
                <a:solidFill>
                  <a:srgbClr val="000000"/>
                </a:solidFill>
                <a:ea typeface="华文新魏" panose="02010800040101010101" pitchFamily="2" charset="-122"/>
              </a:rPr>
              <a:t>0</a:t>
            </a:r>
            <a:r>
              <a:rPr lang="zh-CN" altLang="en-US" sz="2800">
                <a:ea typeface="华文新魏" panose="02010800040101010101" pitchFamily="2" charset="-122"/>
              </a:rPr>
              <a:t>的代数余子式</a:t>
            </a:r>
          </a:p>
        </p:txBody>
      </p:sp>
      <p:graphicFrame>
        <p:nvGraphicFramePr>
          <p:cNvPr id="89098" name="Object 10">
            <a:extLst>
              <a:ext uri="{FF2B5EF4-FFF2-40B4-BE49-F238E27FC236}">
                <a16:creationId xmlns:a16="http://schemas.microsoft.com/office/drawing/2014/main" id="{9DBB8569-8AB3-4141-9C5F-3D8E69CBEAF2}"/>
              </a:ext>
            </a:extLst>
          </p:cNvPr>
          <p:cNvGraphicFramePr>
            <a:graphicFrameLocks noChangeAspect="1"/>
          </p:cNvGraphicFramePr>
          <p:nvPr/>
        </p:nvGraphicFramePr>
        <p:xfrm>
          <a:off x="7380288" y="5300663"/>
          <a:ext cx="1657350" cy="1103312"/>
        </p:xfrm>
        <a:graphic>
          <a:graphicData uri="http://schemas.openxmlformats.org/presentationml/2006/ole">
            <mc:AlternateContent xmlns:mc="http://schemas.openxmlformats.org/markup-compatibility/2006">
              <mc:Choice xmlns:v="urn:schemas-microsoft-com:vml" Requires="v">
                <p:oleObj spid="_x0000_s40994" name="Equation" r:id="rId11" imgW="685800" imgH="457200" progId="Equation.DSMT4">
                  <p:embed/>
                </p:oleObj>
              </mc:Choice>
              <mc:Fallback>
                <p:oleObj name="Equation" r:id="rId11" imgW="685800" imgH="457200" progId="Equation.DSMT4">
                  <p:embed/>
                  <p:pic>
                    <p:nvPicPr>
                      <p:cNvPr id="89098" name="Object 10">
                        <a:extLst>
                          <a:ext uri="{FF2B5EF4-FFF2-40B4-BE49-F238E27FC236}">
                            <a16:creationId xmlns:a16="http://schemas.microsoft.com/office/drawing/2014/main" id="{9DBB8569-8AB3-4141-9C5F-3D8E69CBEAF2}"/>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380288" y="5300663"/>
                        <a:ext cx="1657350" cy="1103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9099" name="Object 11">
            <a:extLst>
              <a:ext uri="{FF2B5EF4-FFF2-40B4-BE49-F238E27FC236}">
                <a16:creationId xmlns:a16="http://schemas.microsoft.com/office/drawing/2014/main" id="{5370C398-34B3-4CA0-9868-B471C70A838F}"/>
              </a:ext>
            </a:extLst>
          </p:cNvPr>
          <p:cNvGraphicFramePr>
            <a:graphicFrameLocks noChangeAspect="1"/>
          </p:cNvGraphicFramePr>
          <p:nvPr/>
        </p:nvGraphicFramePr>
        <p:xfrm>
          <a:off x="7264400" y="4221163"/>
          <a:ext cx="1411288" cy="1103312"/>
        </p:xfrm>
        <a:graphic>
          <a:graphicData uri="http://schemas.openxmlformats.org/presentationml/2006/ole">
            <mc:AlternateContent xmlns:mc="http://schemas.openxmlformats.org/markup-compatibility/2006">
              <mc:Choice xmlns:v="urn:schemas-microsoft-com:vml" Requires="v">
                <p:oleObj spid="_x0000_s40995" name="Equation" r:id="rId13" imgW="583920" imgH="457200" progId="Equation.DSMT4">
                  <p:embed/>
                </p:oleObj>
              </mc:Choice>
              <mc:Fallback>
                <p:oleObj name="Equation" r:id="rId13" imgW="583920" imgH="457200" progId="Equation.DSMT4">
                  <p:embed/>
                  <p:pic>
                    <p:nvPicPr>
                      <p:cNvPr id="89099" name="Object 11">
                        <a:extLst>
                          <a:ext uri="{FF2B5EF4-FFF2-40B4-BE49-F238E27FC236}">
                            <a16:creationId xmlns:a16="http://schemas.microsoft.com/office/drawing/2014/main" id="{5370C398-34B3-4CA0-9868-B471C70A838F}"/>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264400" y="4221163"/>
                        <a:ext cx="1411288" cy="1103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9100" name="Object 12">
            <a:extLst>
              <a:ext uri="{FF2B5EF4-FFF2-40B4-BE49-F238E27FC236}">
                <a16:creationId xmlns:a16="http://schemas.microsoft.com/office/drawing/2014/main" id="{6898183E-6D20-4C28-B828-FFA81CECD3FB}"/>
              </a:ext>
            </a:extLst>
          </p:cNvPr>
          <p:cNvGraphicFramePr>
            <a:graphicFrameLocks noChangeAspect="1"/>
          </p:cNvGraphicFramePr>
          <p:nvPr/>
        </p:nvGraphicFramePr>
        <p:xfrm>
          <a:off x="4716463" y="5567363"/>
          <a:ext cx="2517775" cy="582612"/>
        </p:xfrm>
        <a:graphic>
          <a:graphicData uri="http://schemas.openxmlformats.org/presentationml/2006/ole">
            <mc:AlternateContent xmlns:mc="http://schemas.openxmlformats.org/markup-compatibility/2006">
              <mc:Choice xmlns:v="urn:schemas-microsoft-com:vml" Requires="v">
                <p:oleObj spid="_x0000_s40996" name="Equation" r:id="rId15" imgW="1041120" imgH="241200" progId="Equation.DSMT4">
                  <p:embed/>
                </p:oleObj>
              </mc:Choice>
              <mc:Fallback>
                <p:oleObj name="Equation" r:id="rId15" imgW="1041120" imgH="241200" progId="Equation.DSMT4">
                  <p:embed/>
                  <p:pic>
                    <p:nvPicPr>
                      <p:cNvPr id="89100" name="Object 12">
                        <a:extLst>
                          <a:ext uri="{FF2B5EF4-FFF2-40B4-BE49-F238E27FC236}">
                            <a16:creationId xmlns:a16="http://schemas.microsoft.com/office/drawing/2014/main" id="{6898183E-6D20-4C28-B828-FFA81CECD3FB}"/>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716463" y="5567363"/>
                        <a:ext cx="2517775" cy="582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3" presetClass="entr" presetSubtype="16" fill="hold" nodeType="clickEffect">
                                  <p:stCondLst>
                                    <p:cond delay="0"/>
                                  </p:stCondLst>
                                  <p:childTnLst>
                                    <p:set>
                                      <p:cBhvr>
                                        <p:cTn id="11" dur="1" fill="hold">
                                          <p:stCondLst>
                                            <p:cond delay="0"/>
                                          </p:stCondLst>
                                        </p:cTn>
                                        <p:tgtEl>
                                          <p:spTgt spid="89093"/>
                                        </p:tgtEl>
                                        <p:attrNameLst>
                                          <p:attrName>style.visibility</p:attrName>
                                        </p:attrNameLst>
                                      </p:cBhvr>
                                      <p:to>
                                        <p:strVal val="visible"/>
                                      </p:to>
                                    </p:set>
                                    <p:anim calcmode="lin" valueType="num">
                                      <p:cBhvr>
                                        <p:cTn id="12" dur="500" fill="hold"/>
                                        <p:tgtEl>
                                          <p:spTgt spid="89093"/>
                                        </p:tgtEl>
                                        <p:attrNameLst>
                                          <p:attrName>ppt_w</p:attrName>
                                        </p:attrNameLst>
                                      </p:cBhvr>
                                      <p:tavLst>
                                        <p:tav tm="0">
                                          <p:val>
                                            <p:fltVal val="0"/>
                                          </p:val>
                                        </p:tav>
                                        <p:tav tm="100000">
                                          <p:val>
                                            <p:strVal val="#ppt_w"/>
                                          </p:val>
                                        </p:tav>
                                      </p:tavLst>
                                    </p:anim>
                                    <p:anim calcmode="lin" valueType="num">
                                      <p:cBhvr>
                                        <p:cTn id="13" dur="500" fill="hold"/>
                                        <p:tgtEl>
                                          <p:spTgt spid="89093"/>
                                        </p:tgtEl>
                                        <p:attrNameLst>
                                          <p:attrName>ppt_h</p:attrName>
                                        </p:attrNameLst>
                                      </p:cBhvr>
                                      <p:tavLst>
                                        <p:tav tm="0">
                                          <p:val>
                                            <p:fltVal val="0"/>
                                          </p:val>
                                        </p:tav>
                                        <p:tav tm="100000">
                                          <p:val>
                                            <p:strVal val="#ppt_h"/>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3" presetClass="entr" presetSubtype="16" fill="hold" nodeType="clickEffect">
                                  <p:stCondLst>
                                    <p:cond delay="0"/>
                                  </p:stCondLst>
                                  <p:childTnLst>
                                    <p:set>
                                      <p:cBhvr>
                                        <p:cTn id="17" dur="1" fill="hold">
                                          <p:stCondLst>
                                            <p:cond delay="0"/>
                                          </p:stCondLst>
                                        </p:cTn>
                                        <p:tgtEl>
                                          <p:spTgt spid="89094"/>
                                        </p:tgtEl>
                                        <p:attrNameLst>
                                          <p:attrName>style.visibility</p:attrName>
                                        </p:attrNameLst>
                                      </p:cBhvr>
                                      <p:to>
                                        <p:strVal val="visible"/>
                                      </p:to>
                                    </p:set>
                                    <p:anim calcmode="lin" valueType="num">
                                      <p:cBhvr>
                                        <p:cTn id="18" dur="500" fill="hold"/>
                                        <p:tgtEl>
                                          <p:spTgt spid="89094"/>
                                        </p:tgtEl>
                                        <p:attrNameLst>
                                          <p:attrName>ppt_w</p:attrName>
                                        </p:attrNameLst>
                                      </p:cBhvr>
                                      <p:tavLst>
                                        <p:tav tm="0">
                                          <p:val>
                                            <p:fltVal val="0"/>
                                          </p:val>
                                        </p:tav>
                                        <p:tav tm="100000">
                                          <p:val>
                                            <p:strVal val="#ppt_w"/>
                                          </p:val>
                                        </p:tav>
                                      </p:tavLst>
                                    </p:anim>
                                    <p:anim calcmode="lin" valueType="num">
                                      <p:cBhvr>
                                        <p:cTn id="19" dur="500" fill="hold"/>
                                        <p:tgtEl>
                                          <p:spTgt spid="89094"/>
                                        </p:tgtEl>
                                        <p:attrNameLst>
                                          <p:attrName>ppt_h</p:attrName>
                                        </p:attrNameLst>
                                      </p:cBhvr>
                                      <p:tavLst>
                                        <p:tav tm="0">
                                          <p:val>
                                            <p:fltVal val="0"/>
                                          </p:val>
                                        </p:tav>
                                        <p:tav tm="100000">
                                          <p:val>
                                            <p:strVal val="#ppt_h"/>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89095"/>
                                        </p:tgtEl>
                                        <p:attrNameLst>
                                          <p:attrName>style.visibility</p:attrName>
                                        </p:attrNameLst>
                                      </p:cBhvr>
                                      <p:to>
                                        <p:strVal val="visible"/>
                                      </p:to>
                                    </p:set>
                                    <p:animEffect transition="in" filter="blinds(horizontal)">
                                      <p:cBhvr>
                                        <p:cTn id="24" dur="500"/>
                                        <p:tgtEl>
                                          <p:spTgt spid="89095"/>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3" presetClass="entr" presetSubtype="16" fill="hold" nodeType="clickEffect">
                                  <p:stCondLst>
                                    <p:cond delay="0"/>
                                  </p:stCondLst>
                                  <p:childTnLst>
                                    <p:set>
                                      <p:cBhvr>
                                        <p:cTn id="28" dur="1" fill="hold">
                                          <p:stCondLst>
                                            <p:cond delay="0"/>
                                          </p:stCondLst>
                                        </p:cTn>
                                        <p:tgtEl>
                                          <p:spTgt spid="89096"/>
                                        </p:tgtEl>
                                        <p:attrNameLst>
                                          <p:attrName>style.visibility</p:attrName>
                                        </p:attrNameLst>
                                      </p:cBhvr>
                                      <p:to>
                                        <p:strVal val="visible"/>
                                      </p:to>
                                    </p:set>
                                    <p:anim calcmode="lin" valueType="num">
                                      <p:cBhvr>
                                        <p:cTn id="29" dur="500" fill="hold"/>
                                        <p:tgtEl>
                                          <p:spTgt spid="89096"/>
                                        </p:tgtEl>
                                        <p:attrNameLst>
                                          <p:attrName>ppt_w</p:attrName>
                                        </p:attrNameLst>
                                      </p:cBhvr>
                                      <p:tavLst>
                                        <p:tav tm="0">
                                          <p:val>
                                            <p:fltVal val="0"/>
                                          </p:val>
                                        </p:tav>
                                        <p:tav tm="100000">
                                          <p:val>
                                            <p:strVal val="#ppt_w"/>
                                          </p:val>
                                        </p:tav>
                                      </p:tavLst>
                                    </p:anim>
                                    <p:anim calcmode="lin" valueType="num">
                                      <p:cBhvr>
                                        <p:cTn id="30" dur="500" fill="hold"/>
                                        <p:tgtEl>
                                          <p:spTgt spid="89096"/>
                                        </p:tgtEl>
                                        <p:attrNameLst>
                                          <p:attrName>ppt_h</p:attrName>
                                        </p:attrNameLst>
                                      </p:cBhvr>
                                      <p:tavLst>
                                        <p:tav tm="0">
                                          <p:val>
                                            <p:fltVal val="0"/>
                                          </p:val>
                                        </p:tav>
                                        <p:tav tm="100000">
                                          <p:val>
                                            <p:strVal val="#ppt_h"/>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3" presetClass="entr" presetSubtype="16" fill="hold" nodeType="clickEffect">
                                  <p:stCondLst>
                                    <p:cond delay="0"/>
                                  </p:stCondLst>
                                  <p:childTnLst>
                                    <p:set>
                                      <p:cBhvr>
                                        <p:cTn id="34" dur="1" fill="hold">
                                          <p:stCondLst>
                                            <p:cond delay="0"/>
                                          </p:stCondLst>
                                        </p:cTn>
                                        <p:tgtEl>
                                          <p:spTgt spid="89099"/>
                                        </p:tgtEl>
                                        <p:attrNameLst>
                                          <p:attrName>style.visibility</p:attrName>
                                        </p:attrNameLst>
                                      </p:cBhvr>
                                      <p:to>
                                        <p:strVal val="visible"/>
                                      </p:to>
                                    </p:set>
                                    <p:anim calcmode="lin" valueType="num">
                                      <p:cBhvr>
                                        <p:cTn id="35" dur="500" fill="hold"/>
                                        <p:tgtEl>
                                          <p:spTgt spid="89099"/>
                                        </p:tgtEl>
                                        <p:attrNameLst>
                                          <p:attrName>ppt_w</p:attrName>
                                        </p:attrNameLst>
                                      </p:cBhvr>
                                      <p:tavLst>
                                        <p:tav tm="0">
                                          <p:val>
                                            <p:fltVal val="0"/>
                                          </p:val>
                                        </p:tav>
                                        <p:tav tm="100000">
                                          <p:val>
                                            <p:strVal val="#ppt_w"/>
                                          </p:val>
                                        </p:tav>
                                      </p:tavLst>
                                    </p:anim>
                                    <p:anim calcmode="lin" valueType="num">
                                      <p:cBhvr>
                                        <p:cTn id="36" dur="500" fill="hold"/>
                                        <p:tgtEl>
                                          <p:spTgt spid="89099"/>
                                        </p:tgtEl>
                                        <p:attrNameLst>
                                          <p:attrName>ppt_h</p:attrName>
                                        </p:attrNameLst>
                                      </p:cBhvr>
                                      <p:tavLst>
                                        <p:tav tm="0">
                                          <p:val>
                                            <p:fltVal val="0"/>
                                          </p:val>
                                        </p:tav>
                                        <p:tav tm="100000">
                                          <p:val>
                                            <p:strVal val="#ppt_h"/>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89097"/>
                                        </p:tgtEl>
                                        <p:attrNameLst>
                                          <p:attrName>style.visibility</p:attrName>
                                        </p:attrNameLst>
                                      </p:cBhvr>
                                      <p:to>
                                        <p:strVal val="visible"/>
                                      </p:to>
                                    </p:set>
                                    <p:animEffect transition="in" filter="blinds(horizontal)">
                                      <p:cBhvr>
                                        <p:cTn id="41" dur="500"/>
                                        <p:tgtEl>
                                          <p:spTgt spid="89097"/>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3" presetClass="entr" presetSubtype="16" fill="hold" nodeType="clickEffect">
                                  <p:stCondLst>
                                    <p:cond delay="0"/>
                                  </p:stCondLst>
                                  <p:childTnLst>
                                    <p:set>
                                      <p:cBhvr>
                                        <p:cTn id="45" dur="1" fill="hold">
                                          <p:stCondLst>
                                            <p:cond delay="0"/>
                                          </p:stCondLst>
                                        </p:cTn>
                                        <p:tgtEl>
                                          <p:spTgt spid="89100"/>
                                        </p:tgtEl>
                                        <p:attrNameLst>
                                          <p:attrName>style.visibility</p:attrName>
                                        </p:attrNameLst>
                                      </p:cBhvr>
                                      <p:to>
                                        <p:strVal val="visible"/>
                                      </p:to>
                                    </p:set>
                                    <p:anim calcmode="lin" valueType="num">
                                      <p:cBhvr>
                                        <p:cTn id="46" dur="500" fill="hold"/>
                                        <p:tgtEl>
                                          <p:spTgt spid="89100"/>
                                        </p:tgtEl>
                                        <p:attrNameLst>
                                          <p:attrName>ppt_w</p:attrName>
                                        </p:attrNameLst>
                                      </p:cBhvr>
                                      <p:tavLst>
                                        <p:tav tm="0">
                                          <p:val>
                                            <p:fltVal val="0"/>
                                          </p:val>
                                        </p:tav>
                                        <p:tav tm="100000">
                                          <p:val>
                                            <p:strVal val="#ppt_w"/>
                                          </p:val>
                                        </p:tav>
                                      </p:tavLst>
                                    </p:anim>
                                    <p:anim calcmode="lin" valueType="num">
                                      <p:cBhvr>
                                        <p:cTn id="47" dur="500" fill="hold"/>
                                        <p:tgtEl>
                                          <p:spTgt spid="89100"/>
                                        </p:tgtEl>
                                        <p:attrNameLst>
                                          <p:attrName>ppt_h</p:attrName>
                                        </p:attrNameLst>
                                      </p:cBhvr>
                                      <p:tavLst>
                                        <p:tav tm="0">
                                          <p:val>
                                            <p:fltVal val="0"/>
                                          </p:val>
                                        </p:tav>
                                        <p:tav tm="100000">
                                          <p:val>
                                            <p:strVal val="#ppt_h"/>
                                          </p:val>
                                        </p:tav>
                                      </p:tavLst>
                                    </p:anim>
                                  </p:childTnLst>
                                </p:cTn>
                              </p:par>
                            </p:childTnLst>
                          </p:cTn>
                        </p:par>
                      </p:childTnLst>
                    </p:cTn>
                  </p:par>
                  <p:par>
                    <p:cTn id="48" fill="hold" nodeType="clickPar">
                      <p:stCondLst>
                        <p:cond delay="indefinite"/>
                      </p:stCondLst>
                      <p:childTnLst>
                        <p:par>
                          <p:cTn id="49" fill="hold" nodeType="withGroup">
                            <p:stCondLst>
                              <p:cond delay="0"/>
                            </p:stCondLst>
                            <p:childTnLst>
                              <p:par>
                                <p:cTn id="50" presetID="23" presetClass="entr" presetSubtype="16" fill="hold" nodeType="clickEffect">
                                  <p:stCondLst>
                                    <p:cond delay="0"/>
                                  </p:stCondLst>
                                  <p:childTnLst>
                                    <p:set>
                                      <p:cBhvr>
                                        <p:cTn id="51" dur="1" fill="hold">
                                          <p:stCondLst>
                                            <p:cond delay="0"/>
                                          </p:stCondLst>
                                        </p:cTn>
                                        <p:tgtEl>
                                          <p:spTgt spid="89098"/>
                                        </p:tgtEl>
                                        <p:attrNameLst>
                                          <p:attrName>style.visibility</p:attrName>
                                        </p:attrNameLst>
                                      </p:cBhvr>
                                      <p:to>
                                        <p:strVal val="visible"/>
                                      </p:to>
                                    </p:set>
                                    <p:anim calcmode="lin" valueType="num">
                                      <p:cBhvr>
                                        <p:cTn id="52" dur="500" fill="hold"/>
                                        <p:tgtEl>
                                          <p:spTgt spid="89098"/>
                                        </p:tgtEl>
                                        <p:attrNameLst>
                                          <p:attrName>ppt_w</p:attrName>
                                        </p:attrNameLst>
                                      </p:cBhvr>
                                      <p:tavLst>
                                        <p:tav tm="0">
                                          <p:val>
                                            <p:fltVal val="0"/>
                                          </p:val>
                                        </p:tav>
                                        <p:tav tm="100000">
                                          <p:val>
                                            <p:strVal val="#ppt_w"/>
                                          </p:val>
                                        </p:tav>
                                      </p:tavLst>
                                    </p:anim>
                                    <p:anim calcmode="lin" valueType="num">
                                      <p:cBhvr>
                                        <p:cTn id="53" dur="500" fill="hold"/>
                                        <p:tgtEl>
                                          <p:spTgt spid="8909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5" grpId="0" autoUpdateAnimBg="0"/>
      <p:bldP spid="89097" grpId="0"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p:cNvGraphicFramePr>
            <a:graphicFrameLocks noChangeAspect="1"/>
          </p:cNvGraphicFramePr>
          <p:nvPr/>
        </p:nvGraphicFramePr>
        <p:xfrm>
          <a:off x="467544" y="764704"/>
          <a:ext cx="1874837" cy="1457325"/>
        </p:xfrm>
        <a:graphic>
          <a:graphicData uri="http://schemas.openxmlformats.org/presentationml/2006/ole">
            <mc:AlternateContent xmlns:mc="http://schemas.openxmlformats.org/markup-compatibility/2006">
              <mc:Choice xmlns:v="urn:schemas-microsoft-com:vml" Requires="v">
                <p:oleObj spid="_x0000_s42002" name="Equation" r:id="rId3" imgW="21945600" imgH="17068800" progId="Equation.DSMT4">
                  <p:embed/>
                </p:oleObj>
              </mc:Choice>
              <mc:Fallback>
                <p:oleObj name="Equation" r:id="rId3" imgW="21945600" imgH="17068800" progId="Equation.DSMT4">
                  <p:embed/>
                  <p:pic>
                    <p:nvPicPr>
                      <p:cNvPr id="0" name="图片 24637"/>
                      <p:cNvPicPr/>
                      <p:nvPr/>
                    </p:nvPicPr>
                    <p:blipFill>
                      <a:blip r:embed="rId4"/>
                      <a:stretch>
                        <a:fillRect/>
                      </a:stretch>
                    </p:blipFill>
                    <p:spPr>
                      <a:xfrm>
                        <a:off x="467544" y="764704"/>
                        <a:ext cx="1874837" cy="1457325"/>
                      </a:xfrm>
                      <a:prstGeom prst="rect">
                        <a:avLst/>
                      </a:prstGeom>
                    </p:spPr>
                  </p:pic>
                </p:oleObj>
              </mc:Fallback>
            </mc:AlternateContent>
          </a:graphicData>
        </a:graphic>
      </p:graphicFrame>
      <p:graphicFrame>
        <p:nvGraphicFramePr>
          <p:cNvPr id="8" name="对象 7"/>
          <p:cNvGraphicFramePr>
            <a:graphicFrameLocks noChangeAspect="1"/>
          </p:cNvGraphicFramePr>
          <p:nvPr/>
        </p:nvGraphicFramePr>
        <p:xfrm>
          <a:off x="611560" y="2348880"/>
          <a:ext cx="7859713" cy="989013"/>
        </p:xfrm>
        <a:graphic>
          <a:graphicData uri="http://schemas.openxmlformats.org/presentationml/2006/ole">
            <mc:AlternateContent xmlns:mc="http://schemas.openxmlformats.org/markup-compatibility/2006">
              <mc:Choice xmlns:v="urn:schemas-microsoft-com:vml" Requires="v">
                <p:oleObj spid="_x0000_s42003" name="Equation" r:id="rId5" imgW="92049600" imgH="11582400" progId="Equation.DSMT4">
                  <p:embed/>
                </p:oleObj>
              </mc:Choice>
              <mc:Fallback>
                <p:oleObj name="Equation" r:id="rId5" imgW="92049600" imgH="11582400" progId="Equation.DSMT4">
                  <p:embed/>
                  <p:pic>
                    <p:nvPicPr>
                      <p:cNvPr id="0" name="图片 24638"/>
                      <p:cNvPicPr>
                        <a:picLocks noChangeAspect="1" noChangeArrowheads="1"/>
                      </p:cNvPicPr>
                      <p:nvPr/>
                    </p:nvPicPr>
                    <p:blipFill>
                      <a:blip r:embed="rId6"/>
                      <a:srcRect/>
                      <a:stretch>
                        <a:fillRect/>
                      </a:stretch>
                    </p:blipFill>
                    <p:spPr bwMode="auto">
                      <a:xfrm>
                        <a:off x="611560" y="2348880"/>
                        <a:ext cx="7859713" cy="989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对象 11"/>
          <p:cNvGraphicFramePr>
            <a:graphicFrameLocks noChangeAspect="1"/>
          </p:cNvGraphicFramePr>
          <p:nvPr/>
        </p:nvGraphicFramePr>
        <p:xfrm>
          <a:off x="643458" y="3536752"/>
          <a:ext cx="2992438" cy="468312"/>
        </p:xfrm>
        <a:graphic>
          <a:graphicData uri="http://schemas.openxmlformats.org/presentationml/2006/ole">
            <mc:AlternateContent xmlns:mc="http://schemas.openxmlformats.org/markup-compatibility/2006">
              <mc:Choice xmlns:v="urn:schemas-microsoft-com:vml" Requires="v">
                <p:oleObj spid="_x0000_s42004" name="Equation" r:id="rId7" imgW="35052000" imgH="5486400" progId="Equation.DSMT4">
                  <p:embed/>
                </p:oleObj>
              </mc:Choice>
              <mc:Fallback>
                <p:oleObj name="Equation" r:id="rId7" imgW="35052000" imgH="5486400" progId="Equation.DSMT4">
                  <p:embed/>
                  <p:pic>
                    <p:nvPicPr>
                      <p:cNvPr id="0" name="对象 7"/>
                      <p:cNvPicPr>
                        <a:picLocks noChangeAspect="1" noChangeArrowheads="1"/>
                      </p:cNvPicPr>
                      <p:nvPr/>
                    </p:nvPicPr>
                    <p:blipFill>
                      <a:blip r:embed="rId8"/>
                      <a:srcRect/>
                      <a:stretch>
                        <a:fillRect/>
                      </a:stretch>
                    </p:blipFill>
                    <p:spPr bwMode="auto">
                      <a:xfrm>
                        <a:off x="643458" y="3536752"/>
                        <a:ext cx="2992438"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对象 12"/>
          <p:cNvGraphicFramePr>
            <a:graphicFrameLocks noChangeAspect="1"/>
          </p:cNvGraphicFramePr>
          <p:nvPr/>
        </p:nvGraphicFramePr>
        <p:xfrm>
          <a:off x="720725" y="5085457"/>
          <a:ext cx="3019425" cy="468313"/>
        </p:xfrm>
        <a:graphic>
          <a:graphicData uri="http://schemas.openxmlformats.org/presentationml/2006/ole">
            <mc:AlternateContent xmlns:mc="http://schemas.openxmlformats.org/markup-compatibility/2006">
              <mc:Choice xmlns:v="urn:schemas-microsoft-com:vml" Requires="v">
                <p:oleObj spid="_x0000_s42005" name="Equation" r:id="rId9" imgW="35356800" imgH="5486400" progId="Equation.DSMT4">
                  <p:embed/>
                </p:oleObj>
              </mc:Choice>
              <mc:Fallback>
                <p:oleObj name="Equation" r:id="rId9" imgW="35356800" imgH="5486400" progId="Equation.DSMT4">
                  <p:embed/>
                  <p:pic>
                    <p:nvPicPr>
                      <p:cNvPr id="0" name="对象 11"/>
                      <p:cNvPicPr>
                        <a:picLocks noChangeAspect="1" noChangeArrowheads="1"/>
                      </p:cNvPicPr>
                      <p:nvPr/>
                    </p:nvPicPr>
                    <p:blipFill>
                      <a:blip r:embed="rId10"/>
                      <a:srcRect/>
                      <a:stretch>
                        <a:fillRect/>
                      </a:stretch>
                    </p:blipFill>
                    <p:spPr bwMode="auto">
                      <a:xfrm>
                        <a:off x="720725" y="5085457"/>
                        <a:ext cx="3019425"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内容占位符 2"/>
          <p:cNvSpPr txBox="1"/>
          <p:nvPr/>
        </p:nvSpPr>
        <p:spPr>
          <a:xfrm>
            <a:off x="590872" y="4077072"/>
            <a:ext cx="8229600" cy="792088"/>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zh-CN" altLang="en-US" sz="2400">
                <a:solidFill>
                  <a:srgbClr val="FF0000"/>
                </a:solidFill>
              </a:rPr>
              <a:t>三阶行列式等于第一行每个元素与其代数余子式的乘积之和</a:t>
            </a:r>
            <a:r>
              <a:rPr lang="en-US" altLang="zh-CN" sz="2400">
                <a:solidFill>
                  <a:srgbClr val="FF0000"/>
                </a:solidFill>
              </a:rPr>
              <a:t>.</a:t>
            </a:r>
            <a:endParaRPr lang="zh-CN" altLang="en-US" sz="2400">
              <a:solidFill>
                <a:srgbClr val="FF0000"/>
              </a:solidFill>
            </a:endParaRPr>
          </a:p>
        </p:txBody>
      </p:sp>
      <p:sp>
        <p:nvSpPr>
          <p:cNvPr id="15" name="内容占位符 2"/>
          <p:cNvSpPr txBox="1"/>
          <p:nvPr/>
        </p:nvSpPr>
        <p:spPr>
          <a:xfrm>
            <a:off x="611560" y="5517232"/>
            <a:ext cx="8229600" cy="792088"/>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zh-CN" altLang="en-US" sz="2400">
                <a:solidFill>
                  <a:srgbClr val="FF0000"/>
                </a:solidFill>
              </a:rPr>
              <a:t>三阶行列式等于第一列每个元素与其代数余子式的乘积之和</a:t>
            </a:r>
            <a:r>
              <a:rPr lang="en-US" altLang="zh-CN" sz="2400">
                <a:solidFill>
                  <a:srgbClr val="FF0000"/>
                </a:solidFill>
              </a:rPr>
              <a:t>.</a:t>
            </a:r>
            <a:endParaRPr lang="zh-CN" altLang="en-US" sz="2400">
              <a:solidFill>
                <a:srgbClr val="FF0000"/>
              </a:solidFill>
            </a:endParaRPr>
          </a:p>
        </p:txBody>
      </p:sp>
      <p:sp>
        <p:nvSpPr>
          <p:cNvPr id="9" name="直角三角形 8"/>
          <p:cNvSpPr/>
          <p:nvPr/>
        </p:nvSpPr>
        <p:spPr>
          <a:xfrm>
            <a:off x="0" y="5873377"/>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0" name="直角三角形 9"/>
          <p:cNvSpPr/>
          <p:nvPr/>
        </p:nvSpPr>
        <p:spPr>
          <a:xfrm rot="16200000">
            <a:off x="8130760" y="5832084"/>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left)">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wipe(left)">
                                      <p:cBhvr>
                                        <p:cTn id="2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Lst>
  </p:timing>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1750" name="日期占位符 1">
            <a:extLst>
              <a:ext uri="{FF2B5EF4-FFF2-40B4-BE49-F238E27FC236}">
                <a16:creationId xmlns:a16="http://schemas.microsoft.com/office/drawing/2014/main" id="{2ECADCB9-1201-43F5-9AF6-2CC49D972BAD}"/>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0F3F1F7-F6C6-4E97-9850-B2B9FFE36F8F}" type="datetime1">
              <a:rPr lang="zh-CN" altLang="en-US" smtClean="0"/>
              <a:pPr eaLnBrk="1" hangingPunct="1"/>
              <a:t>2025/2/28</a:t>
            </a:fld>
            <a:endParaRPr lang="en-US" altLang="zh-CN"/>
          </a:p>
        </p:txBody>
      </p:sp>
      <p:sp>
        <p:nvSpPr>
          <p:cNvPr id="31751" name="页脚占位符 2">
            <a:extLst>
              <a:ext uri="{FF2B5EF4-FFF2-40B4-BE49-F238E27FC236}">
                <a16:creationId xmlns:a16="http://schemas.microsoft.com/office/drawing/2014/main" id="{88BF98DC-D9BF-4879-ABA3-CD4C0C22F21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(共20页)</a:t>
            </a:r>
          </a:p>
        </p:txBody>
      </p:sp>
      <p:sp>
        <p:nvSpPr>
          <p:cNvPr id="31752" name="灯片编号占位符 3">
            <a:extLst>
              <a:ext uri="{FF2B5EF4-FFF2-40B4-BE49-F238E27FC236}">
                <a16:creationId xmlns:a16="http://schemas.microsoft.com/office/drawing/2014/main" id="{C9E20F7E-973F-48D7-80A1-C76B44852E8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5930599-2E17-49AF-8391-8049FDCB24DB}" type="slidenum">
              <a:rPr lang="en-US" altLang="zh-CN"/>
              <a:pPr eaLnBrk="1" hangingPunct="1"/>
              <a:t>43</a:t>
            </a:fld>
            <a:endParaRPr lang="en-US" altLang="zh-CN"/>
          </a:p>
        </p:txBody>
      </p:sp>
      <p:graphicFrame>
        <p:nvGraphicFramePr>
          <p:cNvPr id="91138" name="Object 2">
            <a:extLst>
              <a:ext uri="{FF2B5EF4-FFF2-40B4-BE49-F238E27FC236}">
                <a16:creationId xmlns:a16="http://schemas.microsoft.com/office/drawing/2014/main" id="{546A5694-2BF2-4D81-B481-2BC2B26DEAE6}"/>
              </a:ext>
            </a:extLst>
          </p:cNvPr>
          <p:cNvGraphicFramePr>
            <a:graphicFrameLocks noChangeAspect="1"/>
          </p:cNvGraphicFramePr>
          <p:nvPr/>
        </p:nvGraphicFramePr>
        <p:xfrm>
          <a:off x="533400" y="381000"/>
          <a:ext cx="2112963" cy="1643063"/>
        </p:xfrm>
        <a:graphic>
          <a:graphicData uri="http://schemas.openxmlformats.org/presentationml/2006/ole">
            <mc:AlternateContent xmlns:mc="http://schemas.openxmlformats.org/markup-compatibility/2006">
              <mc:Choice xmlns:v="urn:schemas-microsoft-com:vml" Requires="v">
                <p:oleObj spid="_x0000_s43026" name="Equation" r:id="rId3" imgW="914400" imgH="711000" progId="Equation.DSMT4">
                  <p:embed/>
                </p:oleObj>
              </mc:Choice>
              <mc:Fallback>
                <p:oleObj name="Equation" r:id="rId3" imgW="914400" imgH="711000" progId="Equation.DSMT4">
                  <p:embed/>
                  <p:pic>
                    <p:nvPicPr>
                      <p:cNvPr id="91138" name="Object 2">
                        <a:extLst>
                          <a:ext uri="{FF2B5EF4-FFF2-40B4-BE49-F238E27FC236}">
                            <a16:creationId xmlns:a16="http://schemas.microsoft.com/office/drawing/2014/main" id="{546A5694-2BF2-4D81-B481-2BC2B26DEAE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381000"/>
                        <a:ext cx="2112963" cy="1643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1139" name="Object 3">
            <a:extLst>
              <a:ext uri="{FF2B5EF4-FFF2-40B4-BE49-F238E27FC236}">
                <a16:creationId xmlns:a16="http://schemas.microsoft.com/office/drawing/2014/main" id="{532D6AC8-9E18-45DA-AD34-9C05CD4AE738}"/>
              </a:ext>
            </a:extLst>
          </p:cNvPr>
          <p:cNvGraphicFramePr>
            <a:graphicFrameLocks noChangeAspect="1"/>
          </p:cNvGraphicFramePr>
          <p:nvPr/>
        </p:nvGraphicFramePr>
        <p:xfrm>
          <a:off x="990600" y="4343400"/>
          <a:ext cx="3313113" cy="1176338"/>
        </p:xfrm>
        <a:graphic>
          <a:graphicData uri="http://schemas.openxmlformats.org/presentationml/2006/ole">
            <mc:AlternateContent xmlns:mc="http://schemas.openxmlformats.org/markup-compatibility/2006">
              <mc:Choice xmlns:v="urn:schemas-microsoft-com:vml" Requires="v">
                <p:oleObj spid="_x0000_s43027" name="Equation" r:id="rId5" imgW="1358640" imgH="482400" progId="Equation.DSMT4">
                  <p:embed/>
                </p:oleObj>
              </mc:Choice>
              <mc:Fallback>
                <p:oleObj name="Equation" r:id="rId5" imgW="1358640" imgH="482400" progId="Equation.DSMT4">
                  <p:embed/>
                  <p:pic>
                    <p:nvPicPr>
                      <p:cNvPr id="91139" name="Object 3">
                        <a:extLst>
                          <a:ext uri="{FF2B5EF4-FFF2-40B4-BE49-F238E27FC236}">
                            <a16:creationId xmlns:a16="http://schemas.microsoft.com/office/drawing/2014/main" id="{532D6AC8-9E18-45DA-AD34-9C05CD4AE73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90600" y="4343400"/>
                        <a:ext cx="3313113" cy="1176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1140" name="Object 4">
            <a:extLst>
              <a:ext uri="{FF2B5EF4-FFF2-40B4-BE49-F238E27FC236}">
                <a16:creationId xmlns:a16="http://schemas.microsoft.com/office/drawing/2014/main" id="{CC3E2D31-4BE1-4A77-8BC9-C16D838C5F6E}"/>
              </a:ext>
            </a:extLst>
          </p:cNvPr>
          <p:cNvGraphicFramePr>
            <a:graphicFrameLocks noChangeAspect="1"/>
          </p:cNvGraphicFramePr>
          <p:nvPr/>
        </p:nvGraphicFramePr>
        <p:xfrm>
          <a:off x="1143000" y="2438400"/>
          <a:ext cx="2393950" cy="1165225"/>
        </p:xfrm>
        <a:graphic>
          <a:graphicData uri="http://schemas.openxmlformats.org/presentationml/2006/ole">
            <mc:AlternateContent xmlns:mc="http://schemas.openxmlformats.org/markup-compatibility/2006">
              <mc:Choice xmlns:v="urn:schemas-microsoft-com:vml" Requires="v">
                <p:oleObj spid="_x0000_s43028" name="Equation" r:id="rId7" imgW="990360" imgH="482400" progId="Equation.DSMT4">
                  <p:embed/>
                </p:oleObj>
              </mc:Choice>
              <mc:Fallback>
                <p:oleObj name="Equation" r:id="rId7" imgW="990360" imgH="482400" progId="Equation.DSMT4">
                  <p:embed/>
                  <p:pic>
                    <p:nvPicPr>
                      <p:cNvPr id="91140" name="Object 4">
                        <a:extLst>
                          <a:ext uri="{FF2B5EF4-FFF2-40B4-BE49-F238E27FC236}">
                            <a16:creationId xmlns:a16="http://schemas.microsoft.com/office/drawing/2014/main" id="{CC3E2D31-4BE1-4A77-8BC9-C16D838C5F6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43000" y="2438400"/>
                        <a:ext cx="2393950" cy="1165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1141" name="Object 5">
            <a:extLst>
              <a:ext uri="{FF2B5EF4-FFF2-40B4-BE49-F238E27FC236}">
                <a16:creationId xmlns:a16="http://schemas.microsoft.com/office/drawing/2014/main" id="{2BE2FCE1-BD2C-4076-829A-D0F11290F5B5}"/>
              </a:ext>
            </a:extLst>
          </p:cNvPr>
          <p:cNvGraphicFramePr>
            <a:graphicFrameLocks noChangeAspect="1"/>
          </p:cNvGraphicFramePr>
          <p:nvPr/>
        </p:nvGraphicFramePr>
        <p:xfrm>
          <a:off x="2836863" y="885825"/>
          <a:ext cx="3468687" cy="506413"/>
        </p:xfrm>
        <a:graphic>
          <a:graphicData uri="http://schemas.openxmlformats.org/presentationml/2006/ole">
            <mc:AlternateContent xmlns:mc="http://schemas.openxmlformats.org/markup-compatibility/2006">
              <mc:Choice xmlns:v="urn:schemas-microsoft-com:vml" Requires="v">
                <p:oleObj spid="_x0000_s43029" name="Equation" r:id="rId9" imgW="1460160" imgH="228600" progId="Equation.DSMT4">
                  <p:embed/>
                </p:oleObj>
              </mc:Choice>
              <mc:Fallback>
                <p:oleObj name="Equation" r:id="rId9" imgW="1460160" imgH="228600" progId="Equation.DSMT4">
                  <p:embed/>
                  <p:pic>
                    <p:nvPicPr>
                      <p:cNvPr id="91141" name="Object 5">
                        <a:extLst>
                          <a:ext uri="{FF2B5EF4-FFF2-40B4-BE49-F238E27FC236}">
                            <a16:creationId xmlns:a16="http://schemas.microsoft.com/office/drawing/2014/main" id="{2BE2FCE1-BD2C-4076-829A-D0F11290F5B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836863" y="885825"/>
                        <a:ext cx="3468687" cy="506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nodeType="clickEffect">
                                  <p:stCondLst>
                                    <p:cond delay="0"/>
                                  </p:stCondLst>
                                  <p:childTnLst>
                                    <p:set>
                                      <p:cBhvr>
                                        <p:cTn id="6" dur="1" fill="hold">
                                          <p:stCondLst>
                                            <p:cond delay="0"/>
                                          </p:stCondLst>
                                        </p:cTn>
                                        <p:tgtEl>
                                          <p:spTgt spid="91138"/>
                                        </p:tgtEl>
                                        <p:attrNameLst>
                                          <p:attrName>style.visibility</p:attrName>
                                        </p:attrNameLst>
                                      </p:cBhvr>
                                      <p:to>
                                        <p:strVal val="visible"/>
                                      </p:to>
                                    </p:set>
                                    <p:anim calcmode="lin" valueType="num">
                                      <p:cBhvr>
                                        <p:cTn id="7" dur="1000" fill="hold"/>
                                        <p:tgtEl>
                                          <p:spTgt spid="91138"/>
                                        </p:tgtEl>
                                        <p:attrNameLst>
                                          <p:attrName>ppt_w</p:attrName>
                                        </p:attrNameLst>
                                      </p:cBhvr>
                                      <p:tavLst>
                                        <p:tav tm="0">
                                          <p:val>
                                            <p:fltVal val="0"/>
                                          </p:val>
                                        </p:tav>
                                        <p:tav tm="100000">
                                          <p:val>
                                            <p:strVal val="#ppt_w"/>
                                          </p:val>
                                        </p:tav>
                                      </p:tavLst>
                                    </p:anim>
                                    <p:anim calcmode="lin" valueType="num">
                                      <p:cBhvr>
                                        <p:cTn id="8" dur="1000" fill="hold"/>
                                        <p:tgtEl>
                                          <p:spTgt spid="91138"/>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3" presetClass="entr" presetSubtype="16" fill="hold" nodeType="clickEffect">
                                  <p:stCondLst>
                                    <p:cond delay="0"/>
                                  </p:stCondLst>
                                  <p:childTnLst>
                                    <p:set>
                                      <p:cBhvr>
                                        <p:cTn id="12" dur="1" fill="hold">
                                          <p:stCondLst>
                                            <p:cond delay="0"/>
                                          </p:stCondLst>
                                        </p:cTn>
                                        <p:tgtEl>
                                          <p:spTgt spid="91141"/>
                                        </p:tgtEl>
                                        <p:attrNameLst>
                                          <p:attrName>style.visibility</p:attrName>
                                        </p:attrNameLst>
                                      </p:cBhvr>
                                      <p:to>
                                        <p:strVal val="visible"/>
                                      </p:to>
                                    </p:set>
                                    <p:anim calcmode="lin" valueType="num">
                                      <p:cBhvr>
                                        <p:cTn id="13" dur="1000" fill="hold"/>
                                        <p:tgtEl>
                                          <p:spTgt spid="91141"/>
                                        </p:tgtEl>
                                        <p:attrNameLst>
                                          <p:attrName>ppt_w</p:attrName>
                                        </p:attrNameLst>
                                      </p:cBhvr>
                                      <p:tavLst>
                                        <p:tav tm="0">
                                          <p:val>
                                            <p:fltVal val="0"/>
                                          </p:val>
                                        </p:tav>
                                        <p:tav tm="100000">
                                          <p:val>
                                            <p:strVal val="#ppt_w"/>
                                          </p:val>
                                        </p:tav>
                                      </p:tavLst>
                                    </p:anim>
                                    <p:anim calcmode="lin" valueType="num">
                                      <p:cBhvr>
                                        <p:cTn id="14" dur="1000" fill="hold"/>
                                        <p:tgtEl>
                                          <p:spTgt spid="91141"/>
                                        </p:tgtEl>
                                        <p:attrNameLst>
                                          <p:attrName>ppt_h</p:attrName>
                                        </p:attrNameLst>
                                      </p:cBhvr>
                                      <p:tavLst>
                                        <p:tav tm="0">
                                          <p:val>
                                            <p:fltVal val="0"/>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3" presetClass="entr" presetSubtype="16" fill="hold" nodeType="clickEffect">
                                  <p:stCondLst>
                                    <p:cond delay="0"/>
                                  </p:stCondLst>
                                  <p:childTnLst>
                                    <p:set>
                                      <p:cBhvr>
                                        <p:cTn id="18" dur="1" fill="hold">
                                          <p:stCondLst>
                                            <p:cond delay="0"/>
                                          </p:stCondLst>
                                        </p:cTn>
                                        <p:tgtEl>
                                          <p:spTgt spid="91140"/>
                                        </p:tgtEl>
                                        <p:attrNameLst>
                                          <p:attrName>style.visibility</p:attrName>
                                        </p:attrNameLst>
                                      </p:cBhvr>
                                      <p:to>
                                        <p:strVal val="visible"/>
                                      </p:to>
                                    </p:set>
                                    <p:anim calcmode="lin" valueType="num">
                                      <p:cBhvr>
                                        <p:cTn id="19" dur="1000" fill="hold"/>
                                        <p:tgtEl>
                                          <p:spTgt spid="91140"/>
                                        </p:tgtEl>
                                        <p:attrNameLst>
                                          <p:attrName>ppt_w</p:attrName>
                                        </p:attrNameLst>
                                      </p:cBhvr>
                                      <p:tavLst>
                                        <p:tav tm="0">
                                          <p:val>
                                            <p:fltVal val="0"/>
                                          </p:val>
                                        </p:tav>
                                        <p:tav tm="100000">
                                          <p:val>
                                            <p:strVal val="#ppt_w"/>
                                          </p:val>
                                        </p:tav>
                                      </p:tavLst>
                                    </p:anim>
                                    <p:anim calcmode="lin" valueType="num">
                                      <p:cBhvr>
                                        <p:cTn id="20" dur="1000" fill="hold"/>
                                        <p:tgtEl>
                                          <p:spTgt spid="91140"/>
                                        </p:tgtEl>
                                        <p:attrNameLst>
                                          <p:attrName>ppt_h</p:attrName>
                                        </p:attrNameLst>
                                      </p:cBhvr>
                                      <p:tavLst>
                                        <p:tav tm="0">
                                          <p:val>
                                            <p:fltVal val="0"/>
                                          </p:val>
                                        </p:tav>
                                        <p:tav tm="100000">
                                          <p:val>
                                            <p:strVal val="#ppt_h"/>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3" presetClass="entr" presetSubtype="16" fill="hold" nodeType="clickEffect">
                                  <p:stCondLst>
                                    <p:cond delay="0"/>
                                  </p:stCondLst>
                                  <p:childTnLst>
                                    <p:set>
                                      <p:cBhvr>
                                        <p:cTn id="24" dur="1" fill="hold">
                                          <p:stCondLst>
                                            <p:cond delay="0"/>
                                          </p:stCondLst>
                                        </p:cTn>
                                        <p:tgtEl>
                                          <p:spTgt spid="91139"/>
                                        </p:tgtEl>
                                        <p:attrNameLst>
                                          <p:attrName>style.visibility</p:attrName>
                                        </p:attrNameLst>
                                      </p:cBhvr>
                                      <p:to>
                                        <p:strVal val="visible"/>
                                      </p:to>
                                    </p:set>
                                    <p:anim calcmode="lin" valueType="num">
                                      <p:cBhvr>
                                        <p:cTn id="25" dur="1000" fill="hold"/>
                                        <p:tgtEl>
                                          <p:spTgt spid="91139"/>
                                        </p:tgtEl>
                                        <p:attrNameLst>
                                          <p:attrName>ppt_w</p:attrName>
                                        </p:attrNameLst>
                                      </p:cBhvr>
                                      <p:tavLst>
                                        <p:tav tm="0">
                                          <p:val>
                                            <p:fltVal val="0"/>
                                          </p:val>
                                        </p:tav>
                                        <p:tav tm="100000">
                                          <p:val>
                                            <p:strVal val="#ppt_w"/>
                                          </p:val>
                                        </p:tav>
                                      </p:tavLst>
                                    </p:anim>
                                    <p:anim calcmode="lin" valueType="num">
                                      <p:cBhvr>
                                        <p:cTn id="26" dur="1000" fill="hold"/>
                                        <p:tgtEl>
                                          <p:spTgt spid="9113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340768"/>
            <a:ext cx="8229600" cy="3888432"/>
          </a:xfrm>
        </p:spPr>
        <p:txBody>
          <a:bodyPr>
            <a:normAutofit/>
          </a:bodyPr>
          <a:lstStyle/>
          <a:p>
            <a:pPr marL="0" indent="0">
              <a:lnSpc>
                <a:spcPct val="150000"/>
              </a:lnSpc>
              <a:buNone/>
            </a:pPr>
            <a:r>
              <a:rPr lang="zh-CN" altLang="en-US" sz="2400" b="1"/>
              <a:t>定义</a:t>
            </a:r>
            <a:r>
              <a:rPr lang="en-US" altLang="zh-CN" sz="2400" b="1"/>
              <a:t>2.9.3</a:t>
            </a:r>
            <a:r>
              <a:rPr lang="en-US" altLang="zh-CN" sz="2400"/>
              <a:t>   </a:t>
            </a:r>
            <a:r>
              <a:rPr lang="en-US" altLang="zh-CN" sz="2400" i="1">
                <a:latin typeface="Times New Roman" panose="02020603050405020304" pitchFamily="18" charset="0"/>
                <a:cs typeface="Times New Roman" panose="02020603050405020304" pitchFamily="18" charset="0"/>
              </a:rPr>
              <a:t>n </a:t>
            </a:r>
            <a:r>
              <a:rPr lang="zh-CN" altLang="en-US" sz="2400"/>
              <a:t>阶行列式的值等于第一行的每个元素与其代数余子式的乘积之和，即</a:t>
            </a:r>
          </a:p>
        </p:txBody>
      </p:sp>
      <p:graphicFrame>
        <p:nvGraphicFramePr>
          <p:cNvPr id="2" name="对象 1"/>
          <p:cNvGraphicFramePr>
            <a:graphicFrameLocks noChangeAspect="1"/>
          </p:cNvGraphicFramePr>
          <p:nvPr/>
        </p:nvGraphicFramePr>
        <p:xfrm>
          <a:off x="2307877" y="2492896"/>
          <a:ext cx="4424363" cy="1925637"/>
        </p:xfrm>
        <a:graphic>
          <a:graphicData uri="http://schemas.openxmlformats.org/presentationml/2006/ole">
            <mc:AlternateContent xmlns:mc="http://schemas.openxmlformats.org/markup-compatibility/2006">
              <mc:Choice xmlns:v="urn:schemas-microsoft-com:vml" Requires="v">
                <p:oleObj spid="_x0000_s44038" name="Equation" r:id="rId3" imgW="51816000" imgH="22555200" progId="Equation.DSMT4">
                  <p:embed/>
                </p:oleObj>
              </mc:Choice>
              <mc:Fallback>
                <p:oleObj name="Equation" r:id="rId3" imgW="51816000" imgH="22555200" progId="Equation.DSMT4">
                  <p:embed/>
                  <p:pic>
                    <p:nvPicPr>
                      <p:cNvPr id="0" name="对象 9"/>
                      <p:cNvPicPr>
                        <a:picLocks noChangeAspect="1" noChangeArrowheads="1"/>
                      </p:cNvPicPr>
                      <p:nvPr/>
                    </p:nvPicPr>
                    <p:blipFill>
                      <a:blip r:embed="rId4"/>
                      <a:srcRect/>
                      <a:stretch>
                        <a:fillRect/>
                      </a:stretch>
                    </p:blipFill>
                    <p:spPr bwMode="auto">
                      <a:xfrm>
                        <a:off x="2307877" y="2492896"/>
                        <a:ext cx="4424363" cy="192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直角三角形 4"/>
          <p:cNvSpPr/>
          <p:nvPr/>
        </p:nvSpPr>
        <p:spPr>
          <a:xfrm>
            <a:off x="0" y="5873377"/>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直角三角形 5"/>
          <p:cNvSpPr/>
          <p:nvPr/>
        </p:nvSpPr>
        <p:spPr>
          <a:xfrm rot="16200000">
            <a:off x="8130760" y="5832084"/>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Tree>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888578"/>
            <a:ext cx="8229600" cy="3888432"/>
          </a:xfrm>
        </p:spPr>
        <p:txBody>
          <a:bodyPr>
            <a:normAutofit/>
          </a:bodyPr>
          <a:lstStyle/>
          <a:p>
            <a:pPr marL="0" indent="0">
              <a:lnSpc>
                <a:spcPct val="150000"/>
              </a:lnSpc>
              <a:buNone/>
            </a:pPr>
            <a:r>
              <a:rPr lang="zh-CN" altLang="en-US" sz="2400" b="1"/>
              <a:t>性质</a:t>
            </a:r>
            <a:r>
              <a:rPr lang="en-US" altLang="zh-CN" sz="2400" b="1"/>
              <a:t>2.9.1</a:t>
            </a:r>
            <a:r>
              <a:rPr lang="en-US" altLang="zh-CN" sz="2400"/>
              <a:t>   </a:t>
            </a:r>
            <a:r>
              <a:rPr lang="en-US" altLang="zh-CN" sz="2400" i="1">
                <a:latin typeface="Times New Roman" panose="02020603050405020304" pitchFamily="18" charset="0"/>
                <a:cs typeface="Times New Roman" panose="02020603050405020304" pitchFamily="18" charset="0"/>
              </a:rPr>
              <a:t>n </a:t>
            </a:r>
            <a:r>
              <a:rPr lang="zh-CN" altLang="en-US" sz="2400"/>
              <a:t>阶行列式的值等于任一行（列）的每个元素与其代数余子式的乘积之和，即</a:t>
            </a:r>
          </a:p>
        </p:txBody>
      </p:sp>
      <p:graphicFrame>
        <p:nvGraphicFramePr>
          <p:cNvPr id="2" name="对象 1"/>
          <p:cNvGraphicFramePr>
            <a:graphicFrameLocks noChangeAspect="1"/>
          </p:cNvGraphicFramePr>
          <p:nvPr>
            <p:extLst>
              <p:ext uri="{D42A27DB-BD31-4B8C-83A1-F6EECF244321}">
                <p14:modId xmlns:p14="http://schemas.microsoft.com/office/powerpoint/2010/main" val="255255993"/>
              </p:ext>
            </p:extLst>
          </p:nvPr>
        </p:nvGraphicFramePr>
        <p:xfrm>
          <a:off x="1475656" y="2401322"/>
          <a:ext cx="5986463" cy="1925638"/>
        </p:xfrm>
        <a:graphic>
          <a:graphicData uri="http://schemas.openxmlformats.org/presentationml/2006/ole">
            <mc:AlternateContent xmlns:mc="http://schemas.openxmlformats.org/markup-compatibility/2006">
              <mc:Choice xmlns:v="urn:schemas-microsoft-com:vml" Requires="v">
                <p:oleObj spid="_x0000_s45066" name="Equation" r:id="rId3" imgW="70104000" imgH="22555200" progId="Equation.DSMT4">
                  <p:embed/>
                </p:oleObj>
              </mc:Choice>
              <mc:Fallback>
                <p:oleObj name="Equation" r:id="rId3" imgW="70104000" imgH="22555200" progId="Equation.DSMT4">
                  <p:embed/>
                  <p:pic>
                    <p:nvPicPr>
                      <p:cNvPr id="0" name="图片 26660"/>
                      <p:cNvPicPr>
                        <a:picLocks noChangeAspect="1" noChangeArrowheads="1"/>
                      </p:cNvPicPr>
                      <p:nvPr/>
                    </p:nvPicPr>
                    <p:blipFill>
                      <a:blip r:embed="rId4"/>
                      <a:srcRect/>
                      <a:stretch>
                        <a:fillRect/>
                      </a:stretch>
                    </p:blipFill>
                    <p:spPr bwMode="auto">
                      <a:xfrm>
                        <a:off x="1475656" y="2401322"/>
                        <a:ext cx="5986463" cy="1925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对象 4"/>
          <p:cNvGraphicFramePr>
            <a:graphicFrameLocks noChangeAspect="1"/>
          </p:cNvGraphicFramePr>
          <p:nvPr/>
        </p:nvGraphicFramePr>
        <p:xfrm>
          <a:off x="4572000" y="4777010"/>
          <a:ext cx="3071812" cy="884238"/>
        </p:xfrm>
        <a:graphic>
          <a:graphicData uri="http://schemas.openxmlformats.org/presentationml/2006/ole">
            <mc:AlternateContent xmlns:mc="http://schemas.openxmlformats.org/markup-compatibility/2006">
              <mc:Choice xmlns:v="urn:schemas-microsoft-com:vml" Requires="v">
                <p:oleObj spid="_x0000_s45067" name="Equation" r:id="rId5" imgW="35966400" imgH="10363200" progId="Equation.DSMT4">
                  <p:embed/>
                </p:oleObj>
              </mc:Choice>
              <mc:Fallback>
                <p:oleObj name="Equation" r:id="rId5" imgW="35966400" imgH="10363200" progId="Equation.DSMT4">
                  <p:embed/>
                  <p:pic>
                    <p:nvPicPr>
                      <p:cNvPr id="0" name="对象 1"/>
                      <p:cNvPicPr>
                        <a:picLocks noChangeAspect="1" noChangeArrowheads="1"/>
                      </p:cNvPicPr>
                      <p:nvPr/>
                    </p:nvPicPr>
                    <p:blipFill>
                      <a:blip r:embed="rId6"/>
                      <a:srcRect/>
                      <a:stretch>
                        <a:fillRect/>
                      </a:stretch>
                    </p:blipFill>
                    <p:spPr bwMode="auto">
                      <a:xfrm>
                        <a:off x="4572000" y="4777010"/>
                        <a:ext cx="3071812" cy="884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内容占位符 2"/>
          <p:cNvSpPr txBox="1"/>
          <p:nvPr/>
        </p:nvSpPr>
        <p:spPr>
          <a:xfrm>
            <a:off x="4788024" y="4077072"/>
            <a:ext cx="4114800" cy="612068"/>
          </a:xfrm>
          <a:prstGeom prst="rect">
            <a:avLst/>
          </a:prstGeom>
        </p:spPr>
        <p:txBody>
          <a:bodyPr vert="horz" lIns="91440" tIns="45720" rIns="91440" bIns="45720" rtlCol="0">
            <a:normAutofit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zh-CN" altLang="en-US" sz="2400"/>
              <a:t>行列式按第</a:t>
            </a:r>
            <a:r>
              <a:rPr lang="zh-CN" altLang="en-US" sz="800"/>
              <a:t> </a:t>
            </a:r>
            <a:r>
              <a:rPr lang="en-US" altLang="zh-CN" sz="2400" b="1" i="1">
                <a:latin typeface="Times New Roman" panose="02020603050405020304" pitchFamily="18" charset="0"/>
                <a:cs typeface="Times New Roman" panose="02020603050405020304" pitchFamily="18" charset="0"/>
              </a:rPr>
              <a:t>i </a:t>
            </a:r>
            <a:r>
              <a:rPr lang="zh-CN" altLang="en-US" sz="2400"/>
              <a:t>行展开的</a:t>
            </a:r>
            <a:r>
              <a:rPr lang="zh-CN" altLang="en-US" sz="2400" b="1">
                <a:solidFill>
                  <a:srgbClr val="0000FF"/>
                </a:solidFill>
              </a:rPr>
              <a:t>展开式</a:t>
            </a:r>
          </a:p>
        </p:txBody>
      </p:sp>
      <p:sp>
        <p:nvSpPr>
          <p:cNvPr id="7" name="内容占位符 2"/>
          <p:cNvSpPr txBox="1"/>
          <p:nvPr/>
        </p:nvSpPr>
        <p:spPr>
          <a:xfrm>
            <a:off x="4788024" y="5589240"/>
            <a:ext cx="4114800" cy="612068"/>
          </a:xfrm>
          <a:prstGeom prst="rect">
            <a:avLst/>
          </a:prstGeom>
        </p:spPr>
        <p:txBody>
          <a:bodyPr vert="horz" lIns="91440" tIns="45720" rIns="91440" bIns="45720" rtlCol="0">
            <a:normAutofit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zh-CN" altLang="en-US" sz="2400"/>
              <a:t>行列式按第</a:t>
            </a:r>
            <a:r>
              <a:rPr lang="zh-CN" altLang="en-US" sz="800"/>
              <a:t> </a:t>
            </a:r>
            <a:r>
              <a:rPr lang="en-US" altLang="zh-CN" sz="2400" b="1" i="1">
                <a:latin typeface="Times New Roman" panose="02020603050405020304" pitchFamily="18" charset="0"/>
                <a:cs typeface="Times New Roman" panose="02020603050405020304" pitchFamily="18" charset="0"/>
              </a:rPr>
              <a:t>j </a:t>
            </a:r>
            <a:r>
              <a:rPr lang="zh-CN" altLang="en-US" sz="2400"/>
              <a:t>列展开的</a:t>
            </a:r>
            <a:r>
              <a:rPr lang="zh-CN" altLang="en-US" sz="2400" b="1">
                <a:solidFill>
                  <a:srgbClr val="0000FF"/>
                </a:solidFill>
              </a:rPr>
              <a:t>展开式</a:t>
            </a:r>
          </a:p>
        </p:txBody>
      </p:sp>
      <p:sp>
        <p:nvSpPr>
          <p:cNvPr id="8" name="直角三角形 7"/>
          <p:cNvSpPr/>
          <p:nvPr/>
        </p:nvSpPr>
        <p:spPr>
          <a:xfrm>
            <a:off x="0" y="5873377"/>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9" name="直角三角形 8"/>
          <p:cNvSpPr/>
          <p:nvPr/>
        </p:nvSpPr>
        <p:spPr>
          <a:xfrm rot="16200000">
            <a:off x="8130760" y="5832084"/>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446856" y="836712"/>
            <a:ext cx="8229600" cy="1874520"/>
            <a:chOff x="467544" y="-99392"/>
            <a:chExt cx="8229600" cy="1874520"/>
          </a:xfrm>
        </p:grpSpPr>
        <p:sp>
          <p:nvSpPr>
            <p:cNvPr id="13" name="内容占位符 2"/>
            <p:cNvSpPr txBox="1"/>
            <p:nvPr/>
          </p:nvSpPr>
          <p:spPr>
            <a:xfrm>
              <a:off x="467544" y="620688"/>
              <a:ext cx="8229600" cy="53265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zh-CN" altLang="en-US" sz="2400" b="1"/>
                <a:t>例</a:t>
              </a:r>
              <a:r>
                <a:rPr lang="en-US" altLang="zh-CN" sz="2400" b="1"/>
                <a:t>2</a:t>
              </a:r>
              <a:r>
                <a:rPr lang="en-US" altLang="zh-CN" sz="2400"/>
                <a:t>   </a:t>
              </a:r>
              <a:r>
                <a:rPr lang="zh-CN" altLang="en-US" sz="2400"/>
                <a:t>计算行列式                </a:t>
              </a:r>
              <a:r>
                <a:rPr lang="en-US" altLang="zh-CN" sz="2400"/>
                <a:t>.</a:t>
              </a:r>
              <a:endParaRPr lang="zh-CN" altLang="en-US" sz="2400"/>
            </a:p>
          </p:txBody>
        </p:sp>
        <p:graphicFrame>
          <p:nvGraphicFramePr>
            <p:cNvPr id="10" name="对象 9"/>
            <p:cNvGraphicFramePr>
              <a:graphicFrameLocks noChangeAspect="1"/>
            </p:cNvGraphicFramePr>
            <p:nvPr/>
          </p:nvGraphicFramePr>
          <p:xfrm>
            <a:off x="2972462" y="-99392"/>
            <a:ext cx="1692234" cy="1874520"/>
          </p:xfrm>
          <a:graphic>
            <a:graphicData uri="http://schemas.openxmlformats.org/presentationml/2006/ole">
              <mc:AlternateContent xmlns:mc="http://schemas.openxmlformats.org/markup-compatibility/2006">
                <mc:Choice xmlns:v="urn:schemas-microsoft-com:vml" Requires="v">
                  <p:oleObj spid="_x0000_s46094" name="Equation" r:id="rId3" imgW="19812000" imgH="21945600" progId="Equation.DSMT4">
                    <p:embed/>
                  </p:oleObj>
                </mc:Choice>
                <mc:Fallback>
                  <p:oleObj name="Equation" r:id="rId3" imgW="19812000" imgH="21945600" progId="Equation.DSMT4">
                    <p:embed/>
                    <p:pic>
                      <p:nvPicPr>
                        <p:cNvPr id="0" name="对象 3"/>
                        <p:cNvPicPr>
                          <a:picLocks noChangeAspect="1" noChangeArrowheads="1"/>
                        </p:cNvPicPr>
                        <p:nvPr/>
                      </p:nvPicPr>
                      <p:blipFill>
                        <a:blip r:embed="rId4"/>
                        <a:srcRect/>
                        <a:stretch>
                          <a:fillRect/>
                        </a:stretch>
                      </p:blipFill>
                      <p:spPr bwMode="auto">
                        <a:xfrm>
                          <a:off x="2972462" y="-99392"/>
                          <a:ext cx="1692234" cy="1874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6" name="内容占位符 2"/>
          <p:cNvSpPr txBox="1"/>
          <p:nvPr/>
        </p:nvSpPr>
        <p:spPr>
          <a:xfrm>
            <a:off x="467544" y="2680320"/>
            <a:ext cx="648072" cy="53265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zh-CN" altLang="en-US" sz="2400" b="1"/>
              <a:t>解</a:t>
            </a:r>
          </a:p>
        </p:txBody>
      </p:sp>
      <p:sp>
        <p:nvSpPr>
          <p:cNvPr id="17" name="内容占位符 2"/>
          <p:cNvSpPr txBox="1"/>
          <p:nvPr/>
        </p:nvSpPr>
        <p:spPr>
          <a:xfrm>
            <a:off x="1093101" y="2680320"/>
            <a:ext cx="3744416" cy="53265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zh-CN" altLang="en-US" sz="2400"/>
              <a:t>按第三列展开，得</a:t>
            </a:r>
          </a:p>
        </p:txBody>
      </p:sp>
      <p:sp>
        <p:nvSpPr>
          <p:cNvPr id="23" name="内容占位符 2"/>
          <p:cNvSpPr txBox="1"/>
          <p:nvPr/>
        </p:nvSpPr>
        <p:spPr>
          <a:xfrm>
            <a:off x="467544" y="5157192"/>
            <a:ext cx="8229600" cy="72008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zh-CN" altLang="en-US" sz="2400" b="1">
                <a:solidFill>
                  <a:srgbClr val="FF0000"/>
                </a:solidFill>
              </a:rPr>
              <a:t>总结：（</a:t>
            </a:r>
            <a:r>
              <a:rPr lang="en-US" altLang="zh-CN" sz="2400" b="1">
                <a:solidFill>
                  <a:srgbClr val="FF0000"/>
                </a:solidFill>
              </a:rPr>
              <a:t>1</a:t>
            </a:r>
            <a:r>
              <a:rPr lang="zh-CN" altLang="en-US" sz="2400" b="1">
                <a:solidFill>
                  <a:srgbClr val="FF0000"/>
                </a:solidFill>
              </a:rPr>
              <a:t>）行列式中零越多，越容易计算；</a:t>
            </a:r>
          </a:p>
        </p:txBody>
      </p:sp>
      <p:graphicFrame>
        <p:nvGraphicFramePr>
          <p:cNvPr id="19" name="对象 18"/>
          <p:cNvGraphicFramePr>
            <a:graphicFrameLocks noChangeAspect="1"/>
          </p:cNvGraphicFramePr>
          <p:nvPr/>
        </p:nvGraphicFramePr>
        <p:xfrm>
          <a:off x="1331640" y="3212976"/>
          <a:ext cx="5597525" cy="1874837"/>
        </p:xfrm>
        <a:graphic>
          <a:graphicData uri="http://schemas.openxmlformats.org/presentationml/2006/ole">
            <mc:AlternateContent xmlns:mc="http://schemas.openxmlformats.org/markup-compatibility/2006">
              <mc:Choice xmlns:v="urn:schemas-microsoft-com:vml" Requires="v">
                <p:oleObj spid="_x0000_s46095" name="Equation" r:id="rId5" imgW="65532000" imgH="21945600" progId="Equation.DSMT4">
                  <p:embed/>
                </p:oleObj>
              </mc:Choice>
              <mc:Fallback>
                <p:oleObj name="Equation" r:id="rId5" imgW="65532000" imgH="21945600" progId="Equation.DSMT4">
                  <p:embed/>
                  <p:pic>
                    <p:nvPicPr>
                      <p:cNvPr id="0" name="图片 4274"/>
                      <p:cNvPicPr>
                        <a:picLocks noChangeAspect="1" noChangeArrowheads="1"/>
                      </p:cNvPicPr>
                      <p:nvPr/>
                    </p:nvPicPr>
                    <p:blipFill>
                      <a:blip r:embed="rId6"/>
                      <a:srcRect/>
                      <a:stretch>
                        <a:fillRect/>
                      </a:stretch>
                    </p:blipFill>
                    <p:spPr bwMode="auto">
                      <a:xfrm>
                        <a:off x="1331640" y="3212976"/>
                        <a:ext cx="5597525" cy="1874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 name="对象 1"/>
          <p:cNvGraphicFramePr>
            <a:graphicFrameLocks noChangeAspect="1"/>
          </p:cNvGraphicFramePr>
          <p:nvPr/>
        </p:nvGraphicFramePr>
        <p:xfrm>
          <a:off x="6958607" y="3933056"/>
          <a:ext cx="493713" cy="363538"/>
        </p:xfrm>
        <a:graphic>
          <a:graphicData uri="http://schemas.openxmlformats.org/presentationml/2006/ole">
            <mc:AlternateContent xmlns:mc="http://schemas.openxmlformats.org/markup-compatibility/2006">
              <mc:Choice xmlns:v="urn:schemas-microsoft-com:vml" Requires="v">
                <p:oleObj spid="_x0000_s46096" name="Equation" r:id="rId7" imgW="5791200" imgH="4267200" progId="Equation.DSMT4">
                  <p:embed/>
                </p:oleObj>
              </mc:Choice>
              <mc:Fallback>
                <p:oleObj name="Equation" r:id="rId7" imgW="5791200" imgH="4267200" progId="Equation.DSMT4">
                  <p:embed/>
                  <p:pic>
                    <p:nvPicPr>
                      <p:cNvPr id="0" name="对象 18"/>
                      <p:cNvPicPr>
                        <a:picLocks noChangeAspect="1" noChangeArrowheads="1"/>
                      </p:cNvPicPr>
                      <p:nvPr/>
                    </p:nvPicPr>
                    <p:blipFill>
                      <a:blip r:embed="rId8"/>
                      <a:srcRect/>
                      <a:stretch>
                        <a:fillRect/>
                      </a:stretch>
                    </p:blipFill>
                    <p:spPr bwMode="auto">
                      <a:xfrm>
                        <a:off x="6958607" y="3933056"/>
                        <a:ext cx="493713"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 name="内容占位符 2"/>
          <p:cNvSpPr txBox="1"/>
          <p:nvPr/>
        </p:nvSpPr>
        <p:spPr>
          <a:xfrm>
            <a:off x="1382960" y="5669632"/>
            <a:ext cx="7509520" cy="72008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zh-CN" altLang="en-US" sz="2400" b="1">
                <a:solidFill>
                  <a:srgbClr val="FF0000"/>
                </a:solidFill>
              </a:rPr>
              <a:t>（</a:t>
            </a:r>
            <a:r>
              <a:rPr lang="en-US" altLang="zh-CN" sz="2400" b="1">
                <a:solidFill>
                  <a:srgbClr val="FF0000"/>
                </a:solidFill>
              </a:rPr>
              <a:t>2</a:t>
            </a:r>
            <a:r>
              <a:rPr lang="zh-CN" altLang="en-US" sz="2400" b="1">
                <a:solidFill>
                  <a:srgbClr val="FF0000"/>
                </a:solidFill>
              </a:rPr>
              <a:t>）如果有一行（列）元素全部为零，行列式等于零</a:t>
            </a:r>
            <a:r>
              <a:rPr lang="en-US" altLang="zh-CN" sz="2400" b="1">
                <a:solidFill>
                  <a:srgbClr val="FF0000"/>
                </a:solidFill>
              </a:rPr>
              <a:t>.</a:t>
            </a:r>
            <a:endParaRPr lang="zh-CN" altLang="en-US" sz="2400" b="1">
              <a:solidFill>
                <a:srgbClr val="FF0000"/>
              </a:solidFill>
            </a:endParaRPr>
          </a:p>
        </p:txBody>
      </p:sp>
      <p:sp>
        <p:nvSpPr>
          <p:cNvPr id="3" name="文本框 2"/>
          <p:cNvSpPr txBox="1"/>
          <p:nvPr/>
        </p:nvSpPr>
        <p:spPr>
          <a:xfrm>
            <a:off x="4838065" y="463550"/>
            <a:ext cx="4208780" cy="460375"/>
          </a:xfrm>
          <a:prstGeom prst="rect">
            <a:avLst/>
          </a:prstGeom>
          <a:noFill/>
        </p:spPr>
        <p:txBody>
          <a:bodyPr wrap="square" rtlCol="0">
            <a:spAutoFit/>
          </a:bodyPr>
          <a:lstStyle/>
          <a:p>
            <a:r>
              <a:rPr lang="zh-CN" altLang="en-US" sz="2400" b="1">
                <a:solidFill>
                  <a:srgbClr val="FF0000"/>
                </a:solidFill>
                <a:latin typeface="微软雅黑" panose="020B0503020204020204" charset="-122"/>
                <a:ea typeface="微软雅黑" panose="020B0503020204020204" charset="-122"/>
                <a:cs typeface="微软雅黑" panose="020B0503020204020204" charset="-122"/>
              </a:rPr>
              <a:t>观看</a:t>
            </a:r>
            <a:r>
              <a:rPr lang="en-US" altLang="zh-CN" sz="2400" b="1">
                <a:solidFill>
                  <a:srgbClr val="FF0000"/>
                </a:solidFill>
                <a:latin typeface="微软雅黑" panose="020B0503020204020204" charset="-122"/>
                <a:ea typeface="微软雅黑" panose="020B0503020204020204" charset="-122"/>
                <a:cs typeface="微软雅黑" panose="020B0503020204020204" charset="-122"/>
              </a:rPr>
              <a:t>P55</a:t>
            </a:r>
            <a:r>
              <a:rPr lang="zh-CN" altLang="en-US" sz="2400" b="1">
                <a:solidFill>
                  <a:srgbClr val="FF0000"/>
                </a:solidFill>
                <a:latin typeface="微软雅黑" panose="020B0503020204020204" charset="-122"/>
                <a:ea typeface="微软雅黑" panose="020B0503020204020204" charset="-122"/>
                <a:cs typeface="微软雅黑" panose="020B0503020204020204" charset="-122"/>
              </a:rPr>
              <a:t>动画：行列式的计算</a:t>
            </a:r>
          </a:p>
        </p:txBody>
      </p:sp>
      <p:sp>
        <p:nvSpPr>
          <p:cNvPr id="15" name="直角三角形 14"/>
          <p:cNvSpPr/>
          <p:nvPr/>
        </p:nvSpPr>
        <p:spPr>
          <a:xfrm>
            <a:off x="0" y="5873377"/>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8" name="直角三角形 17"/>
          <p:cNvSpPr/>
          <p:nvPr/>
        </p:nvSpPr>
        <p:spPr>
          <a:xfrm rot="16200000">
            <a:off x="8130760" y="5832084"/>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ipe(left)">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wipe(left)">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wipe(left)">
                                      <p:cBhvr>
                                        <p:cTn id="27" dur="500"/>
                                        <p:tgtEl>
                                          <p:spTgt spid="2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wipe(left)">
                                      <p:cBhvr>
                                        <p:cTn id="32" dur="500"/>
                                        <p:tgtEl>
                                          <p:spTgt spid="20"/>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3"/>
                                        </p:tgtEl>
                                        <p:attrNameLst>
                                          <p:attrName>style.visibility</p:attrName>
                                        </p:attrNameLst>
                                      </p:cBhvr>
                                      <p:to>
                                        <p:strVal val="visible"/>
                                      </p:to>
                                    </p:set>
                                    <p:anim calcmode="lin" valueType="num">
                                      <p:cBhvr additive="base">
                                        <p:cTn id="37" dur="500" fill="hold"/>
                                        <p:tgtEl>
                                          <p:spTgt spid="3"/>
                                        </p:tgtEl>
                                        <p:attrNameLst>
                                          <p:attrName>ppt_x</p:attrName>
                                        </p:attrNameLst>
                                      </p:cBhvr>
                                      <p:tavLst>
                                        <p:tav tm="0">
                                          <p:val>
                                            <p:strVal val="0-#ppt_w/2"/>
                                          </p:val>
                                        </p:tav>
                                        <p:tav tm="100000">
                                          <p:val>
                                            <p:strVal val="#ppt_x"/>
                                          </p:val>
                                        </p:tav>
                                      </p:tavLst>
                                    </p:anim>
                                    <p:anim calcmode="lin" valueType="num">
                                      <p:cBhvr additive="base">
                                        <p:cTn id="38"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23" grpId="0"/>
      <p:bldP spid="20" grpId="0"/>
      <p:bldP spid="3"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9" name="日期占位符 1">
            <a:extLst>
              <a:ext uri="{FF2B5EF4-FFF2-40B4-BE49-F238E27FC236}">
                <a16:creationId xmlns:a16="http://schemas.microsoft.com/office/drawing/2014/main" id="{A9149D33-9A54-4652-B241-7DAA386DD565}"/>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59C9028-E5D6-4CBB-940D-8DD8761A1143}" type="datetime1">
              <a:rPr lang="zh-CN" altLang="en-US" smtClean="0"/>
              <a:pPr eaLnBrk="1" hangingPunct="1"/>
              <a:t>2025/2/28</a:t>
            </a:fld>
            <a:endParaRPr lang="en-US" altLang="zh-CN"/>
          </a:p>
        </p:txBody>
      </p:sp>
      <p:sp>
        <p:nvSpPr>
          <p:cNvPr id="33800" name="页脚占位符 2">
            <a:extLst>
              <a:ext uri="{FF2B5EF4-FFF2-40B4-BE49-F238E27FC236}">
                <a16:creationId xmlns:a16="http://schemas.microsoft.com/office/drawing/2014/main" id="{A770A1EE-9A0C-4DB7-B843-8A361129CD3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(共20页)</a:t>
            </a:r>
          </a:p>
        </p:txBody>
      </p:sp>
      <p:sp>
        <p:nvSpPr>
          <p:cNvPr id="33801" name="灯片编号占位符 3">
            <a:extLst>
              <a:ext uri="{FF2B5EF4-FFF2-40B4-BE49-F238E27FC236}">
                <a16:creationId xmlns:a16="http://schemas.microsoft.com/office/drawing/2014/main" id="{67FDD344-501F-4E01-9174-4E8E7A79CBC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05C1992-F0E0-4611-A73C-46072FAC667E}" type="slidenum">
              <a:rPr lang="en-US" altLang="zh-CN"/>
              <a:pPr eaLnBrk="1" hangingPunct="1"/>
              <a:t>47</a:t>
            </a:fld>
            <a:endParaRPr lang="en-US" altLang="zh-CN"/>
          </a:p>
        </p:txBody>
      </p:sp>
      <p:sp>
        <p:nvSpPr>
          <p:cNvPr id="33802" name="Text Box 2">
            <a:extLst>
              <a:ext uri="{FF2B5EF4-FFF2-40B4-BE49-F238E27FC236}">
                <a16:creationId xmlns:a16="http://schemas.microsoft.com/office/drawing/2014/main" id="{5502C317-8BF3-4508-9DA1-9F42D9478EFF}"/>
              </a:ext>
            </a:extLst>
          </p:cNvPr>
          <p:cNvSpPr txBox="1">
            <a:spLocks noChangeArrowheads="1"/>
          </p:cNvSpPr>
          <p:nvPr/>
        </p:nvSpPr>
        <p:spPr bwMode="auto">
          <a:xfrm>
            <a:off x="179388" y="549275"/>
            <a:ext cx="28797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solidFill>
                  <a:srgbClr val="CC0000"/>
                </a:solidFill>
                <a:latin typeface="Times New Roman" panose="02020603050405020304" pitchFamily="18" charset="0"/>
              </a:rPr>
              <a:t>例</a:t>
            </a:r>
            <a:r>
              <a:rPr kumimoji="1" lang="en-US" altLang="zh-CN" sz="2800" b="1">
                <a:solidFill>
                  <a:srgbClr val="CC0000"/>
                </a:solidFill>
                <a:latin typeface="Times New Roman" panose="02020603050405020304" pitchFamily="18" charset="0"/>
              </a:rPr>
              <a:t>. </a:t>
            </a:r>
            <a:r>
              <a:rPr kumimoji="1" lang="en-US" altLang="zh-CN" sz="2800" b="1">
                <a:latin typeface="Times New Roman" panose="02020603050405020304" pitchFamily="18" charset="0"/>
              </a:rPr>
              <a:t> </a:t>
            </a:r>
            <a:r>
              <a:rPr kumimoji="1" lang="zh-CN" altLang="en-US" sz="2800" b="1">
                <a:latin typeface="Times New Roman" panose="02020603050405020304" pitchFamily="18" charset="0"/>
              </a:rPr>
              <a:t>计算行列式</a:t>
            </a:r>
            <a:endParaRPr kumimoji="1" lang="zh-CN" altLang="en-US" sz="2400" b="1">
              <a:latin typeface="Times New Roman" panose="02020603050405020304" pitchFamily="18" charset="0"/>
            </a:endParaRPr>
          </a:p>
        </p:txBody>
      </p:sp>
      <p:graphicFrame>
        <p:nvGraphicFramePr>
          <p:cNvPr id="9243" name="Object 27">
            <a:extLst>
              <a:ext uri="{FF2B5EF4-FFF2-40B4-BE49-F238E27FC236}">
                <a16:creationId xmlns:a16="http://schemas.microsoft.com/office/drawing/2014/main" id="{23F54EF0-84FB-466C-BB11-98676E98A109}"/>
              </a:ext>
            </a:extLst>
          </p:cNvPr>
          <p:cNvGraphicFramePr>
            <a:graphicFrameLocks noChangeAspect="1"/>
          </p:cNvGraphicFramePr>
          <p:nvPr/>
        </p:nvGraphicFramePr>
        <p:xfrm>
          <a:off x="900113" y="1858963"/>
          <a:ext cx="6394450" cy="641350"/>
        </p:xfrm>
        <a:graphic>
          <a:graphicData uri="http://schemas.openxmlformats.org/presentationml/2006/ole">
            <mc:AlternateContent xmlns:mc="http://schemas.openxmlformats.org/markup-compatibility/2006">
              <mc:Choice xmlns:v="urn:schemas-microsoft-com:vml" Requires="v">
                <p:oleObj spid="_x0000_s47126" name="Equation" r:id="rId3" imgW="1739880" imgH="228600" progId="Equation.DSMT4">
                  <p:embed/>
                </p:oleObj>
              </mc:Choice>
              <mc:Fallback>
                <p:oleObj name="Equation" r:id="rId3" imgW="1739880" imgH="228600" progId="Equation.DSMT4">
                  <p:embed/>
                  <p:pic>
                    <p:nvPicPr>
                      <p:cNvPr id="9243" name="Object 27">
                        <a:extLst>
                          <a:ext uri="{FF2B5EF4-FFF2-40B4-BE49-F238E27FC236}">
                            <a16:creationId xmlns:a16="http://schemas.microsoft.com/office/drawing/2014/main" id="{23F54EF0-84FB-466C-BB11-98676E98A10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113" y="1858963"/>
                        <a:ext cx="6394450"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3795" name="Object 28">
            <a:extLst>
              <a:ext uri="{FF2B5EF4-FFF2-40B4-BE49-F238E27FC236}">
                <a16:creationId xmlns:a16="http://schemas.microsoft.com/office/drawing/2014/main" id="{38866F4C-9AF1-45A2-A380-8256789DEF66}"/>
              </a:ext>
            </a:extLst>
          </p:cNvPr>
          <p:cNvGraphicFramePr>
            <a:graphicFrameLocks noChangeAspect="1"/>
          </p:cNvGraphicFramePr>
          <p:nvPr/>
        </p:nvGraphicFramePr>
        <p:xfrm>
          <a:off x="3132138" y="115888"/>
          <a:ext cx="2520950" cy="1611312"/>
        </p:xfrm>
        <a:graphic>
          <a:graphicData uri="http://schemas.openxmlformats.org/presentationml/2006/ole">
            <mc:AlternateContent xmlns:mc="http://schemas.openxmlformats.org/markup-compatibility/2006">
              <mc:Choice xmlns:v="urn:schemas-microsoft-com:vml" Requires="v">
                <p:oleObj spid="_x0000_s47127" name="Equation" r:id="rId5" imgW="1091880" imgH="914400" progId="Equation.DSMT4">
                  <p:embed/>
                </p:oleObj>
              </mc:Choice>
              <mc:Fallback>
                <p:oleObj name="Equation" r:id="rId5" imgW="1091880" imgH="914400" progId="Equation.DSMT4">
                  <p:embed/>
                  <p:pic>
                    <p:nvPicPr>
                      <p:cNvPr id="33795" name="Object 28">
                        <a:extLst>
                          <a:ext uri="{FF2B5EF4-FFF2-40B4-BE49-F238E27FC236}">
                            <a16:creationId xmlns:a16="http://schemas.microsoft.com/office/drawing/2014/main" id="{38866F4C-9AF1-45A2-A380-8256789DEF6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32138" y="115888"/>
                        <a:ext cx="2520950" cy="1611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3803" name="Text Box 29">
            <a:extLst>
              <a:ext uri="{FF2B5EF4-FFF2-40B4-BE49-F238E27FC236}">
                <a16:creationId xmlns:a16="http://schemas.microsoft.com/office/drawing/2014/main" id="{06A0B83A-D499-4BAD-BDE3-13250322742C}"/>
              </a:ext>
            </a:extLst>
          </p:cNvPr>
          <p:cNvSpPr txBox="1">
            <a:spLocks noChangeArrowheads="1"/>
          </p:cNvSpPr>
          <p:nvPr/>
        </p:nvSpPr>
        <p:spPr bwMode="auto">
          <a:xfrm>
            <a:off x="179388" y="1830388"/>
            <a:ext cx="25923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solidFill>
                  <a:srgbClr val="CC0000"/>
                </a:solidFill>
                <a:latin typeface="Times New Roman" panose="02020603050405020304" pitchFamily="18" charset="0"/>
              </a:rPr>
              <a:t>解：</a:t>
            </a:r>
            <a:endParaRPr kumimoji="1" lang="zh-CN" altLang="en-US" sz="2400" b="1">
              <a:latin typeface="Times New Roman" panose="02020603050405020304" pitchFamily="18" charset="0"/>
            </a:endParaRPr>
          </a:p>
        </p:txBody>
      </p:sp>
      <p:graphicFrame>
        <p:nvGraphicFramePr>
          <p:cNvPr id="9246" name="Object 30">
            <a:extLst>
              <a:ext uri="{FF2B5EF4-FFF2-40B4-BE49-F238E27FC236}">
                <a16:creationId xmlns:a16="http://schemas.microsoft.com/office/drawing/2014/main" id="{21000937-5654-4BD6-97E2-7D60640848FD}"/>
              </a:ext>
            </a:extLst>
          </p:cNvPr>
          <p:cNvGraphicFramePr>
            <a:graphicFrameLocks noChangeAspect="1"/>
          </p:cNvGraphicFramePr>
          <p:nvPr/>
        </p:nvGraphicFramePr>
        <p:xfrm>
          <a:off x="1489075" y="2708275"/>
          <a:ext cx="5113338" cy="644525"/>
        </p:xfrm>
        <a:graphic>
          <a:graphicData uri="http://schemas.openxmlformats.org/presentationml/2006/ole">
            <mc:AlternateContent xmlns:mc="http://schemas.openxmlformats.org/markup-compatibility/2006">
              <mc:Choice xmlns:v="urn:schemas-microsoft-com:vml" Requires="v">
                <p:oleObj spid="_x0000_s47128" name="Equation" r:id="rId7" imgW="1917360" imgH="241200" progId="Equation.DSMT4">
                  <p:embed/>
                </p:oleObj>
              </mc:Choice>
              <mc:Fallback>
                <p:oleObj name="Equation" r:id="rId7" imgW="1917360" imgH="241200" progId="Equation.DSMT4">
                  <p:embed/>
                  <p:pic>
                    <p:nvPicPr>
                      <p:cNvPr id="9246" name="Object 30">
                        <a:extLst>
                          <a:ext uri="{FF2B5EF4-FFF2-40B4-BE49-F238E27FC236}">
                            <a16:creationId xmlns:a16="http://schemas.microsoft.com/office/drawing/2014/main" id="{21000937-5654-4BD6-97E2-7D60640848F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89075" y="2708275"/>
                        <a:ext cx="5113338" cy="644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247" name="Object 31">
            <a:extLst>
              <a:ext uri="{FF2B5EF4-FFF2-40B4-BE49-F238E27FC236}">
                <a16:creationId xmlns:a16="http://schemas.microsoft.com/office/drawing/2014/main" id="{BDF9B4F4-DF6B-465B-9134-2A9340B6974D}"/>
              </a:ext>
            </a:extLst>
          </p:cNvPr>
          <p:cNvGraphicFramePr>
            <a:graphicFrameLocks noChangeAspect="1"/>
          </p:cNvGraphicFramePr>
          <p:nvPr/>
        </p:nvGraphicFramePr>
        <p:xfrm>
          <a:off x="1489075" y="3500438"/>
          <a:ext cx="3671888" cy="1728787"/>
        </p:xfrm>
        <a:graphic>
          <a:graphicData uri="http://schemas.openxmlformats.org/presentationml/2006/ole">
            <mc:AlternateContent xmlns:mc="http://schemas.openxmlformats.org/markup-compatibility/2006">
              <mc:Choice xmlns:v="urn:schemas-microsoft-com:vml" Requires="v">
                <p:oleObj spid="_x0000_s47129" name="Equation" r:id="rId9" imgW="1511280" imgH="711000" progId="Equation.DSMT4">
                  <p:embed/>
                </p:oleObj>
              </mc:Choice>
              <mc:Fallback>
                <p:oleObj name="Equation" r:id="rId9" imgW="1511280" imgH="711000" progId="Equation.DSMT4">
                  <p:embed/>
                  <p:pic>
                    <p:nvPicPr>
                      <p:cNvPr id="9247" name="Object 31">
                        <a:extLst>
                          <a:ext uri="{FF2B5EF4-FFF2-40B4-BE49-F238E27FC236}">
                            <a16:creationId xmlns:a16="http://schemas.microsoft.com/office/drawing/2014/main" id="{BDF9B4F4-DF6B-465B-9134-2A9340B6974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89075" y="3500438"/>
                        <a:ext cx="3671888" cy="1728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248" name="Object 32">
            <a:extLst>
              <a:ext uri="{FF2B5EF4-FFF2-40B4-BE49-F238E27FC236}">
                <a16:creationId xmlns:a16="http://schemas.microsoft.com/office/drawing/2014/main" id="{7E21D54E-EDEF-4CB4-A980-E5D230583753}"/>
              </a:ext>
            </a:extLst>
          </p:cNvPr>
          <p:cNvGraphicFramePr>
            <a:graphicFrameLocks noChangeAspect="1"/>
          </p:cNvGraphicFramePr>
          <p:nvPr/>
        </p:nvGraphicFramePr>
        <p:xfrm>
          <a:off x="1489075" y="5300663"/>
          <a:ext cx="2160588" cy="1081087"/>
        </p:xfrm>
        <a:graphic>
          <a:graphicData uri="http://schemas.openxmlformats.org/presentationml/2006/ole">
            <mc:AlternateContent xmlns:mc="http://schemas.openxmlformats.org/markup-compatibility/2006">
              <mc:Choice xmlns:v="urn:schemas-microsoft-com:vml" Requires="v">
                <p:oleObj spid="_x0000_s47130" name="Equation" r:id="rId11" imgW="914400" imgH="457200" progId="Equation.DSMT4">
                  <p:embed/>
                </p:oleObj>
              </mc:Choice>
              <mc:Fallback>
                <p:oleObj name="Equation" r:id="rId11" imgW="914400" imgH="457200" progId="Equation.DSMT4">
                  <p:embed/>
                  <p:pic>
                    <p:nvPicPr>
                      <p:cNvPr id="9248" name="Object 32">
                        <a:extLst>
                          <a:ext uri="{FF2B5EF4-FFF2-40B4-BE49-F238E27FC236}">
                            <a16:creationId xmlns:a16="http://schemas.microsoft.com/office/drawing/2014/main" id="{7E21D54E-EDEF-4CB4-A980-E5D230583753}"/>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489075" y="5300663"/>
                        <a:ext cx="2160588" cy="1081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9243"/>
                                        </p:tgtEl>
                                        <p:attrNameLst>
                                          <p:attrName>style.visibility</p:attrName>
                                        </p:attrNameLst>
                                      </p:cBhvr>
                                      <p:to>
                                        <p:strVal val="visible"/>
                                      </p:to>
                                    </p:set>
                                    <p:animEffect transition="in" filter="blinds(horizontal)">
                                      <p:cBhvr>
                                        <p:cTn id="7" dur="500"/>
                                        <p:tgtEl>
                                          <p:spTgt spid="924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9246"/>
                                        </p:tgtEl>
                                        <p:attrNameLst>
                                          <p:attrName>style.visibility</p:attrName>
                                        </p:attrNameLst>
                                      </p:cBhvr>
                                      <p:to>
                                        <p:strVal val="visible"/>
                                      </p:to>
                                    </p:set>
                                    <p:animEffect transition="in" filter="wipe(down)">
                                      <p:cBhvr>
                                        <p:cTn id="12" dur="500"/>
                                        <p:tgtEl>
                                          <p:spTgt spid="924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9247"/>
                                        </p:tgtEl>
                                        <p:attrNameLst>
                                          <p:attrName>style.visibility</p:attrName>
                                        </p:attrNameLst>
                                      </p:cBhvr>
                                      <p:to>
                                        <p:strVal val="visible"/>
                                      </p:to>
                                    </p:set>
                                    <p:animEffect transition="in" filter="wipe(down)">
                                      <p:cBhvr>
                                        <p:cTn id="17" dur="500"/>
                                        <p:tgtEl>
                                          <p:spTgt spid="924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9248"/>
                                        </p:tgtEl>
                                        <p:attrNameLst>
                                          <p:attrName>style.visibility</p:attrName>
                                        </p:attrNameLst>
                                      </p:cBhvr>
                                      <p:to>
                                        <p:strVal val="visible"/>
                                      </p:to>
                                    </p:set>
                                    <p:animEffect transition="in" filter="wipe(down)">
                                      <p:cBhvr>
                                        <p:cTn id="22" dur="500"/>
                                        <p:tgtEl>
                                          <p:spTgt spid="92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3" name="日期占位符 1">
            <a:extLst>
              <a:ext uri="{FF2B5EF4-FFF2-40B4-BE49-F238E27FC236}">
                <a16:creationId xmlns:a16="http://schemas.microsoft.com/office/drawing/2014/main" id="{88BA3BBB-6A70-41F3-B69A-DC5E641723D3}"/>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07DDEB0-4561-4620-99E1-EFAC0D38DF07}" type="datetime1">
              <a:rPr lang="zh-CN" altLang="en-US" smtClean="0"/>
              <a:pPr eaLnBrk="1" hangingPunct="1"/>
              <a:t>2025/2/28</a:t>
            </a:fld>
            <a:endParaRPr lang="en-US" altLang="zh-CN"/>
          </a:p>
        </p:txBody>
      </p:sp>
      <p:sp>
        <p:nvSpPr>
          <p:cNvPr id="34824" name="页脚占位符 2">
            <a:extLst>
              <a:ext uri="{FF2B5EF4-FFF2-40B4-BE49-F238E27FC236}">
                <a16:creationId xmlns:a16="http://schemas.microsoft.com/office/drawing/2014/main" id="{3D93AAF0-2714-48AD-8AF0-DCA13B48A75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(共20页)</a:t>
            </a:r>
          </a:p>
        </p:txBody>
      </p:sp>
      <p:sp>
        <p:nvSpPr>
          <p:cNvPr id="34825" name="灯片编号占位符 3">
            <a:extLst>
              <a:ext uri="{FF2B5EF4-FFF2-40B4-BE49-F238E27FC236}">
                <a16:creationId xmlns:a16="http://schemas.microsoft.com/office/drawing/2014/main" id="{D4E74869-6436-4705-B1A6-9760E2CD50B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E5ACC3F-9B77-4F28-B508-90786C0A41F6}" type="slidenum">
              <a:rPr lang="en-US" altLang="zh-CN"/>
              <a:pPr eaLnBrk="1" hangingPunct="1"/>
              <a:t>48</a:t>
            </a:fld>
            <a:endParaRPr lang="en-US" altLang="zh-CN"/>
          </a:p>
        </p:txBody>
      </p:sp>
      <p:sp>
        <p:nvSpPr>
          <p:cNvPr id="34826" name="Text Box 2">
            <a:extLst>
              <a:ext uri="{FF2B5EF4-FFF2-40B4-BE49-F238E27FC236}">
                <a16:creationId xmlns:a16="http://schemas.microsoft.com/office/drawing/2014/main" id="{591845C1-7810-470F-B2B3-B761DCB64ED7}"/>
              </a:ext>
            </a:extLst>
          </p:cNvPr>
          <p:cNvSpPr txBox="1">
            <a:spLocks noChangeArrowheads="1"/>
          </p:cNvSpPr>
          <p:nvPr/>
        </p:nvSpPr>
        <p:spPr bwMode="auto">
          <a:xfrm>
            <a:off x="179388" y="549275"/>
            <a:ext cx="28797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solidFill>
                  <a:srgbClr val="CC0000"/>
                </a:solidFill>
                <a:latin typeface="Times New Roman" panose="02020603050405020304" pitchFamily="18" charset="0"/>
              </a:rPr>
              <a:t>例</a:t>
            </a:r>
            <a:r>
              <a:rPr kumimoji="1" lang="en-US" altLang="zh-CN" sz="2800" b="1">
                <a:solidFill>
                  <a:srgbClr val="CC0000"/>
                </a:solidFill>
                <a:latin typeface="Times New Roman" panose="02020603050405020304" pitchFamily="18" charset="0"/>
              </a:rPr>
              <a:t>. </a:t>
            </a:r>
            <a:r>
              <a:rPr kumimoji="1" lang="en-US" altLang="zh-CN" sz="2800" b="1">
                <a:latin typeface="Times New Roman" panose="02020603050405020304" pitchFamily="18" charset="0"/>
              </a:rPr>
              <a:t> </a:t>
            </a:r>
            <a:r>
              <a:rPr kumimoji="1" lang="zh-CN" altLang="en-US" sz="2800" b="1">
                <a:latin typeface="Times New Roman" panose="02020603050405020304" pitchFamily="18" charset="0"/>
              </a:rPr>
              <a:t>计算行列式</a:t>
            </a:r>
            <a:endParaRPr kumimoji="1" lang="zh-CN" altLang="en-US" sz="2400" b="1">
              <a:latin typeface="Times New Roman" panose="02020603050405020304" pitchFamily="18" charset="0"/>
            </a:endParaRPr>
          </a:p>
        </p:txBody>
      </p:sp>
      <p:graphicFrame>
        <p:nvGraphicFramePr>
          <p:cNvPr id="110595" name="Object 3">
            <a:extLst>
              <a:ext uri="{FF2B5EF4-FFF2-40B4-BE49-F238E27FC236}">
                <a16:creationId xmlns:a16="http://schemas.microsoft.com/office/drawing/2014/main" id="{B61FBF1A-2F5A-491B-95CF-C724A980B9AB}"/>
              </a:ext>
            </a:extLst>
          </p:cNvPr>
          <p:cNvGraphicFramePr>
            <a:graphicFrameLocks noChangeAspect="1"/>
          </p:cNvGraphicFramePr>
          <p:nvPr/>
        </p:nvGraphicFramePr>
        <p:xfrm>
          <a:off x="714375" y="1858963"/>
          <a:ext cx="6767513" cy="641350"/>
        </p:xfrm>
        <a:graphic>
          <a:graphicData uri="http://schemas.openxmlformats.org/presentationml/2006/ole">
            <mc:AlternateContent xmlns:mc="http://schemas.openxmlformats.org/markup-compatibility/2006">
              <mc:Choice xmlns:v="urn:schemas-microsoft-com:vml" Requires="v">
                <p:oleObj spid="_x0000_s48150" name="Equation" r:id="rId3" imgW="1841400" imgH="228600" progId="Equation.DSMT4">
                  <p:embed/>
                </p:oleObj>
              </mc:Choice>
              <mc:Fallback>
                <p:oleObj name="Equation" r:id="rId3" imgW="1841400" imgH="228600" progId="Equation.DSMT4">
                  <p:embed/>
                  <p:pic>
                    <p:nvPicPr>
                      <p:cNvPr id="110595" name="Object 3">
                        <a:extLst>
                          <a:ext uri="{FF2B5EF4-FFF2-40B4-BE49-F238E27FC236}">
                            <a16:creationId xmlns:a16="http://schemas.microsoft.com/office/drawing/2014/main" id="{B61FBF1A-2F5A-491B-95CF-C724A980B9A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4375" y="1858963"/>
                        <a:ext cx="6767513"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819" name="Object 4">
            <a:extLst>
              <a:ext uri="{FF2B5EF4-FFF2-40B4-BE49-F238E27FC236}">
                <a16:creationId xmlns:a16="http://schemas.microsoft.com/office/drawing/2014/main" id="{9AB390E1-1E5A-4C88-9839-AC14A79FAE4A}"/>
              </a:ext>
            </a:extLst>
          </p:cNvPr>
          <p:cNvGraphicFramePr>
            <a:graphicFrameLocks noChangeAspect="1"/>
          </p:cNvGraphicFramePr>
          <p:nvPr/>
        </p:nvGraphicFramePr>
        <p:xfrm>
          <a:off x="3132138" y="115888"/>
          <a:ext cx="2520950" cy="1611312"/>
        </p:xfrm>
        <a:graphic>
          <a:graphicData uri="http://schemas.openxmlformats.org/presentationml/2006/ole">
            <mc:AlternateContent xmlns:mc="http://schemas.openxmlformats.org/markup-compatibility/2006">
              <mc:Choice xmlns:v="urn:schemas-microsoft-com:vml" Requires="v">
                <p:oleObj spid="_x0000_s48151" name="Equation" r:id="rId5" imgW="1091880" imgH="914400" progId="Equation.DSMT4">
                  <p:embed/>
                </p:oleObj>
              </mc:Choice>
              <mc:Fallback>
                <p:oleObj name="Equation" r:id="rId5" imgW="1091880" imgH="914400" progId="Equation.DSMT4">
                  <p:embed/>
                  <p:pic>
                    <p:nvPicPr>
                      <p:cNvPr id="34819" name="Object 4">
                        <a:extLst>
                          <a:ext uri="{FF2B5EF4-FFF2-40B4-BE49-F238E27FC236}">
                            <a16:creationId xmlns:a16="http://schemas.microsoft.com/office/drawing/2014/main" id="{9AB390E1-1E5A-4C88-9839-AC14A79FAE4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32138" y="115888"/>
                        <a:ext cx="2520950" cy="1611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827" name="Text Box 5">
            <a:extLst>
              <a:ext uri="{FF2B5EF4-FFF2-40B4-BE49-F238E27FC236}">
                <a16:creationId xmlns:a16="http://schemas.microsoft.com/office/drawing/2014/main" id="{C664AD56-CDE9-4AB3-92B9-6FF6ADFCBCB1}"/>
              </a:ext>
            </a:extLst>
          </p:cNvPr>
          <p:cNvSpPr txBox="1">
            <a:spLocks noChangeArrowheads="1"/>
          </p:cNvSpPr>
          <p:nvPr/>
        </p:nvSpPr>
        <p:spPr bwMode="auto">
          <a:xfrm>
            <a:off x="215900" y="1412875"/>
            <a:ext cx="18002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solidFill>
                  <a:srgbClr val="CC0000"/>
                </a:solidFill>
                <a:latin typeface="Times New Roman" panose="02020603050405020304" pitchFamily="18" charset="0"/>
              </a:rPr>
              <a:t>另一解法：</a:t>
            </a:r>
            <a:endParaRPr kumimoji="1" lang="zh-CN" altLang="en-US" sz="2400" b="1">
              <a:latin typeface="Times New Roman" panose="02020603050405020304" pitchFamily="18" charset="0"/>
            </a:endParaRPr>
          </a:p>
        </p:txBody>
      </p:sp>
      <p:graphicFrame>
        <p:nvGraphicFramePr>
          <p:cNvPr id="110598" name="Object 6">
            <a:extLst>
              <a:ext uri="{FF2B5EF4-FFF2-40B4-BE49-F238E27FC236}">
                <a16:creationId xmlns:a16="http://schemas.microsoft.com/office/drawing/2014/main" id="{720B3220-5615-4727-A8F4-0BD52610F5B8}"/>
              </a:ext>
            </a:extLst>
          </p:cNvPr>
          <p:cNvGraphicFramePr>
            <a:graphicFrameLocks noChangeAspect="1"/>
          </p:cNvGraphicFramePr>
          <p:nvPr/>
        </p:nvGraphicFramePr>
        <p:xfrm>
          <a:off x="1368425" y="2600325"/>
          <a:ext cx="2573338" cy="644525"/>
        </p:xfrm>
        <a:graphic>
          <a:graphicData uri="http://schemas.openxmlformats.org/presentationml/2006/ole">
            <mc:AlternateContent xmlns:mc="http://schemas.openxmlformats.org/markup-compatibility/2006">
              <mc:Choice xmlns:v="urn:schemas-microsoft-com:vml" Requires="v">
                <p:oleObj spid="_x0000_s48152" name="Equation" r:id="rId7" imgW="965160" imgH="241200" progId="Equation.DSMT4">
                  <p:embed/>
                </p:oleObj>
              </mc:Choice>
              <mc:Fallback>
                <p:oleObj name="Equation" r:id="rId7" imgW="965160" imgH="241200" progId="Equation.DSMT4">
                  <p:embed/>
                  <p:pic>
                    <p:nvPicPr>
                      <p:cNvPr id="110598" name="Object 6">
                        <a:extLst>
                          <a:ext uri="{FF2B5EF4-FFF2-40B4-BE49-F238E27FC236}">
                            <a16:creationId xmlns:a16="http://schemas.microsoft.com/office/drawing/2014/main" id="{720B3220-5615-4727-A8F4-0BD52610F5B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68425" y="2600325"/>
                        <a:ext cx="2573338" cy="644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0599" name="Object 7">
            <a:extLst>
              <a:ext uri="{FF2B5EF4-FFF2-40B4-BE49-F238E27FC236}">
                <a16:creationId xmlns:a16="http://schemas.microsoft.com/office/drawing/2014/main" id="{ECD8D0AF-1F0C-4269-AEF3-1DF5679E89EC}"/>
              </a:ext>
            </a:extLst>
          </p:cNvPr>
          <p:cNvGraphicFramePr>
            <a:graphicFrameLocks noChangeAspect="1"/>
          </p:cNvGraphicFramePr>
          <p:nvPr/>
        </p:nvGraphicFramePr>
        <p:xfrm>
          <a:off x="1439863" y="3321050"/>
          <a:ext cx="2035175" cy="1728788"/>
        </p:xfrm>
        <a:graphic>
          <a:graphicData uri="http://schemas.openxmlformats.org/presentationml/2006/ole">
            <mc:AlternateContent xmlns:mc="http://schemas.openxmlformats.org/markup-compatibility/2006">
              <mc:Choice xmlns:v="urn:schemas-microsoft-com:vml" Requires="v">
                <p:oleObj spid="_x0000_s48153" name="Equation" r:id="rId9" imgW="838080" imgH="711000" progId="Equation.DSMT4">
                  <p:embed/>
                </p:oleObj>
              </mc:Choice>
              <mc:Fallback>
                <p:oleObj name="Equation" r:id="rId9" imgW="838080" imgH="711000" progId="Equation.DSMT4">
                  <p:embed/>
                  <p:pic>
                    <p:nvPicPr>
                      <p:cNvPr id="110599" name="Object 7">
                        <a:extLst>
                          <a:ext uri="{FF2B5EF4-FFF2-40B4-BE49-F238E27FC236}">
                            <a16:creationId xmlns:a16="http://schemas.microsoft.com/office/drawing/2014/main" id="{ECD8D0AF-1F0C-4269-AEF3-1DF5679E89E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39863" y="3321050"/>
                        <a:ext cx="2035175" cy="172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0600" name="Object 8">
            <a:extLst>
              <a:ext uri="{FF2B5EF4-FFF2-40B4-BE49-F238E27FC236}">
                <a16:creationId xmlns:a16="http://schemas.microsoft.com/office/drawing/2014/main" id="{9BE53A1F-AA40-4645-BA0B-BB98E7138263}"/>
              </a:ext>
            </a:extLst>
          </p:cNvPr>
          <p:cNvGraphicFramePr>
            <a:graphicFrameLocks noChangeAspect="1"/>
          </p:cNvGraphicFramePr>
          <p:nvPr/>
        </p:nvGraphicFramePr>
        <p:xfrm>
          <a:off x="1403350" y="5192713"/>
          <a:ext cx="2160588" cy="1081087"/>
        </p:xfrm>
        <a:graphic>
          <a:graphicData uri="http://schemas.openxmlformats.org/presentationml/2006/ole">
            <mc:AlternateContent xmlns:mc="http://schemas.openxmlformats.org/markup-compatibility/2006">
              <mc:Choice xmlns:v="urn:schemas-microsoft-com:vml" Requires="v">
                <p:oleObj spid="_x0000_s48154" name="Equation" r:id="rId11" imgW="914400" imgH="457200" progId="Equation.DSMT4">
                  <p:embed/>
                </p:oleObj>
              </mc:Choice>
              <mc:Fallback>
                <p:oleObj name="Equation" r:id="rId11" imgW="914400" imgH="457200" progId="Equation.DSMT4">
                  <p:embed/>
                  <p:pic>
                    <p:nvPicPr>
                      <p:cNvPr id="110600" name="Object 8">
                        <a:extLst>
                          <a:ext uri="{FF2B5EF4-FFF2-40B4-BE49-F238E27FC236}">
                            <a16:creationId xmlns:a16="http://schemas.microsoft.com/office/drawing/2014/main" id="{9BE53A1F-AA40-4645-BA0B-BB98E7138263}"/>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403350" y="5192713"/>
                        <a:ext cx="2160588" cy="1081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10595"/>
                                        </p:tgtEl>
                                        <p:attrNameLst>
                                          <p:attrName>style.visibility</p:attrName>
                                        </p:attrNameLst>
                                      </p:cBhvr>
                                      <p:to>
                                        <p:strVal val="visible"/>
                                      </p:to>
                                    </p:set>
                                    <p:animEffect transition="in" filter="blinds(horizontal)">
                                      <p:cBhvr>
                                        <p:cTn id="7" dur="500"/>
                                        <p:tgtEl>
                                          <p:spTgt spid="11059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110598"/>
                                        </p:tgtEl>
                                        <p:attrNameLst>
                                          <p:attrName>style.visibility</p:attrName>
                                        </p:attrNameLst>
                                      </p:cBhvr>
                                      <p:to>
                                        <p:strVal val="visible"/>
                                      </p:to>
                                    </p:set>
                                    <p:animEffect transition="in" filter="wipe(down)">
                                      <p:cBhvr>
                                        <p:cTn id="12" dur="500"/>
                                        <p:tgtEl>
                                          <p:spTgt spid="11059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110599"/>
                                        </p:tgtEl>
                                        <p:attrNameLst>
                                          <p:attrName>style.visibility</p:attrName>
                                        </p:attrNameLst>
                                      </p:cBhvr>
                                      <p:to>
                                        <p:strVal val="visible"/>
                                      </p:to>
                                    </p:set>
                                    <p:animEffect transition="in" filter="wipe(down)">
                                      <p:cBhvr>
                                        <p:cTn id="17" dur="500"/>
                                        <p:tgtEl>
                                          <p:spTgt spid="11059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110600"/>
                                        </p:tgtEl>
                                        <p:attrNameLst>
                                          <p:attrName>style.visibility</p:attrName>
                                        </p:attrNameLst>
                                      </p:cBhvr>
                                      <p:to>
                                        <p:strVal val="visible"/>
                                      </p:to>
                                    </p:set>
                                    <p:animEffect transition="in" filter="wipe(down)">
                                      <p:cBhvr>
                                        <p:cTn id="22" dur="500"/>
                                        <p:tgtEl>
                                          <p:spTgt spid="1106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446856" y="548680"/>
            <a:ext cx="8229600" cy="1925637"/>
            <a:chOff x="467544" y="-124891"/>
            <a:chExt cx="8229600" cy="1925637"/>
          </a:xfrm>
        </p:grpSpPr>
        <p:sp>
          <p:nvSpPr>
            <p:cNvPr id="13" name="内容占位符 2"/>
            <p:cNvSpPr txBox="1"/>
            <p:nvPr/>
          </p:nvSpPr>
          <p:spPr>
            <a:xfrm>
              <a:off x="467544" y="620688"/>
              <a:ext cx="8229600" cy="53265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zh-CN" altLang="en-US" sz="2400" b="1"/>
                <a:t>例</a:t>
              </a:r>
              <a:r>
                <a:rPr lang="en-US" altLang="zh-CN" sz="2400" b="1"/>
                <a:t>3</a:t>
              </a:r>
              <a:r>
                <a:rPr lang="en-US" altLang="zh-CN" sz="2400"/>
                <a:t>   </a:t>
              </a:r>
              <a:r>
                <a:rPr lang="zh-CN" altLang="en-US" sz="2400"/>
                <a:t>计算行列式                        </a:t>
              </a:r>
              <a:r>
                <a:rPr lang="en-US" altLang="zh-CN" sz="2400"/>
                <a:t>.</a:t>
              </a:r>
              <a:endParaRPr lang="zh-CN" altLang="en-US" sz="2400"/>
            </a:p>
          </p:txBody>
        </p:sp>
        <p:graphicFrame>
          <p:nvGraphicFramePr>
            <p:cNvPr id="10" name="对象 9"/>
            <p:cNvGraphicFramePr>
              <a:graphicFrameLocks noChangeAspect="1"/>
            </p:cNvGraphicFramePr>
            <p:nvPr/>
          </p:nvGraphicFramePr>
          <p:xfrm>
            <a:off x="2931072" y="-124891"/>
            <a:ext cx="2525712" cy="1925637"/>
          </p:xfrm>
          <a:graphic>
            <a:graphicData uri="http://schemas.openxmlformats.org/presentationml/2006/ole">
              <mc:AlternateContent xmlns:mc="http://schemas.openxmlformats.org/markup-compatibility/2006">
                <mc:Choice xmlns:v="urn:schemas-microsoft-com:vml" Requires="v">
                  <p:oleObj spid="_x0000_s49178" name="Equation" r:id="rId3" imgW="29565600" imgH="22555200" progId="Equation.DSMT4">
                    <p:embed/>
                  </p:oleObj>
                </mc:Choice>
                <mc:Fallback>
                  <p:oleObj name="Equation" r:id="rId3" imgW="29565600" imgH="22555200" progId="Equation.DSMT4">
                    <p:embed/>
                    <p:pic>
                      <p:nvPicPr>
                        <p:cNvPr id="0" name="图片 27747"/>
                        <p:cNvPicPr>
                          <a:picLocks noChangeAspect="1" noChangeArrowheads="1"/>
                        </p:cNvPicPr>
                        <p:nvPr/>
                      </p:nvPicPr>
                      <p:blipFill>
                        <a:blip r:embed="rId4"/>
                        <a:srcRect/>
                        <a:stretch>
                          <a:fillRect/>
                        </a:stretch>
                      </p:blipFill>
                      <p:spPr bwMode="auto">
                        <a:xfrm>
                          <a:off x="2931072" y="-124891"/>
                          <a:ext cx="2525712" cy="192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6" name="内容占位符 2"/>
          <p:cNvSpPr txBox="1"/>
          <p:nvPr/>
        </p:nvSpPr>
        <p:spPr>
          <a:xfrm>
            <a:off x="467544" y="3209875"/>
            <a:ext cx="648072" cy="53265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zh-CN" altLang="en-US" sz="2400" b="1"/>
              <a:t>解</a:t>
            </a:r>
          </a:p>
        </p:txBody>
      </p:sp>
      <p:sp>
        <p:nvSpPr>
          <p:cNvPr id="23" name="内容占位符 2"/>
          <p:cNvSpPr txBox="1"/>
          <p:nvPr/>
        </p:nvSpPr>
        <p:spPr>
          <a:xfrm>
            <a:off x="467544" y="6021288"/>
            <a:ext cx="8229600" cy="72008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zh-CN" altLang="en-US" sz="2400" b="1">
                <a:solidFill>
                  <a:srgbClr val="FF0000"/>
                </a:solidFill>
              </a:rPr>
              <a:t>总结：三角行列式的值等于主对角线上所有元素的乘积</a:t>
            </a:r>
            <a:r>
              <a:rPr lang="en-US" altLang="zh-CN" sz="2400" b="1">
                <a:solidFill>
                  <a:srgbClr val="FF0000"/>
                </a:solidFill>
              </a:rPr>
              <a:t>.</a:t>
            </a:r>
            <a:endParaRPr lang="zh-CN" altLang="en-US" sz="2400" b="1">
              <a:solidFill>
                <a:srgbClr val="FF0000"/>
              </a:solidFill>
            </a:endParaRPr>
          </a:p>
        </p:txBody>
      </p:sp>
      <p:graphicFrame>
        <p:nvGraphicFramePr>
          <p:cNvPr id="12" name="对象 11"/>
          <p:cNvGraphicFramePr>
            <a:graphicFrameLocks noChangeAspect="1"/>
          </p:cNvGraphicFramePr>
          <p:nvPr/>
        </p:nvGraphicFramePr>
        <p:xfrm>
          <a:off x="1187624" y="2464966"/>
          <a:ext cx="2525712" cy="1925637"/>
        </p:xfrm>
        <a:graphic>
          <a:graphicData uri="http://schemas.openxmlformats.org/presentationml/2006/ole">
            <mc:AlternateContent xmlns:mc="http://schemas.openxmlformats.org/markup-compatibility/2006">
              <mc:Choice xmlns:v="urn:schemas-microsoft-com:vml" Requires="v">
                <p:oleObj spid="_x0000_s49179" name="Equation" r:id="rId5" imgW="29565600" imgH="22555200" progId="Equation.DSMT4">
                  <p:embed/>
                </p:oleObj>
              </mc:Choice>
              <mc:Fallback>
                <p:oleObj name="Equation" r:id="rId5" imgW="29565600" imgH="22555200" progId="Equation.DSMT4">
                  <p:embed/>
                  <p:pic>
                    <p:nvPicPr>
                      <p:cNvPr id="0" name="图片 27748"/>
                      <p:cNvPicPr>
                        <a:picLocks noChangeAspect="1" noChangeArrowheads="1"/>
                      </p:cNvPicPr>
                      <p:nvPr/>
                    </p:nvPicPr>
                    <p:blipFill>
                      <a:blip r:embed="rId6"/>
                      <a:srcRect/>
                      <a:stretch>
                        <a:fillRect/>
                      </a:stretch>
                    </p:blipFill>
                    <p:spPr bwMode="auto">
                      <a:xfrm>
                        <a:off x="1187624" y="2464966"/>
                        <a:ext cx="2525712" cy="192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 name="对象 2"/>
          <p:cNvGraphicFramePr>
            <a:graphicFrameLocks noChangeAspect="1"/>
          </p:cNvGraphicFramePr>
          <p:nvPr/>
        </p:nvGraphicFramePr>
        <p:xfrm>
          <a:off x="3749675" y="2747367"/>
          <a:ext cx="3306763" cy="1457325"/>
        </p:xfrm>
        <a:graphic>
          <a:graphicData uri="http://schemas.openxmlformats.org/presentationml/2006/ole">
            <mc:AlternateContent xmlns:mc="http://schemas.openxmlformats.org/markup-compatibility/2006">
              <mc:Choice xmlns:v="urn:schemas-microsoft-com:vml" Requires="v">
                <p:oleObj spid="_x0000_s49180" name="Equation" r:id="rId7" imgW="38709600" imgH="17068800" progId="Equation.DSMT4">
                  <p:embed/>
                </p:oleObj>
              </mc:Choice>
              <mc:Fallback>
                <p:oleObj name="Equation" r:id="rId7" imgW="38709600" imgH="17068800" progId="Equation.DSMT4">
                  <p:embed/>
                  <p:pic>
                    <p:nvPicPr>
                      <p:cNvPr id="0" name="对象 11"/>
                      <p:cNvPicPr>
                        <a:picLocks noChangeAspect="1" noChangeArrowheads="1"/>
                      </p:cNvPicPr>
                      <p:nvPr/>
                    </p:nvPicPr>
                    <p:blipFill>
                      <a:blip r:embed="rId8"/>
                      <a:srcRect/>
                      <a:stretch>
                        <a:fillRect/>
                      </a:stretch>
                    </p:blipFill>
                    <p:spPr bwMode="auto">
                      <a:xfrm>
                        <a:off x="3749675" y="2747367"/>
                        <a:ext cx="3306763" cy="145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对象 3"/>
          <p:cNvGraphicFramePr>
            <a:graphicFrameLocks noChangeAspect="1"/>
          </p:cNvGraphicFramePr>
          <p:nvPr/>
        </p:nvGraphicFramePr>
        <p:xfrm>
          <a:off x="1135584" y="4461867"/>
          <a:ext cx="2500312" cy="1457325"/>
        </p:xfrm>
        <a:graphic>
          <a:graphicData uri="http://schemas.openxmlformats.org/presentationml/2006/ole">
            <mc:AlternateContent xmlns:mc="http://schemas.openxmlformats.org/markup-compatibility/2006">
              <mc:Choice xmlns:v="urn:schemas-microsoft-com:vml" Requires="v">
                <p:oleObj spid="_x0000_s49181" name="Equation" r:id="rId9" imgW="29260800" imgH="17068800" progId="Equation.DSMT4">
                  <p:embed/>
                </p:oleObj>
              </mc:Choice>
              <mc:Fallback>
                <p:oleObj name="Equation" r:id="rId9" imgW="29260800" imgH="17068800" progId="Equation.DSMT4">
                  <p:embed/>
                  <p:pic>
                    <p:nvPicPr>
                      <p:cNvPr id="0" name="对象 2"/>
                      <p:cNvPicPr>
                        <a:picLocks noChangeAspect="1" noChangeArrowheads="1"/>
                      </p:cNvPicPr>
                      <p:nvPr/>
                    </p:nvPicPr>
                    <p:blipFill>
                      <a:blip r:embed="rId10"/>
                      <a:srcRect/>
                      <a:stretch>
                        <a:fillRect/>
                      </a:stretch>
                    </p:blipFill>
                    <p:spPr bwMode="auto">
                      <a:xfrm>
                        <a:off x="1135584" y="4461867"/>
                        <a:ext cx="2500312" cy="145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对象 4"/>
          <p:cNvGraphicFramePr>
            <a:graphicFrameLocks noChangeAspect="1"/>
          </p:cNvGraphicFramePr>
          <p:nvPr/>
        </p:nvGraphicFramePr>
        <p:xfrm>
          <a:off x="3664620" y="4695230"/>
          <a:ext cx="2995612" cy="989012"/>
        </p:xfrm>
        <a:graphic>
          <a:graphicData uri="http://schemas.openxmlformats.org/presentationml/2006/ole">
            <mc:AlternateContent xmlns:mc="http://schemas.openxmlformats.org/markup-compatibility/2006">
              <mc:Choice xmlns:v="urn:schemas-microsoft-com:vml" Requires="v">
                <p:oleObj spid="_x0000_s49182" name="Equation" r:id="rId11" imgW="35052000" imgH="11582400" progId="Equation.DSMT4">
                  <p:embed/>
                </p:oleObj>
              </mc:Choice>
              <mc:Fallback>
                <p:oleObj name="Equation" r:id="rId11" imgW="35052000" imgH="11582400" progId="Equation.DSMT4">
                  <p:embed/>
                  <p:pic>
                    <p:nvPicPr>
                      <p:cNvPr id="0" name="对象 3"/>
                      <p:cNvPicPr>
                        <a:picLocks noChangeAspect="1" noChangeArrowheads="1"/>
                      </p:cNvPicPr>
                      <p:nvPr/>
                    </p:nvPicPr>
                    <p:blipFill>
                      <a:blip r:embed="rId12"/>
                      <a:srcRect/>
                      <a:stretch>
                        <a:fillRect/>
                      </a:stretch>
                    </p:blipFill>
                    <p:spPr bwMode="auto">
                      <a:xfrm>
                        <a:off x="3664620" y="4695230"/>
                        <a:ext cx="2995612" cy="989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对象 5"/>
          <p:cNvGraphicFramePr>
            <a:graphicFrameLocks noChangeAspect="1"/>
          </p:cNvGraphicFramePr>
          <p:nvPr/>
        </p:nvGraphicFramePr>
        <p:xfrm>
          <a:off x="6732240" y="4939705"/>
          <a:ext cx="1692275" cy="468312"/>
        </p:xfrm>
        <a:graphic>
          <a:graphicData uri="http://schemas.openxmlformats.org/presentationml/2006/ole">
            <mc:AlternateContent xmlns:mc="http://schemas.openxmlformats.org/markup-compatibility/2006">
              <mc:Choice xmlns:v="urn:schemas-microsoft-com:vml" Requires="v">
                <p:oleObj spid="_x0000_s49183" name="Equation" r:id="rId13" imgW="19812000" imgH="5486400" progId="Equation.DSMT4">
                  <p:embed/>
                </p:oleObj>
              </mc:Choice>
              <mc:Fallback>
                <p:oleObj name="Equation" r:id="rId13" imgW="19812000" imgH="5486400" progId="Equation.DSMT4">
                  <p:embed/>
                  <p:pic>
                    <p:nvPicPr>
                      <p:cNvPr id="0" name="对象 4"/>
                      <p:cNvPicPr>
                        <a:picLocks noChangeAspect="1" noChangeArrowheads="1"/>
                      </p:cNvPicPr>
                      <p:nvPr/>
                    </p:nvPicPr>
                    <p:blipFill>
                      <a:blip r:embed="rId14"/>
                      <a:srcRect/>
                      <a:stretch>
                        <a:fillRect/>
                      </a:stretch>
                    </p:blipFill>
                    <p:spPr bwMode="auto">
                      <a:xfrm>
                        <a:off x="6732240" y="4939705"/>
                        <a:ext cx="1692275"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直角三角形 13"/>
          <p:cNvSpPr/>
          <p:nvPr/>
        </p:nvSpPr>
        <p:spPr>
          <a:xfrm>
            <a:off x="0" y="5873377"/>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5" name="直角三角形 14"/>
          <p:cNvSpPr/>
          <p:nvPr/>
        </p:nvSpPr>
        <p:spPr>
          <a:xfrm rot="16200000">
            <a:off x="8130760" y="5832084"/>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left)">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left)">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left)">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wipe(left)">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wipe(left)">
                                      <p:cBhvr>
                                        <p:cTn id="3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3"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内容占位符 2"/>
          <p:cNvSpPr txBox="1"/>
          <p:nvPr/>
        </p:nvSpPr>
        <p:spPr>
          <a:xfrm>
            <a:off x="467544" y="1484784"/>
            <a:ext cx="8229600" cy="3456384"/>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zh-CN" altLang="en-US" sz="2400"/>
              <a:t>对行列式也可以实施三种初等变换：</a:t>
            </a:r>
            <a:endParaRPr lang="en-US" altLang="zh-CN" sz="2400"/>
          </a:p>
          <a:p>
            <a:pPr marL="0" indent="0">
              <a:lnSpc>
                <a:spcPct val="150000"/>
              </a:lnSpc>
              <a:buFont typeface="Arial" panose="020B0604020202020204" pitchFamily="34" charset="0"/>
              <a:buNone/>
            </a:pPr>
            <a:r>
              <a:rPr lang="zh-CN" altLang="en-US" sz="2400"/>
              <a:t>（</a:t>
            </a:r>
            <a:r>
              <a:rPr lang="en-US" altLang="zh-CN" sz="2400"/>
              <a:t>1</a:t>
            </a:r>
            <a:r>
              <a:rPr lang="zh-CN" altLang="en-US" sz="2400"/>
              <a:t>）对调第</a:t>
            </a:r>
            <a:r>
              <a:rPr lang="zh-CN" altLang="en-US" sz="800"/>
              <a:t> </a:t>
            </a:r>
            <a:r>
              <a:rPr lang="en-US" altLang="zh-CN" sz="2400" i="1">
                <a:latin typeface="Times New Roman" panose="02020603050405020304" pitchFamily="18" charset="0"/>
                <a:cs typeface="Times New Roman" panose="02020603050405020304" pitchFamily="18" charset="0"/>
              </a:rPr>
              <a:t>i </a:t>
            </a:r>
            <a:r>
              <a:rPr lang="zh-CN" altLang="en-US" sz="2400"/>
              <a:t>行（列）和第</a:t>
            </a:r>
            <a:r>
              <a:rPr lang="zh-CN" altLang="en-US" sz="800"/>
              <a:t> </a:t>
            </a:r>
            <a:r>
              <a:rPr lang="en-US" altLang="zh-CN" sz="2400" i="1">
                <a:latin typeface="Times New Roman" panose="02020603050405020304" pitchFamily="18" charset="0"/>
                <a:cs typeface="Times New Roman" panose="02020603050405020304" pitchFamily="18" charset="0"/>
              </a:rPr>
              <a:t>j </a:t>
            </a:r>
            <a:r>
              <a:rPr lang="zh-CN" altLang="en-US" sz="2400"/>
              <a:t>行（列），记为 </a:t>
            </a:r>
            <a:endParaRPr lang="en-US" altLang="zh-CN" sz="2400"/>
          </a:p>
          <a:p>
            <a:pPr marL="0" indent="0">
              <a:lnSpc>
                <a:spcPct val="150000"/>
              </a:lnSpc>
              <a:buNone/>
            </a:pPr>
            <a:r>
              <a:rPr lang="zh-CN" altLang="en-US" sz="2400"/>
              <a:t>（</a:t>
            </a:r>
            <a:r>
              <a:rPr lang="en-US" altLang="zh-CN" sz="2400"/>
              <a:t>2</a:t>
            </a:r>
            <a:r>
              <a:rPr lang="zh-CN" altLang="en-US" sz="2400"/>
              <a:t>）以数</a:t>
            </a:r>
            <a:r>
              <a:rPr lang="en-US" altLang="zh-CN" sz="2400" i="1">
                <a:latin typeface="Times New Roman" panose="02020603050405020304" pitchFamily="18" charset="0"/>
                <a:cs typeface="Times New Roman" panose="02020603050405020304" pitchFamily="18" charset="0"/>
              </a:rPr>
              <a:t>k</a:t>
            </a:r>
            <a:r>
              <a:rPr lang="zh-CN" altLang="en-US" sz="2400">
                <a:latin typeface="Times New Roman" panose="02020603050405020304" pitchFamily="18" charset="0"/>
                <a:cs typeface="Times New Roman" panose="02020603050405020304" pitchFamily="18" charset="0"/>
              </a:rPr>
              <a:t>（</a:t>
            </a:r>
            <a:r>
              <a:rPr lang="en-US" altLang="zh-CN" sz="2400" i="1">
                <a:latin typeface="Times New Roman" panose="02020603050405020304" pitchFamily="18" charset="0"/>
                <a:cs typeface="Times New Roman" panose="02020603050405020304" pitchFamily="18" charset="0"/>
              </a:rPr>
              <a:t>k</a:t>
            </a:r>
            <a:r>
              <a:rPr lang="zh-CN" altLang="en-US" sz="2400">
                <a:latin typeface="Times New Roman" panose="02020603050405020304" pitchFamily="18" charset="0"/>
                <a:cs typeface="Times New Roman" panose="02020603050405020304" pitchFamily="18" charset="0"/>
              </a:rPr>
              <a:t>≠</a:t>
            </a:r>
            <a:r>
              <a:rPr lang="en-US" altLang="zh-CN" sz="2400">
                <a:latin typeface="Times New Roman" panose="02020603050405020304" pitchFamily="18" charset="0"/>
                <a:cs typeface="Times New Roman" panose="02020603050405020304" pitchFamily="18" charset="0"/>
              </a:rPr>
              <a:t>0</a:t>
            </a:r>
            <a:r>
              <a:rPr lang="zh-CN" altLang="en-US" sz="2400">
                <a:latin typeface="Times New Roman" panose="02020603050405020304" pitchFamily="18" charset="0"/>
                <a:cs typeface="Times New Roman" panose="02020603050405020304" pitchFamily="18" charset="0"/>
              </a:rPr>
              <a:t>）</a:t>
            </a:r>
            <a:r>
              <a:rPr lang="zh-CN" altLang="en-US" sz="2400"/>
              <a:t>乘第</a:t>
            </a:r>
            <a:r>
              <a:rPr lang="zh-CN" altLang="en-US" sz="800"/>
              <a:t> </a:t>
            </a:r>
            <a:r>
              <a:rPr lang="en-US" altLang="zh-CN" sz="2400" i="1">
                <a:latin typeface="Times New Roman" panose="02020603050405020304" pitchFamily="18" charset="0"/>
                <a:cs typeface="Times New Roman" panose="02020603050405020304" pitchFamily="18" charset="0"/>
              </a:rPr>
              <a:t>i </a:t>
            </a:r>
            <a:r>
              <a:rPr lang="zh-CN" altLang="en-US" sz="2400"/>
              <a:t>行（列）每个元素，记为</a:t>
            </a:r>
            <a:endParaRPr lang="en-US" altLang="zh-CN" sz="2400"/>
          </a:p>
          <a:p>
            <a:pPr marL="0" indent="0">
              <a:lnSpc>
                <a:spcPct val="150000"/>
              </a:lnSpc>
              <a:buNone/>
            </a:pPr>
            <a:r>
              <a:rPr lang="zh-CN" altLang="en-US" sz="2400"/>
              <a:t>（</a:t>
            </a:r>
            <a:r>
              <a:rPr lang="en-US" altLang="zh-CN" sz="2400"/>
              <a:t>3</a:t>
            </a:r>
            <a:r>
              <a:rPr lang="zh-CN" altLang="en-US" sz="2400"/>
              <a:t>）第</a:t>
            </a:r>
            <a:r>
              <a:rPr lang="zh-CN" altLang="en-US" sz="800"/>
              <a:t> </a:t>
            </a:r>
            <a:r>
              <a:rPr lang="en-US" altLang="zh-CN" sz="2400" i="1">
                <a:latin typeface="Times New Roman" panose="02020603050405020304" pitchFamily="18" charset="0"/>
                <a:cs typeface="Times New Roman" panose="02020603050405020304" pitchFamily="18" charset="0"/>
              </a:rPr>
              <a:t>j </a:t>
            </a:r>
            <a:r>
              <a:rPr lang="zh-CN" altLang="en-US" sz="2400"/>
              <a:t>行（列）的每个元素乘同一常数</a:t>
            </a:r>
            <a:r>
              <a:rPr lang="en-US" altLang="zh-CN" sz="2400" i="1">
                <a:latin typeface="Times New Roman" panose="02020603050405020304" pitchFamily="18" charset="0"/>
                <a:cs typeface="Times New Roman" panose="02020603050405020304" pitchFamily="18" charset="0"/>
              </a:rPr>
              <a:t>k</a:t>
            </a:r>
            <a:r>
              <a:rPr lang="zh-CN" altLang="en-US" sz="2400"/>
              <a:t>再加到第</a:t>
            </a:r>
            <a:r>
              <a:rPr lang="zh-CN" altLang="en-US" sz="800"/>
              <a:t> </a:t>
            </a:r>
            <a:r>
              <a:rPr lang="en-US" altLang="zh-CN" sz="2400" i="1">
                <a:latin typeface="Times New Roman" panose="02020603050405020304" pitchFamily="18" charset="0"/>
                <a:cs typeface="Times New Roman" panose="02020603050405020304" pitchFamily="18" charset="0"/>
              </a:rPr>
              <a:t>i </a:t>
            </a:r>
            <a:r>
              <a:rPr lang="zh-CN" altLang="en-US" sz="2400"/>
              <a:t>行（列）的对应元素上，记为</a:t>
            </a:r>
          </a:p>
        </p:txBody>
      </p:sp>
      <p:sp>
        <p:nvSpPr>
          <p:cNvPr id="13" name="标题 1"/>
          <p:cNvSpPr>
            <a:spLocks noGrp="1"/>
          </p:cNvSpPr>
          <p:nvPr>
            <p:ph type="title"/>
          </p:nvPr>
        </p:nvSpPr>
        <p:spPr/>
        <p:txBody>
          <a:bodyPr>
            <a:normAutofit/>
          </a:bodyPr>
          <a:lstStyle/>
          <a:p>
            <a:pPr algn="l"/>
            <a:r>
              <a:rPr lang="zh-CN" altLang="en-US" sz="3600"/>
              <a:t>六、行列式的性质</a:t>
            </a:r>
          </a:p>
        </p:txBody>
      </p:sp>
      <p:graphicFrame>
        <p:nvGraphicFramePr>
          <p:cNvPr id="2" name="对象 1"/>
          <p:cNvGraphicFramePr>
            <a:graphicFrameLocks noChangeAspect="1"/>
          </p:cNvGraphicFramePr>
          <p:nvPr/>
        </p:nvGraphicFramePr>
        <p:xfrm>
          <a:off x="6686872" y="2285628"/>
          <a:ext cx="2133600" cy="495300"/>
        </p:xfrm>
        <a:graphic>
          <a:graphicData uri="http://schemas.openxmlformats.org/presentationml/2006/ole">
            <mc:AlternateContent xmlns:mc="http://schemas.openxmlformats.org/markup-compatibility/2006">
              <mc:Choice xmlns:v="urn:schemas-microsoft-com:vml" Requires="v">
                <p:oleObj spid="_x0000_s50190" name="Equation" r:id="rId3" imgW="24993600" imgH="5791200" progId="Equation.DSMT4">
                  <p:embed/>
                </p:oleObj>
              </mc:Choice>
              <mc:Fallback>
                <p:oleObj name="Equation" r:id="rId3" imgW="24993600" imgH="5791200" progId="Equation.DSMT4">
                  <p:embed/>
                  <p:pic>
                    <p:nvPicPr>
                      <p:cNvPr id="0" name="对象 4"/>
                      <p:cNvPicPr>
                        <a:picLocks noChangeAspect="1" noChangeArrowheads="1"/>
                      </p:cNvPicPr>
                      <p:nvPr/>
                    </p:nvPicPr>
                    <p:blipFill>
                      <a:blip r:embed="rId4"/>
                      <a:srcRect/>
                      <a:stretch>
                        <a:fillRect/>
                      </a:stretch>
                    </p:blipFill>
                    <p:spPr bwMode="auto">
                      <a:xfrm>
                        <a:off x="6686872" y="2285628"/>
                        <a:ext cx="21336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 name="对象 2"/>
          <p:cNvGraphicFramePr>
            <a:graphicFrameLocks noChangeAspect="1"/>
          </p:cNvGraphicFramePr>
          <p:nvPr/>
        </p:nvGraphicFramePr>
        <p:xfrm>
          <a:off x="7308304" y="2852936"/>
          <a:ext cx="1535113" cy="469900"/>
        </p:xfrm>
        <a:graphic>
          <a:graphicData uri="http://schemas.openxmlformats.org/presentationml/2006/ole">
            <mc:AlternateContent xmlns:mc="http://schemas.openxmlformats.org/markup-compatibility/2006">
              <mc:Choice xmlns:v="urn:schemas-microsoft-com:vml" Requires="v">
                <p:oleObj spid="_x0000_s50191" name="Equation" r:id="rId5" imgW="17983200" imgH="5486400" progId="Equation.DSMT4">
                  <p:embed/>
                </p:oleObj>
              </mc:Choice>
              <mc:Fallback>
                <p:oleObj name="Equation" r:id="rId5" imgW="17983200" imgH="5486400" progId="Equation.DSMT4">
                  <p:embed/>
                  <p:pic>
                    <p:nvPicPr>
                      <p:cNvPr id="0" name="对象 1"/>
                      <p:cNvPicPr>
                        <a:picLocks noChangeAspect="1" noChangeArrowheads="1"/>
                      </p:cNvPicPr>
                      <p:nvPr/>
                    </p:nvPicPr>
                    <p:blipFill>
                      <a:blip r:embed="rId6"/>
                      <a:srcRect/>
                      <a:stretch>
                        <a:fillRect/>
                      </a:stretch>
                    </p:blipFill>
                    <p:spPr bwMode="auto">
                      <a:xfrm>
                        <a:off x="7308304" y="2852936"/>
                        <a:ext cx="1535113"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对象 3"/>
          <p:cNvGraphicFramePr>
            <a:graphicFrameLocks noChangeAspect="1"/>
          </p:cNvGraphicFramePr>
          <p:nvPr/>
        </p:nvGraphicFramePr>
        <p:xfrm>
          <a:off x="3275856" y="4085828"/>
          <a:ext cx="2028825" cy="495300"/>
        </p:xfrm>
        <a:graphic>
          <a:graphicData uri="http://schemas.openxmlformats.org/presentationml/2006/ole">
            <mc:AlternateContent xmlns:mc="http://schemas.openxmlformats.org/markup-compatibility/2006">
              <mc:Choice xmlns:v="urn:schemas-microsoft-com:vml" Requires="v">
                <p:oleObj spid="_x0000_s50192" name="Equation" r:id="rId7" imgW="23774400" imgH="5791200" progId="Equation.DSMT4">
                  <p:embed/>
                </p:oleObj>
              </mc:Choice>
              <mc:Fallback>
                <p:oleObj name="Equation" r:id="rId7" imgW="23774400" imgH="5791200" progId="Equation.DSMT4">
                  <p:embed/>
                  <p:pic>
                    <p:nvPicPr>
                      <p:cNvPr id="0" name="对象 2"/>
                      <p:cNvPicPr>
                        <a:picLocks noChangeAspect="1" noChangeArrowheads="1"/>
                      </p:cNvPicPr>
                      <p:nvPr/>
                    </p:nvPicPr>
                    <p:blipFill>
                      <a:blip r:embed="rId8"/>
                      <a:srcRect/>
                      <a:stretch>
                        <a:fillRect/>
                      </a:stretch>
                    </p:blipFill>
                    <p:spPr bwMode="auto">
                      <a:xfrm>
                        <a:off x="3275856" y="4085828"/>
                        <a:ext cx="2028825"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内容占位符 2"/>
          <p:cNvSpPr txBox="1"/>
          <p:nvPr/>
        </p:nvSpPr>
        <p:spPr>
          <a:xfrm>
            <a:off x="475995" y="4941168"/>
            <a:ext cx="8229600" cy="122413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zh-CN" altLang="en-US" sz="2400"/>
              <a:t>对行列式实施以上三种初等变换，得到的行列式的值与原行列式的值之间有何关系呢？</a:t>
            </a:r>
          </a:p>
        </p:txBody>
      </p:sp>
      <p:sp>
        <p:nvSpPr>
          <p:cNvPr id="8" name="直角三角形 7"/>
          <p:cNvSpPr/>
          <p:nvPr/>
        </p:nvSpPr>
        <p:spPr>
          <a:xfrm>
            <a:off x="0" y="5873377"/>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9" name="直角三角形 8"/>
          <p:cNvSpPr/>
          <p:nvPr/>
        </p:nvSpPr>
        <p:spPr>
          <a:xfrm rot="16200000">
            <a:off x="8130760" y="5832084"/>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56" name="日期占位符 1">
            <a:extLst>
              <a:ext uri="{FF2B5EF4-FFF2-40B4-BE49-F238E27FC236}">
                <a16:creationId xmlns:a16="http://schemas.microsoft.com/office/drawing/2014/main" id="{3711424B-0F4C-413F-ABCC-C2ED1811E7AD}"/>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8FE197A-F8CA-406C-8F43-4F8B016978DA}" type="datetime1">
              <a:rPr lang="zh-CN" altLang="en-US" smtClean="0"/>
              <a:pPr eaLnBrk="1" hangingPunct="1"/>
              <a:t>2025/2/28</a:t>
            </a:fld>
            <a:endParaRPr lang="en-US" altLang="zh-CN"/>
          </a:p>
        </p:txBody>
      </p:sp>
      <p:sp>
        <p:nvSpPr>
          <p:cNvPr id="35857" name="页脚占位符 2">
            <a:extLst>
              <a:ext uri="{FF2B5EF4-FFF2-40B4-BE49-F238E27FC236}">
                <a16:creationId xmlns:a16="http://schemas.microsoft.com/office/drawing/2014/main" id="{A2A04B63-242E-4BA6-AAEA-4F56668E3827}"/>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dirty="0"/>
              <a:t>(共20页)</a:t>
            </a:r>
          </a:p>
        </p:txBody>
      </p:sp>
      <p:sp>
        <p:nvSpPr>
          <p:cNvPr id="35858" name="灯片编号占位符 3">
            <a:extLst>
              <a:ext uri="{FF2B5EF4-FFF2-40B4-BE49-F238E27FC236}">
                <a16:creationId xmlns:a16="http://schemas.microsoft.com/office/drawing/2014/main" id="{C7D657D8-68A7-460E-B987-34C582477A5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0757D61-0F6E-430D-B160-584BE1F9BA4C}" type="slidenum">
              <a:rPr lang="en-US" altLang="zh-CN"/>
              <a:pPr eaLnBrk="1" hangingPunct="1"/>
              <a:t>51</a:t>
            </a:fld>
            <a:endParaRPr lang="en-US" altLang="zh-CN" dirty="0"/>
          </a:p>
        </p:txBody>
      </p:sp>
      <p:sp>
        <p:nvSpPr>
          <p:cNvPr id="35859" name="Text Box 4">
            <a:extLst>
              <a:ext uri="{FF2B5EF4-FFF2-40B4-BE49-F238E27FC236}">
                <a16:creationId xmlns:a16="http://schemas.microsoft.com/office/drawing/2014/main" id="{CEE7EC37-C878-4E03-ADF7-DCD242CC8F8F}"/>
              </a:ext>
            </a:extLst>
          </p:cNvPr>
          <p:cNvSpPr txBox="1">
            <a:spLocks noChangeArrowheads="1"/>
          </p:cNvSpPr>
          <p:nvPr/>
        </p:nvSpPr>
        <p:spPr bwMode="auto">
          <a:xfrm>
            <a:off x="468313" y="1533525"/>
            <a:ext cx="7399783"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dirty="0">
                <a:solidFill>
                  <a:schemeClr val="accent2"/>
                </a:solidFill>
                <a:latin typeface="楷体_GB2312" pitchFamily="49" charset="-122"/>
                <a:ea typeface="楷体_GB2312" pitchFamily="49" charset="-122"/>
              </a:rPr>
              <a:t>将行列式</a:t>
            </a:r>
            <a:r>
              <a:rPr kumimoji="1" lang="en-US" altLang="zh-CN" sz="2800" b="1" dirty="0">
                <a:solidFill>
                  <a:schemeClr val="accent2"/>
                </a:solidFill>
                <a:latin typeface="楷体_GB2312" pitchFamily="49" charset="-122"/>
                <a:ea typeface="楷体_GB2312" pitchFamily="49" charset="-122"/>
              </a:rPr>
              <a:t>D</a:t>
            </a:r>
            <a:r>
              <a:rPr kumimoji="1" lang="zh-CN" altLang="en-US" sz="2800" b="1" dirty="0">
                <a:solidFill>
                  <a:schemeClr val="accent2"/>
                </a:solidFill>
                <a:latin typeface="楷体_GB2312" pitchFamily="49" charset="-122"/>
                <a:ea typeface="楷体_GB2312" pitchFamily="49" charset="-122"/>
              </a:rPr>
              <a:t>的行列互换</a:t>
            </a:r>
            <a:r>
              <a:rPr kumimoji="1" lang="en-US" altLang="zh-CN" sz="2800" b="1" dirty="0">
                <a:solidFill>
                  <a:schemeClr val="accent2"/>
                </a:solidFill>
                <a:latin typeface="楷体_GB2312" pitchFamily="49" charset="-122"/>
                <a:ea typeface="楷体_GB2312" pitchFamily="49" charset="-122"/>
              </a:rPr>
              <a:t>,</a:t>
            </a:r>
            <a:r>
              <a:rPr kumimoji="1" lang="zh-CN" altLang="en-US" sz="2800" b="1" dirty="0">
                <a:solidFill>
                  <a:schemeClr val="accent2"/>
                </a:solidFill>
                <a:latin typeface="楷体_GB2312" pitchFamily="49" charset="-122"/>
                <a:ea typeface="楷体_GB2312" pitchFamily="49" charset="-122"/>
              </a:rPr>
              <a:t>得到的新行列式称为行</a:t>
            </a:r>
          </a:p>
          <a:p>
            <a:pPr eaLnBrk="1" hangingPunct="1"/>
            <a:r>
              <a:rPr kumimoji="1" lang="zh-CN" altLang="en-US" sz="2800" b="1" dirty="0">
                <a:solidFill>
                  <a:schemeClr val="accent2"/>
                </a:solidFill>
                <a:latin typeface="楷体_GB2312" pitchFamily="49" charset="-122"/>
                <a:ea typeface="楷体_GB2312" pitchFamily="49" charset="-122"/>
              </a:rPr>
              <a:t>列式</a:t>
            </a:r>
            <a:r>
              <a:rPr kumimoji="1" lang="en-US" altLang="zh-CN" sz="2800" b="1" dirty="0">
                <a:solidFill>
                  <a:schemeClr val="accent2"/>
                </a:solidFill>
                <a:latin typeface="楷体_GB2312" pitchFamily="49" charset="-122"/>
                <a:ea typeface="楷体_GB2312" pitchFamily="49" charset="-122"/>
              </a:rPr>
              <a:t>D</a:t>
            </a:r>
            <a:r>
              <a:rPr kumimoji="1" lang="zh-CN" altLang="en-US" sz="2800" b="1" dirty="0">
                <a:solidFill>
                  <a:schemeClr val="accent2"/>
                </a:solidFill>
                <a:latin typeface="楷体_GB2312" pitchFamily="49" charset="-122"/>
                <a:ea typeface="楷体_GB2312" pitchFamily="49" charset="-122"/>
              </a:rPr>
              <a:t>的</a:t>
            </a:r>
            <a:r>
              <a:rPr kumimoji="1" lang="zh-CN" altLang="en-US" sz="2800" b="1" dirty="0">
                <a:solidFill>
                  <a:srgbClr val="CC0000"/>
                </a:solidFill>
                <a:latin typeface="楷体_GB2312" pitchFamily="49" charset="-122"/>
                <a:ea typeface="楷体_GB2312" pitchFamily="49" charset="-122"/>
              </a:rPr>
              <a:t>转置行列式</a:t>
            </a:r>
            <a:r>
              <a:rPr kumimoji="1" lang="en-US" altLang="zh-CN" sz="2800" b="1" dirty="0">
                <a:solidFill>
                  <a:schemeClr val="accent2"/>
                </a:solidFill>
                <a:latin typeface="楷体_GB2312" pitchFamily="49" charset="-122"/>
                <a:ea typeface="楷体_GB2312" pitchFamily="49" charset="-122"/>
              </a:rPr>
              <a:t>,</a:t>
            </a:r>
            <a:r>
              <a:rPr kumimoji="1" lang="zh-CN" altLang="en-US" sz="2800" b="1" dirty="0">
                <a:solidFill>
                  <a:schemeClr val="accent2"/>
                </a:solidFill>
                <a:latin typeface="楷体_GB2312" pitchFamily="49" charset="-122"/>
                <a:ea typeface="楷体_GB2312" pitchFamily="49" charset="-122"/>
              </a:rPr>
              <a:t>记为</a:t>
            </a:r>
            <a:r>
              <a:rPr kumimoji="1" lang="en-US" altLang="zh-CN" sz="2800" b="1" dirty="0">
                <a:solidFill>
                  <a:schemeClr val="accent2"/>
                </a:solidFill>
                <a:latin typeface="楷体_GB2312" pitchFamily="49" charset="-122"/>
                <a:ea typeface="楷体_GB2312" pitchFamily="49" charset="-122"/>
              </a:rPr>
              <a:t>D</a:t>
            </a:r>
            <a:r>
              <a:rPr kumimoji="1" lang="en-US" altLang="zh-CN" sz="2800" b="1" baseline="30000" dirty="0">
                <a:solidFill>
                  <a:schemeClr val="accent2"/>
                </a:solidFill>
                <a:latin typeface="楷体_GB2312" pitchFamily="49" charset="-122"/>
                <a:ea typeface="楷体_GB2312" pitchFamily="49" charset="-122"/>
              </a:rPr>
              <a:t>T</a:t>
            </a:r>
            <a:r>
              <a:rPr kumimoji="1" lang="zh-CN" altLang="en-US" sz="2800" b="1" dirty="0">
                <a:solidFill>
                  <a:schemeClr val="accent2"/>
                </a:solidFill>
                <a:latin typeface="楷体_GB2312" pitchFamily="49" charset="-122"/>
                <a:ea typeface="楷体_GB2312" pitchFamily="49" charset="-122"/>
              </a:rPr>
              <a:t>或者</a:t>
            </a:r>
            <a:r>
              <a:rPr kumimoji="1" lang="en-US" altLang="zh-CN" sz="2800" b="1" dirty="0">
                <a:solidFill>
                  <a:schemeClr val="accent2"/>
                </a:solidFill>
                <a:latin typeface="楷体_GB2312" pitchFamily="49" charset="-122"/>
                <a:ea typeface="楷体_GB2312" pitchFamily="49" charset="-122"/>
              </a:rPr>
              <a:t>D′,</a:t>
            </a:r>
            <a:r>
              <a:rPr kumimoji="1" lang="zh-CN" altLang="en-US" sz="2800" b="1" dirty="0">
                <a:solidFill>
                  <a:schemeClr val="accent2"/>
                </a:solidFill>
                <a:latin typeface="楷体_GB2312" pitchFamily="49" charset="-122"/>
                <a:ea typeface="楷体_GB2312" pitchFamily="49" charset="-122"/>
              </a:rPr>
              <a:t>即若</a:t>
            </a:r>
            <a:r>
              <a:rPr kumimoji="1" lang="en-US" altLang="zh-CN" sz="2800" b="1" dirty="0">
                <a:solidFill>
                  <a:schemeClr val="accent2"/>
                </a:solidFill>
                <a:latin typeface="楷体_GB2312" pitchFamily="49" charset="-122"/>
                <a:ea typeface="楷体_GB2312" pitchFamily="49" charset="-122"/>
              </a:rPr>
              <a:t>:</a:t>
            </a:r>
          </a:p>
        </p:txBody>
      </p:sp>
      <p:grpSp>
        <p:nvGrpSpPr>
          <p:cNvPr id="2" name="Group 28">
            <a:extLst>
              <a:ext uri="{FF2B5EF4-FFF2-40B4-BE49-F238E27FC236}">
                <a16:creationId xmlns:a16="http://schemas.microsoft.com/office/drawing/2014/main" id="{E684F1AA-9F79-4EC3-B9B7-1DF14B11D004}"/>
              </a:ext>
            </a:extLst>
          </p:cNvPr>
          <p:cNvGrpSpPr>
            <a:grpSpLocks/>
          </p:cNvGrpSpPr>
          <p:nvPr/>
        </p:nvGrpSpPr>
        <p:grpSpPr bwMode="auto">
          <a:xfrm>
            <a:off x="554038" y="2924175"/>
            <a:ext cx="6754812" cy="2397125"/>
            <a:chOff x="349" y="1842"/>
            <a:chExt cx="4255" cy="1510"/>
          </a:xfrm>
        </p:grpSpPr>
        <p:sp>
          <p:nvSpPr>
            <p:cNvPr id="35862" name="Text Box 5">
              <a:extLst>
                <a:ext uri="{FF2B5EF4-FFF2-40B4-BE49-F238E27FC236}">
                  <a16:creationId xmlns:a16="http://schemas.microsoft.com/office/drawing/2014/main" id="{29CB08F9-E5C3-44E2-9F99-09A3A8C58DD8}"/>
                </a:ext>
              </a:extLst>
            </p:cNvPr>
            <p:cNvSpPr txBox="1">
              <a:spLocks noChangeArrowheads="1"/>
            </p:cNvSpPr>
            <p:nvPr/>
          </p:nvSpPr>
          <p:spPr bwMode="auto">
            <a:xfrm>
              <a:off x="839" y="1890"/>
              <a:ext cx="1488" cy="1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dirty="0">
                  <a:latin typeface="Times New Roman" panose="02020603050405020304" pitchFamily="18" charset="0"/>
                </a:rPr>
                <a:t>a</a:t>
              </a:r>
              <a:r>
                <a:rPr kumimoji="1" lang="en-US" altLang="zh-CN" sz="2400" b="1" baseline="-25000" dirty="0">
                  <a:latin typeface="Times New Roman" panose="02020603050405020304" pitchFamily="18" charset="0"/>
                </a:rPr>
                <a:t>11    </a:t>
              </a:r>
              <a:r>
                <a:rPr kumimoji="1" lang="en-US" altLang="zh-CN" sz="2400" b="1" dirty="0">
                  <a:latin typeface="Times New Roman" panose="02020603050405020304" pitchFamily="18" charset="0"/>
                </a:rPr>
                <a:t>a</a:t>
              </a:r>
              <a:r>
                <a:rPr kumimoji="1" lang="en-US" altLang="zh-CN" sz="2400" b="1" baseline="-25000" dirty="0">
                  <a:latin typeface="Times New Roman" panose="02020603050405020304" pitchFamily="18" charset="0"/>
                </a:rPr>
                <a:t>12</a:t>
              </a:r>
              <a:r>
                <a:rPr kumimoji="1" lang="en-US" altLang="zh-CN" sz="2400" b="1" dirty="0">
                  <a:latin typeface="Times New Roman" panose="02020603050405020304" pitchFamily="18" charset="0"/>
                </a:rPr>
                <a:t>         a</a:t>
              </a:r>
              <a:r>
                <a:rPr kumimoji="1" lang="en-US" altLang="zh-CN" sz="2400" b="1" baseline="-25000" dirty="0">
                  <a:latin typeface="Times New Roman" panose="02020603050405020304" pitchFamily="18" charset="0"/>
                </a:rPr>
                <a:t>1n</a:t>
              </a:r>
            </a:p>
            <a:p>
              <a:pPr eaLnBrk="1" hangingPunct="1"/>
              <a:endParaRPr kumimoji="1" lang="en-US" altLang="zh-CN" sz="2400" b="1" baseline="-25000" dirty="0">
                <a:latin typeface="Times New Roman" panose="02020603050405020304" pitchFamily="18" charset="0"/>
              </a:endParaRPr>
            </a:p>
            <a:p>
              <a:pPr eaLnBrk="1" hangingPunct="1"/>
              <a:r>
                <a:rPr kumimoji="1" lang="en-US" altLang="zh-CN" sz="2400" b="1" dirty="0">
                  <a:latin typeface="Times New Roman" panose="02020603050405020304" pitchFamily="18" charset="0"/>
                </a:rPr>
                <a:t>a</a:t>
              </a:r>
              <a:r>
                <a:rPr kumimoji="1" lang="en-US" altLang="zh-CN" sz="2400" b="1" baseline="-25000" dirty="0">
                  <a:latin typeface="Times New Roman" panose="02020603050405020304" pitchFamily="18" charset="0"/>
                </a:rPr>
                <a:t>21</a:t>
              </a:r>
              <a:r>
                <a:rPr kumimoji="1" lang="en-US" altLang="zh-CN" sz="2400" b="1" dirty="0">
                  <a:latin typeface="Times New Roman" panose="02020603050405020304" pitchFamily="18" charset="0"/>
                </a:rPr>
                <a:t>   a</a:t>
              </a:r>
              <a:r>
                <a:rPr kumimoji="1" lang="en-US" altLang="zh-CN" sz="2400" b="1" baseline="-25000" dirty="0">
                  <a:latin typeface="Times New Roman" panose="02020603050405020304" pitchFamily="18" charset="0"/>
                </a:rPr>
                <a:t>22</a:t>
              </a:r>
              <a:r>
                <a:rPr kumimoji="1" lang="en-US" altLang="zh-CN" sz="2400" b="1" dirty="0">
                  <a:latin typeface="Times New Roman" panose="02020603050405020304" pitchFamily="18" charset="0"/>
                </a:rPr>
                <a:t>          a</a:t>
              </a:r>
              <a:r>
                <a:rPr kumimoji="1" lang="en-US" altLang="zh-CN" sz="2400" b="1" baseline="-25000" dirty="0">
                  <a:latin typeface="Times New Roman" panose="02020603050405020304" pitchFamily="18" charset="0"/>
                </a:rPr>
                <a:t>2n</a:t>
              </a:r>
            </a:p>
            <a:p>
              <a:pPr eaLnBrk="1" hangingPunct="1"/>
              <a:endParaRPr kumimoji="1" lang="en-US" altLang="zh-CN" sz="2400" b="1" baseline="-25000" dirty="0">
                <a:latin typeface="Times New Roman" panose="02020603050405020304" pitchFamily="18" charset="0"/>
              </a:endParaRPr>
            </a:p>
            <a:p>
              <a:pPr eaLnBrk="1" hangingPunct="1"/>
              <a:endParaRPr kumimoji="1" lang="en-US" altLang="zh-CN" sz="2400" b="1" baseline="-25000" dirty="0">
                <a:latin typeface="Times New Roman" panose="02020603050405020304" pitchFamily="18" charset="0"/>
              </a:endParaRPr>
            </a:p>
            <a:p>
              <a:pPr eaLnBrk="1" hangingPunct="1"/>
              <a:endParaRPr kumimoji="1" lang="en-US" altLang="zh-CN" sz="2400" b="1" baseline="-25000" dirty="0">
                <a:latin typeface="Times New Roman" panose="02020603050405020304" pitchFamily="18" charset="0"/>
              </a:endParaRPr>
            </a:p>
            <a:p>
              <a:pPr eaLnBrk="1" hangingPunct="1"/>
              <a:r>
                <a:rPr kumimoji="1" lang="en-US" altLang="zh-CN" sz="2400" b="1" dirty="0">
                  <a:latin typeface="Times New Roman" panose="02020603050405020304" pitchFamily="18" charset="0"/>
                </a:rPr>
                <a:t>a</a:t>
              </a:r>
              <a:r>
                <a:rPr kumimoji="1" lang="en-US" altLang="zh-CN" sz="2400" b="1" baseline="-25000" dirty="0">
                  <a:latin typeface="Times New Roman" panose="02020603050405020304" pitchFamily="18" charset="0"/>
                </a:rPr>
                <a:t>n1</a:t>
              </a:r>
              <a:r>
                <a:rPr kumimoji="1" lang="en-US" altLang="zh-CN" sz="2400" b="1" dirty="0">
                  <a:latin typeface="Times New Roman" panose="02020603050405020304" pitchFamily="18" charset="0"/>
                </a:rPr>
                <a:t>    a</a:t>
              </a:r>
              <a:r>
                <a:rPr kumimoji="1" lang="en-US" altLang="zh-CN" sz="2400" b="1" baseline="-25000" dirty="0">
                  <a:latin typeface="Times New Roman" panose="02020603050405020304" pitchFamily="18" charset="0"/>
                </a:rPr>
                <a:t>n2</a:t>
              </a:r>
              <a:r>
                <a:rPr kumimoji="1" lang="en-US" altLang="zh-CN" sz="2400" b="1" dirty="0">
                  <a:latin typeface="Times New Roman" panose="02020603050405020304" pitchFamily="18" charset="0"/>
                </a:rPr>
                <a:t>         </a:t>
              </a:r>
              <a:r>
                <a:rPr kumimoji="1" lang="en-US" altLang="zh-CN" sz="2400" b="1" dirty="0" err="1">
                  <a:latin typeface="Times New Roman" panose="02020603050405020304" pitchFamily="18" charset="0"/>
                </a:rPr>
                <a:t>a</a:t>
              </a:r>
              <a:r>
                <a:rPr kumimoji="1" lang="en-US" altLang="zh-CN" sz="2400" b="1" baseline="-25000" dirty="0" err="1">
                  <a:latin typeface="Times New Roman" panose="02020603050405020304" pitchFamily="18" charset="0"/>
                </a:rPr>
                <a:t>nn</a:t>
              </a:r>
              <a:r>
                <a:rPr kumimoji="1" lang="en-US" altLang="zh-CN" sz="2400" b="1" dirty="0">
                  <a:latin typeface="Times New Roman" panose="02020603050405020304" pitchFamily="18" charset="0"/>
                </a:rPr>
                <a:t> </a:t>
              </a:r>
            </a:p>
          </p:txBody>
        </p:sp>
        <p:sp>
          <p:nvSpPr>
            <p:cNvPr id="35863" name="Line 6">
              <a:extLst>
                <a:ext uri="{FF2B5EF4-FFF2-40B4-BE49-F238E27FC236}">
                  <a16:creationId xmlns:a16="http://schemas.microsoft.com/office/drawing/2014/main" id="{3C770FC8-B01B-4955-AE12-B832CB6889C6}"/>
                </a:ext>
              </a:extLst>
            </p:cNvPr>
            <p:cNvSpPr>
              <a:spLocks noChangeShapeType="1"/>
            </p:cNvSpPr>
            <p:nvPr/>
          </p:nvSpPr>
          <p:spPr bwMode="auto">
            <a:xfrm>
              <a:off x="705" y="1960"/>
              <a:ext cx="0" cy="1344"/>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5864" name="Line 7">
              <a:extLst>
                <a:ext uri="{FF2B5EF4-FFF2-40B4-BE49-F238E27FC236}">
                  <a16:creationId xmlns:a16="http://schemas.microsoft.com/office/drawing/2014/main" id="{8CC703B7-87B5-4988-A962-D3B497C9EC29}"/>
                </a:ext>
              </a:extLst>
            </p:cNvPr>
            <p:cNvSpPr>
              <a:spLocks noChangeShapeType="1"/>
            </p:cNvSpPr>
            <p:nvPr/>
          </p:nvSpPr>
          <p:spPr bwMode="auto">
            <a:xfrm>
              <a:off x="2241" y="1960"/>
              <a:ext cx="0" cy="1392"/>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35842" name="Object 8">
              <a:extLst>
                <a:ext uri="{FF2B5EF4-FFF2-40B4-BE49-F238E27FC236}">
                  <a16:creationId xmlns:a16="http://schemas.microsoft.com/office/drawing/2014/main" id="{1D5DD3EC-F8EB-4F0E-9BB9-518D303F1F14}"/>
                </a:ext>
              </a:extLst>
            </p:cNvPr>
            <p:cNvGraphicFramePr>
              <a:graphicFrameLocks noChangeAspect="1"/>
            </p:cNvGraphicFramePr>
            <p:nvPr/>
          </p:nvGraphicFramePr>
          <p:xfrm>
            <a:off x="1521" y="2008"/>
            <a:ext cx="336" cy="168"/>
          </p:xfrm>
          <a:graphic>
            <a:graphicData uri="http://schemas.openxmlformats.org/presentationml/2006/ole">
              <mc:AlternateContent xmlns:mc="http://schemas.openxmlformats.org/markup-compatibility/2006">
                <mc:Choice xmlns:v="urn:schemas-microsoft-com:vml" Requires="v">
                  <p:oleObj spid="_x0000_s51258" name="Equation" r:id="rId3" imgW="177480" imgH="88560" progId="Equation.3">
                    <p:embed/>
                  </p:oleObj>
                </mc:Choice>
                <mc:Fallback>
                  <p:oleObj name="Equation" r:id="rId3" imgW="177480" imgH="88560" progId="Equation.3">
                    <p:embed/>
                    <p:pic>
                      <p:nvPicPr>
                        <p:cNvPr id="35842" name="Object 8">
                          <a:extLst>
                            <a:ext uri="{FF2B5EF4-FFF2-40B4-BE49-F238E27FC236}">
                              <a16:creationId xmlns:a16="http://schemas.microsoft.com/office/drawing/2014/main" id="{1D5DD3EC-F8EB-4F0E-9BB9-518D303F1F1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1" y="2008"/>
                          <a:ext cx="336" cy="1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843" name="Object 9">
              <a:extLst>
                <a:ext uri="{FF2B5EF4-FFF2-40B4-BE49-F238E27FC236}">
                  <a16:creationId xmlns:a16="http://schemas.microsoft.com/office/drawing/2014/main" id="{F75C37A9-B543-4649-896F-3D99A348A0AF}"/>
                </a:ext>
              </a:extLst>
            </p:cNvPr>
            <p:cNvGraphicFramePr>
              <a:graphicFrameLocks noChangeAspect="1"/>
            </p:cNvGraphicFramePr>
            <p:nvPr/>
          </p:nvGraphicFramePr>
          <p:xfrm>
            <a:off x="945" y="2584"/>
            <a:ext cx="154" cy="384"/>
          </p:xfrm>
          <a:graphic>
            <a:graphicData uri="http://schemas.openxmlformats.org/presentationml/2006/ole">
              <mc:AlternateContent xmlns:mc="http://schemas.openxmlformats.org/markup-compatibility/2006">
                <mc:Choice xmlns:v="urn:schemas-microsoft-com:vml" Requires="v">
                  <p:oleObj spid="_x0000_s51259" name="Equation" r:id="rId5" imgW="75960" imgH="190440" progId="Equation.3">
                    <p:embed/>
                  </p:oleObj>
                </mc:Choice>
                <mc:Fallback>
                  <p:oleObj name="Equation" r:id="rId5" imgW="75960" imgH="190440" progId="Equation.3">
                    <p:embed/>
                    <p:pic>
                      <p:nvPicPr>
                        <p:cNvPr id="35843" name="Object 9">
                          <a:extLst>
                            <a:ext uri="{FF2B5EF4-FFF2-40B4-BE49-F238E27FC236}">
                              <a16:creationId xmlns:a16="http://schemas.microsoft.com/office/drawing/2014/main" id="{F75C37A9-B543-4649-896F-3D99A348A0A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45" y="2584"/>
                          <a:ext cx="15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844" name="Object 10">
              <a:extLst>
                <a:ext uri="{FF2B5EF4-FFF2-40B4-BE49-F238E27FC236}">
                  <a16:creationId xmlns:a16="http://schemas.microsoft.com/office/drawing/2014/main" id="{7AE6DB08-E02B-4B5C-825E-FB201113542C}"/>
                </a:ext>
              </a:extLst>
            </p:cNvPr>
            <p:cNvGraphicFramePr>
              <a:graphicFrameLocks noChangeAspect="1"/>
            </p:cNvGraphicFramePr>
            <p:nvPr/>
          </p:nvGraphicFramePr>
          <p:xfrm>
            <a:off x="1348" y="2632"/>
            <a:ext cx="154" cy="384"/>
          </p:xfrm>
          <a:graphic>
            <a:graphicData uri="http://schemas.openxmlformats.org/presentationml/2006/ole">
              <mc:AlternateContent xmlns:mc="http://schemas.openxmlformats.org/markup-compatibility/2006">
                <mc:Choice xmlns:v="urn:schemas-microsoft-com:vml" Requires="v">
                  <p:oleObj spid="_x0000_s51260" name="Equation" r:id="rId7" imgW="75960" imgH="190440" progId="Equation.3">
                    <p:embed/>
                  </p:oleObj>
                </mc:Choice>
                <mc:Fallback>
                  <p:oleObj name="Equation" r:id="rId7" imgW="75960" imgH="190440" progId="Equation.3">
                    <p:embed/>
                    <p:pic>
                      <p:nvPicPr>
                        <p:cNvPr id="35844" name="Object 10">
                          <a:extLst>
                            <a:ext uri="{FF2B5EF4-FFF2-40B4-BE49-F238E27FC236}">
                              <a16:creationId xmlns:a16="http://schemas.microsoft.com/office/drawing/2014/main" id="{7AE6DB08-E02B-4B5C-825E-FB201113542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48" y="2632"/>
                          <a:ext cx="15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845" name="Object 11">
              <a:extLst>
                <a:ext uri="{FF2B5EF4-FFF2-40B4-BE49-F238E27FC236}">
                  <a16:creationId xmlns:a16="http://schemas.microsoft.com/office/drawing/2014/main" id="{118704E2-F879-40FD-9AAA-FD45DC80E620}"/>
                </a:ext>
              </a:extLst>
            </p:cNvPr>
            <p:cNvGraphicFramePr>
              <a:graphicFrameLocks noChangeAspect="1"/>
            </p:cNvGraphicFramePr>
            <p:nvPr/>
          </p:nvGraphicFramePr>
          <p:xfrm>
            <a:off x="1953" y="2632"/>
            <a:ext cx="154" cy="384"/>
          </p:xfrm>
          <a:graphic>
            <a:graphicData uri="http://schemas.openxmlformats.org/presentationml/2006/ole">
              <mc:AlternateContent xmlns:mc="http://schemas.openxmlformats.org/markup-compatibility/2006">
                <mc:Choice xmlns:v="urn:schemas-microsoft-com:vml" Requires="v">
                  <p:oleObj spid="_x0000_s51261" name="Equation" r:id="rId9" imgW="75960" imgH="190440" progId="Equation.3">
                    <p:embed/>
                  </p:oleObj>
                </mc:Choice>
                <mc:Fallback>
                  <p:oleObj name="Equation" r:id="rId9" imgW="75960" imgH="190440" progId="Equation.3">
                    <p:embed/>
                    <p:pic>
                      <p:nvPicPr>
                        <p:cNvPr id="35845" name="Object 11">
                          <a:extLst>
                            <a:ext uri="{FF2B5EF4-FFF2-40B4-BE49-F238E27FC236}">
                              <a16:creationId xmlns:a16="http://schemas.microsoft.com/office/drawing/2014/main" id="{118704E2-F879-40FD-9AAA-FD45DC80E62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53" y="2632"/>
                          <a:ext cx="15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846" name="Object 12">
              <a:extLst>
                <a:ext uri="{FF2B5EF4-FFF2-40B4-BE49-F238E27FC236}">
                  <a16:creationId xmlns:a16="http://schemas.microsoft.com/office/drawing/2014/main" id="{6D4FDB46-622B-4767-8954-7D2BE5137E93}"/>
                </a:ext>
              </a:extLst>
            </p:cNvPr>
            <p:cNvGraphicFramePr>
              <a:graphicFrameLocks noChangeAspect="1"/>
            </p:cNvGraphicFramePr>
            <p:nvPr/>
          </p:nvGraphicFramePr>
          <p:xfrm>
            <a:off x="1569" y="2392"/>
            <a:ext cx="336" cy="168"/>
          </p:xfrm>
          <a:graphic>
            <a:graphicData uri="http://schemas.openxmlformats.org/presentationml/2006/ole">
              <mc:AlternateContent xmlns:mc="http://schemas.openxmlformats.org/markup-compatibility/2006">
                <mc:Choice xmlns:v="urn:schemas-microsoft-com:vml" Requires="v">
                  <p:oleObj spid="_x0000_s51262" name="Equation" r:id="rId10" imgW="177480" imgH="88560" progId="Equation.3">
                    <p:embed/>
                  </p:oleObj>
                </mc:Choice>
                <mc:Fallback>
                  <p:oleObj name="Equation" r:id="rId10" imgW="177480" imgH="88560" progId="Equation.3">
                    <p:embed/>
                    <p:pic>
                      <p:nvPicPr>
                        <p:cNvPr id="35846" name="Object 12">
                          <a:extLst>
                            <a:ext uri="{FF2B5EF4-FFF2-40B4-BE49-F238E27FC236}">
                              <a16:creationId xmlns:a16="http://schemas.microsoft.com/office/drawing/2014/main" id="{6D4FDB46-622B-4767-8954-7D2BE5137E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69" y="2392"/>
                          <a:ext cx="336" cy="1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847" name="Object 13">
              <a:extLst>
                <a:ext uri="{FF2B5EF4-FFF2-40B4-BE49-F238E27FC236}">
                  <a16:creationId xmlns:a16="http://schemas.microsoft.com/office/drawing/2014/main" id="{339F74FF-B208-4881-9C8B-F57D0DB5603A}"/>
                </a:ext>
              </a:extLst>
            </p:cNvPr>
            <p:cNvGraphicFramePr>
              <a:graphicFrameLocks noChangeAspect="1"/>
            </p:cNvGraphicFramePr>
            <p:nvPr/>
          </p:nvGraphicFramePr>
          <p:xfrm>
            <a:off x="1569" y="3064"/>
            <a:ext cx="336" cy="168"/>
          </p:xfrm>
          <a:graphic>
            <a:graphicData uri="http://schemas.openxmlformats.org/presentationml/2006/ole">
              <mc:AlternateContent xmlns:mc="http://schemas.openxmlformats.org/markup-compatibility/2006">
                <mc:Choice xmlns:v="urn:schemas-microsoft-com:vml" Requires="v">
                  <p:oleObj spid="_x0000_s51263" name="Equation" r:id="rId11" imgW="177480" imgH="88560" progId="Equation.3">
                    <p:embed/>
                  </p:oleObj>
                </mc:Choice>
                <mc:Fallback>
                  <p:oleObj name="Equation" r:id="rId11" imgW="177480" imgH="88560" progId="Equation.3">
                    <p:embed/>
                    <p:pic>
                      <p:nvPicPr>
                        <p:cNvPr id="35847" name="Object 13">
                          <a:extLst>
                            <a:ext uri="{FF2B5EF4-FFF2-40B4-BE49-F238E27FC236}">
                              <a16:creationId xmlns:a16="http://schemas.microsoft.com/office/drawing/2014/main" id="{339F74FF-B208-4881-9C8B-F57D0DB560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69" y="3064"/>
                          <a:ext cx="336" cy="1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848" name="Object 14">
              <a:extLst>
                <a:ext uri="{FF2B5EF4-FFF2-40B4-BE49-F238E27FC236}">
                  <a16:creationId xmlns:a16="http://schemas.microsoft.com/office/drawing/2014/main" id="{87E36644-A81A-4F0F-A113-6F412AB01596}"/>
                </a:ext>
              </a:extLst>
            </p:cNvPr>
            <p:cNvGraphicFramePr>
              <a:graphicFrameLocks noChangeAspect="1"/>
            </p:cNvGraphicFramePr>
            <p:nvPr/>
          </p:nvGraphicFramePr>
          <p:xfrm>
            <a:off x="1665" y="2632"/>
            <a:ext cx="154" cy="384"/>
          </p:xfrm>
          <a:graphic>
            <a:graphicData uri="http://schemas.openxmlformats.org/presentationml/2006/ole">
              <mc:AlternateContent xmlns:mc="http://schemas.openxmlformats.org/markup-compatibility/2006">
                <mc:Choice xmlns:v="urn:schemas-microsoft-com:vml" Requires="v">
                  <p:oleObj spid="_x0000_s51264" name="Equation" r:id="rId12" imgW="75960" imgH="190440" progId="Equation.3">
                    <p:embed/>
                  </p:oleObj>
                </mc:Choice>
                <mc:Fallback>
                  <p:oleObj name="Equation" r:id="rId12" imgW="75960" imgH="190440" progId="Equation.3">
                    <p:embed/>
                    <p:pic>
                      <p:nvPicPr>
                        <p:cNvPr id="35848" name="Object 14">
                          <a:extLst>
                            <a:ext uri="{FF2B5EF4-FFF2-40B4-BE49-F238E27FC236}">
                              <a16:creationId xmlns:a16="http://schemas.microsoft.com/office/drawing/2014/main" id="{87E36644-A81A-4F0F-A113-6F412AB0159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65" y="2632"/>
                          <a:ext cx="15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5865" name="Text Box 15">
              <a:extLst>
                <a:ext uri="{FF2B5EF4-FFF2-40B4-BE49-F238E27FC236}">
                  <a16:creationId xmlns:a16="http://schemas.microsoft.com/office/drawing/2014/main" id="{87A6F564-147D-4DDC-8D2D-C24AA355F608}"/>
                </a:ext>
              </a:extLst>
            </p:cNvPr>
            <p:cNvSpPr txBox="1">
              <a:spLocks noChangeArrowheads="1"/>
            </p:cNvSpPr>
            <p:nvPr/>
          </p:nvSpPr>
          <p:spPr bwMode="auto">
            <a:xfrm>
              <a:off x="349" y="2396"/>
              <a:ext cx="36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latin typeface="Times New Roman" panose="02020603050405020304" pitchFamily="18" charset="0"/>
                </a:rPr>
                <a:t>D=</a:t>
              </a:r>
            </a:p>
          </p:txBody>
        </p:sp>
        <p:sp>
          <p:nvSpPr>
            <p:cNvPr id="35866" name="Text Box 16">
              <a:extLst>
                <a:ext uri="{FF2B5EF4-FFF2-40B4-BE49-F238E27FC236}">
                  <a16:creationId xmlns:a16="http://schemas.microsoft.com/office/drawing/2014/main" id="{3646B71A-2005-4F2A-BFA6-06B924B65444}"/>
                </a:ext>
              </a:extLst>
            </p:cNvPr>
            <p:cNvSpPr txBox="1">
              <a:spLocks noChangeArrowheads="1"/>
            </p:cNvSpPr>
            <p:nvPr/>
          </p:nvSpPr>
          <p:spPr bwMode="auto">
            <a:xfrm>
              <a:off x="2348" y="2418"/>
              <a:ext cx="69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latin typeface="Times New Roman" panose="02020603050405020304" pitchFamily="18" charset="0"/>
                </a:rPr>
                <a:t>,</a:t>
              </a:r>
              <a:r>
                <a:rPr kumimoji="1" lang="zh-CN" altLang="en-US" sz="2400" b="1">
                  <a:latin typeface="Times New Roman" panose="02020603050405020304" pitchFamily="18" charset="0"/>
                </a:rPr>
                <a:t>则</a:t>
              </a:r>
              <a:r>
                <a:rPr kumimoji="1" lang="en-US" altLang="zh-CN" sz="2400" b="1">
                  <a:latin typeface="Times New Roman" panose="02020603050405020304" pitchFamily="18" charset="0"/>
                </a:rPr>
                <a:t>D</a:t>
              </a:r>
              <a:r>
                <a:rPr kumimoji="1" lang="en-US" altLang="zh-CN" sz="2400" b="1" baseline="30000">
                  <a:latin typeface="Times New Roman" panose="02020603050405020304" pitchFamily="18" charset="0"/>
                </a:rPr>
                <a:t>T</a:t>
              </a:r>
              <a:r>
                <a:rPr kumimoji="1" lang="en-US" altLang="zh-CN" sz="2400" b="1">
                  <a:latin typeface="Times New Roman" panose="02020603050405020304" pitchFamily="18" charset="0"/>
                </a:rPr>
                <a:t>=</a:t>
              </a:r>
            </a:p>
          </p:txBody>
        </p:sp>
        <p:sp>
          <p:nvSpPr>
            <p:cNvPr id="35867" name="Text Box 17">
              <a:extLst>
                <a:ext uri="{FF2B5EF4-FFF2-40B4-BE49-F238E27FC236}">
                  <a16:creationId xmlns:a16="http://schemas.microsoft.com/office/drawing/2014/main" id="{03C7FAA0-1A79-4689-83F6-352839D2FDFD}"/>
                </a:ext>
              </a:extLst>
            </p:cNvPr>
            <p:cNvSpPr txBox="1">
              <a:spLocks noChangeArrowheads="1"/>
            </p:cNvSpPr>
            <p:nvPr/>
          </p:nvSpPr>
          <p:spPr bwMode="auto">
            <a:xfrm>
              <a:off x="3116" y="1842"/>
              <a:ext cx="1488" cy="1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latin typeface="Times New Roman" panose="02020603050405020304" pitchFamily="18" charset="0"/>
                </a:rPr>
                <a:t>a</a:t>
              </a:r>
              <a:r>
                <a:rPr kumimoji="1" lang="en-US" altLang="zh-CN" sz="2400" b="1" baseline="-25000">
                  <a:latin typeface="Times New Roman" panose="02020603050405020304" pitchFamily="18" charset="0"/>
                </a:rPr>
                <a:t>11    </a:t>
              </a:r>
              <a:r>
                <a:rPr kumimoji="1" lang="en-US" altLang="zh-CN" sz="2400" b="1">
                  <a:latin typeface="Times New Roman" panose="02020603050405020304" pitchFamily="18" charset="0"/>
                </a:rPr>
                <a:t>a</a:t>
              </a:r>
              <a:r>
                <a:rPr kumimoji="1" lang="en-US" altLang="zh-CN" sz="2400" b="1" baseline="-25000">
                  <a:latin typeface="Times New Roman" panose="02020603050405020304" pitchFamily="18" charset="0"/>
                </a:rPr>
                <a:t>21</a:t>
              </a:r>
              <a:r>
                <a:rPr kumimoji="1" lang="en-US" altLang="zh-CN" sz="2400" b="1">
                  <a:latin typeface="Times New Roman" panose="02020603050405020304" pitchFamily="18" charset="0"/>
                </a:rPr>
                <a:t>          a</a:t>
              </a:r>
              <a:r>
                <a:rPr kumimoji="1" lang="en-US" altLang="zh-CN" sz="2400" b="1" baseline="-25000">
                  <a:latin typeface="Times New Roman" panose="02020603050405020304" pitchFamily="18" charset="0"/>
                </a:rPr>
                <a:t>n1</a:t>
              </a:r>
            </a:p>
            <a:p>
              <a:pPr eaLnBrk="1" hangingPunct="1"/>
              <a:endParaRPr kumimoji="1" lang="en-US" altLang="zh-CN" sz="2400" b="1" baseline="-25000">
                <a:latin typeface="Times New Roman" panose="02020603050405020304" pitchFamily="18" charset="0"/>
              </a:endParaRPr>
            </a:p>
            <a:p>
              <a:pPr eaLnBrk="1" hangingPunct="1"/>
              <a:r>
                <a:rPr kumimoji="1" lang="en-US" altLang="zh-CN" sz="2400" b="1">
                  <a:latin typeface="Times New Roman" panose="02020603050405020304" pitchFamily="18" charset="0"/>
                </a:rPr>
                <a:t>a</a:t>
              </a:r>
              <a:r>
                <a:rPr kumimoji="1" lang="en-US" altLang="zh-CN" sz="2400" b="1" baseline="-25000">
                  <a:latin typeface="Times New Roman" panose="02020603050405020304" pitchFamily="18" charset="0"/>
                </a:rPr>
                <a:t>12</a:t>
              </a:r>
              <a:r>
                <a:rPr kumimoji="1" lang="en-US" altLang="zh-CN" sz="2400" b="1">
                  <a:latin typeface="Times New Roman" panose="02020603050405020304" pitchFamily="18" charset="0"/>
                </a:rPr>
                <a:t>   a</a:t>
              </a:r>
              <a:r>
                <a:rPr kumimoji="1" lang="en-US" altLang="zh-CN" sz="2400" b="1" baseline="-25000">
                  <a:latin typeface="Times New Roman" panose="02020603050405020304" pitchFamily="18" charset="0"/>
                </a:rPr>
                <a:t>22</a:t>
              </a:r>
              <a:r>
                <a:rPr kumimoji="1" lang="en-US" altLang="zh-CN" sz="2400" b="1">
                  <a:latin typeface="Times New Roman" panose="02020603050405020304" pitchFamily="18" charset="0"/>
                </a:rPr>
                <a:t>          a</a:t>
              </a:r>
              <a:r>
                <a:rPr kumimoji="1" lang="en-US" altLang="zh-CN" sz="2400" b="1" baseline="-25000">
                  <a:latin typeface="Times New Roman" panose="02020603050405020304" pitchFamily="18" charset="0"/>
                </a:rPr>
                <a:t>n2</a:t>
              </a:r>
            </a:p>
            <a:p>
              <a:pPr eaLnBrk="1" hangingPunct="1"/>
              <a:endParaRPr kumimoji="1" lang="en-US" altLang="zh-CN" sz="2400" b="1" baseline="-25000">
                <a:latin typeface="Times New Roman" panose="02020603050405020304" pitchFamily="18" charset="0"/>
              </a:endParaRPr>
            </a:p>
            <a:p>
              <a:pPr eaLnBrk="1" hangingPunct="1"/>
              <a:endParaRPr kumimoji="1" lang="en-US" altLang="zh-CN" sz="2400" b="1" baseline="-25000">
                <a:latin typeface="Times New Roman" panose="02020603050405020304" pitchFamily="18" charset="0"/>
              </a:endParaRPr>
            </a:p>
            <a:p>
              <a:pPr eaLnBrk="1" hangingPunct="1"/>
              <a:endParaRPr kumimoji="1" lang="en-US" altLang="zh-CN" sz="2400" b="1" baseline="-25000">
                <a:latin typeface="Times New Roman" panose="02020603050405020304" pitchFamily="18" charset="0"/>
              </a:endParaRPr>
            </a:p>
            <a:p>
              <a:pPr eaLnBrk="1" hangingPunct="1"/>
              <a:r>
                <a:rPr kumimoji="1" lang="en-US" altLang="zh-CN" sz="2400" b="1">
                  <a:latin typeface="Times New Roman" panose="02020603050405020304" pitchFamily="18" charset="0"/>
                </a:rPr>
                <a:t>a</a:t>
              </a:r>
              <a:r>
                <a:rPr kumimoji="1" lang="en-US" altLang="zh-CN" sz="2400" b="1" baseline="-25000">
                  <a:latin typeface="Times New Roman" panose="02020603050405020304" pitchFamily="18" charset="0"/>
                </a:rPr>
                <a:t>1n</a:t>
              </a:r>
              <a:r>
                <a:rPr kumimoji="1" lang="en-US" altLang="zh-CN" sz="2400" b="1">
                  <a:latin typeface="Times New Roman" panose="02020603050405020304" pitchFamily="18" charset="0"/>
                </a:rPr>
                <a:t>    a</a:t>
              </a:r>
              <a:r>
                <a:rPr kumimoji="1" lang="en-US" altLang="zh-CN" sz="2400" b="1" baseline="-25000">
                  <a:latin typeface="Times New Roman" panose="02020603050405020304" pitchFamily="18" charset="0"/>
                </a:rPr>
                <a:t>2n</a:t>
              </a:r>
              <a:r>
                <a:rPr kumimoji="1" lang="en-US" altLang="zh-CN" sz="2400" b="1">
                  <a:latin typeface="Times New Roman" panose="02020603050405020304" pitchFamily="18" charset="0"/>
                </a:rPr>
                <a:t>         a</a:t>
              </a:r>
              <a:r>
                <a:rPr kumimoji="1" lang="en-US" altLang="zh-CN" sz="2400" b="1" baseline="-25000">
                  <a:latin typeface="Times New Roman" panose="02020603050405020304" pitchFamily="18" charset="0"/>
                </a:rPr>
                <a:t>nn</a:t>
              </a:r>
              <a:r>
                <a:rPr kumimoji="1" lang="en-US" altLang="zh-CN" sz="2400" b="1">
                  <a:latin typeface="Times New Roman" panose="02020603050405020304" pitchFamily="18" charset="0"/>
                </a:rPr>
                <a:t> </a:t>
              </a:r>
            </a:p>
          </p:txBody>
        </p:sp>
        <p:sp>
          <p:nvSpPr>
            <p:cNvPr id="35868" name="Line 18">
              <a:extLst>
                <a:ext uri="{FF2B5EF4-FFF2-40B4-BE49-F238E27FC236}">
                  <a16:creationId xmlns:a16="http://schemas.microsoft.com/office/drawing/2014/main" id="{E8EBEA00-25B9-4AD6-82FC-F0F3994A6401}"/>
                </a:ext>
              </a:extLst>
            </p:cNvPr>
            <p:cNvSpPr>
              <a:spLocks noChangeShapeType="1"/>
            </p:cNvSpPr>
            <p:nvPr/>
          </p:nvSpPr>
          <p:spPr bwMode="auto">
            <a:xfrm>
              <a:off x="2982" y="1912"/>
              <a:ext cx="0" cy="1344"/>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5869" name="Line 19">
              <a:extLst>
                <a:ext uri="{FF2B5EF4-FFF2-40B4-BE49-F238E27FC236}">
                  <a16:creationId xmlns:a16="http://schemas.microsoft.com/office/drawing/2014/main" id="{FC1BAFFA-E96B-4BD7-B675-22596F560520}"/>
                </a:ext>
              </a:extLst>
            </p:cNvPr>
            <p:cNvSpPr>
              <a:spLocks noChangeShapeType="1"/>
            </p:cNvSpPr>
            <p:nvPr/>
          </p:nvSpPr>
          <p:spPr bwMode="auto">
            <a:xfrm>
              <a:off x="4518" y="1912"/>
              <a:ext cx="0" cy="1392"/>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35849" name="Object 20">
              <a:extLst>
                <a:ext uri="{FF2B5EF4-FFF2-40B4-BE49-F238E27FC236}">
                  <a16:creationId xmlns:a16="http://schemas.microsoft.com/office/drawing/2014/main" id="{3111ACD1-028B-4504-AF25-50358A7A6F25}"/>
                </a:ext>
              </a:extLst>
            </p:cNvPr>
            <p:cNvGraphicFramePr>
              <a:graphicFrameLocks noChangeAspect="1"/>
            </p:cNvGraphicFramePr>
            <p:nvPr/>
          </p:nvGraphicFramePr>
          <p:xfrm>
            <a:off x="3798" y="1960"/>
            <a:ext cx="336" cy="168"/>
          </p:xfrm>
          <a:graphic>
            <a:graphicData uri="http://schemas.openxmlformats.org/presentationml/2006/ole">
              <mc:AlternateContent xmlns:mc="http://schemas.openxmlformats.org/markup-compatibility/2006">
                <mc:Choice xmlns:v="urn:schemas-microsoft-com:vml" Requires="v">
                  <p:oleObj spid="_x0000_s51265" name="Equation" r:id="rId13" imgW="177480" imgH="88560" progId="Equation.3">
                    <p:embed/>
                  </p:oleObj>
                </mc:Choice>
                <mc:Fallback>
                  <p:oleObj name="Equation" r:id="rId13" imgW="177480" imgH="88560" progId="Equation.3">
                    <p:embed/>
                    <p:pic>
                      <p:nvPicPr>
                        <p:cNvPr id="35849" name="Object 20">
                          <a:extLst>
                            <a:ext uri="{FF2B5EF4-FFF2-40B4-BE49-F238E27FC236}">
                              <a16:creationId xmlns:a16="http://schemas.microsoft.com/office/drawing/2014/main" id="{3111ACD1-028B-4504-AF25-50358A7A6F2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98" y="1960"/>
                          <a:ext cx="336" cy="1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850" name="Object 21">
              <a:extLst>
                <a:ext uri="{FF2B5EF4-FFF2-40B4-BE49-F238E27FC236}">
                  <a16:creationId xmlns:a16="http://schemas.microsoft.com/office/drawing/2014/main" id="{8B4A7C82-1743-4746-A3E4-D2BDC7DF0865}"/>
                </a:ext>
              </a:extLst>
            </p:cNvPr>
            <p:cNvGraphicFramePr>
              <a:graphicFrameLocks noChangeAspect="1"/>
            </p:cNvGraphicFramePr>
            <p:nvPr/>
          </p:nvGraphicFramePr>
          <p:xfrm>
            <a:off x="3222" y="2536"/>
            <a:ext cx="154" cy="384"/>
          </p:xfrm>
          <a:graphic>
            <a:graphicData uri="http://schemas.openxmlformats.org/presentationml/2006/ole">
              <mc:AlternateContent xmlns:mc="http://schemas.openxmlformats.org/markup-compatibility/2006">
                <mc:Choice xmlns:v="urn:schemas-microsoft-com:vml" Requires="v">
                  <p:oleObj spid="_x0000_s51266" name="Equation" r:id="rId14" imgW="75960" imgH="190440" progId="Equation.3">
                    <p:embed/>
                  </p:oleObj>
                </mc:Choice>
                <mc:Fallback>
                  <p:oleObj name="Equation" r:id="rId14" imgW="75960" imgH="190440" progId="Equation.3">
                    <p:embed/>
                    <p:pic>
                      <p:nvPicPr>
                        <p:cNvPr id="35850" name="Object 21">
                          <a:extLst>
                            <a:ext uri="{FF2B5EF4-FFF2-40B4-BE49-F238E27FC236}">
                              <a16:creationId xmlns:a16="http://schemas.microsoft.com/office/drawing/2014/main" id="{8B4A7C82-1743-4746-A3E4-D2BDC7DF086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22" y="2536"/>
                          <a:ext cx="15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851" name="Object 22">
              <a:extLst>
                <a:ext uri="{FF2B5EF4-FFF2-40B4-BE49-F238E27FC236}">
                  <a16:creationId xmlns:a16="http://schemas.microsoft.com/office/drawing/2014/main" id="{A9BA4A65-DD8F-4955-B260-85C0D8797ECA}"/>
                </a:ext>
              </a:extLst>
            </p:cNvPr>
            <p:cNvGraphicFramePr>
              <a:graphicFrameLocks noChangeAspect="1"/>
            </p:cNvGraphicFramePr>
            <p:nvPr/>
          </p:nvGraphicFramePr>
          <p:xfrm>
            <a:off x="3625" y="2584"/>
            <a:ext cx="154" cy="384"/>
          </p:xfrm>
          <a:graphic>
            <a:graphicData uri="http://schemas.openxmlformats.org/presentationml/2006/ole">
              <mc:AlternateContent xmlns:mc="http://schemas.openxmlformats.org/markup-compatibility/2006">
                <mc:Choice xmlns:v="urn:schemas-microsoft-com:vml" Requires="v">
                  <p:oleObj spid="_x0000_s51267" name="Equation" r:id="rId15" imgW="75960" imgH="190440" progId="Equation.3">
                    <p:embed/>
                  </p:oleObj>
                </mc:Choice>
                <mc:Fallback>
                  <p:oleObj name="Equation" r:id="rId15" imgW="75960" imgH="190440" progId="Equation.3">
                    <p:embed/>
                    <p:pic>
                      <p:nvPicPr>
                        <p:cNvPr id="35851" name="Object 22">
                          <a:extLst>
                            <a:ext uri="{FF2B5EF4-FFF2-40B4-BE49-F238E27FC236}">
                              <a16:creationId xmlns:a16="http://schemas.microsoft.com/office/drawing/2014/main" id="{A9BA4A65-DD8F-4955-B260-85C0D8797EC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25" y="2584"/>
                          <a:ext cx="15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852" name="Object 23">
              <a:extLst>
                <a:ext uri="{FF2B5EF4-FFF2-40B4-BE49-F238E27FC236}">
                  <a16:creationId xmlns:a16="http://schemas.microsoft.com/office/drawing/2014/main" id="{4812F0A8-B47D-49A4-A2C8-D547E25CF822}"/>
                </a:ext>
              </a:extLst>
            </p:cNvPr>
            <p:cNvGraphicFramePr>
              <a:graphicFrameLocks noChangeAspect="1"/>
            </p:cNvGraphicFramePr>
            <p:nvPr/>
          </p:nvGraphicFramePr>
          <p:xfrm>
            <a:off x="4230" y="2584"/>
            <a:ext cx="154" cy="384"/>
          </p:xfrm>
          <a:graphic>
            <a:graphicData uri="http://schemas.openxmlformats.org/presentationml/2006/ole">
              <mc:AlternateContent xmlns:mc="http://schemas.openxmlformats.org/markup-compatibility/2006">
                <mc:Choice xmlns:v="urn:schemas-microsoft-com:vml" Requires="v">
                  <p:oleObj spid="_x0000_s51268" name="Equation" r:id="rId16" imgW="75960" imgH="190440" progId="Equation.3">
                    <p:embed/>
                  </p:oleObj>
                </mc:Choice>
                <mc:Fallback>
                  <p:oleObj name="Equation" r:id="rId16" imgW="75960" imgH="190440" progId="Equation.3">
                    <p:embed/>
                    <p:pic>
                      <p:nvPicPr>
                        <p:cNvPr id="35852" name="Object 23">
                          <a:extLst>
                            <a:ext uri="{FF2B5EF4-FFF2-40B4-BE49-F238E27FC236}">
                              <a16:creationId xmlns:a16="http://schemas.microsoft.com/office/drawing/2014/main" id="{4812F0A8-B47D-49A4-A2C8-D547E25CF82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30" y="2584"/>
                          <a:ext cx="15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853" name="Object 24">
              <a:extLst>
                <a:ext uri="{FF2B5EF4-FFF2-40B4-BE49-F238E27FC236}">
                  <a16:creationId xmlns:a16="http://schemas.microsoft.com/office/drawing/2014/main" id="{E16BE5E7-7EC9-44B6-B076-04F543DD71DA}"/>
                </a:ext>
              </a:extLst>
            </p:cNvPr>
            <p:cNvGraphicFramePr>
              <a:graphicFrameLocks noChangeAspect="1"/>
            </p:cNvGraphicFramePr>
            <p:nvPr/>
          </p:nvGraphicFramePr>
          <p:xfrm>
            <a:off x="3846" y="2344"/>
            <a:ext cx="336" cy="168"/>
          </p:xfrm>
          <a:graphic>
            <a:graphicData uri="http://schemas.openxmlformats.org/presentationml/2006/ole">
              <mc:AlternateContent xmlns:mc="http://schemas.openxmlformats.org/markup-compatibility/2006">
                <mc:Choice xmlns:v="urn:schemas-microsoft-com:vml" Requires="v">
                  <p:oleObj spid="_x0000_s51269" name="Equation" r:id="rId17" imgW="177480" imgH="88560" progId="Equation.3">
                    <p:embed/>
                  </p:oleObj>
                </mc:Choice>
                <mc:Fallback>
                  <p:oleObj name="Equation" r:id="rId17" imgW="177480" imgH="88560" progId="Equation.3">
                    <p:embed/>
                    <p:pic>
                      <p:nvPicPr>
                        <p:cNvPr id="35853" name="Object 24">
                          <a:extLst>
                            <a:ext uri="{FF2B5EF4-FFF2-40B4-BE49-F238E27FC236}">
                              <a16:creationId xmlns:a16="http://schemas.microsoft.com/office/drawing/2014/main" id="{E16BE5E7-7EC9-44B6-B076-04F543DD71D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46" y="2344"/>
                          <a:ext cx="336" cy="1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854" name="Object 25">
              <a:extLst>
                <a:ext uri="{FF2B5EF4-FFF2-40B4-BE49-F238E27FC236}">
                  <a16:creationId xmlns:a16="http://schemas.microsoft.com/office/drawing/2014/main" id="{3743650D-0BB0-41BF-8137-02AE6C979A97}"/>
                </a:ext>
              </a:extLst>
            </p:cNvPr>
            <p:cNvGraphicFramePr>
              <a:graphicFrameLocks noChangeAspect="1"/>
            </p:cNvGraphicFramePr>
            <p:nvPr/>
          </p:nvGraphicFramePr>
          <p:xfrm>
            <a:off x="3846" y="3016"/>
            <a:ext cx="336" cy="168"/>
          </p:xfrm>
          <a:graphic>
            <a:graphicData uri="http://schemas.openxmlformats.org/presentationml/2006/ole">
              <mc:AlternateContent xmlns:mc="http://schemas.openxmlformats.org/markup-compatibility/2006">
                <mc:Choice xmlns:v="urn:schemas-microsoft-com:vml" Requires="v">
                  <p:oleObj spid="_x0000_s51270" name="Equation" r:id="rId18" imgW="177480" imgH="88560" progId="Equation.3">
                    <p:embed/>
                  </p:oleObj>
                </mc:Choice>
                <mc:Fallback>
                  <p:oleObj name="Equation" r:id="rId18" imgW="177480" imgH="88560" progId="Equation.3">
                    <p:embed/>
                    <p:pic>
                      <p:nvPicPr>
                        <p:cNvPr id="35854" name="Object 25">
                          <a:extLst>
                            <a:ext uri="{FF2B5EF4-FFF2-40B4-BE49-F238E27FC236}">
                              <a16:creationId xmlns:a16="http://schemas.microsoft.com/office/drawing/2014/main" id="{3743650D-0BB0-41BF-8137-02AE6C979A9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46" y="3016"/>
                          <a:ext cx="336" cy="1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855" name="Object 26">
              <a:extLst>
                <a:ext uri="{FF2B5EF4-FFF2-40B4-BE49-F238E27FC236}">
                  <a16:creationId xmlns:a16="http://schemas.microsoft.com/office/drawing/2014/main" id="{7D528CF7-1FB9-4CA0-8885-38AF174141A1}"/>
                </a:ext>
              </a:extLst>
            </p:cNvPr>
            <p:cNvGraphicFramePr>
              <a:graphicFrameLocks noChangeAspect="1"/>
            </p:cNvGraphicFramePr>
            <p:nvPr/>
          </p:nvGraphicFramePr>
          <p:xfrm>
            <a:off x="3942" y="2584"/>
            <a:ext cx="154" cy="384"/>
          </p:xfrm>
          <a:graphic>
            <a:graphicData uri="http://schemas.openxmlformats.org/presentationml/2006/ole">
              <mc:AlternateContent xmlns:mc="http://schemas.openxmlformats.org/markup-compatibility/2006">
                <mc:Choice xmlns:v="urn:schemas-microsoft-com:vml" Requires="v">
                  <p:oleObj spid="_x0000_s51271" name="Equation" r:id="rId19" imgW="75960" imgH="190440" progId="Equation.3">
                    <p:embed/>
                  </p:oleObj>
                </mc:Choice>
                <mc:Fallback>
                  <p:oleObj name="Equation" r:id="rId19" imgW="75960" imgH="190440" progId="Equation.3">
                    <p:embed/>
                    <p:pic>
                      <p:nvPicPr>
                        <p:cNvPr id="35855" name="Object 26">
                          <a:extLst>
                            <a:ext uri="{FF2B5EF4-FFF2-40B4-BE49-F238E27FC236}">
                              <a16:creationId xmlns:a16="http://schemas.microsoft.com/office/drawing/2014/main" id="{7D528CF7-1FB9-4CA0-8885-38AF174141A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42" y="2584"/>
                          <a:ext cx="15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35861" name="Rectangle 27">
            <a:extLst>
              <a:ext uri="{FF2B5EF4-FFF2-40B4-BE49-F238E27FC236}">
                <a16:creationId xmlns:a16="http://schemas.microsoft.com/office/drawing/2014/main" id="{40ED56B8-F1A0-4776-9B00-D2F1D3DC6901}"/>
              </a:ext>
            </a:extLst>
          </p:cNvPr>
          <p:cNvSpPr>
            <a:spLocks noChangeArrowheads="1"/>
          </p:cNvSpPr>
          <p:nvPr/>
        </p:nvSpPr>
        <p:spPr bwMode="auto">
          <a:xfrm>
            <a:off x="539750" y="692150"/>
            <a:ext cx="5919788"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3200" b="1" dirty="0">
                <a:solidFill>
                  <a:srgbClr val="CC0000"/>
                </a:solidFill>
                <a:latin typeface="Times New Roman" panose="02020603050405020304" pitchFamily="18" charset="0"/>
                <a:ea typeface="楷体_GB2312" pitchFamily="49" charset="-122"/>
              </a:rPr>
              <a:t>2.10 </a:t>
            </a:r>
            <a:r>
              <a:rPr lang="zh-CN" altLang="en-US" sz="3200" b="1" dirty="0">
                <a:solidFill>
                  <a:srgbClr val="CC0000"/>
                </a:solidFill>
                <a:latin typeface="楷体_GB2312" pitchFamily="49" charset="-122"/>
                <a:ea typeface="楷体_GB2312" pitchFamily="49" charset="-122"/>
              </a:rPr>
              <a:t>行列式的性质</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日期占位符 1">
            <a:extLst>
              <a:ext uri="{FF2B5EF4-FFF2-40B4-BE49-F238E27FC236}">
                <a16:creationId xmlns:a16="http://schemas.microsoft.com/office/drawing/2014/main" id="{BCC8A368-9FB3-447C-9D0D-6B0A65CC58EE}"/>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F7723A8-A843-4BC1-ACA0-F401C3B5A54B}" type="datetime1">
              <a:rPr lang="zh-CN" altLang="en-US" smtClean="0"/>
              <a:pPr eaLnBrk="1" hangingPunct="1"/>
              <a:t>2025/2/28</a:t>
            </a:fld>
            <a:endParaRPr lang="en-US" altLang="zh-CN"/>
          </a:p>
        </p:txBody>
      </p:sp>
      <p:sp>
        <p:nvSpPr>
          <p:cNvPr id="46083" name="页脚占位符 2">
            <a:extLst>
              <a:ext uri="{FF2B5EF4-FFF2-40B4-BE49-F238E27FC236}">
                <a16:creationId xmlns:a16="http://schemas.microsoft.com/office/drawing/2014/main" id="{D48B91BB-71D2-44D2-B69A-5411F617B95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(共20页)</a:t>
            </a:r>
          </a:p>
        </p:txBody>
      </p:sp>
      <p:sp>
        <p:nvSpPr>
          <p:cNvPr id="46084" name="灯片编号占位符 3">
            <a:extLst>
              <a:ext uri="{FF2B5EF4-FFF2-40B4-BE49-F238E27FC236}">
                <a16:creationId xmlns:a16="http://schemas.microsoft.com/office/drawing/2014/main" id="{2C699D6C-0017-4A20-B096-F8A15D70563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08D5903-E4FA-49E1-8BB4-FA1DC1E0966E}" type="slidenum">
              <a:rPr lang="en-US" altLang="zh-CN"/>
              <a:pPr eaLnBrk="1" hangingPunct="1"/>
              <a:t>52</a:t>
            </a:fld>
            <a:endParaRPr lang="en-US" altLang="zh-CN"/>
          </a:p>
        </p:txBody>
      </p:sp>
      <p:sp>
        <p:nvSpPr>
          <p:cNvPr id="11266" name="Text Box 2">
            <a:extLst>
              <a:ext uri="{FF2B5EF4-FFF2-40B4-BE49-F238E27FC236}">
                <a16:creationId xmlns:a16="http://schemas.microsoft.com/office/drawing/2014/main" id="{387DC51C-726E-44D7-95F9-1B175B56E3EE}"/>
              </a:ext>
            </a:extLst>
          </p:cNvPr>
          <p:cNvSpPr txBox="1">
            <a:spLocks noChangeArrowheads="1"/>
          </p:cNvSpPr>
          <p:nvPr/>
        </p:nvSpPr>
        <p:spPr bwMode="auto">
          <a:xfrm>
            <a:off x="762000" y="908050"/>
            <a:ext cx="8001000" cy="884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Char char="Ø"/>
            </a:pPr>
            <a:r>
              <a:rPr kumimoji="1" lang="zh-CN" altLang="en-US" sz="2800" b="1" dirty="0">
                <a:solidFill>
                  <a:srgbClr val="CC0000"/>
                </a:solidFill>
                <a:latin typeface="Times New Roman" panose="02020603050405020304" pitchFamily="18" charset="0"/>
              </a:rPr>
              <a:t>性质 </a:t>
            </a:r>
            <a:r>
              <a:rPr kumimoji="1" lang="en-US" altLang="zh-CN" sz="2800" b="1" dirty="0">
                <a:solidFill>
                  <a:srgbClr val="CC0000"/>
                </a:solidFill>
                <a:latin typeface="Times New Roman" panose="02020603050405020304" pitchFamily="18" charset="0"/>
              </a:rPr>
              <a:t>1</a:t>
            </a:r>
            <a:r>
              <a:rPr kumimoji="1" lang="en-US" altLang="zh-CN" sz="2800" b="1" dirty="0">
                <a:latin typeface="Times New Roman" panose="02020603050405020304" pitchFamily="18" charset="0"/>
              </a:rPr>
              <a:t> </a:t>
            </a:r>
            <a:r>
              <a:rPr kumimoji="1" lang="zh-CN" altLang="en-US" sz="2800" b="1" dirty="0">
                <a:solidFill>
                  <a:schemeClr val="accent2"/>
                </a:solidFill>
                <a:latin typeface="Times New Roman" panose="02020603050405020304" pitchFamily="18" charset="0"/>
              </a:rPr>
              <a:t>行列式转置后</a:t>
            </a:r>
            <a:r>
              <a:rPr kumimoji="1" lang="en-US" altLang="zh-CN" sz="2800" b="1" dirty="0">
                <a:solidFill>
                  <a:schemeClr val="accent2"/>
                </a:solidFill>
                <a:latin typeface="Times New Roman" panose="02020603050405020304" pitchFamily="18" charset="0"/>
              </a:rPr>
              <a:t>,</a:t>
            </a:r>
            <a:r>
              <a:rPr kumimoji="1" lang="zh-CN" altLang="en-US" sz="2800" b="1" dirty="0">
                <a:solidFill>
                  <a:schemeClr val="accent2"/>
                </a:solidFill>
                <a:latin typeface="Times New Roman" panose="02020603050405020304" pitchFamily="18" charset="0"/>
              </a:rPr>
              <a:t>其值不变</a:t>
            </a:r>
            <a:r>
              <a:rPr kumimoji="1" lang="en-US" altLang="zh-CN" sz="2800" b="1" dirty="0">
                <a:solidFill>
                  <a:schemeClr val="accent2"/>
                </a:solidFill>
                <a:latin typeface="Times New Roman" panose="02020603050405020304" pitchFamily="18" charset="0"/>
              </a:rPr>
              <a:t>,</a:t>
            </a:r>
            <a:r>
              <a:rPr kumimoji="1" lang="zh-CN" altLang="en-US" sz="2800" b="1" dirty="0">
                <a:solidFill>
                  <a:schemeClr val="accent2"/>
                </a:solidFill>
                <a:latin typeface="Times New Roman" panose="02020603050405020304" pitchFamily="18" charset="0"/>
              </a:rPr>
              <a:t>即</a:t>
            </a:r>
            <a:r>
              <a:rPr kumimoji="1" lang="en-US" altLang="zh-CN" sz="2800" b="1" dirty="0">
                <a:solidFill>
                  <a:schemeClr val="accent2"/>
                </a:solidFill>
                <a:latin typeface="Times New Roman" panose="02020603050405020304" pitchFamily="18" charset="0"/>
              </a:rPr>
              <a:t>D</a:t>
            </a:r>
            <a:r>
              <a:rPr kumimoji="1" lang="en-US" altLang="zh-CN" sz="2800" b="1" baseline="30000" dirty="0">
                <a:solidFill>
                  <a:schemeClr val="accent2"/>
                </a:solidFill>
                <a:latin typeface="Times New Roman" panose="02020603050405020304" pitchFamily="18" charset="0"/>
              </a:rPr>
              <a:t>T</a:t>
            </a:r>
            <a:r>
              <a:rPr kumimoji="1" lang="en-US" altLang="zh-CN" sz="2800" b="1" dirty="0">
                <a:solidFill>
                  <a:schemeClr val="accent2"/>
                </a:solidFill>
                <a:latin typeface="Times New Roman" panose="02020603050405020304" pitchFamily="18" charset="0"/>
              </a:rPr>
              <a:t>=D.</a:t>
            </a:r>
          </a:p>
          <a:p>
            <a:pPr eaLnBrk="1" hangingPunct="1">
              <a:buFont typeface="Wingdings" panose="05000000000000000000" pitchFamily="2" charset="2"/>
              <a:buNone/>
            </a:pPr>
            <a:r>
              <a:rPr kumimoji="1" lang="en-US" altLang="zh-CN" sz="2400" b="1" dirty="0">
                <a:solidFill>
                  <a:schemeClr val="accent2"/>
                </a:solidFill>
                <a:latin typeface="Times New Roman" panose="02020603050405020304" pitchFamily="18" charset="0"/>
              </a:rPr>
              <a:t>          </a:t>
            </a:r>
            <a:r>
              <a:rPr kumimoji="1" lang="zh-CN" altLang="en-US" sz="2000" b="1" dirty="0">
                <a:solidFill>
                  <a:schemeClr val="accent2"/>
                </a:solidFill>
                <a:latin typeface="Times New Roman" panose="02020603050405020304" pitchFamily="18" charset="0"/>
              </a:rPr>
              <a:t>（行列式的行所具有的性质，对列也一定成立）</a:t>
            </a:r>
            <a:endParaRPr kumimoji="1" lang="zh-CN" altLang="en-US" sz="2800" b="1" dirty="0">
              <a:solidFill>
                <a:schemeClr val="accent2"/>
              </a:solidFill>
              <a:latin typeface="Times New Roman" panose="02020603050405020304" pitchFamily="18" charset="0"/>
            </a:endParaRPr>
          </a:p>
        </p:txBody>
      </p:sp>
      <p:sp>
        <p:nvSpPr>
          <p:cNvPr id="11288" name="Rectangle 24">
            <a:extLst>
              <a:ext uri="{FF2B5EF4-FFF2-40B4-BE49-F238E27FC236}">
                <a16:creationId xmlns:a16="http://schemas.microsoft.com/office/drawing/2014/main" id="{DCBA007F-BDDF-4A3F-9524-12F1A763FCCC}"/>
              </a:ext>
            </a:extLst>
          </p:cNvPr>
          <p:cNvSpPr>
            <a:spLocks noChangeArrowheads="1"/>
          </p:cNvSpPr>
          <p:nvPr/>
        </p:nvSpPr>
        <p:spPr bwMode="auto">
          <a:xfrm>
            <a:off x="755650" y="2409825"/>
            <a:ext cx="74168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Char char="Ø"/>
            </a:pPr>
            <a:r>
              <a:rPr kumimoji="1" lang="zh-CN" altLang="en-US" sz="2800" b="1" dirty="0">
                <a:solidFill>
                  <a:srgbClr val="CC0000"/>
                </a:solidFill>
                <a:latin typeface="Times New Roman" panose="02020603050405020304" pitchFamily="18" charset="0"/>
              </a:rPr>
              <a:t>性质 </a:t>
            </a:r>
            <a:r>
              <a:rPr kumimoji="1" lang="en-US" altLang="zh-CN" sz="2800" b="1" dirty="0">
                <a:solidFill>
                  <a:srgbClr val="CC0000"/>
                </a:solidFill>
                <a:latin typeface="Times New Roman" panose="02020603050405020304" pitchFamily="18" charset="0"/>
              </a:rPr>
              <a:t>1</a:t>
            </a:r>
            <a:r>
              <a:rPr kumimoji="1" lang="en-US" altLang="zh-CN" sz="2800" b="1" dirty="0">
                <a:solidFill>
                  <a:schemeClr val="accent2"/>
                </a:solidFill>
                <a:latin typeface="Times New Roman" panose="02020603050405020304" pitchFamily="18" charset="0"/>
              </a:rPr>
              <a:t> </a:t>
            </a:r>
            <a:r>
              <a:rPr kumimoji="1" lang="zh-CN" altLang="en-US" sz="2800" b="1" dirty="0">
                <a:solidFill>
                  <a:schemeClr val="accent2"/>
                </a:solidFill>
                <a:latin typeface="Times New Roman" panose="02020603050405020304" pitchFamily="18" charset="0"/>
              </a:rPr>
              <a:t>互换行列式的两行</a:t>
            </a:r>
            <a:r>
              <a:rPr kumimoji="1" lang="en-US" altLang="zh-CN" sz="2800" b="1" dirty="0">
                <a:solidFill>
                  <a:schemeClr val="accent2"/>
                </a:solidFill>
                <a:latin typeface="Times New Roman" panose="02020603050405020304" pitchFamily="18" charset="0"/>
              </a:rPr>
              <a:t>(</a:t>
            </a:r>
            <a:r>
              <a:rPr kumimoji="1" lang="zh-CN" altLang="en-US" sz="2800" b="1" dirty="0">
                <a:solidFill>
                  <a:schemeClr val="accent2"/>
                </a:solidFill>
                <a:latin typeface="Times New Roman" panose="02020603050405020304" pitchFamily="18" charset="0"/>
              </a:rPr>
              <a:t>列</a:t>
            </a:r>
            <a:r>
              <a:rPr kumimoji="1" lang="en-US" altLang="zh-CN" sz="2800" b="1" dirty="0">
                <a:solidFill>
                  <a:schemeClr val="accent2"/>
                </a:solidFill>
                <a:latin typeface="Times New Roman" panose="02020603050405020304" pitchFamily="18" charset="0"/>
              </a:rPr>
              <a:t>),</a:t>
            </a:r>
            <a:r>
              <a:rPr kumimoji="1" lang="zh-CN" altLang="en-US" sz="2800" b="1" dirty="0">
                <a:solidFill>
                  <a:schemeClr val="accent2"/>
                </a:solidFill>
                <a:latin typeface="Times New Roman" panose="02020603050405020304" pitchFamily="18" charset="0"/>
              </a:rPr>
              <a:t>行列式只改</a:t>
            </a:r>
          </a:p>
          <a:p>
            <a:pPr eaLnBrk="1" hangingPunct="1"/>
            <a:r>
              <a:rPr kumimoji="1" lang="zh-CN" altLang="en-US" sz="2800" b="1" dirty="0">
                <a:solidFill>
                  <a:schemeClr val="accent2"/>
                </a:solidFill>
                <a:latin typeface="Times New Roman" panose="02020603050405020304" pitchFamily="18" charset="0"/>
              </a:rPr>
              <a:t>变符号</a:t>
            </a:r>
            <a:r>
              <a:rPr kumimoji="1" lang="en-US" altLang="zh-CN" sz="2800" b="1" dirty="0">
                <a:solidFill>
                  <a:schemeClr val="accent2"/>
                </a:solidFill>
                <a:latin typeface="Times New Roman" panose="02020603050405020304" pitchFamily="18" charset="0"/>
              </a:rPr>
              <a:t>.</a:t>
            </a:r>
            <a:r>
              <a:rPr kumimoji="1" lang="zh-CN" altLang="en-US" sz="2000" b="1" dirty="0">
                <a:solidFill>
                  <a:schemeClr val="accent2"/>
                </a:solidFill>
                <a:latin typeface="Times New Roman" panose="02020603050405020304" pitchFamily="18" charset="0"/>
              </a:rPr>
              <a:t>（对不相邻的两行</a:t>
            </a:r>
            <a:r>
              <a:rPr kumimoji="1" lang="en-US" altLang="zh-CN" sz="2000" b="1" dirty="0">
                <a:solidFill>
                  <a:schemeClr val="accent2"/>
                </a:solidFill>
                <a:latin typeface="Times New Roman" panose="02020603050405020304" pitchFamily="18" charset="0"/>
              </a:rPr>
              <a:t>(</a:t>
            </a:r>
            <a:r>
              <a:rPr kumimoji="1" lang="zh-CN" altLang="en-US" sz="2000" b="1" dirty="0">
                <a:solidFill>
                  <a:schemeClr val="accent2"/>
                </a:solidFill>
                <a:latin typeface="Times New Roman" panose="02020603050405020304" pitchFamily="18" charset="0"/>
              </a:rPr>
              <a:t>列</a:t>
            </a:r>
            <a:r>
              <a:rPr kumimoji="1" lang="en-US" altLang="zh-CN" sz="2000" b="1" dirty="0">
                <a:solidFill>
                  <a:schemeClr val="accent2"/>
                </a:solidFill>
                <a:latin typeface="Times New Roman" panose="02020603050405020304" pitchFamily="18" charset="0"/>
              </a:rPr>
              <a:t>)</a:t>
            </a:r>
            <a:r>
              <a:rPr kumimoji="1" lang="zh-CN" altLang="en-US" sz="2000" b="1" dirty="0">
                <a:solidFill>
                  <a:schemeClr val="accent2"/>
                </a:solidFill>
                <a:latin typeface="Times New Roman" panose="02020603050405020304" pitchFamily="18" charset="0"/>
              </a:rPr>
              <a:t>也一样）</a:t>
            </a:r>
            <a:endParaRPr kumimoji="1" lang="zh-CN" altLang="en-US" sz="2800" b="1" dirty="0">
              <a:solidFill>
                <a:schemeClr val="accent2"/>
              </a:solidFill>
              <a:latin typeface="Times New Roman" panose="02020603050405020304" pitchFamily="18" charset="0"/>
            </a:endParaRPr>
          </a:p>
        </p:txBody>
      </p:sp>
      <p:sp>
        <p:nvSpPr>
          <p:cNvPr id="11290" name="Rectangle 26">
            <a:extLst>
              <a:ext uri="{FF2B5EF4-FFF2-40B4-BE49-F238E27FC236}">
                <a16:creationId xmlns:a16="http://schemas.microsoft.com/office/drawing/2014/main" id="{305819F7-E29F-465C-B97E-AFF784F8FED2}"/>
              </a:ext>
            </a:extLst>
          </p:cNvPr>
          <p:cNvSpPr>
            <a:spLocks noChangeArrowheads="1"/>
          </p:cNvSpPr>
          <p:nvPr/>
        </p:nvSpPr>
        <p:spPr bwMode="auto">
          <a:xfrm>
            <a:off x="827088" y="4354513"/>
            <a:ext cx="777557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Tx/>
              <a:buChar char="•"/>
            </a:pPr>
            <a:r>
              <a:rPr kumimoji="1" lang="zh-CN" altLang="en-US" sz="2800" b="1" dirty="0">
                <a:solidFill>
                  <a:srgbClr val="CC0000"/>
                </a:solidFill>
                <a:latin typeface="Times New Roman" panose="02020603050405020304" pitchFamily="18" charset="0"/>
              </a:rPr>
              <a:t>推论 </a:t>
            </a:r>
            <a:r>
              <a:rPr kumimoji="1" lang="en-US" altLang="zh-CN" sz="2800" b="1" dirty="0">
                <a:solidFill>
                  <a:srgbClr val="CC0000"/>
                </a:solidFill>
                <a:latin typeface="Times New Roman" panose="02020603050405020304" pitchFamily="18" charset="0"/>
              </a:rPr>
              <a:t>1</a:t>
            </a:r>
            <a:r>
              <a:rPr kumimoji="1" lang="en-US" altLang="zh-CN" sz="2800" b="1" dirty="0">
                <a:solidFill>
                  <a:schemeClr val="accent2"/>
                </a:solidFill>
                <a:latin typeface="Times New Roman" panose="02020603050405020304" pitchFamily="18" charset="0"/>
              </a:rPr>
              <a:t> </a:t>
            </a:r>
            <a:r>
              <a:rPr kumimoji="1" lang="zh-CN" altLang="en-US" sz="2800" b="1" dirty="0">
                <a:solidFill>
                  <a:schemeClr val="accent2"/>
                </a:solidFill>
                <a:latin typeface="Times New Roman" panose="02020603050405020304" pitchFamily="18" charset="0"/>
              </a:rPr>
              <a:t>行列式有两行</a:t>
            </a:r>
            <a:r>
              <a:rPr kumimoji="1" lang="en-US" altLang="zh-CN" sz="2800" b="1" dirty="0">
                <a:solidFill>
                  <a:schemeClr val="accent2"/>
                </a:solidFill>
                <a:latin typeface="Times New Roman" panose="02020603050405020304" pitchFamily="18" charset="0"/>
              </a:rPr>
              <a:t>(</a:t>
            </a:r>
            <a:r>
              <a:rPr kumimoji="1" lang="zh-CN" altLang="en-US" sz="2800" b="1" dirty="0">
                <a:solidFill>
                  <a:schemeClr val="accent2"/>
                </a:solidFill>
                <a:latin typeface="Times New Roman" panose="02020603050405020304" pitchFamily="18" charset="0"/>
              </a:rPr>
              <a:t>列</a:t>
            </a:r>
            <a:r>
              <a:rPr kumimoji="1" lang="en-US" altLang="zh-CN" sz="2800" b="1" dirty="0">
                <a:solidFill>
                  <a:schemeClr val="accent2"/>
                </a:solidFill>
                <a:latin typeface="Times New Roman" panose="02020603050405020304" pitchFamily="18" charset="0"/>
              </a:rPr>
              <a:t>)</a:t>
            </a:r>
            <a:r>
              <a:rPr kumimoji="1" lang="zh-CN" altLang="en-US" sz="2800" b="1" dirty="0">
                <a:solidFill>
                  <a:schemeClr val="accent2"/>
                </a:solidFill>
                <a:latin typeface="Times New Roman" panose="02020603050405020304" pitchFamily="18" charset="0"/>
              </a:rPr>
              <a:t>的对应元素完全相同</a:t>
            </a:r>
            <a:r>
              <a:rPr kumimoji="1" lang="en-US" altLang="zh-CN" sz="2800" b="1" dirty="0">
                <a:solidFill>
                  <a:schemeClr val="accent2"/>
                </a:solidFill>
                <a:latin typeface="Times New Roman" panose="02020603050405020304" pitchFamily="18" charset="0"/>
              </a:rPr>
              <a:t>,</a:t>
            </a:r>
          </a:p>
          <a:p>
            <a:pPr eaLnBrk="1" hangingPunct="1"/>
            <a:r>
              <a:rPr kumimoji="1" lang="zh-CN" altLang="en-US" sz="2800" b="1" dirty="0">
                <a:solidFill>
                  <a:schemeClr val="accent2"/>
                </a:solidFill>
                <a:latin typeface="Times New Roman" panose="02020603050405020304" pitchFamily="18" charset="0"/>
              </a:rPr>
              <a:t>则这个行列式为零</a:t>
            </a:r>
            <a:r>
              <a:rPr kumimoji="1" lang="en-US" altLang="zh-CN" sz="2800" b="1" dirty="0">
                <a:solidFill>
                  <a:schemeClr val="accent2"/>
                </a:solidFill>
                <a:latin typeface="Times New Roman" panose="02020603050405020304" pitchFamily="18" charset="0"/>
              </a:rPr>
              <a:t>.</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266"/>
                                        </p:tgtEl>
                                        <p:attrNameLst>
                                          <p:attrName>style.visibility</p:attrName>
                                        </p:attrNameLst>
                                      </p:cBhvr>
                                      <p:to>
                                        <p:strVal val="visible"/>
                                      </p:to>
                                    </p:set>
                                    <p:animEffect transition="in" filter="wipe(left)">
                                      <p:cBhvr>
                                        <p:cTn id="7" dur="500"/>
                                        <p:tgtEl>
                                          <p:spTgt spid="1126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288"/>
                                        </p:tgtEl>
                                        <p:attrNameLst>
                                          <p:attrName>style.visibility</p:attrName>
                                        </p:attrNameLst>
                                      </p:cBhvr>
                                      <p:to>
                                        <p:strVal val="visible"/>
                                      </p:to>
                                    </p:set>
                                    <p:animEffect transition="in" filter="wipe(left)">
                                      <p:cBhvr>
                                        <p:cTn id="12" dur="500"/>
                                        <p:tgtEl>
                                          <p:spTgt spid="1128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290"/>
                                        </p:tgtEl>
                                        <p:attrNameLst>
                                          <p:attrName>style.visibility</p:attrName>
                                        </p:attrNameLst>
                                      </p:cBhvr>
                                      <p:to>
                                        <p:strVal val="visible"/>
                                      </p:to>
                                    </p:set>
                                    <p:animEffect transition="in" filter="wipe(left)">
                                      <p:cBhvr>
                                        <p:cTn id="17" dur="500"/>
                                        <p:tgtEl>
                                          <p:spTgt spid="112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6" grpId="0"/>
      <p:bldP spid="11288" grpId="0"/>
      <p:bldP spid="11290"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90" name="日期占位符 1">
            <a:extLst>
              <a:ext uri="{FF2B5EF4-FFF2-40B4-BE49-F238E27FC236}">
                <a16:creationId xmlns:a16="http://schemas.microsoft.com/office/drawing/2014/main" id="{50DA9BD5-C3BF-4C8C-8981-0C442627929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497D6E8-9771-4D21-8D3D-25C8C2D8F2F6}" type="datetime1">
              <a:rPr lang="zh-CN" altLang="en-US" smtClean="0"/>
              <a:pPr eaLnBrk="1" hangingPunct="1"/>
              <a:t>2025/2/28</a:t>
            </a:fld>
            <a:endParaRPr lang="en-US" altLang="zh-CN"/>
          </a:p>
        </p:txBody>
      </p:sp>
      <p:sp>
        <p:nvSpPr>
          <p:cNvPr id="36891" name="页脚占位符 2">
            <a:extLst>
              <a:ext uri="{FF2B5EF4-FFF2-40B4-BE49-F238E27FC236}">
                <a16:creationId xmlns:a16="http://schemas.microsoft.com/office/drawing/2014/main" id="{840C2020-CECE-4CC4-A697-AF19B7E98B2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(共20页)</a:t>
            </a:r>
          </a:p>
        </p:txBody>
      </p:sp>
      <p:sp>
        <p:nvSpPr>
          <p:cNvPr id="36892" name="灯片编号占位符 3">
            <a:extLst>
              <a:ext uri="{FF2B5EF4-FFF2-40B4-BE49-F238E27FC236}">
                <a16:creationId xmlns:a16="http://schemas.microsoft.com/office/drawing/2014/main" id="{6900DE22-1C52-4CE2-A4DD-648EB6DE636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CA87221-6471-4CA0-B3F2-D2FB03A363FC}" type="slidenum">
              <a:rPr lang="en-US" altLang="zh-CN"/>
              <a:pPr eaLnBrk="1" hangingPunct="1"/>
              <a:t>53</a:t>
            </a:fld>
            <a:endParaRPr lang="en-US" altLang="zh-CN"/>
          </a:p>
        </p:txBody>
      </p:sp>
      <p:sp>
        <p:nvSpPr>
          <p:cNvPr id="33794" name="Rectangle 2">
            <a:extLst>
              <a:ext uri="{FF2B5EF4-FFF2-40B4-BE49-F238E27FC236}">
                <a16:creationId xmlns:a16="http://schemas.microsoft.com/office/drawing/2014/main" id="{255788B2-A38C-40F3-8113-C4482A64D7C6}"/>
              </a:ext>
            </a:extLst>
          </p:cNvPr>
          <p:cNvSpPr>
            <a:spLocks noChangeArrowheads="1"/>
          </p:cNvSpPr>
          <p:nvPr/>
        </p:nvSpPr>
        <p:spPr bwMode="auto">
          <a:xfrm>
            <a:off x="250825" y="333375"/>
            <a:ext cx="8077200" cy="1160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 typeface="Wingdings" panose="05000000000000000000" pitchFamily="2" charset="2"/>
              <a:buChar char="Ø"/>
            </a:pPr>
            <a:r>
              <a:rPr kumimoji="1" lang="zh-CN" altLang="en-US" sz="2800" b="1" dirty="0">
                <a:solidFill>
                  <a:srgbClr val="CC0000"/>
                </a:solidFill>
                <a:latin typeface="Times New Roman" panose="02020603050405020304" pitchFamily="18" charset="0"/>
              </a:rPr>
              <a:t>性质  </a:t>
            </a:r>
            <a:r>
              <a:rPr kumimoji="1" lang="en-US" altLang="zh-CN" sz="2800" b="1" dirty="0">
                <a:solidFill>
                  <a:srgbClr val="CC0000"/>
                </a:solidFill>
                <a:latin typeface="Times New Roman" panose="02020603050405020304" pitchFamily="18" charset="0"/>
              </a:rPr>
              <a:t>3</a:t>
            </a:r>
            <a:r>
              <a:rPr kumimoji="1" lang="en-US" altLang="zh-CN" sz="2800" b="1" dirty="0">
                <a:solidFill>
                  <a:schemeClr val="accent2"/>
                </a:solidFill>
                <a:latin typeface="Times New Roman" panose="02020603050405020304" pitchFamily="18" charset="0"/>
              </a:rPr>
              <a:t>  </a:t>
            </a:r>
            <a:r>
              <a:rPr kumimoji="1" lang="zh-CN" altLang="en-US" sz="2800" b="1" dirty="0">
                <a:solidFill>
                  <a:schemeClr val="accent2"/>
                </a:solidFill>
                <a:latin typeface="Times New Roman" panose="02020603050405020304" pitchFamily="18" charset="0"/>
              </a:rPr>
              <a:t>行列式中某一行</a:t>
            </a:r>
            <a:r>
              <a:rPr kumimoji="1" lang="en-US" altLang="zh-CN" sz="2800" b="1" dirty="0">
                <a:solidFill>
                  <a:schemeClr val="accent2"/>
                </a:solidFill>
                <a:latin typeface="Times New Roman" panose="02020603050405020304" pitchFamily="18" charset="0"/>
              </a:rPr>
              <a:t>(</a:t>
            </a:r>
            <a:r>
              <a:rPr kumimoji="1" lang="zh-CN" altLang="en-US" sz="2800" b="1" dirty="0">
                <a:solidFill>
                  <a:schemeClr val="accent2"/>
                </a:solidFill>
                <a:latin typeface="Times New Roman" panose="02020603050405020304" pitchFamily="18" charset="0"/>
              </a:rPr>
              <a:t>列</a:t>
            </a:r>
            <a:r>
              <a:rPr kumimoji="1" lang="en-US" altLang="zh-CN" sz="2800" b="1" dirty="0">
                <a:solidFill>
                  <a:schemeClr val="accent2"/>
                </a:solidFill>
                <a:latin typeface="Times New Roman" panose="02020603050405020304" pitchFamily="18" charset="0"/>
              </a:rPr>
              <a:t>)</a:t>
            </a:r>
            <a:r>
              <a:rPr kumimoji="1" lang="zh-CN" altLang="en-US" sz="2800" b="1" dirty="0">
                <a:solidFill>
                  <a:schemeClr val="accent2"/>
                </a:solidFill>
                <a:latin typeface="Times New Roman" panose="02020603050405020304" pitchFamily="18" charset="0"/>
              </a:rPr>
              <a:t>所有元素的公因子</a:t>
            </a:r>
            <a:r>
              <a:rPr kumimoji="1" lang="en-US" altLang="zh-CN" sz="2800" b="1" dirty="0">
                <a:solidFill>
                  <a:schemeClr val="accent2"/>
                </a:solidFill>
                <a:latin typeface="Times New Roman" panose="02020603050405020304" pitchFamily="18" charset="0"/>
              </a:rPr>
              <a:t>,</a:t>
            </a:r>
          </a:p>
          <a:p>
            <a:pPr algn="ctr" eaLnBrk="1" hangingPunct="1">
              <a:spcBef>
                <a:spcPct val="50000"/>
              </a:spcBef>
            </a:pPr>
            <a:r>
              <a:rPr kumimoji="1" lang="zh-CN" altLang="en-US" sz="2800" b="1" dirty="0">
                <a:solidFill>
                  <a:schemeClr val="accent2"/>
                </a:solidFill>
                <a:latin typeface="Times New Roman" panose="02020603050405020304" pitchFamily="18" charset="0"/>
              </a:rPr>
              <a:t>可以提到行列式符号外</a:t>
            </a:r>
            <a:r>
              <a:rPr kumimoji="1" lang="en-US" altLang="zh-CN" sz="2800" b="1" dirty="0">
                <a:solidFill>
                  <a:schemeClr val="accent2"/>
                </a:solidFill>
                <a:latin typeface="Times New Roman" panose="02020603050405020304" pitchFamily="18" charset="0"/>
              </a:rPr>
              <a:t>(</a:t>
            </a:r>
            <a:r>
              <a:rPr kumimoji="1" lang="zh-CN" altLang="en-US" sz="2800" b="1" dirty="0">
                <a:solidFill>
                  <a:schemeClr val="accent2"/>
                </a:solidFill>
                <a:latin typeface="Times New Roman" panose="02020603050405020304" pitchFamily="18" charset="0"/>
              </a:rPr>
              <a:t>即此因子乘以行列式</a:t>
            </a:r>
            <a:r>
              <a:rPr kumimoji="1" lang="en-US" altLang="zh-CN" sz="2800" b="1" dirty="0">
                <a:solidFill>
                  <a:schemeClr val="accent2"/>
                </a:solidFill>
                <a:latin typeface="Times New Roman" panose="02020603050405020304" pitchFamily="18" charset="0"/>
              </a:rPr>
              <a:t>).</a:t>
            </a:r>
          </a:p>
        </p:txBody>
      </p:sp>
      <p:grpSp>
        <p:nvGrpSpPr>
          <p:cNvPr id="2" name="Group 47">
            <a:extLst>
              <a:ext uri="{FF2B5EF4-FFF2-40B4-BE49-F238E27FC236}">
                <a16:creationId xmlns:a16="http://schemas.microsoft.com/office/drawing/2014/main" id="{E27CA106-F2B3-40B9-A44B-164977054812}"/>
              </a:ext>
            </a:extLst>
          </p:cNvPr>
          <p:cNvGrpSpPr>
            <a:grpSpLocks/>
          </p:cNvGrpSpPr>
          <p:nvPr/>
        </p:nvGrpSpPr>
        <p:grpSpPr bwMode="auto">
          <a:xfrm>
            <a:off x="855663" y="1773238"/>
            <a:ext cx="6740525" cy="4344987"/>
            <a:chOff x="539" y="1117"/>
            <a:chExt cx="4246" cy="2737"/>
          </a:xfrm>
        </p:grpSpPr>
        <p:sp>
          <p:nvSpPr>
            <p:cNvPr id="36895" name="Text Box 13">
              <a:extLst>
                <a:ext uri="{FF2B5EF4-FFF2-40B4-BE49-F238E27FC236}">
                  <a16:creationId xmlns:a16="http://schemas.microsoft.com/office/drawing/2014/main" id="{61F70F0B-6C35-49A8-918A-63883B3EA09D}"/>
                </a:ext>
              </a:extLst>
            </p:cNvPr>
            <p:cNvSpPr txBox="1">
              <a:spLocks noChangeArrowheads="1"/>
            </p:cNvSpPr>
            <p:nvPr/>
          </p:nvSpPr>
          <p:spPr bwMode="auto">
            <a:xfrm>
              <a:off x="981" y="1117"/>
              <a:ext cx="1682" cy="20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dirty="0">
                  <a:latin typeface="Times New Roman" panose="02020603050405020304" pitchFamily="18" charset="0"/>
                </a:rPr>
                <a:t>a</a:t>
              </a:r>
              <a:r>
                <a:rPr kumimoji="1" lang="en-US" altLang="zh-CN" sz="2400" baseline="-25000" dirty="0">
                  <a:latin typeface="Times New Roman" panose="02020603050405020304" pitchFamily="18" charset="0"/>
                </a:rPr>
                <a:t>11     </a:t>
              </a:r>
              <a:r>
                <a:rPr kumimoji="1" lang="en-US" altLang="zh-CN" sz="2400" dirty="0">
                  <a:latin typeface="Times New Roman" panose="02020603050405020304" pitchFamily="18" charset="0"/>
                </a:rPr>
                <a:t>a</a:t>
              </a:r>
              <a:r>
                <a:rPr kumimoji="1" lang="en-US" altLang="zh-CN" sz="2400" baseline="-25000" dirty="0">
                  <a:latin typeface="Times New Roman" panose="02020603050405020304" pitchFamily="18" charset="0"/>
                </a:rPr>
                <a:t>12</a:t>
              </a:r>
              <a:r>
                <a:rPr kumimoji="1" lang="en-US" altLang="zh-CN" sz="2400" dirty="0">
                  <a:latin typeface="Times New Roman" panose="02020603050405020304" pitchFamily="18" charset="0"/>
                </a:rPr>
                <a:t>              a</a:t>
              </a:r>
              <a:r>
                <a:rPr kumimoji="1" lang="en-US" altLang="zh-CN" sz="2400" baseline="-25000" dirty="0">
                  <a:latin typeface="Times New Roman" panose="02020603050405020304" pitchFamily="18" charset="0"/>
                </a:rPr>
                <a:t>1n</a:t>
              </a:r>
            </a:p>
            <a:p>
              <a:pPr eaLnBrk="1" hangingPunct="1"/>
              <a:endParaRPr kumimoji="1" lang="en-US" altLang="zh-CN" sz="2400" baseline="-25000" dirty="0">
                <a:latin typeface="Times New Roman" panose="02020603050405020304" pitchFamily="18" charset="0"/>
              </a:endParaRPr>
            </a:p>
            <a:p>
              <a:pPr eaLnBrk="1" hangingPunct="1"/>
              <a:r>
                <a:rPr kumimoji="1" lang="en-US" altLang="zh-CN" sz="2400" dirty="0">
                  <a:latin typeface="Times New Roman" panose="02020603050405020304" pitchFamily="18" charset="0"/>
                </a:rPr>
                <a:t>a</a:t>
              </a:r>
              <a:r>
                <a:rPr kumimoji="1" lang="en-US" altLang="zh-CN" sz="2400" baseline="-25000" dirty="0">
                  <a:latin typeface="Times New Roman" panose="02020603050405020304" pitchFamily="18" charset="0"/>
                </a:rPr>
                <a:t>21</a:t>
              </a:r>
              <a:r>
                <a:rPr kumimoji="1" lang="en-US" altLang="zh-CN" sz="2400" dirty="0">
                  <a:latin typeface="Times New Roman" panose="02020603050405020304" pitchFamily="18" charset="0"/>
                </a:rPr>
                <a:t>    a</a:t>
              </a:r>
              <a:r>
                <a:rPr kumimoji="1" lang="en-US" altLang="zh-CN" sz="2400" baseline="-25000" dirty="0">
                  <a:latin typeface="Times New Roman" panose="02020603050405020304" pitchFamily="18" charset="0"/>
                </a:rPr>
                <a:t>22</a:t>
              </a:r>
              <a:r>
                <a:rPr kumimoji="1" lang="en-US" altLang="zh-CN" sz="2400" dirty="0">
                  <a:latin typeface="Times New Roman" panose="02020603050405020304" pitchFamily="18" charset="0"/>
                </a:rPr>
                <a:t>              a</a:t>
              </a:r>
              <a:r>
                <a:rPr kumimoji="1" lang="en-US" altLang="zh-CN" sz="2400" baseline="-25000" dirty="0">
                  <a:latin typeface="Times New Roman" panose="02020603050405020304" pitchFamily="18" charset="0"/>
                </a:rPr>
                <a:t>2n</a:t>
              </a:r>
            </a:p>
            <a:p>
              <a:pPr eaLnBrk="1" hangingPunct="1"/>
              <a:endParaRPr kumimoji="1" lang="en-US" altLang="zh-CN" sz="2400" baseline="-25000" dirty="0">
                <a:latin typeface="Times New Roman" panose="02020603050405020304" pitchFamily="18" charset="0"/>
              </a:endParaRPr>
            </a:p>
            <a:p>
              <a:pPr eaLnBrk="1" hangingPunct="1"/>
              <a:endParaRPr kumimoji="1" lang="en-US" altLang="zh-CN" sz="2400" baseline="-25000" dirty="0">
                <a:latin typeface="Times New Roman" panose="02020603050405020304" pitchFamily="18" charset="0"/>
              </a:endParaRPr>
            </a:p>
            <a:p>
              <a:pPr eaLnBrk="1" hangingPunct="1"/>
              <a:endParaRPr kumimoji="1" lang="en-US" altLang="zh-CN" sz="2400" baseline="-25000" dirty="0">
                <a:latin typeface="Times New Roman" panose="02020603050405020304" pitchFamily="18" charset="0"/>
              </a:endParaRPr>
            </a:p>
            <a:p>
              <a:pPr eaLnBrk="1" hangingPunct="1"/>
              <a:r>
                <a:rPr kumimoji="1" lang="en-US" altLang="zh-CN" sz="2400" dirty="0">
                  <a:latin typeface="Times New Roman" panose="02020603050405020304" pitchFamily="18" charset="0"/>
                </a:rPr>
                <a:t>λa</a:t>
              </a:r>
              <a:r>
                <a:rPr kumimoji="1" lang="en-US" altLang="zh-CN" sz="2400" baseline="-25000" dirty="0">
                  <a:latin typeface="Times New Roman" panose="02020603050405020304" pitchFamily="18" charset="0"/>
                </a:rPr>
                <a:t>i1</a:t>
              </a:r>
              <a:r>
                <a:rPr kumimoji="1" lang="en-US" altLang="zh-CN" sz="2400" dirty="0">
                  <a:latin typeface="Times New Roman" panose="02020603050405020304" pitchFamily="18" charset="0"/>
                </a:rPr>
                <a:t> λa</a:t>
              </a:r>
              <a:r>
                <a:rPr kumimoji="1" lang="en-US" altLang="zh-CN" sz="2400" baseline="-25000" dirty="0">
                  <a:latin typeface="Times New Roman" panose="02020603050405020304" pitchFamily="18" charset="0"/>
                </a:rPr>
                <a:t>i2           </a:t>
              </a:r>
              <a:r>
                <a:rPr kumimoji="1" lang="en-US" altLang="zh-CN" sz="2400" dirty="0" err="1">
                  <a:latin typeface="Times New Roman" panose="02020603050405020304" pitchFamily="18" charset="0"/>
                </a:rPr>
                <a:t>λa</a:t>
              </a:r>
              <a:r>
                <a:rPr kumimoji="1" lang="en-US" altLang="zh-CN" sz="2400" baseline="-25000" dirty="0" err="1">
                  <a:latin typeface="Times New Roman" panose="02020603050405020304" pitchFamily="18" charset="0"/>
                </a:rPr>
                <a:t>in</a:t>
              </a:r>
              <a:endParaRPr kumimoji="1" lang="en-US" altLang="zh-CN" sz="2400" dirty="0">
                <a:latin typeface="Times New Roman" panose="02020603050405020304" pitchFamily="18" charset="0"/>
              </a:endParaRPr>
            </a:p>
            <a:p>
              <a:pPr eaLnBrk="1" hangingPunct="1"/>
              <a:endParaRPr kumimoji="1" lang="en-US" altLang="zh-CN" sz="2400" dirty="0">
                <a:latin typeface="Times New Roman" panose="02020603050405020304" pitchFamily="18" charset="0"/>
              </a:endParaRPr>
            </a:p>
            <a:p>
              <a:pPr eaLnBrk="1" hangingPunct="1"/>
              <a:endParaRPr kumimoji="1" lang="en-US" altLang="zh-CN" sz="2400" dirty="0">
                <a:latin typeface="Times New Roman" panose="02020603050405020304" pitchFamily="18" charset="0"/>
              </a:endParaRPr>
            </a:p>
            <a:p>
              <a:pPr eaLnBrk="1" hangingPunct="1"/>
              <a:r>
                <a:rPr kumimoji="1" lang="en-US" altLang="zh-CN" sz="2400" dirty="0">
                  <a:latin typeface="Times New Roman" panose="02020603050405020304" pitchFamily="18" charset="0"/>
                </a:rPr>
                <a:t>a</a:t>
              </a:r>
              <a:r>
                <a:rPr kumimoji="1" lang="en-US" altLang="zh-CN" sz="2400" baseline="-25000" dirty="0">
                  <a:latin typeface="Times New Roman" panose="02020603050405020304" pitchFamily="18" charset="0"/>
                </a:rPr>
                <a:t>n1</a:t>
              </a:r>
              <a:r>
                <a:rPr kumimoji="1" lang="en-US" altLang="zh-CN" sz="2400" dirty="0">
                  <a:latin typeface="Times New Roman" panose="02020603050405020304" pitchFamily="18" charset="0"/>
                </a:rPr>
                <a:t>      a</a:t>
              </a:r>
              <a:r>
                <a:rPr kumimoji="1" lang="en-US" altLang="zh-CN" sz="2400" baseline="-25000" dirty="0">
                  <a:latin typeface="Times New Roman" panose="02020603050405020304" pitchFamily="18" charset="0"/>
                </a:rPr>
                <a:t>n2</a:t>
              </a:r>
              <a:r>
                <a:rPr kumimoji="1" lang="en-US" altLang="zh-CN" sz="2400" dirty="0">
                  <a:latin typeface="Times New Roman" panose="02020603050405020304" pitchFamily="18" charset="0"/>
                </a:rPr>
                <a:t>            </a:t>
              </a:r>
              <a:r>
                <a:rPr kumimoji="1" lang="en-US" altLang="zh-CN" sz="2400" dirty="0" err="1">
                  <a:latin typeface="Times New Roman" panose="02020603050405020304" pitchFamily="18" charset="0"/>
                </a:rPr>
                <a:t>a</a:t>
              </a:r>
              <a:r>
                <a:rPr kumimoji="1" lang="en-US" altLang="zh-CN" sz="2400" baseline="-25000" dirty="0" err="1">
                  <a:latin typeface="Times New Roman" panose="02020603050405020304" pitchFamily="18" charset="0"/>
                </a:rPr>
                <a:t>nn</a:t>
              </a:r>
              <a:r>
                <a:rPr kumimoji="1" lang="en-US" altLang="zh-CN" sz="2400" dirty="0">
                  <a:latin typeface="Times New Roman" panose="02020603050405020304" pitchFamily="18" charset="0"/>
                </a:rPr>
                <a:t> </a:t>
              </a:r>
            </a:p>
          </p:txBody>
        </p:sp>
        <p:sp>
          <p:nvSpPr>
            <p:cNvPr id="36896" name="Line 14">
              <a:extLst>
                <a:ext uri="{FF2B5EF4-FFF2-40B4-BE49-F238E27FC236}">
                  <a16:creationId xmlns:a16="http://schemas.microsoft.com/office/drawing/2014/main" id="{BDD4CEDA-59F9-4841-8F9B-F98D4E336112}"/>
                </a:ext>
              </a:extLst>
            </p:cNvPr>
            <p:cNvSpPr>
              <a:spLocks noChangeShapeType="1"/>
            </p:cNvSpPr>
            <p:nvPr/>
          </p:nvSpPr>
          <p:spPr bwMode="auto">
            <a:xfrm>
              <a:off x="981" y="1213"/>
              <a:ext cx="0" cy="1968"/>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6897" name="Line 15">
              <a:extLst>
                <a:ext uri="{FF2B5EF4-FFF2-40B4-BE49-F238E27FC236}">
                  <a16:creationId xmlns:a16="http://schemas.microsoft.com/office/drawing/2014/main" id="{5DD6BDE0-D870-4CF3-88F2-6663C8FD0322}"/>
                </a:ext>
              </a:extLst>
            </p:cNvPr>
            <p:cNvSpPr>
              <a:spLocks noChangeShapeType="1"/>
            </p:cNvSpPr>
            <p:nvPr/>
          </p:nvSpPr>
          <p:spPr bwMode="auto">
            <a:xfrm>
              <a:off x="2613" y="1213"/>
              <a:ext cx="0" cy="192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36866" name="Object 16">
              <a:extLst>
                <a:ext uri="{FF2B5EF4-FFF2-40B4-BE49-F238E27FC236}">
                  <a16:creationId xmlns:a16="http://schemas.microsoft.com/office/drawing/2014/main" id="{CD5A8B9D-5024-48BF-B294-AFCCE5829DBF}"/>
                </a:ext>
              </a:extLst>
            </p:cNvPr>
            <p:cNvGraphicFramePr>
              <a:graphicFrameLocks noChangeAspect="1"/>
            </p:cNvGraphicFramePr>
            <p:nvPr/>
          </p:nvGraphicFramePr>
          <p:xfrm>
            <a:off x="1821" y="1213"/>
            <a:ext cx="336" cy="168"/>
          </p:xfrm>
          <a:graphic>
            <a:graphicData uri="http://schemas.openxmlformats.org/presentationml/2006/ole">
              <mc:AlternateContent xmlns:mc="http://schemas.openxmlformats.org/markup-compatibility/2006">
                <mc:Choice xmlns:v="urn:schemas-microsoft-com:vml" Requires="v">
                  <p:oleObj spid="_x0000_s52322" name="Equation" r:id="rId3" imgW="177480" imgH="88560" progId="Equation.3">
                    <p:embed/>
                  </p:oleObj>
                </mc:Choice>
                <mc:Fallback>
                  <p:oleObj name="Equation" r:id="rId3" imgW="177480" imgH="88560" progId="Equation.3">
                    <p:embed/>
                    <p:pic>
                      <p:nvPicPr>
                        <p:cNvPr id="36866" name="Object 16">
                          <a:extLst>
                            <a:ext uri="{FF2B5EF4-FFF2-40B4-BE49-F238E27FC236}">
                              <a16:creationId xmlns:a16="http://schemas.microsoft.com/office/drawing/2014/main" id="{CD5A8B9D-5024-48BF-B294-AFCCE5829DB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1" y="1213"/>
                          <a:ext cx="336" cy="1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867" name="Object 17">
              <a:extLst>
                <a:ext uri="{FF2B5EF4-FFF2-40B4-BE49-F238E27FC236}">
                  <a16:creationId xmlns:a16="http://schemas.microsoft.com/office/drawing/2014/main" id="{A50BD3F5-C2FF-4F63-A7F2-68C7FAA8BB9A}"/>
                </a:ext>
              </a:extLst>
            </p:cNvPr>
            <p:cNvGraphicFramePr>
              <a:graphicFrameLocks noChangeAspect="1"/>
            </p:cNvGraphicFramePr>
            <p:nvPr/>
          </p:nvGraphicFramePr>
          <p:xfrm>
            <a:off x="1077" y="1885"/>
            <a:ext cx="154" cy="384"/>
          </p:xfrm>
          <a:graphic>
            <a:graphicData uri="http://schemas.openxmlformats.org/presentationml/2006/ole">
              <mc:AlternateContent xmlns:mc="http://schemas.openxmlformats.org/markup-compatibility/2006">
                <mc:Choice xmlns:v="urn:schemas-microsoft-com:vml" Requires="v">
                  <p:oleObj spid="_x0000_s52323" name="Equation" r:id="rId5" imgW="75960" imgH="190440" progId="Equation.3">
                    <p:embed/>
                  </p:oleObj>
                </mc:Choice>
                <mc:Fallback>
                  <p:oleObj name="Equation" r:id="rId5" imgW="75960" imgH="190440" progId="Equation.3">
                    <p:embed/>
                    <p:pic>
                      <p:nvPicPr>
                        <p:cNvPr id="36867" name="Object 17">
                          <a:extLst>
                            <a:ext uri="{FF2B5EF4-FFF2-40B4-BE49-F238E27FC236}">
                              <a16:creationId xmlns:a16="http://schemas.microsoft.com/office/drawing/2014/main" id="{A50BD3F5-C2FF-4F63-A7F2-68C7FAA8BB9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77" y="1885"/>
                          <a:ext cx="15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868" name="Object 18">
              <a:extLst>
                <a:ext uri="{FF2B5EF4-FFF2-40B4-BE49-F238E27FC236}">
                  <a16:creationId xmlns:a16="http://schemas.microsoft.com/office/drawing/2014/main" id="{6CE58BD1-46E7-4EBE-9265-3A1E3CAAA01D}"/>
                </a:ext>
              </a:extLst>
            </p:cNvPr>
            <p:cNvGraphicFramePr>
              <a:graphicFrameLocks noChangeAspect="1"/>
            </p:cNvGraphicFramePr>
            <p:nvPr/>
          </p:nvGraphicFramePr>
          <p:xfrm>
            <a:off x="1490" y="1859"/>
            <a:ext cx="154" cy="384"/>
          </p:xfrm>
          <a:graphic>
            <a:graphicData uri="http://schemas.openxmlformats.org/presentationml/2006/ole">
              <mc:AlternateContent xmlns:mc="http://schemas.openxmlformats.org/markup-compatibility/2006">
                <mc:Choice xmlns:v="urn:schemas-microsoft-com:vml" Requires="v">
                  <p:oleObj spid="_x0000_s52324" name="Equation" r:id="rId7" imgW="75960" imgH="190440" progId="Equation.3">
                    <p:embed/>
                  </p:oleObj>
                </mc:Choice>
                <mc:Fallback>
                  <p:oleObj name="Equation" r:id="rId7" imgW="75960" imgH="190440" progId="Equation.3">
                    <p:embed/>
                    <p:pic>
                      <p:nvPicPr>
                        <p:cNvPr id="36868" name="Object 18">
                          <a:extLst>
                            <a:ext uri="{FF2B5EF4-FFF2-40B4-BE49-F238E27FC236}">
                              <a16:creationId xmlns:a16="http://schemas.microsoft.com/office/drawing/2014/main" id="{6CE58BD1-46E7-4EBE-9265-3A1E3CAAA01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90" y="1859"/>
                          <a:ext cx="15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869" name="Object 19">
              <a:extLst>
                <a:ext uri="{FF2B5EF4-FFF2-40B4-BE49-F238E27FC236}">
                  <a16:creationId xmlns:a16="http://schemas.microsoft.com/office/drawing/2014/main" id="{886C941A-A7AF-4186-BD77-E4EE301FD65C}"/>
                </a:ext>
              </a:extLst>
            </p:cNvPr>
            <p:cNvGraphicFramePr>
              <a:graphicFrameLocks noChangeAspect="1"/>
            </p:cNvGraphicFramePr>
            <p:nvPr/>
          </p:nvGraphicFramePr>
          <p:xfrm>
            <a:off x="2325" y="1837"/>
            <a:ext cx="154" cy="384"/>
          </p:xfrm>
          <a:graphic>
            <a:graphicData uri="http://schemas.openxmlformats.org/presentationml/2006/ole">
              <mc:AlternateContent xmlns:mc="http://schemas.openxmlformats.org/markup-compatibility/2006">
                <mc:Choice xmlns:v="urn:schemas-microsoft-com:vml" Requires="v">
                  <p:oleObj spid="_x0000_s52325" name="Equation" r:id="rId9" imgW="75960" imgH="190440" progId="Equation.3">
                    <p:embed/>
                  </p:oleObj>
                </mc:Choice>
                <mc:Fallback>
                  <p:oleObj name="Equation" r:id="rId9" imgW="75960" imgH="190440" progId="Equation.3">
                    <p:embed/>
                    <p:pic>
                      <p:nvPicPr>
                        <p:cNvPr id="36869" name="Object 19">
                          <a:extLst>
                            <a:ext uri="{FF2B5EF4-FFF2-40B4-BE49-F238E27FC236}">
                              <a16:creationId xmlns:a16="http://schemas.microsoft.com/office/drawing/2014/main" id="{886C941A-A7AF-4186-BD77-E4EE301FD65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25" y="1837"/>
                          <a:ext cx="15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870" name="Object 20">
              <a:extLst>
                <a:ext uri="{FF2B5EF4-FFF2-40B4-BE49-F238E27FC236}">
                  <a16:creationId xmlns:a16="http://schemas.microsoft.com/office/drawing/2014/main" id="{0F32A1A3-3A6A-4506-89DB-5ACAB5E8979F}"/>
                </a:ext>
              </a:extLst>
            </p:cNvPr>
            <p:cNvGraphicFramePr>
              <a:graphicFrameLocks noChangeAspect="1"/>
            </p:cNvGraphicFramePr>
            <p:nvPr/>
          </p:nvGraphicFramePr>
          <p:xfrm>
            <a:off x="1821" y="1597"/>
            <a:ext cx="336" cy="168"/>
          </p:xfrm>
          <a:graphic>
            <a:graphicData uri="http://schemas.openxmlformats.org/presentationml/2006/ole">
              <mc:AlternateContent xmlns:mc="http://schemas.openxmlformats.org/markup-compatibility/2006">
                <mc:Choice xmlns:v="urn:schemas-microsoft-com:vml" Requires="v">
                  <p:oleObj spid="_x0000_s52326" name="Equation" r:id="rId10" imgW="177480" imgH="88560" progId="Equation.3">
                    <p:embed/>
                  </p:oleObj>
                </mc:Choice>
                <mc:Fallback>
                  <p:oleObj name="Equation" r:id="rId10" imgW="177480" imgH="88560" progId="Equation.3">
                    <p:embed/>
                    <p:pic>
                      <p:nvPicPr>
                        <p:cNvPr id="36870" name="Object 20">
                          <a:extLst>
                            <a:ext uri="{FF2B5EF4-FFF2-40B4-BE49-F238E27FC236}">
                              <a16:creationId xmlns:a16="http://schemas.microsoft.com/office/drawing/2014/main" id="{0F32A1A3-3A6A-4506-89DB-5ACAB5E8979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1" y="1597"/>
                          <a:ext cx="336" cy="1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871" name="Object 21">
              <a:extLst>
                <a:ext uri="{FF2B5EF4-FFF2-40B4-BE49-F238E27FC236}">
                  <a16:creationId xmlns:a16="http://schemas.microsoft.com/office/drawing/2014/main" id="{25E80D4E-615D-48E4-8B3A-6D93F7E5754E}"/>
                </a:ext>
              </a:extLst>
            </p:cNvPr>
            <p:cNvGraphicFramePr>
              <a:graphicFrameLocks noChangeAspect="1"/>
            </p:cNvGraphicFramePr>
            <p:nvPr/>
          </p:nvGraphicFramePr>
          <p:xfrm>
            <a:off x="1821" y="2269"/>
            <a:ext cx="336" cy="168"/>
          </p:xfrm>
          <a:graphic>
            <a:graphicData uri="http://schemas.openxmlformats.org/presentationml/2006/ole">
              <mc:AlternateContent xmlns:mc="http://schemas.openxmlformats.org/markup-compatibility/2006">
                <mc:Choice xmlns:v="urn:schemas-microsoft-com:vml" Requires="v">
                  <p:oleObj spid="_x0000_s52327" name="Equation" r:id="rId11" imgW="177480" imgH="88560" progId="Equation.3">
                    <p:embed/>
                  </p:oleObj>
                </mc:Choice>
                <mc:Fallback>
                  <p:oleObj name="Equation" r:id="rId11" imgW="177480" imgH="88560" progId="Equation.3">
                    <p:embed/>
                    <p:pic>
                      <p:nvPicPr>
                        <p:cNvPr id="36871" name="Object 21">
                          <a:extLst>
                            <a:ext uri="{FF2B5EF4-FFF2-40B4-BE49-F238E27FC236}">
                              <a16:creationId xmlns:a16="http://schemas.microsoft.com/office/drawing/2014/main" id="{25E80D4E-615D-48E4-8B3A-6D93F7E5754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1" y="2269"/>
                          <a:ext cx="336" cy="1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872" name="Object 22">
              <a:extLst>
                <a:ext uri="{FF2B5EF4-FFF2-40B4-BE49-F238E27FC236}">
                  <a16:creationId xmlns:a16="http://schemas.microsoft.com/office/drawing/2014/main" id="{E91A082C-DB62-47D8-8DDC-80CD6090DECC}"/>
                </a:ext>
              </a:extLst>
            </p:cNvPr>
            <p:cNvGraphicFramePr>
              <a:graphicFrameLocks noChangeAspect="1"/>
            </p:cNvGraphicFramePr>
            <p:nvPr/>
          </p:nvGraphicFramePr>
          <p:xfrm>
            <a:off x="1912" y="1837"/>
            <a:ext cx="154" cy="384"/>
          </p:xfrm>
          <a:graphic>
            <a:graphicData uri="http://schemas.openxmlformats.org/presentationml/2006/ole">
              <mc:AlternateContent xmlns:mc="http://schemas.openxmlformats.org/markup-compatibility/2006">
                <mc:Choice xmlns:v="urn:schemas-microsoft-com:vml" Requires="v">
                  <p:oleObj spid="_x0000_s52328" name="Equation" r:id="rId12" imgW="75960" imgH="190440" progId="Equation.3">
                    <p:embed/>
                  </p:oleObj>
                </mc:Choice>
                <mc:Fallback>
                  <p:oleObj name="Equation" r:id="rId12" imgW="75960" imgH="190440" progId="Equation.3">
                    <p:embed/>
                    <p:pic>
                      <p:nvPicPr>
                        <p:cNvPr id="36872" name="Object 22">
                          <a:extLst>
                            <a:ext uri="{FF2B5EF4-FFF2-40B4-BE49-F238E27FC236}">
                              <a16:creationId xmlns:a16="http://schemas.microsoft.com/office/drawing/2014/main" id="{E91A082C-DB62-47D8-8DDC-80CD6090DEC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12" y="1837"/>
                          <a:ext cx="15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873" name="Object 23">
              <a:extLst>
                <a:ext uri="{FF2B5EF4-FFF2-40B4-BE49-F238E27FC236}">
                  <a16:creationId xmlns:a16="http://schemas.microsoft.com/office/drawing/2014/main" id="{3E29DC10-A56C-493E-9E82-01F2B0307C5A}"/>
                </a:ext>
              </a:extLst>
            </p:cNvPr>
            <p:cNvGraphicFramePr>
              <a:graphicFrameLocks noChangeAspect="1"/>
            </p:cNvGraphicFramePr>
            <p:nvPr/>
          </p:nvGraphicFramePr>
          <p:xfrm>
            <a:off x="1077" y="2509"/>
            <a:ext cx="154" cy="384"/>
          </p:xfrm>
          <a:graphic>
            <a:graphicData uri="http://schemas.openxmlformats.org/presentationml/2006/ole">
              <mc:AlternateContent xmlns:mc="http://schemas.openxmlformats.org/markup-compatibility/2006">
                <mc:Choice xmlns:v="urn:schemas-microsoft-com:vml" Requires="v">
                  <p:oleObj spid="_x0000_s52329" name="Equation" r:id="rId13" imgW="75960" imgH="190440" progId="Equation.3">
                    <p:embed/>
                  </p:oleObj>
                </mc:Choice>
                <mc:Fallback>
                  <p:oleObj name="Equation" r:id="rId13" imgW="75960" imgH="190440" progId="Equation.3">
                    <p:embed/>
                    <p:pic>
                      <p:nvPicPr>
                        <p:cNvPr id="36873" name="Object 23">
                          <a:extLst>
                            <a:ext uri="{FF2B5EF4-FFF2-40B4-BE49-F238E27FC236}">
                              <a16:creationId xmlns:a16="http://schemas.microsoft.com/office/drawing/2014/main" id="{3E29DC10-A56C-493E-9E82-01F2B0307C5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77" y="2509"/>
                          <a:ext cx="15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874" name="Object 24">
              <a:extLst>
                <a:ext uri="{FF2B5EF4-FFF2-40B4-BE49-F238E27FC236}">
                  <a16:creationId xmlns:a16="http://schemas.microsoft.com/office/drawing/2014/main" id="{3831965C-C1EA-41FD-8EB2-52C7EDABB35D}"/>
                </a:ext>
              </a:extLst>
            </p:cNvPr>
            <p:cNvGraphicFramePr>
              <a:graphicFrameLocks noChangeAspect="1"/>
            </p:cNvGraphicFramePr>
            <p:nvPr/>
          </p:nvGraphicFramePr>
          <p:xfrm>
            <a:off x="1557" y="2509"/>
            <a:ext cx="154" cy="384"/>
          </p:xfrm>
          <a:graphic>
            <a:graphicData uri="http://schemas.openxmlformats.org/presentationml/2006/ole">
              <mc:AlternateContent xmlns:mc="http://schemas.openxmlformats.org/markup-compatibility/2006">
                <mc:Choice xmlns:v="urn:schemas-microsoft-com:vml" Requires="v">
                  <p:oleObj spid="_x0000_s52330" name="Equation" r:id="rId14" imgW="75960" imgH="190440" progId="Equation.3">
                    <p:embed/>
                  </p:oleObj>
                </mc:Choice>
                <mc:Fallback>
                  <p:oleObj name="Equation" r:id="rId14" imgW="75960" imgH="190440" progId="Equation.3">
                    <p:embed/>
                    <p:pic>
                      <p:nvPicPr>
                        <p:cNvPr id="36874" name="Object 24">
                          <a:extLst>
                            <a:ext uri="{FF2B5EF4-FFF2-40B4-BE49-F238E27FC236}">
                              <a16:creationId xmlns:a16="http://schemas.microsoft.com/office/drawing/2014/main" id="{3831965C-C1EA-41FD-8EB2-52C7EDABB35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57" y="2509"/>
                          <a:ext cx="15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875" name="Object 25">
              <a:extLst>
                <a:ext uri="{FF2B5EF4-FFF2-40B4-BE49-F238E27FC236}">
                  <a16:creationId xmlns:a16="http://schemas.microsoft.com/office/drawing/2014/main" id="{0A60A226-47B0-4319-937F-4D6FAFF3D9A9}"/>
                </a:ext>
              </a:extLst>
            </p:cNvPr>
            <p:cNvGraphicFramePr>
              <a:graphicFrameLocks noChangeAspect="1"/>
            </p:cNvGraphicFramePr>
            <p:nvPr/>
          </p:nvGraphicFramePr>
          <p:xfrm>
            <a:off x="2325" y="2509"/>
            <a:ext cx="154" cy="384"/>
          </p:xfrm>
          <a:graphic>
            <a:graphicData uri="http://schemas.openxmlformats.org/presentationml/2006/ole">
              <mc:AlternateContent xmlns:mc="http://schemas.openxmlformats.org/markup-compatibility/2006">
                <mc:Choice xmlns:v="urn:schemas-microsoft-com:vml" Requires="v">
                  <p:oleObj spid="_x0000_s52331" name="Equation" r:id="rId15" imgW="75960" imgH="190440" progId="Equation.3">
                    <p:embed/>
                  </p:oleObj>
                </mc:Choice>
                <mc:Fallback>
                  <p:oleObj name="Equation" r:id="rId15" imgW="75960" imgH="190440" progId="Equation.3">
                    <p:embed/>
                    <p:pic>
                      <p:nvPicPr>
                        <p:cNvPr id="36875" name="Object 25">
                          <a:extLst>
                            <a:ext uri="{FF2B5EF4-FFF2-40B4-BE49-F238E27FC236}">
                              <a16:creationId xmlns:a16="http://schemas.microsoft.com/office/drawing/2014/main" id="{0A60A226-47B0-4319-937F-4D6FAFF3D9A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25" y="2509"/>
                          <a:ext cx="15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876" name="Object 26">
              <a:extLst>
                <a:ext uri="{FF2B5EF4-FFF2-40B4-BE49-F238E27FC236}">
                  <a16:creationId xmlns:a16="http://schemas.microsoft.com/office/drawing/2014/main" id="{77F2955B-2031-4209-9714-D4116BF581E8}"/>
                </a:ext>
              </a:extLst>
            </p:cNvPr>
            <p:cNvGraphicFramePr>
              <a:graphicFrameLocks noChangeAspect="1"/>
            </p:cNvGraphicFramePr>
            <p:nvPr/>
          </p:nvGraphicFramePr>
          <p:xfrm>
            <a:off x="1912" y="2509"/>
            <a:ext cx="154" cy="384"/>
          </p:xfrm>
          <a:graphic>
            <a:graphicData uri="http://schemas.openxmlformats.org/presentationml/2006/ole">
              <mc:AlternateContent xmlns:mc="http://schemas.openxmlformats.org/markup-compatibility/2006">
                <mc:Choice xmlns:v="urn:schemas-microsoft-com:vml" Requires="v">
                  <p:oleObj spid="_x0000_s52332" name="Equation" r:id="rId16" imgW="75960" imgH="190440" progId="Equation.3">
                    <p:embed/>
                  </p:oleObj>
                </mc:Choice>
                <mc:Fallback>
                  <p:oleObj name="Equation" r:id="rId16" imgW="75960" imgH="190440" progId="Equation.3">
                    <p:embed/>
                    <p:pic>
                      <p:nvPicPr>
                        <p:cNvPr id="36876" name="Object 26">
                          <a:extLst>
                            <a:ext uri="{FF2B5EF4-FFF2-40B4-BE49-F238E27FC236}">
                              <a16:creationId xmlns:a16="http://schemas.microsoft.com/office/drawing/2014/main" id="{77F2955B-2031-4209-9714-D4116BF581E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12" y="2509"/>
                          <a:ext cx="15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877" name="Object 27">
              <a:extLst>
                <a:ext uri="{FF2B5EF4-FFF2-40B4-BE49-F238E27FC236}">
                  <a16:creationId xmlns:a16="http://schemas.microsoft.com/office/drawing/2014/main" id="{564E1936-6F1B-49DB-8AB4-AB9B8481B0C9}"/>
                </a:ext>
              </a:extLst>
            </p:cNvPr>
            <p:cNvGraphicFramePr>
              <a:graphicFrameLocks noChangeAspect="1"/>
            </p:cNvGraphicFramePr>
            <p:nvPr/>
          </p:nvGraphicFramePr>
          <p:xfrm>
            <a:off x="1821" y="2989"/>
            <a:ext cx="336" cy="168"/>
          </p:xfrm>
          <a:graphic>
            <a:graphicData uri="http://schemas.openxmlformats.org/presentationml/2006/ole">
              <mc:AlternateContent xmlns:mc="http://schemas.openxmlformats.org/markup-compatibility/2006">
                <mc:Choice xmlns:v="urn:schemas-microsoft-com:vml" Requires="v">
                  <p:oleObj spid="_x0000_s52333" name="Equation" r:id="rId17" imgW="177480" imgH="88560" progId="Equation.3">
                    <p:embed/>
                  </p:oleObj>
                </mc:Choice>
                <mc:Fallback>
                  <p:oleObj name="Equation" r:id="rId17" imgW="177480" imgH="88560" progId="Equation.3">
                    <p:embed/>
                    <p:pic>
                      <p:nvPicPr>
                        <p:cNvPr id="36877" name="Object 27">
                          <a:extLst>
                            <a:ext uri="{FF2B5EF4-FFF2-40B4-BE49-F238E27FC236}">
                              <a16:creationId xmlns:a16="http://schemas.microsoft.com/office/drawing/2014/main" id="{564E1936-6F1B-49DB-8AB4-AB9B8481B0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1" y="2989"/>
                          <a:ext cx="336" cy="1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898" name="Text Box 28">
              <a:extLst>
                <a:ext uri="{FF2B5EF4-FFF2-40B4-BE49-F238E27FC236}">
                  <a16:creationId xmlns:a16="http://schemas.microsoft.com/office/drawing/2014/main" id="{4AB19109-4ACB-415A-AC43-92E735E6FB86}"/>
                </a:ext>
              </a:extLst>
            </p:cNvPr>
            <p:cNvSpPr txBox="1">
              <a:spLocks noChangeArrowheads="1"/>
            </p:cNvSpPr>
            <p:nvPr/>
          </p:nvSpPr>
          <p:spPr bwMode="auto">
            <a:xfrm>
              <a:off x="2925" y="1117"/>
              <a:ext cx="1682" cy="20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dirty="0">
                  <a:latin typeface="Times New Roman" panose="02020603050405020304" pitchFamily="18" charset="0"/>
                </a:rPr>
                <a:t>a</a:t>
              </a:r>
              <a:r>
                <a:rPr kumimoji="1" lang="en-US" altLang="zh-CN" sz="2400" baseline="-25000" dirty="0">
                  <a:latin typeface="Times New Roman" panose="02020603050405020304" pitchFamily="18" charset="0"/>
                </a:rPr>
                <a:t>11     </a:t>
              </a:r>
              <a:r>
                <a:rPr kumimoji="1" lang="en-US" altLang="zh-CN" sz="2400" dirty="0">
                  <a:latin typeface="Times New Roman" panose="02020603050405020304" pitchFamily="18" charset="0"/>
                </a:rPr>
                <a:t>a</a:t>
              </a:r>
              <a:r>
                <a:rPr kumimoji="1" lang="en-US" altLang="zh-CN" sz="2400" baseline="-25000" dirty="0">
                  <a:latin typeface="Times New Roman" panose="02020603050405020304" pitchFamily="18" charset="0"/>
                </a:rPr>
                <a:t>12</a:t>
              </a:r>
              <a:r>
                <a:rPr kumimoji="1" lang="en-US" altLang="zh-CN" sz="2400" dirty="0">
                  <a:latin typeface="Times New Roman" panose="02020603050405020304" pitchFamily="18" charset="0"/>
                </a:rPr>
                <a:t>              a</a:t>
              </a:r>
              <a:r>
                <a:rPr kumimoji="1" lang="en-US" altLang="zh-CN" sz="2400" baseline="-25000" dirty="0">
                  <a:latin typeface="Times New Roman" panose="02020603050405020304" pitchFamily="18" charset="0"/>
                </a:rPr>
                <a:t>1n</a:t>
              </a:r>
            </a:p>
            <a:p>
              <a:pPr eaLnBrk="1" hangingPunct="1"/>
              <a:endParaRPr kumimoji="1" lang="en-US" altLang="zh-CN" sz="2400" baseline="-25000" dirty="0">
                <a:latin typeface="Times New Roman" panose="02020603050405020304" pitchFamily="18" charset="0"/>
              </a:endParaRPr>
            </a:p>
            <a:p>
              <a:pPr eaLnBrk="1" hangingPunct="1"/>
              <a:r>
                <a:rPr kumimoji="1" lang="en-US" altLang="zh-CN" sz="2400" dirty="0">
                  <a:latin typeface="Times New Roman" panose="02020603050405020304" pitchFamily="18" charset="0"/>
                </a:rPr>
                <a:t>a</a:t>
              </a:r>
              <a:r>
                <a:rPr kumimoji="1" lang="en-US" altLang="zh-CN" sz="2400" baseline="-25000" dirty="0">
                  <a:latin typeface="Times New Roman" panose="02020603050405020304" pitchFamily="18" charset="0"/>
                </a:rPr>
                <a:t>21</a:t>
              </a:r>
              <a:r>
                <a:rPr kumimoji="1" lang="en-US" altLang="zh-CN" sz="2400" dirty="0">
                  <a:latin typeface="Times New Roman" panose="02020603050405020304" pitchFamily="18" charset="0"/>
                </a:rPr>
                <a:t>    a</a:t>
              </a:r>
              <a:r>
                <a:rPr kumimoji="1" lang="en-US" altLang="zh-CN" sz="2400" baseline="-25000" dirty="0">
                  <a:latin typeface="Times New Roman" panose="02020603050405020304" pitchFamily="18" charset="0"/>
                </a:rPr>
                <a:t>22</a:t>
              </a:r>
              <a:r>
                <a:rPr kumimoji="1" lang="en-US" altLang="zh-CN" sz="2400" dirty="0">
                  <a:latin typeface="Times New Roman" panose="02020603050405020304" pitchFamily="18" charset="0"/>
                </a:rPr>
                <a:t>              a</a:t>
              </a:r>
              <a:r>
                <a:rPr kumimoji="1" lang="en-US" altLang="zh-CN" sz="2400" baseline="-25000" dirty="0">
                  <a:latin typeface="Times New Roman" panose="02020603050405020304" pitchFamily="18" charset="0"/>
                </a:rPr>
                <a:t>2n</a:t>
              </a:r>
            </a:p>
            <a:p>
              <a:pPr eaLnBrk="1" hangingPunct="1"/>
              <a:endParaRPr kumimoji="1" lang="en-US" altLang="zh-CN" sz="2400" baseline="-25000" dirty="0">
                <a:latin typeface="Times New Roman" panose="02020603050405020304" pitchFamily="18" charset="0"/>
              </a:endParaRPr>
            </a:p>
            <a:p>
              <a:pPr eaLnBrk="1" hangingPunct="1"/>
              <a:endParaRPr kumimoji="1" lang="en-US" altLang="zh-CN" sz="2400" baseline="-25000" dirty="0">
                <a:latin typeface="Times New Roman" panose="02020603050405020304" pitchFamily="18" charset="0"/>
              </a:endParaRPr>
            </a:p>
            <a:p>
              <a:pPr eaLnBrk="1" hangingPunct="1"/>
              <a:endParaRPr kumimoji="1" lang="en-US" altLang="zh-CN" sz="2400" baseline="-25000" dirty="0">
                <a:latin typeface="Times New Roman" panose="02020603050405020304" pitchFamily="18" charset="0"/>
              </a:endParaRPr>
            </a:p>
            <a:p>
              <a:pPr eaLnBrk="1" hangingPunct="1"/>
              <a:r>
                <a:rPr kumimoji="1" lang="en-US" altLang="zh-CN" sz="2400" dirty="0">
                  <a:latin typeface="Times New Roman" panose="02020603050405020304" pitchFamily="18" charset="0"/>
                </a:rPr>
                <a:t>a</a:t>
              </a:r>
              <a:r>
                <a:rPr kumimoji="1" lang="en-US" altLang="zh-CN" sz="2400" baseline="-25000" dirty="0">
                  <a:latin typeface="Times New Roman" panose="02020603050405020304" pitchFamily="18" charset="0"/>
                </a:rPr>
                <a:t>i1</a:t>
              </a:r>
              <a:r>
                <a:rPr kumimoji="1" lang="en-US" altLang="zh-CN" sz="2400" dirty="0">
                  <a:latin typeface="Times New Roman" panose="02020603050405020304" pitchFamily="18" charset="0"/>
                </a:rPr>
                <a:t>      a</a:t>
              </a:r>
              <a:r>
                <a:rPr kumimoji="1" lang="en-US" altLang="zh-CN" sz="2400" baseline="-25000" dirty="0">
                  <a:latin typeface="Times New Roman" panose="02020603050405020304" pitchFamily="18" charset="0"/>
                </a:rPr>
                <a:t>i2                    </a:t>
              </a:r>
              <a:r>
                <a:rPr kumimoji="1" lang="en-US" altLang="zh-CN" sz="2400" dirty="0" err="1">
                  <a:latin typeface="Times New Roman" panose="02020603050405020304" pitchFamily="18" charset="0"/>
                </a:rPr>
                <a:t>a</a:t>
              </a:r>
              <a:r>
                <a:rPr kumimoji="1" lang="en-US" altLang="zh-CN" sz="2400" baseline="-25000" dirty="0" err="1">
                  <a:latin typeface="Times New Roman" panose="02020603050405020304" pitchFamily="18" charset="0"/>
                </a:rPr>
                <a:t>in</a:t>
              </a:r>
              <a:endParaRPr kumimoji="1" lang="en-US" altLang="zh-CN" sz="2400" dirty="0">
                <a:latin typeface="Times New Roman" panose="02020603050405020304" pitchFamily="18" charset="0"/>
              </a:endParaRPr>
            </a:p>
            <a:p>
              <a:pPr eaLnBrk="1" hangingPunct="1"/>
              <a:endParaRPr kumimoji="1" lang="en-US" altLang="zh-CN" sz="2400" dirty="0">
                <a:latin typeface="Times New Roman" panose="02020603050405020304" pitchFamily="18" charset="0"/>
              </a:endParaRPr>
            </a:p>
            <a:p>
              <a:pPr eaLnBrk="1" hangingPunct="1"/>
              <a:endParaRPr kumimoji="1" lang="en-US" altLang="zh-CN" sz="2400" dirty="0">
                <a:latin typeface="Times New Roman" panose="02020603050405020304" pitchFamily="18" charset="0"/>
              </a:endParaRPr>
            </a:p>
            <a:p>
              <a:pPr eaLnBrk="1" hangingPunct="1"/>
              <a:r>
                <a:rPr kumimoji="1" lang="en-US" altLang="zh-CN" sz="2400" dirty="0">
                  <a:latin typeface="Times New Roman" panose="02020603050405020304" pitchFamily="18" charset="0"/>
                </a:rPr>
                <a:t>a</a:t>
              </a:r>
              <a:r>
                <a:rPr kumimoji="1" lang="en-US" altLang="zh-CN" sz="2400" baseline="-25000" dirty="0">
                  <a:latin typeface="Times New Roman" panose="02020603050405020304" pitchFamily="18" charset="0"/>
                </a:rPr>
                <a:t>n1</a:t>
              </a:r>
              <a:r>
                <a:rPr kumimoji="1" lang="en-US" altLang="zh-CN" sz="2400" dirty="0">
                  <a:latin typeface="Times New Roman" panose="02020603050405020304" pitchFamily="18" charset="0"/>
                </a:rPr>
                <a:t>      a</a:t>
              </a:r>
              <a:r>
                <a:rPr kumimoji="1" lang="en-US" altLang="zh-CN" sz="2400" baseline="-25000" dirty="0">
                  <a:latin typeface="Times New Roman" panose="02020603050405020304" pitchFamily="18" charset="0"/>
                </a:rPr>
                <a:t>n2</a:t>
              </a:r>
              <a:r>
                <a:rPr kumimoji="1" lang="en-US" altLang="zh-CN" sz="2400" dirty="0">
                  <a:latin typeface="Times New Roman" panose="02020603050405020304" pitchFamily="18" charset="0"/>
                </a:rPr>
                <a:t>            </a:t>
              </a:r>
              <a:r>
                <a:rPr kumimoji="1" lang="en-US" altLang="zh-CN" sz="2400" dirty="0" err="1">
                  <a:latin typeface="Times New Roman" panose="02020603050405020304" pitchFamily="18" charset="0"/>
                </a:rPr>
                <a:t>a</a:t>
              </a:r>
              <a:r>
                <a:rPr kumimoji="1" lang="en-US" altLang="zh-CN" sz="2400" baseline="-25000" dirty="0" err="1">
                  <a:latin typeface="Times New Roman" panose="02020603050405020304" pitchFamily="18" charset="0"/>
                </a:rPr>
                <a:t>nn</a:t>
              </a:r>
              <a:r>
                <a:rPr kumimoji="1" lang="en-US" altLang="zh-CN" sz="2400" dirty="0">
                  <a:latin typeface="Times New Roman" panose="02020603050405020304" pitchFamily="18" charset="0"/>
                </a:rPr>
                <a:t> </a:t>
              </a:r>
            </a:p>
          </p:txBody>
        </p:sp>
        <p:sp>
          <p:nvSpPr>
            <p:cNvPr id="36899" name="Line 29">
              <a:extLst>
                <a:ext uri="{FF2B5EF4-FFF2-40B4-BE49-F238E27FC236}">
                  <a16:creationId xmlns:a16="http://schemas.microsoft.com/office/drawing/2014/main" id="{03BBC847-23C4-4DC3-9F74-55F55365B50D}"/>
                </a:ext>
              </a:extLst>
            </p:cNvPr>
            <p:cNvSpPr>
              <a:spLocks noChangeShapeType="1"/>
            </p:cNvSpPr>
            <p:nvPr/>
          </p:nvSpPr>
          <p:spPr bwMode="auto">
            <a:xfrm>
              <a:off x="2925" y="1213"/>
              <a:ext cx="0" cy="1968"/>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6900" name="Line 30">
              <a:extLst>
                <a:ext uri="{FF2B5EF4-FFF2-40B4-BE49-F238E27FC236}">
                  <a16:creationId xmlns:a16="http://schemas.microsoft.com/office/drawing/2014/main" id="{F05ADB9F-BA57-43EE-913C-328C1D5C1254}"/>
                </a:ext>
              </a:extLst>
            </p:cNvPr>
            <p:cNvSpPr>
              <a:spLocks noChangeShapeType="1"/>
            </p:cNvSpPr>
            <p:nvPr/>
          </p:nvSpPr>
          <p:spPr bwMode="auto">
            <a:xfrm>
              <a:off x="4557" y="1213"/>
              <a:ext cx="0" cy="192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36878" name="Object 31">
              <a:extLst>
                <a:ext uri="{FF2B5EF4-FFF2-40B4-BE49-F238E27FC236}">
                  <a16:creationId xmlns:a16="http://schemas.microsoft.com/office/drawing/2014/main" id="{E7C7F125-D6FF-4929-B078-C15FDA41B376}"/>
                </a:ext>
              </a:extLst>
            </p:cNvPr>
            <p:cNvGraphicFramePr>
              <a:graphicFrameLocks noChangeAspect="1"/>
            </p:cNvGraphicFramePr>
            <p:nvPr/>
          </p:nvGraphicFramePr>
          <p:xfrm>
            <a:off x="3765" y="1213"/>
            <a:ext cx="336" cy="168"/>
          </p:xfrm>
          <a:graphic>
            <a:graphicData uri="http://schemas.openxmlformats.org/presentationml/2006/ole">
              <mc:AlternateContent xmlns:mc="http://schemas.openxmlformats.org/markup-compatibility/2006">
                <mc:Choice xmlns:v="urn:schemas-microsoft-com:vml" Requires="v">
                  <p:oleObj spid="_x0000_s52334" name="Equation" r:id="rId18" imgW="177480" imgH="88560" progId="Equation.3">
                    <p:embed/>
                  </p:oleObj>
                </mc:Choice>
                <mc:Fallback>
                  <p:oleObj name="Equation" r:id="rId18" imgW="177480" imgH="88560" progId="Equation.3">
                    <p:embed/>
                    <p:pic>
                      <p:nvPicPr>
                        <p:cNvPr id="36878" name="Object 31">
                          <a:extLst>
                            <a:ext uri="{FF2B5EF4-FFF2-40B4-BE49-F238E27FC236}">
                              <a16:creationId xmlns:a16="http://schemas.microsoft.com/office/drawing/2014/main" id="{E7C7F125-D6FF-4929-B078-C15FDA41B37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65" y="1213"/>
                          <a:ext cx="336" cy="1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879" name="Object 32">
              <a:extLst>
                <a:ext uri="{FF2B5EF4-FFF2-40B4-BE49-F238E27FC236}">
                  <a16:creationId xmlns:a16="http://schemas.microsoft.com/office/drawing/2014/main" id="{DDE3A18E-D40A-42F8-A6D6-FFA50C6D126E}"/>
                </a:ext>
              </a:extLst>
            </p:cNvPr>
            <p:cNvGraphicFramePr>
              <a:graphicFrameLocks noChangeAspect="1"/>
            </p:cNvGraphicFramePr>
            <p:nvPr/>
          </p:nvGraphicFramePr>
          <p:xfrm>
            <a:off x="3021" y="1885"/>
            <a:ext cx="154" cy="384"/>
          </p:xfrm>
          <a:graphic>
            <a:graphicData uri="http://schemas.openxmlformats.org/presentationml/2006/ole">
              <mc:AlternateContent xmlns:mc="http://schemas.openxmlformats.org/markup-compatibility/2006">
                <mc:Choice xmlns:v="urn:schemas-microsoft-com:vml" Requires="v">
                  <p:oleObj spid="_x0000_s52335" name="Equation" r:id="rId19" imgW="75960" imgH="190440" progId="Equation.3">
                    <p:embed/>
                  </p:oleObj>
                </mc:Choice>
                <mc:Fallback>
                  <p:oleObj name="Equation" r:id="rId19" imgW="75960" imgH="190440" progId="Equation.3">
                    <p:embed/>
                    <p:pic>
                      <p:nvPicPr>
                        <p:cNvPr id="36879" name="Object 32">
                          <a:extLst>
                            <a:ext uri="{FF2B5EF4-FFF2-40B4-BE49-F238E27FC236}">
                              <a16:creationId xmlns:a16="http://schemas.microsoft.com/office/drawing/2014/main" id="{DDE3A18E-D40A-42F8-A6D6-FFA50C6D126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21" y="1885"/>
                          <a:ext cx="15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880" name="Object 33">
              <a:extLst>
                <a:ext uri="{FF2B5EF4-FFF2-40B4-BE49-F238E27FC236}">
                  <a16:creationId xmlns:a16="http://schemas.microsoft.com/office/drawing/2014/main" id="{233A34E4-1B01-4E9E-B7B1-F03654436912}"/>
                </a:ext>
              </a:extLst>
            </p:cNvPr>
            <p:cNvGraphicFramePr>
              <a:graphicFrameLocks noChangeAspect="1"/>
            </p:cNvGraphicFramePr>
            <p:nvPr/>
          </p:nvGraphicFramePr>
          <p:xfrm>
            <a:off x="3434" y="1859"/>
            <a:ext cx="154" cy="384"/>
          </p:xfrm>
          <a:graphic>
            <a:graphicData uri="http://schemas.openxmlformats.org/presentationml/2006/ole">
              <mc:AlternateContent xmlns:mc="http://schemas.openxmlformats.org/markup-compatibility/2006">
                <mc:Choice xmlns:v="urn:schemas-microsoft-com:vml" Requires="v">
                  <p:oleObj spid="_x0000_s52336" name="Equation" r:id="rId20" imgW="75960" imgH="190440" progId="Equation.3">
                    <p:embed/>
                  </p:oleObj>
                </mc:Choice>
                <mc:Fallback>
                  <p:oleObj name="Equation" r:id="rId20" imgW="75960" imgH="190440" progId="Equation.3">
                    <p:embed/>
                    <p:pic>
                      <p:nvPicPr>
                        <p:cNvPr id="36880" name="Object 33">
                          <a:extLst>
                            <a:ext uri="{FF2B5EF4-FFF2-40B4-BE49-F238E27FC236}">
                              <a16:creationId xmlns:a16="http://schemas.microsoft.com/office/drawing/2014/main" id="{233A34E4-1B01-4E9E-B7B1-F0365443691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34" y="1859"/>
                          <a:ext cx="15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881" name="Object 34">
              <a:extLst>
                <a:ext uri="{FF2B5EF4-FFF2-40B4-BE49-F238E27FC236}">
                  <a16:creationId xmlns:a16="http://schemas.microsoft.com/office/drawing/2014/main" id="{BD468E5A-6C63-4B23-8B54-D43D7E7EE499}"/>
                </a:ext>
              </a:extLst>
            </p:cNvPr>
            <p:cNvGraphicFramePr>
              <a:graphicFrameLocks noChangeAspect="1"/>
            </p:cNvGraphicFramePr>
            <p:nvPr/>
          </p:nvGraphicFramePr>
          <p:xfrm>
            <a:off x="4269" y="1837"/>
            <a:ext cx="154" cy="384"/>
          </p:xfrm>
          <a:graphic>
            <a:graphicData uri="http://schemas.openxmlformats.org/presentationml/2006/ole">
              <mc:AlternateContent xmlns:mc="http://schemas.openxmlformats.org/markup-compatibility/2006">
                <mc:Choice xmlns:v="urn:schemas-microsoft-com:vml" Requires="v">
                  <p:oleObj spid="_x0000_s52337" name="Equation" r:id="rId21" imgW="75960" imgH="190440" progId="Equation.3">
                    <p:embed/>
                  </p:oleObj>
                </mc:Choice>
                <mc:Fallback>
                  <p:oleObj name="Equation" r:id="rId21" imgW="75960" imgH="190440" progId="Equation.3">
                    <p:embed/>
                    <p:pic>
                      <p:nvPicPr>
                        <p:cNvPr id="36881" name="Object 34">
                          <a:extLst>
                            <a:ext uri="{FF2B5EF4-FFF2-40B4-BE49-F238E27FC236}">
                              <a16:creationId xmlns:a16="http://schemas.microsoft.com/office/drawing/2014/main" id="{BD468E5A-6C63-4B23-8B54-D43D7E7EE49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69" y="1837"/>
                          <a:ext cx="15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882" name="Object 35">
              <a:extLst>
                <a:ext uri="{FF2B5EF4-FFF2-40B4-BE49-F238E27FC236}">
                  <a16:creationId xmlns:a16="http://schemas.microsoft.com/office/drawing/2014/main" id="{1FF634D9-A510-4592-A2F5-863FC0FFBBF1}"/>
                </a:ext>
              </a:extLst>
            </p:cNvPr>
            <p:cNvGraphicFramePr>
              <a:graphicFrameLocks noChangeAspect="1"/>
            </p:cNvGraphicFramePr>
            <p:nvPr/>
          </p:nvGraphicFramePr>
          <p:xfrm>
            <a:off x="3765" y="1597"/>
            <a:ext cx="336" cy="168"/>
          </p:xfrm>
          <a:graphic>
            <a:graphicData uri="http://schemas.openxmlformats.org/presentationml/2006/ole">
              <mc:AlternateContent xmlns:mc="http://schemas.openxmlformats.org/markup-compatibility/2006">
                <mc:Choice xmlns:v="urn:schemas-microsoft-com:vml" Requires="v">
                  <p:oleObj spid="_x0000_s52338" name="Equation" r:id="rId22" imgW="177480" imgH="88560" progId="Equation.3">
                    <p:embed/>
                  </p:oleObj>
                </mc:Choice>
                <mc:Fallback>
                  <p:oleObj name="Equation" r:id="rId22" imgW="177480" imgH="88560" progId="Equation.3">
                    <p:embed/>
                    <p:pic>
                      <p:nvPicPr>
                        <p:cNvPr id="36882" name="Object 35">
                          <a:extLst>
                            <a:ext uri="{FF2B5EF4-FFF2-40B4-BE49-F238E27FC236}">
                              <a16:creationId xmlns:a16="http://schemas.microsoft.com/office/drawing/2014/main" id="{1FF634D9-A510-4592-A2F5-863FC0FFBBF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65" y="1597"/>
                          <a:ext cx="336" cy="1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883" name="Object 36">
              <a:extLst>
                <a:ext uri="{FF2B5EF4-FFF2-40B4-BE49-F238E27FC236}">
                  <a16:creationId xmlns:a16="http://schemas.microsoft.com/office/drawing/2014/main" id="{0B6B73EB-9BB0-410D-96C6-3860D50E2967}"/>
                </a:ext>
              </a:extLst>
            </p:cNvPr>
            <p:cNvGraphicFramePr>
              <a:graphicFrameLocks noChangeAspect="1"/>
            </p:cNvGraphicFramePr>
            <p:nvPr/>
          </p:nvGraphicFramePr>
          <p:xfrm>
            <a:off x="3789" y="2269"/>
            <a:ext cx="336" cy="168"/>
          </p:xfrm>
          <a:graphic>
            <a:graphicData uri="http://schemas.openxmlformats.org/presentationml/2006/ole">
              <mc:AlternateContent xmlns:mc="http://schemas.openxmlformats.org/markup-compatibility/2006">
                <mc:Choice xmlns:v="urn:schemas-microsoft-com:vml" Requires="v">
                  <p:oleObj spid="_x0000_s52339" name="Equation" r:id="rId23" imgW="177480" imgH="88560" progId="Equation.3">
                    <p:embed/>
                  </p:oleObj>
                </mc:Choice>
                <mc:Fallback>
                  <p:oleObj name="Equation" r:id="rId23" imgW="177480" imgH="88560" progId="Equation.3">
                    <p:embed/>
                    <p:pic>
                      <p:nvPicPr>
                        <p:cNvPr id="36883" name="Object 36">
                          <a:extLst>
                            <a:ext uri="{FF2B5EF4-FFF2-40B4-BE49-F238E27FC236}">
                              <a16:creationId xmlns:a16="http://schemas.microsoft.com/office/drawing/2014/main" id="{0B6B73EB-9BB0-410D-96C6-3860D50E296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89" y="2269"/>
                          <a:ext cx="336" cy="1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884" name="Object 37">
              <a:extLst>
                <a:ext uri="{FF2B5EF4-FFF2-40B4-BE49-F238E27FC236}">
                  <a16:creationId xmlns:a16="http://schemas.microsoft.com/office/drawing/2014/main" id="{DFEFF637-8F14-4B63-829B-55B7DE6E1CF6}"/>
                </a:ext>
              </a:extLst>
            </p:cNvPr>
            <p:cNvGraphicFramePr>
              <a:graphicFrameLocks noChangeAspect="1"/>
            </p:cNvGraphicFramePr>
            <p:nvPr/>
          </p:nvGraphicFramePr>
          <p:xfrm>
            <a:off x="3856" y="1837"/>
            <a:ext cx="154" cy="384"/>
          </p:xfrm>
          <a:graphic>
            <a:graphicData uri="http://schemas.openxmlformats.org/presentationml/2006/ole">
              <mc:AlternateContent xmlns:mc="http://schemas.openxmlformats.org/markup-compatibility/2006">
                <mc:Choice xmlns:v="urn:schemas-microsoft-com:vml" Requires="v">
                  <p:oleObj spid="_x0000_s52340" name="Equation" r:id="rId24" imgW="75960" imgH="190440" progId="Equation.3">
                    <p:embed/>
                  </p:oleObj>
                </mc:Choice>
                <mc:Fallback>
                  <p:oleObj name="Equation" r:id="rId24" imgW="75960" imgH="190440" progId="Equation.3">
                    <p:embed/>
                    <p:pic>
                      <p:nvPicPr>
                        <p:cNvPr id="36884" name="Object 37">
                          <a:extLst>
                            <a:ext uri="{FF2B5EF4-FFF2-40B4-BE49-F238E27FC236}">
                              <a16:creationId xmlns:a16="http://schemas.microsoft.com/office/drawing/2014/main" id="{DFEFF637-8F14-4B63-829B-55B7DE6E1CF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56" y="1837"/>
                          <a:ext cx="15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885" name="Object 38">
              <a:extLst>
                <a:ext uri="{FF2B5EF4-FFF2-40B4-BE49-F238E27FC236}">
                  <a16:creationId xmlns:a16="http://schemas.microsoft.com/office/drawing/2014/main" id="{AED0CBAD-0783-4759-9D3F-F5A0FDD4277E}"/>
                </a:ext>
              </a:extLst>
            </p:cNvPr>
            <p:cNvGraphicFramePr>
              <a:graphicFrameLocks noChangeAspect="1"/>
            </p:cNvGraphicFramePr>
            <p:nvPr/>
          </p:nvGraphicFramePr>
          <p:xfrm>
            <a:off x="3021" y="2509"/>
            <a:ext cx="154" cy="384"/>
          </p:xfrm>
          <a:graphic>
            <a:graphicData uri="http://schemas.openxmlformats.org/presentationml/2006/ole">
              <mc:AlternateContent xmlns:mc="http://schemas.openxmlformats.org/markup-compatibility/2006">
                <mc:Choice xmlns:v="urn:schemas-microsoft-com:vml" Requires="v">
                  <p:oleObj spid="_x0000_s52341" name="Equation" r:id="rId25" imgW="75960" imgH="190440" progId="Equation.3">
                    <p:embed/>
                  </p:oleObj>
                </mc:Choice>
                <mc:Fallback>
                  <p:oleObj name="Equation" r:id="rId25" imgW="75960" imgH="190440" progId="Equation.3">
                    <p:embed/>
                    <p:pic>
                      <p:nvPicPr>
                        <p:cNvPr id="36885" name="Object 38">
                          <a:extLst>
                            <a:ext uri="{FF2B5EF4-FFF2-40B4-BE49-F238E27FC236}">
                              <a16:creationId xmlns:a16="http://schemas.microsoft.com/office/drawing/2014/main" id="{AED0CBAD-0783-4759-9D3F-F5A0FDD4277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21" y="2509"/>
                          <a:ext cx="15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886" name="Object 39">
              <a:extLst>
                <a:ext uri="{FF2B5EF4-FFF2-40B4-BE49-F238E27FC236}">
                  <a16:creationId xmlns:a16="http://schemas.microsoft.com/office/drawing/2014/main" id="{F4293D1E-E0E0-4D6E-8E59-8930BE98E43D}"/>
                </a:ext>
              </a:extLst>
            </p:cNvPr>
            <p:cNvGraphicFramePr>
              <a:graphicFrameLocks noChangeAspect="1"/>
            </p:cNvGraphicFramePr>
            <p:nvPr/>
          </p:nvGraphicFramePr>
          <p:xfrm>
            <a:off x="3501" y="2509"/>
            <a:ext cx="154" cy="384"/>
          </p:xfrm>
          <a:graphic>
            <a:graphicData uri="http://schemas.openxmlformats.org/presentationml/2006/ole">
              <mc:AlternateContent xmlns:mc="http://schemas.openxmlformats.org/markup-compatibility/2006">
                <mc:Choice xmlns:v="urn:schemas-microsoft-com:vml" Requires="v">
                  <p:oleObj spid="_x0000_s52342" name="Equation" r:id="rId26" imgW="75960" imgH="190440" progId="Equation.3">
                    <p:embed/>
                  </p:oleObj>
                </mc:Choice>
                <mc:Fallback>
                  <p:oleObj name="Equation" r:id="rId26" imgW="75960" imgH="190440" progId="Equation.3">
                    <p:embed/>
                    <p:pic>
                      <p:nvPicPr>
                        <p:cNvPr id="36886" name="Object 39">
                          <a:extLst>
                            <a:ext uri="{FF2B5EF4-FFF2-40B4-BE49-F238E27FC236}">
                              <a16:creationId xmlns:a16="http://schemas.microsoft.com/office/drawing/2014/main" id="{F4293D1E-E0E0-4D6E-8E59-8930BE98E43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01" y="2509"/>
                          <a:ext cx="15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887" name="Object 40">
              <a:extLst>
                <a:ext uri="{FF2B5EF4-FFF2-40B4-BE49-F238E27FC236}">
                  <a16:creationId xmlns:a16="http://schemas.microsoft.com/office/drawing/2014/main" id="{859A8748-CD6F-48BB-B4E4-1B578BCA8FD2}"/>
                </a:ext>
              </a:extLst>
            </p:cNvPr>
            <p:cNvGraphicFramePr>
              <a:graphicFrameLocks noChangeAspect="1"/>
            </p:cNvGraphicFramePr>
            <p:nvPr/>
          </p:nvGraphicFramePr>
          <p:xfrm>
            <a:off x="4269" y="2509"/>
            <a:ext cx="154" cy="384"/>
          </p:xfrm>
          <a:graphic>
            <a:graphicData uri="http://schemas.openxmlformats.org/presentationml/2006/ole">
              <mc:AlternateContent xmlns:mc="http://schemas.openxmlformats.org/markup-compatibility/2006">
                <mc:Choice xmlns:v="urn:schemas-microsoft-com:vml" Requires="v">
                  <p:oleObj spid="_x0000_s52343" name="Equation" r:id="rId27" imgW="75960" imgH="190440" progId="Equation.3">
                    <p:embed/>
                  </p:oleObj>
                </mc:Choice>
                <mc:Fallback>
                  <p:oleObj name="Equation" r:id="rId27" imgW="75960" imgH="190440" progId="Equation.3">
                    <p:embed/>
                    <p:pic>
                      <p:nvPicPr>
                        <p:cNvPr id="36887" name="Object 40">
                          <a:extLst>
                            <a:ext uri="{FF2B5EF4-FFF2-40B4-BE49-F238E27FC236}">
                              <a16:creationId xmlns:a16="http://schemas.microsoft.com/office/drawing/2014/main" id="{859A8748-CD6F-48BB-B4E4-1B578BCA8FD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69" y="2509"/>
                          <a:ext cx="15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888" name="Object 41">
              <a:extLst>
                <a:ext uri="{FF2B5EF4-FFF2-40B4-BE49-F238E27FC236}">
                  <a16:creationId xmlns:a16="http://schemas.microsoft.com/office/drawing/2014/main" id="{BF945366-5AAC-4D66-93EB-B62395FE578E}"/>
                </a:ext>
              </a:extLst>
            </p:cNvPr>
            <p:cNvGraphicFramePr>
              <a:graphicFrameLocks noChangeAspect="1"/>
            </p:cNvGraphicFramePr>
            <p:nvPr/>
          </p:nvGraphicFramePr>
          <p:xfrm>
            <a:off x="3856" y="2509"/>
            <a:ext cx="154" cy="384"/>
          </p:xfrm>
          <a:graphic>
            <a:graphicData uri="http://schemas.openxmlformats.org/presentationml/2006/ole">
              <mc:AlternateContent xmlns:mc="http://schemas.openxmlformats.org/markup-compatibility/2006">
                <mc:Choice xmlns:v="urn:schemas-microsoft-com:vml" Requires="v">
                  <p:oleObj spid="_x0000_s52344" name="Equation" r:id="rId28" imgW="75960" imgH="190440" progId="Equation.3">
                    <p:embed/>
                  </p:oleObj>
                </mc:Choice>
                <mc:Fallback>
                  <p:oleObj name="Equation" r:id="rId28" imgW="75960" imgH="190440" progId="Equation.3">
                    <p:embed/>
                    <p:pic>
                      <p:nvPicPr>
                        <p:cNvPr id="36888" name="Object 41">
                          <a:extLst>
                            <a:ext uri="{FF2B5EF4-FFF2-40B4-BE49-F238E27FC236}">
                              <a16:creationId xmlns:a16="http://schemas.microsoft.com/office/drawing/2014/main" id="{BF945366-5AAC-4D66-93EB-B62395FE578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56" y="2509"/>
                          <a:ext cx="15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889" name="Object 42">
              <a:extLst>
                <a:ext uri="{FF2B5EF4-FFF2-40B4-BE49-F238E27FC236}">
                  <a16:creationId xmlns:a16="http://schemas.microsoft.com/office/drawing/2014/main" id="{F6C0FBC5-8CA9-4EDF-A38A-3D56CE36F334}"/>
                </a:ext>
              </a:extLst>
            </p:cNvPr>
            <p:cNvGraphicFramePr>
              <a:graphicFrameLocks noChangeAspect="1"/>
            </p:cNvGraphicFramePr>
            <p:nvPr/>
          </p:nvGraphicFramePr>
          <p:xfrm>
            <a:off x="3765" y="2989"/>
            <a:ext cx="336" cy="168"/>
          </p:xfrm>
          <a:graphic>
            <a:graphicData uri="http://schemas.openxmlformats.org/presentationml/2006/ole">
              <mc:AlternateContent xmlns:mc="http://schemas.openxmlformats.org/markup-compatibility/2006">
                <mc:Choice xmlns:v="urn:schemas-microsoft-com:vml" Requires="v">
                  <p:oleObj spid="_x0000_s52345" name="Equation" r:id="rId29" imgW="177480" imgH="88560" progId="Equation.3">
                    <p:embed/>
                  </p:oleObj>
                </mc:Choice>
                <mc:Fallback>
                  <p:oleObj name="Equation" r:id="rId29" imgW="177480" imgH="88560" progId="Equation.3">
                    <p:embed/>
                    <p:pic>
                      <p:nvPicPr>
                        <p:cNvPr id="36889" name="Object 42">
                          <a:extLst>
                            <a:ext uri="{FF2B5EF4-FFF2-40B4-BE49-F238E27FC236}">
                              <a16:creationId xmlns:a16="http://schemas.microsoft.com/office/drawing/2014/main" id="{F6C0FBC5-8CA9-4EDF-A38A-3D56CE36F33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65" y="2989"/>
                          <a:ext cx="336" cy="1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901" name="Text Box 43">
              <a:extLst>
                <a:ext uri="{FF2B5EF4-FFF2-40B4-BE49-F238E27FC236}">
                  <a16:creationId xmlns:a16="http://schemas.microsoft.com/office/drawing/2014/main" id="{0460D263-0151-4ED2-92E4-09553AD46322}"/>
                </a:ext>
              </a:extLst>
            </p:cNvPr>
            <p:cNvSpPr txBox="1">
              <a:spLocks noChangeArrowheads="1"/>
            </p:cNvSpPr>
            <p:nvPr/>
          </p:nvSpPr>
          <p:spPr bwMode="auto">
            <a:xfrm>
              <a:off x="539" y="1863"/>
              <a:ext cx="36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a:latin typeface="Times New Roman" panose="02020603050405020304" pitchFamily="18" charset="0"/>
                </a:rPr>
                <a:t>D=</a:t>
              </a:r>
            </a:p>
          </p:txBody>
        </p:sp>
        <p:sp>
          <p:nvSpPr>
            <p:cNvPr id="36902" name="Text Box 44">
              <a:extLst>
                <a:ext uri="{FF2B5EF4-FFF2-40B4-BE49-F238E27FC236}">
                  <a16:creationId xmlns:a16="http://schemas.microsoft.com/office/drawing/2014/main" id="{530EB4FF-9C1C-4067-9825-7F614548DBF5}"/>
                </a:ext>
              </a:extLst>
            </p:cNvPr>
            <p:cNvSpPr txBox="1">
              <a:spLocks noChangeArrowheads="1"/>
            </p:cNvSpPr>
            <p:nvPr/>
          </p:nvSpPr>
          <p:spPr bwMode="auto">
            <a:xfrm>
              <a:off x="2603" y="1863"/>
              <a:ext cx="4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a:latin typeface="Times New Roman" panose="02020603050405020304" pitchFamily="18" charset="0"/>
                </a:rPr>
                <a:t>=λ</a:t>
              </a:r>
            </a:p>
          </p:txBody>
        </p:sp>
        <p:sp>
          <p:nvSpPr>
            <p:cNvPr id="36903" name="Text Box 45">
              <a:extLst>
                <a:ext uri="{FF2B5EF4-FFF2-40B4-BE49-F238E27FC236}">
                  <a16:creationId xmlns:a16="http://schemas.microsoft.com/office/drawing/2014/main" id="{CDAF353A-50D4-41AD-BCDD-FB6A391E3457}"/>
                </a:ext>
              </a:extLst>
            </p:cNvPr>
            <p:cNvSpPr txBox="1">
              <a:spLocks noChangeArrowheads="1"/>
            </p:cNvSpPr>
            <p:nvPr/>
          </p:nvSpPr>
          <p:spPr bwMode="auto">
            <a:xfrm>
              <a:off x="813" y="3421"/>
              <a:ext cx="6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a:latin typeface="Times New Roman" panose="02020603050405020304" pitchFamily="18" charset="0"/>
                </a:rPr>
                <a:t>=λΔ</a:t>
              </a:r>
            </a:p>
          </p:txBody>
        </p:sp>
        <p:sp>
          <p:nvSpPr>
            <p:cNvPr id="36904" name="Text Box 46">
              <a:extLst>
                <a:ext uri="{FF2B5EF4-FFF2-40B4-BE49-F238E27FC236}">
                  <a16:creationId xmlns:a16="http://schemas.microsoft.com/office/drawing/2014/main" id="{4A14EFC8-364F-4D24-A3F6-C114CEF4E211}"/>
                </a:ext>
              </a:extLst>
            </p:cNvPr>
            <p:cNvSpPr txBox="1">
              <a:spLocks noChangeArrowheads="1"/>
            </p:cNvSpPr>
            <p:nvPr/>
          </p:nvSpPr>
          <p:spPr bwMode="auto">
            <a:xfrm>
              <a:off x="1715" y="3566"/>
              <a:ext cx="3070" cy="288"/>
            </a:xfrm>
            <a:prstGeom prst="rect">
              <a:avLst/>
            </a:prstGeom>
            <a:solidFill>
              <a:schemeClr val="bg1"/>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accent2"/>
                  </a:solidFill>
                  <a:latin typeface="Times New Roman" panose="02020603050405020304" pitchFamily="18" charset="0"/>
                </a:rPr>
                <a:t>上式中</a:t>
              </a:r>
              <a:r>
                <a:rPr kumimoji="1" lang="en-US" altLang="zh-CN" sz="2400" b="1">
                  <a:solidFill>
                    <a:schemeClr val="accent2"/>
                  </a:solidFill>
                  <a:latin typeface="Times New Roman" panose="02020603050405020304" pitchFamily="18" charset="0"/>
                </a:rPr>
                <a:t>,</a:t>
              </a:r>
              <a:r>
                <a:rPr kumimoji="1" lang="zh-CN" altLang="en-US" sz="2400" b="1">
                  <a:solidFill>
                    <a:schemeClr val="accent2"/>
                  </a:solidFill>
                  <a:latin typeface="Times New Roman" panose="02020603050405020304" pitchFamily="18" charset="0"/>
                </a:rPr>
                <a:t>将第二个行列式记为</a:t>
              </a:r>
              <a:r>
                <a:rPr kumimoji="1" lang="en-US" altLang="zh-CN" sz="2400" b="1">
                  <a:solidFill>
                    <a:schemeClr val="accent2"/>
                  </a:solidFill>
                  <a:latin typeface="Times New Roman" panose="02020603050405020304" pitchFamily="18" charset="0"/>
                </a:rPr>
                <a:t>Δ</a:t>
              </a: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3794"/>
                                        </p:tgtEl>
                                        <p:attrNameLst>
                                          <p:attrName>style.visibility</p:attrName>
                                        </p:attrNameLst>
                                      </p:cBhvr>
                                      <p:to>
                                        <p:strVal val="visible"/>
                                      </p:to>
                                    </p:set>
                                    <p:animEffect transition="in" filter="wipe(left)">
                                      <p:cBhvr>
                                        <p:cTn id="7" dur="500"/>
                                        <p:tgtEl>
                                          <p:spTgt spid="3379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4"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2" name="日期占位符 1">
            <a:extLst>
              <a:ext uri="{FF2B5EF4-FFF2-40B4-BE49-F238E27FC236}">
                <a16:creationId xmlns:a16="http://schemas.microsoft.com/office/drawing/2014/main" id="{F6E334B0-73E5-46E8-BB25-B5BEA95A0661}"/>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6E45DB3-421E-45F3-B43E-5B45BC0B1F87}" type="datetime1">
              <a:rPr lang="zh-CN" altLang="en-US" smtClean="0"/>
              <a:pPr eaLnBrk="1" hangingPunct="1"/>
              <a:t>2025/2/28</a:t>
            </a:fld>
            <a:endParaRPr lang="en-US" altLang="zh-CN"/>
          </a:p>
        </p:txBody>
      </p:sp>
      <p:sp>
        <p:nvSpPr>
          <p:cNvPr id="37893" name="页脚占位符 2">
            <a:extLst>
              <a:ext uri="{FF2B5EF4-FFF2-40B4-BE49-F238E27FC236}">
                <a16:creationId xmlns:a16="http://schemas.microsoft.com/office/drawing/2014/main" id="{90BF655E-40F5-4341-B10A-652901CF938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(共20页)</a:t>
            </a:r>
          </a:p>
        </p:txBody>
      </p:sp>
      <p:sp>
        <p:nvSpPr>
          <p:cNvPr id="37894" name="灯片编号占位符 3">
            <a:extLst>
              <a:ext uri="{FF2B5EF4-FFF2-40B4-BE49-F238E27FC236}">
                <a16:creationId xmlns:a16="http://schemas.microsoft.com/office/drawing/2014/main" id="{B1AA08F9-F337-4CDC-A236-FEE25F14008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14CD87A-8D8C-4F06-9A5C-125605AA3825}" type="slidenum">
              <a:rPr lang="en-US" altLang="zh-CN"/>
              <a:pPr eaLnBrk="1" hangingPunct="1"/>
              <a:t>54</a:t>
            </a:fld>
            <a:endParaRPr lang="en-US" altLang="zh-CN"/>
          </a:p>
        </p:txBody>
      </p:sp>
      <p:sp>
        <p:nvSpPr>
          <p:cNvPr id="63492" name="Text Box 4">
            <a:extLst>
              <a:ext uri="{FF2B5EF4-FFF2-40B4-BE49-F238E27FC236}">
                <a16:creationId xmlns:a16="http://schemas.microsoft.com/office/drawing/2014/main" id="{8352080D-606E-463E-B5F2-B006CAC44CDA}"/>
              </a:ext>
            </a:extLst>
          </p:cNvPr>
          <p:cNvSpPr txBox="1">
            <a:spLocks noChangeArrowheads="1"/>
          </p:cNvSpPr>
          <p:nvPr/>
        </p:nvSpPr>
        <p:spPr bwMode="auto">
          <a:xfrm>
            <a:off x="755650" y="1196975"/>
            <a:ext cx="7315200" cy="946150"/>
          </a:xfrm>
          <a:prstGeom prst="rect">
            <a:avLst/>
          </a:prstGeom>
          <a:solidFill>
            <a:schemeClr val="bg1"/>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Tx/>
              <a:buChar char="•"/>
            </a:pPr>
            <a:r>
              <a:rPr kumimoji="1" lang="zh-CN" altLang="en-US" sz="2800" b="1" dirty="0">
                <a:solidFill>
                  <a:srgbClr val="CC0000"/>
                </a:solidFill>
                <a:latin typeface="Times New Roman" panose="02020603050405020304" pitchFamily="18" charset="0"/>
              </a:rPr>
              <a:t>推论 </a:t>
            </a:r>
            <a:r>
              <a:rPr kumimoji="1" lang="en-US" altLang="zh-CN" sz="2800" b="1" dirty="0">
                <a:solidFill>
                  <a:srgbClr val="CC0000"/>
                </a:solidFill>
                <a:latin typeface="Times New Roman" panose="02020603050405020304" pitchFamily="18" charset="0"/>
              </a:rPr>
              <a:t>2   </a:t>
            </a:r>
            <a:r>
              <a:rPr kumimoji="1" lang="zh-CN" altLang="en-US" sz="2800" b="1" dirty="0">
                <a:solidFill>
                  <a:schemeClr val="accent2"/>
                </a:solidFill>
                <a:latin typeface="Times New Roman" panose="02020603050405020304" pitchFamily="18" charset="0"/>
              </a:rPr>
              <a:t>如果行列式有一行</a:t>
            </a:r>
            <a:r>
              <a:rPr kumimoji="1" lang="en-US" altLang="zh-CN" sz="2800" b="1" dirty="0">
                <a:solidFill>
                  <a:schemeClr val="accent2"/>
                </a:solidFill>
                <a:latin typeface="Times New Roman" panose="02020603050405020304" pitchFamily="18" charset="0"/>
              </a:rPr>
              <a:t>(</a:t>
            </a:r>
            <a:r>
              <a:rPr kumimoji="1" lang="zh-CN" altLang="en-US" sz="2800" b="1" dirty="0">
                <a:solidFill>
                  <a:schemeClr val="accent2"/>
                </a:solidFill>
                <a:latin typeface="Times New Roman" panose="02020603050405020304" pitchFamily="18" charset="0"/>
              </a:rPr>
              <a:t>列</a:t>
            </a:r>
            <a:r>
              <a:rPr kumimoji="1" lang="en-US" altLang="zh-CN" sz="2800" b="1" dirty="0">
                <a:solidFill>
                  <a:schemeClr val="accent2"/>
                </a:solidFill>
                <a:latin typeface="Times New Roman" panose="02020603050405020304" pitchFamily="18" charset="0"/>
              </a:rPr>
              <a:t>)</a:t>
            </a:r>
            <a:r>
              <a:rPr kumimoji="1" lang="zh-CN" altLang="en-US" sz="2800" b="1" dirty="0">
                <a:solidFill>
                  <a:schemeClr val="accent2"/>
                </a:solidFill>
                <a:latin typeface="Times New Roman" panose="02020603050405020304" pitchFamily="18" charset="0"/>
              </a:rPr>
              <a:t>的元素全为零</a:t>
            </a:r>
            <a:r>
              <a:rPr kumimoji="1" lang="en-US" altLang="zh-CN" sz="2800" b="1" dirty="0">
                <a:solidFill>
                  <a:schemeClr val="accent2"/>
                </a:solidFill>
                <a:latin typeface="Times New Roman" panose="02020603050405020304" pitchFamily="18" charset="0"/>
              </a:rPr>
              <a:t>,</a:t>
            </a:r>
            <a:r>
              <a:rPr kumimoji="1" lang="zh-CN" altLang="en-US" sz="2800" b="1" dirty="0">
                <a:solidFill>
                  <a:schemeClr val="accent2"/>
                </a:solidFill>
                <a:latin typeface="Times New Roman" panose="02020603050405020304" pitchFamily="18" charset="0"/>
              </a:rPr>
              <a:t>则行列式为零</a:t>
            </a:r>
            <a:r>
              <a:rPr kumimoji="1" lang="en-US" altLang="zh-CN" sz="2800" b="1" dirty="0">
                <a:solidFill>
                  <a:schemeClr val="accent2"/>
                </a:solidFill>
                <a:latin typeface="Times New Roman" panose="02020603050405020304" pitchFamily="18" charset="0"/>
              </a:rPr>
              <a:t>.</a:t>
            </a:r>
          </a:p>
        </p:txBody>
      </p:sp>
      <p:sp>
        <p:nvSpPr>
          <p:cNvPr id="63493" name="Rectangle 5">
            <a:extLst>
              <a:ext uri="{FF2B5EF4-FFF2-40B4-BE49-F238E27FC236}">
                <a16:creationId xmlns:a16="http://schemas.microsoft.com/office/drawing/2014/main" id="{D84A50FC-E9A2-4B6C-9AE1-155179E14D80}"/>
              </a:ext>
            </a:extLst>
          </p:cNvPr>
          <p:cNvSpPr>
            <a:spLocks noChangeArrowheads="1"/>
          </p:cNvSpPr>
          <p:nvPr/>
        </p:nvSpPr>
        <p:spPr bwMode="auto">
          <a:xfrm>
            <a:off x="827088" y="2924175"/>
            <a:ext cx="7418387"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Tx/>
              <a:buChar char="•"/>
            </a:pPr>
            <a:r>
              <a:rPr kumimoji="1" lang="zh-CN" altLang="en-US" sz="2800" b="1" dirty="0">
                <a:solidFill>
                  <a:srgbClr val="CC0000"/>
                </a:solidFill>
                <a:latin typeface="Times New Roman" panose="02020603050405020304" pitchFamily="18" charset="0"/>
              </a:rPr>
              <a:t>推论 </a:t>
            </a:r>
            <a:r>
              <a:rPr kumimoji="1" lang="en-US" altLang="zh-CN" sz="2800" b="1" dirty="0">
                <a:solidFill>
                  <a:srgbClr val="CC0000"/>
                </a:solidFill>
                <a:latin typeface="Times New Roman" panose="02020603050405020304" pitchFamily="18" charset="0"/>
              </a:rPr>
              <a:t>3   </a:t>
            </a:r>
            <a:r>
              <a:rPr kumimoji="1" lang="zh-CN" altLang="en-US" sz="2800" b="1" dirty="0">
                <a:solidFill>
                  <a:schemeClr val="accent2"/>
                </a:solidFill>
                <a:latin typeface="Times New Roman" panose="02020603050405020304" pitchFamily="18" charset="0"/>
              </a:rPr>
              <a:t>如果行列式有两行</a:t>
            </a:r>
            <a:r>
              <a:rPr kumimoji="1" lang="en-US" altLang="zh-CN" sz="2800" b="1" dirty="0">
                <a:solidFill>
                  <a:schemeClr val="accent2"/>
                </a:solidFill>
                <a:latin typeface="Times New Roman" panose="02020603050405020304" pitchFamily="18" charset="0"/>
              </a:rPr>
              <a:t>(</a:t>
            </a:r>
            <a:r>
              <a:rPr kumimoji="1" lang="zh-CN" altLang="en-US" sz="2800" b="1" dirty="0">
                <a:solidFill>
                  <a:schemeClr val="accent2"/>
                </a:solidFill>
                <a:latin typeface="Times New Roman" panose="02020603050405020304" pitchFamily="18" charset="0"/>
              </a:rPr>
              <a:t>列</a:t>
            </a:r>
            <a:r>
              <a:rPr kumimoji="1" lang="en-US" altLang="zh-CN" sz="2800" b="1" dirty="0">
                <a:solidFill>
                  <a:schemeClr val="accent2"/>
                </a:solidFill>
                <a:latin typeface="Times New Roman" panose="02020603050405020304" pitchFamily="18" charset="0"/>
              </a:rPr>
              <a:t>)</a:t>
            </a:r>
            <a:r>
              <a:rPr kumimoji="1" lang="zh-CN" altLang="en-US" sz="2800" b="1" dirty="0">
                <a:solidFill>
                  <a:schemeClr val="accent2"/>
                </a:solidFill>
                <a:latin typeface="Times New Roman" panose="02020603050405020304" pitchFamily="18" charset="0"/>
              </a:rPr>
              <a:t>的元素对应成</a:t>
            </a:r>
          </a:p>
          <a:p>
            <a:pPr eaLnBrk="1" hangingPunct="1"/>
            <a:r>
              <a:rPr kumimoji="1" lang="zh-CN" altLang="en-US" sz="2800" b="1" dirty="0">
                <a:solidFill>
                  <a:schemeClr val="accent2"/>
                </a:solidFill>
                <a:latin typeface="Times New Roman" panose="02020603050405020304" pitchFamily="18" charset="0"/>
              </a:rPr>
              <a:t>比例</a:t>
            </a:r>
            <a:r>
              <a:rPr kumimoji="1" lang="en-US" altLang="zh-CN" sz="2800" b="1" dirty="0">
                <a:solidFill>
                  <a:schemeClr val="accent2"/>
                </a:solidFill>
                <a:latin typeface="Times New Roman" panose="02020603050405020304" pitchFamily="18" charset="0"/>
              </a:rPr>
              <a:t>, </a:t>
            </a:r>
            <a:r>
              <a:rPr kumimoji="1" lang="zh-CN" altLang="en-US" sz="2800" b="1" dirty="0">
                <a:solidFill>
                  <a:schemeClr val="accent2"/>
                </a:solidFill>
                <a:latin typeface="Times New Roman" panose="02020603050405020304" pitchFamily="18" charset="0"/>
              </a:rPr>
              <a:t>则行列式为零</a:t>
            </a:r>
            <a:r>
              <a:rPr kumimoji="1" lang="en-US" altLang="zh-CN" sz="2800" b="1" dirty="0">
                <a:solidFill>
                  <a:srgbClr val="CC0000"/>
                </a:solidFill>
                <a:latin typeface="Times New Roman" panose="02020603050405020304" pitchFamily="18" charset="0"/>
              </a:rPr>
              <a:t>.</a:t>
            </a:r>
          </a:p>
        </p:txBody>
      </p:sp>
      <p:sp>
        <p:nvSpPr>
          <p:cNvPr id="37897" name="Rectangle 8">
            <a:extLst>
              <a:ext uri="{FF2B5EF4-FFF2-40B4-BE49-F238E27FC236}">
                <a16:creationId xmlns:a16="http://schemas.microsoft.com/office/drawing/2014/main" id="{1BD8BB69-5552-4C4D-A51B-EB4760E7B6D3}"/>
              </a:ext>
            </a:extLst>
          </p:cNvPr>
          <p:cNvSpPr>
            <a:spLocks noChangeArrowheads="1"/>
          </p:cNvSpPr>
          <p:nvPr/>
        </p:nvSpPr>
        <p:spPr bwMode="auto">
          <a:xfrm>
            <a:off x="4429125" y="5586413"/>
            <a:ext cx="303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2400" b="1"/>
          </a:p>
        </p:txBody>
      </p:sp>
      <p:grpSp>
        <p:nvGrpSpPr>
          <p:cNvPr id="2" name="Group 6">
            <a:extLst>
              <a:ext uri="{FF2B5EF4-FFF2-40B4-BE49-F238E27FC236}">
                <a16:creationId xmlns:a16="http://schemas.microsoft.com/office/drawing/2014/main" id="{8D3F38DA-227F-4636-919B-D4F216238C6A}"/>
              </a:ext>
            </a:extLst>
          </p:cNvPr>
          <p:cNvGrpSpPr>
            <a:grpSpLocks/>
          </p:cNvGrpSpPr>
          <p:nvPr/>
        </p:nvGrpSpPr>
        <p:grpSpPr bwMode="auto">
          <a:xfrm>
            <a:off x="1241426" y="4733925"/>
            <a:ext cx="6316663" cy="592138"/>
            <a:chOff x="539" y="488"/>
            <a:chExt cx="3979" cy="373"/>
          </a:xfrm>
        </p:grpSpPr>
        <p:graphicFrame>
          <p:nvGraphicFramePr>
            <p:cNvPr id="37891" name="Object 7">
              <a:extLst>
                <a:ext uri="{FF2B5EF4-FFF2-40B4-BE49-F238E27FC236}">
                  <a16:creationId xmlns:a16="http://schemas.microsoft.com/office/drawing/2014/main" id="{DD646327-C276-42B7-99BF-5CD8BC6B5CA6}"/>
                </a:ext>
              </a:extLst>
            </p:cNvPr>
            <p:cNvGraphicFramePr>
              <a:graphicFrameLocks noChangeAspect="1"/>
            </p:cNvGraphicFramePr>
            <p:nvPr/>
          </p:nvGraphicFramePr>
          <p:xfrm>
            <a:off x="1565" y="503"/>
            <a:ext cx="1008" cy="358"/>
          </p:xfrm>
          <a:graphic>
            <a:graphicData uri="http://schemas.openxmlformats.org/presentationml/2006/ole">
              <mc:AlternateContent xmlns:mc="http://schemas.openxmlformats.org/markup-compatibility/2006">
                <mc:Choice xmlns:v="urn:schemas-microsoft-com:vml" Requires="v">
                  <p:oleObj spid="_x0000_s53258" name="Equation" r:id="rId3" imgW="723586" imgH="253890" progId="Equation.DSMT4">
                    <p:embed/>
                  </p:oleObj>
                </mc:Choice>
                <mc:Fallback>
                  <p:oleObj name="Equation" r:id="rId3" imgW="723586" imgH="253890" progId="Equation.DSMT4">
                    <p:embed/>
                    <p:pic>
                      <p:nvPicPr>
                        <p:cNvPr id="37891" name="Object 7">
                          <a:extLst>
                            <a:ext uri="{FF2B5EF4-FFF2-40B4-BE49-F238E27FC236}">
                              <a16:creationId xmlns:a16="http://schemas.microsoft.com/office/drawing/2014/main" id="{DD646327-C276-42B7-99BF-5CD8BC6B5CA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65" y="503"/>
                          <a:ext cx="1008" cy="35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902" name="Rectangle 8">
              <a:extLst>
                <a:ext uri="{FF2B5EF4-FFF2-40B4-BE49-F238E27FC236}">
                  <a16:creationId xmlns:a16="http://schemas.microsoft.com/office/drawing/2014/main" id="{741FF7C5-4A82-4A61-A59B-989470B92AEB}"/>
                </a:ext>
              </a:extLst>
            </p:cNvPr>
            <p:cNvSpPr>
              <a:spLocks noChangeArrowheads="1"/>
            </p:cNvSpPr>
            <p:nvPr/>
          </p:nvSpPr>
          <p:spPr bwMode="auto">
            <a:xfrm>
              <a:off x="2608" y="509"/>
              <a:ext cx="191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400" b="1"/>
                <a:t>（</a:t>
              </a:r>
              <a:r>
                <a:rPr lang="en-US" altLang="zh-CN" sz="2400" b="1"/>
                <a:t>n</a:t>
              </a:r>
              <a:r>
                <a:rPr lang="zh-CN" altLang="en-US" sz="2400" b="1"/>
                <a:t>为</a:t>
              </a:r>
              <a:r>
                <a:rPr lang="en-US" altLang="zh-CN" sz="2400" b="1"/>
                <a:t>A</a:t>
              </a:r>
              <a:r>
                <a:rPr lang="zh-CN" altLang="en-US" sz="2400" b="1"/>
                <a:t>的阶数）</a:t>
              </a:r>
            </a:p>
          </p:txBody>
        </p:sp>
        <p:sp>
          <p:nvSpPr>
            <p:cNvPr id="37903" name="Text Box 9">
              <a:extLst>
                <a:ext uri="{FF2B5EF4-FFF2-40B4-BE49-F238E27FC236}">
                  <a16:creationId xmlns:a16="http://schemas.microsoft.com/office/drawing/2014/main" id="{C8E10E1F-0CE6-4A4C-BBF1-BD03460E8945}"/>
                </a:ext>
              </a:extLst>
            </p:cNvPr>
            <p:cNvSpPr txBox="1">
              <a:spLocks noChangeArrowheads="1"/>
            </p:cNvSpPr>
            <p:nvPr/>
          </p:nvSpPr>
          <p:spPr bwMode="auto">
            <a:xfrm>
              <a:off x="539" y="488"/>
              <a:ext cx="865"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Wingdings" panose="05000000000000000000" pitchFamily="2" charset="2"/>
                <a:buChar char="Ø"/>
              </a:pPr>
              <a:r>
                <a:rPr kumimoji="1" lang="zh-CN" altLang="en-US" sz="2800" b="1" dirty="0">
                  <a:solidFill>
                    <a:srgbClr val="CC0000"/>
                  </a:solidFill>
                  <a:latin typeface="楷体_GB2312" pitchFamily="49" charset="-122"/>
                  <a:ea typeface="楷体_GB2312" pitchFamily="49" charset="-122"/>
                </a:rPr>
                <a:t>推论</a:t>
              </a:r>
              <a:r>
                <a:rPr kumimoji="1" lang="en-US" altLang="zh-CN" sz="2800" b="1" dirty="0">
                  <a:solidFill>
                    <a:srgbClr val="CC0000"/>
                  </a:solidFill>
                  <a:latin typeface="楷体_GB2312" pitchFamily="49" charset="-122"/>
                  <a:ea typeface="楷体_GB2312" pitchFamily="49" charset="-122"/>
                </a:rPr>
                <a:t>5</a:t>
              </a:r>
            </a:p>
          </p:txBody>
        </p:sp>
      </p:grpSp>
      <p:grpSp>
        <p:nvGrpSpPr>
          <p:cNvPr id="3" name="组合 15">
            <a:extLst>
              <a:ext uri="{FF2B5EF4-FFF2-40B4-BE49-F238E27FC236}">
                <a16:creationId xmlns:a16="http://schemas.microsoft.com/office/drawing/2014/main" id="{05F71AE7-FA18-4318-9CBC-B9E1DFA466FE}"/>
              </a:ext>
            </a:extLst>
          </p:cNvPr>
          <p:cNvGrpSpPr>
            <a:grpSpLocks/>
          </p:cNvGrpSpPr>
          <p:nvPr/>
        </p:nvGrpSpPr>
        <p:grpSpPr bwMode="auto">
          <a:xfrm>
            <a:off x="1235075" y="5553075"/>
            <a:ext cx="4746625" cy="592138"/>
            <a:chOff x="1235555" y="5553236"/>
            <a:chExt cx="4745486" cy="591977"/>
          </a:xfrm>
        </p:grpSpPr>
        <p:graphicFrame>
          <p:nvGraphicFramePr>
            <p:cNvPr id="37890" name="Object 7">
              <a:extLst>
                <a:ext uri="{FF2B5EF4-FFF2-40B4-BE49-F238E27FC236}">
                  <a16:creationId xmlns:a16="http://schemas.microsoft.com/office/drawing/2014/main" id="{BF874464-1AE1-4BDA-8516-0DEB28A5A643}"/>
                </a:ext>
              </a:extLst>
            </p:cNvPr>
            <p:cNvGraphicFramePr>
              <a:graphicFrameLocks noChangeAspect="1"/>
            </p:cNvGraphicFramePr>
            <p:nvPr/>
          </p:nvGraphicFramePr>
          <p:xfrm>
            <a:off x="2606675" y="5576888"/>
            <a:ext cx="1935163" cy="568325"/>
          </p:xfrm>
          <a:graphic>
            <a:graphicData uri="http://schemas.openxmlformats.org/presentationml/2006/ole">
              <mc:AlternateContent xmlns:mc="http://schemas.openxmlformats.org/markup-compatibility/2006">
                <mc:Choice xmlns:v="urn:schemas-microsoft-com:vml" Requires="v">
                  <p:oleObj spid="_x0000_s53259" name="Equation" r:id="rId5" imgW="876240" imgH="253800" progId="Equation.DSMT4">
                    <p:embed/>
                  </p:oleObj>
                </mc:Choice>
                <mc:Fallback>
                  <p:oleObj name="Equation" r:id="rId5" imgW="876240" imgH="253800" progId="Equation.DSMT4">
                    <p:embed/>
                    <p:pic>
                      <p:nvPicPr>
                        <p:cNvPr id="37890" name="Object 7">
                          <a:extLst>
                            <a:ext uri="{FF2B5EF4-FFF2-40B4-BE49-F238E27FC236}">
                              <a16:creationId xmlns:a16="http://schemas.microsoft.com/office/drawing/2014/main" id="{BF874464-1AE1-4BDA-8516-0DEB28A5A64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06675" y="5576888"/>
                          <a:ext cx="1935163" cy="568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900" name="Text Box 9">
              <a:extLst>
                <a:ext uri="{FF2B5EF4-FFF2-40B4-BE49-F238E27FC236}">
                  <a16:creationId xmlns:a16="http://schemas.microsoft.com/office/drawing/2014/main" id="{9A011389-E4CB-42A8-AAD5-0D5FD7D1C224}"/>
                </a:ext>
              </a:extLst>
            </p:cNvPr>
            <p:cNvSpPr txBox="1">
              <a:spLocks noChangeArrowheads="1"/>
            </p:cNvSpPr>
            <p:nvPr/>
          </p:nvSpPr>
          <p:spPr bwMode="auto">
            <a:xfrm>
              <a:off x="1235555" y="5553236"/>
              <a:ext cx="119135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Wingdings" panose="05000000000000000000" pitchFamily="2" charset="2"/>
                <a:buChar char="Ø"/>
              </a:pPr>
              <a:r>
                <a:rPr kumimoji="1" lang="zh-CN" altLang="en-US" sz="2800" b="1">
                  <a:solidFill>
                    <a:srgbClr val="CC0000"/>
                  </a:solidFill>
                  <a:latin typeface="楷体_GB2312" pitchFamily="49" charset="-122"/>
                  <a:ea typeface="楷体_GB2312" pitchFamily="49" charset="-122"/>
                </a:rPr>
                <a:t>注意</a:t>
              </a:r>
              <a:endParaRPr kumimoji="1" lang="en-US" altLang="zh-CN" sz="2800" b="1">
                <a:solidFill>
                  <a:srgbClr val="CC0000"/>
                </a:solidFill>
                <a:latin typeface="楷体_GB2312" pitchFamily="49" charset="-122"/>
                <a:ea typeface="楷体_GB2312" pitchFamily="49" charset="-122"/>
              </a:endParaRPr>
            </a:p>
          </p:txBody>
        </p:sp>
        <p:sp>
          <p:nvSpPr>
            <p:cNvPr id="37901" name="Text Box 9">
              <a:extLst>
                <a:ext uri="{FF2B5EF4-FFF2-40B4-BE49-F238E27FC236}">
                  <a16:creationId xmlns:a16="http://schemas.microsoft.com/office/drawing/2014/main" id="{A2DC2629-D69D-48FC-A1D7-5D522D1F4315}"/>
                </a:ext>
              </a:extLst>
            </p:cNvPr>
            <p:cNvSpPr txBox="1">
              <a:spLocks noChangeArrowheads="1"/>
            </p:cNvSpPr>
            <p:nvPr/>
          </p:nvSpPr>
          <p:spPr bwMode="auto">
            <a:xfrm>
              <a:off x="4714348" y="5589240"/>
              <a:ext cx="126669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800" b="1">
                  <a:solidFill>
                    <a:srgbClr val="CC0000"/>
                  </a:solidFill>
                  <a:latin typeface="楷体_GB2312" pitchFamily="49" charset="-122"/>
                  <a:ea typeface="楷体_GB2312" pitchFamily="49" charset="-122"/>
                </a:rPr>
                <a:t>的区别</a:t>
              </a:r>
              <a:endParaRPr kumimoji="1" lang="en-US" altLang="zh-CN" sz="2800" b="1">
                <a:solidFill>
                  <a:srgbClr val="CC0000"/>
                </a:solidFill>
                <a:latin typeface="楷体_GB2312" pitchFamily="49" charset="-122"/>
                <a:ea typeface="楷体_GB2312" pitchFamily="49" charset="-122"/>
              </a:endParaRP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3492"/>
                                        </p:tgtEl>
                                        <p:attrNameLst>
                                          <p:attrName>style.visibility</p:attrName>
                                        </p:attrNameLst>
                                      </p:cBhvr>
                                      <p:to>
                                        <p:strVal val="visible"/>
                                      </p:to>
                                    </p:set>
                                    <p:animEffect transition="in" filter="wipe(left)">
                                      <p:cBhvr>
                                        <p:cTn id="7" dur="500"/>
                                        <p:tgtEl>
                                          <p:spTgt spid="6349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3493"/>
                                        </p:tgtEl>
                                        <p:attrNameLst>
                                          <p:attrName>style.visibility</p:attrName>
                                        </p:attrNameLst>
                                      </p:cBhvr>
                                      <p:to>
                                        <p:strVal val="visible"/>
                                      </p:to>
                                    </p:set>
                                    <p:animEffect transition="in" filter="wipe(left)">
                                      <p:cBhvr>
                                        <p:cTn id="12" dur="500"/>
                                        <p:tgtEl>
                                          <p:spTgt spid="6349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4"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 calcmode="lin" valueType="num">
                                      <p:cBhvr additive="base">
                                        <p:cTn id="22" dur="500" fill="hold"/>
                                        <p:tgtEl>
                                          <p:spTgt spid="3"/>
                                        </p:tgtEl>
                                        <p:attrNameLst>
                                          <p:attrName>ppt_x</p:attrName>
                                        </p:attrNameLst>
                                      </p:cBhvr>
                                      <p:tavLst>
                                        <p:tav tm="0">
                                          <p:val>
                                            <p:strVal val="#ppt_x"/>
                                          </p:val>
                                        </p:tav>
                                        <p:tav tm="100000">
                                          <p:val>
                                            <p:strVal val="#ppt_x"/>
                                          </p:val>
                                        </p:tav>
                                      </p:tavLst>
                                    </p:anim>
                                    <p:anim calcmode="lin" valueType="num">
                                      <p:cBhvr additive="base">
                                        <p:cTn id="23"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2" grpId="0" animBg="1"/>
      <p:bldP spid="63493"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日期占位符 1">
            <a:extLst>
              <a:ext uri="{FF2B5EF4-FFF2-40B4-BE49-F238E27FC236}">
                <a16:creationId xmlns:a16="http://schemas.microsoft.com/office/drawing/2014/main" id="{6334B914-00AD-4EEE-8DC7-7118ED3B5AF7}"/>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5FFACFF-AA17-426F-B3FD-E5CCC6C9442E}" type="datetime1">
              <a:rPr lang="zh-CN" altLang="en-US" smtClean="0"/>
              <a:pPr eaLnBrk="1" hangingPunct="1"/>
              <a:t>2025/2/28</a:t>
            </a:fld>
            <a:endParaRPr lang="en-US" altLang="zh-CN"/>
          </a:p>
        </p:txBody>
      </p:sp>
      <p:sp>
        <p:nvSpPr>
          <p:cNvPr id="38916" name="页脚占位符 2">
            <a:extLst>
              <a:ext uri="{FF2B5EF4-FFF2-40B4-BE49-F238E27FC236}">
                <a16:creationId xmlns:a16="http://schemas.microsoft.com/office/drawing/2014/main" id="{2422AA96-3573-4036-93B6-711E7F5231C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(共20页)</a:t>
            </a:r>
          </a:p>
        </p:txBody>
      </p:sp>
      <p:sp>
        <p:nvSpPr>
          <p:cNvPr id="38917" name="灯片编号占位符 3">
            <a:extLst>
              <a:ext uri="{FF2B5EF4-FFF2-40B4-BE49-F238E27FC236}">
                <a16:creationId xmlns:a16="http://schemas.microsoft.com/office/drawing/2014/main" id="{4045B91C-C610-444F-88C6-B2217C684FF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0168C5E-1E81-4B66-9A36-FDF5C54BE05C}" type="slidenum">
              <a:rPr lang="en-US" altLang="zh-CN"/>
              <a:pPr eaLnBrk="1" hangingPunct="1"/>
              <a:t>55</a:t>
            </a:fld>
            <a:endParaRPr lang="en-US" altLang="zh-CN"/>
          </a:p>
        </p:txBody>
      </p:sp>
      <p:sp>
        <p:nvSpPr>
          <p:cNvPr id="38918" name="Text Box 2">
            <a:extLst>
              <a:ext uri="{FF2B5EF4-FFF2-40B4-BE49-F238E27FC236}">
                <a16:creationId xmlns:a16="http://schemas.microsoft.com/office/drawing/2014/main" id="{A86B77A8-F5A5-42FC-819B-97BB5FD4CE08}"/>
              </a:ext>
            </a:extLst>
          </p:cNvPr>
          <p:cNvSpPr txBox="1">
            <a:spLocks noChangeArrowheads="1"/>
          </p:cNvSpPr>
          <p:nvPr/>
        </p:nvSpPr>
        <p:spPr bwMode="auto">
          <a:xfrm>
            <a:off x="395288" y="620713"/>
            <a:ext cx="8570912"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Char char="Ø"/>
            </a:pPr>
            <a:r>
              <a:rPr kumimoji="1" lang="zh-CN" altLang="en-US" sz="2800" b="1" dirty="0">
                <a:solidFill>
                  <a:srgbClr val="CC0000"/>
                </a:solidFill>
                <a:latin typeface="楷体_GB2312" pitchFamily="49" charset="-122"/>
                <a:ea typeface="楷体_GB2312" pitchFamily="49" charset="-122"/>
              </a:rPr>
              <a:t>性质 </a:t>
            </a:r>
            <a:r>
              <a:rPr kumimoji="1" lang="en-US" altLang="zh-CN" sz="2800" b="1" dirty="0">
                <a:solidFill>
                  <a:srgbClr val="CC0000"/>
                </a:solidFill>
                <a:latin typeface="Times New Roman" panose="02020603050405020304" pitchFamily="18" charset="0"/>
                <a:ea typeface="楷体_GB2312" pitchFamily="49" charset="-122"/>
              </a:rPr>
              <a:t>4</a:t>
            </a:r>
            <a:r>
              <a:rPr kumimoji="1" lang="en-US" altLang="zh-CN" sz="2800" b="1" dirty="0">
                <a:solidFill>
                  <a:srgbClr val="CC0000"/>
                </a:solidFill>
                <a:latin typeface="楷体_GB2312" pitchFamily="49" charset="-122"/>
                <a:ea typeface="楷体_GB2312" pitchFamily="49" charset="-122"/>
              </a:rPr>
              <a:t> </a:t>
            </a:r>
            <a:r>
              <a:rPr kumimoji="1" lang="zh-CN" altLang="en-US" sz="2800" b="1" dirty="0">
                <a:solidFill>
                  <a:schemeClr val="accent2"/>
                </a:solidFill>
                <a:latin typeface="楷体_GB2312" pitchFamily="49" charset="-122"/>
                <a:ea typeface="楷体_GB2312" pitchFamily="49" charset="-122"/>
              </a:rPr>
              <a:t>行列式某一行</a:t>
            </a:r>
            <a:r>
              <a:rPr kumimoji="1" lang="en-US" altLang="zh-CN" sz="2800" b="1" dirty="0">
                <a:solidFill>
                  <a:schemeClr val="accent2"/>
                </a:solidFill>
                <a:latin typeface="楷体_GB2312" pitchFamily="49" charset="-122"/>
                <a:ea typeface="楷体_GB2312" pitchFamily="49" charset="-122"/>
              </a:rPr>
              <a:t>(</a:t>
            </a:r>
            <a:r>
              <a:rPr kumimoji="1" lang="zh-CN" altLang="en-US" sz="2800" b="1" dirty="0">
                <a:solidFill>
                  <a:schemeClr val="accent2"/>
                </a:solidFill>
                <a:latin typeface="楷体_GB2312" pitchFamily="49" charset="-122"/>
                <a:ea typeface="楷体_GB2312" pitchFamily="49" charset="-122"/>
              </a:rPr>
              <a:t>列</a:t>
            </a:r>
            <a:r>
              <a:rPr kumimoji="1" lang="en-US" altLang="zh-CN" sz="2800" b="1" dirty="0">
                <a:solidFill>
                  <a:schemeClr val="accent2"/>
                </a:solidFill>
                <a:latin typeface="楷体_GB2312" pitchFamily="49" charset="-122"/>
                <a:ea typeface="楷体_GB2312" pitchFamily="49" charset="-122"/>
              </a:rPr>
              <a:t>)</a:t>
            </a:r>
            <a:r>
              <a:rPr kumimoji="1" lang="zh-CN" altLang="en-US" sz="2800" b="1" dirty="0">
                <a:solidFill>
                  <a:schemeClr val="accent2"/>
                </a:solidFill>
                <a:latin typeface="楷体_GB2312" pitchFamily="49" charset="-122"/>
                <a:ea typeface="楷体_GB2312" pitchFamily="49" charset="-122"/>
              </a:rPr>
              <a:t>的元素与另一行</a:t>
            </a:r>
            <a:r>
              <a:rPr kumimoji="1" lang="en-US" altLang="zh-CN" sz="2800" b="1" dirty="0">
                <a:solidFill>
                  <a:schemeClr val="accent2"/>
                </a:solidFill>
                <a:latin typeface="楷体_GB2312" pitchFamily="49" charset="-122"/>
                <a:ea typeface="楷体_GB2312" pitchFamily="49" charset="-122"/>
              </a:rPr>
              <a:t>(</a:t>
            </a:r>
            <a:r>
              <a:rPr kumimoji="1" lang="zh-CN" altLang="en-US" sz="2800" b="1" dirty="0">
                <a:solidFill>
                  <a:schemeClr val="accent2"/>
                </a:solidFill>
                <a:latin typeface="楷体_GB2312" pitchFamily="49" charset="-122"/>
                <a:ea typeface="楷体_GB2312" pitchFamily="49" charset="-122"/>
              </a:rPr>
              <a:t>列</a:t>
            </a:r>
            <a:r>
              <a:rPr kumimoji="1" lang="en-US" altLang="zh-CN" sz="2800" b="1" dirty="0">
                <a:solidFill>
                  <a:schemeClr val="accent2"/>
                </a:solidFill>
                <a:latin typeface="楷体_GB2312" pitchFamily="49" charset="-122"/>
                <a:ea typeface="楷体_GB2312" pitchFamily="49" charset="-122"/>
              </a:rPr>
              <a:t>)</a:t>
            </a:r>
            <a:r>
              <a:rPr kumimoji="1" lang="zh-CN" altLang="en-US" sz="2800" b="1" dirty="0">
                <a:solidFill>
                  <a:schemeClr val="accent2"/>
                </a:solidFill>
                <a:latin typeface="楷体_GB2312" pitchFamily="49" charset="-122"/>
                <a:ea typeface="楷体_GB2312" pitchFamily="49" charset="-122"/>
              </a:rPr>
              <a:t>对应元素的代数余子式的乘积之和为零</a:t>
            </a:r>
            <a:r>
              <a:rPr kumimoji="1" lang="en-US" altLang="zh-CN" sz="2800" b="1" dirty="0">
                <a:solidFill>
                  <a:schemeClr val="accent2"/>
                </a:solidFill>
                <a:latin typeface="楷体_GB2312" pitchFamily="49" charset="-122"/>
                <a:ea typeface="楷体_GB2312" pitchFamily="49" charset="-122"/>
              </a:rPr>
              <a:t>,</a:t>
            </a:r>
            <a:r>
              <a:rPr kumimoji="1" lang="zh-CN" altLang="en-US" sz="2800" b="1" dirty="0">
                <a:solidFill>
                  <a:schemeClr val="accent2"/>
                </a:solidFill>
                <a:latin typeface="楷体_GB2312" pitchFamily="49" charset="-122"/>
                <a:ea typeface="楷体_GB2312" pitchFamily="49" charset="-122"/>
              </a:rPr>
              <a:t>即</a:t>
            </a:r>
            <a:r>
              <a:rPr kumimoji="1" lang="en-US" altLang="zh-CN" sz="2800" b="1" dirty="0">
                <a:solidFill>
                  <a:schemeClr val="accent2"/>
                </a:solidFill>
                <a:latin typeface="楷体_GB2312" pitchFamily="49" charset="-122"/>
                <a:ea typeface="楷体_GB2312" pitchFamily="49" charset="-122"/>
              </a:rPr>
              <a:t>:</a:t>
            </a:r>
          </a:p>
        </p:txBody>
      </p:sp>
      <p:graphicFrame>
        <p:nvGraphicFramePr>
          <p:cNvPr id="18435" name="Object 3">
            <a:extLst>
              <a:ext uri="{FF2B5EF4-FFF2-40B4-BE49-F238E27FC236}">
                <a16:creationId xmlns:a16="http://schemas.microsoft.com/office/drawing/2014/main" id="{A6A9C6A2-42D6-4D5D-858F-6D082FC40A68}"/>
              </a:ext>
            </a:extLst>
          </p:cNvPr>
          <p:cNvGraphicFramePr>
            <a:graphicFrameLocks noChangeAspect="1"/>
          </p:cNvGraphicFramePr>
          <p:nvPr/>
        </p:nvGraphicFramePr>
        <p:xfrm>
          <a:off x="465138" y="1989138"/>
          <a:ext cx="7620000" cy="3919537"/>
        </p:xfrm>
        <a:graphic>
          <a:graphicData uri="http://schemas.openxmlformats.org/presentationml/2006/ole">
            <mc:AlternateContent xmlns:mc="http://schemas.openxmlformats.org/markup-compatibility/2006">
              <mc:Choice xmlns:v="urn:schemas-microsoft-com:vml" Requires="v">
                <p:oleObj spid="_x0000_s54278" name="Equation" r:id="rId3" imgW="2298600" imgH="1320480" progId="Equation.DSMT4">
                  <p:embed/>
                </p:oleObj>
              </mc:Choice>
              <mc:Fallback>
                <p:oleObj name="Equation" r:id="rId3" imgW="2298600" imgH="1320480" progId="Equation.DSMT4">
                  <p:embed/>
                  <p:pic>
                    <p:nvPicPr>
                      <p:cNvPr id="18435" name="Object 3">
                        <a:extLst>
                          <a:ext uri="{FF2B5EF4-FFF2-40B4-BE49-F238E27FC236}">
                            <a16:creationId xmlns:a16="http://schemas.microsoft.com/office/drawing/2014/main" id="{A6A9C6A2-42D6-4D5D-858F-6D082FC40A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5138" y="1989138"/>
                        <a:ext cx="7620000" cy="3919537"/>
                      </a:xfrm>
                      <a:prstGeom prst="rect">
                        <a:avLst/>
                      </a:prstGeom>
                      <a:solidFill>
                        <a:schemeClr val="bg1"/>
                      </a:solidFill>
                      <a:ln w="9525">
                        <a:solidFill>
                          <a:srgbClr val="FF00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8435"/>
                                        </p:tgtEl>
                                        <p:attrNameLst>
                                          <p:attrName>style.visibility</p:attrName>
                                        </p:attrNameLst>
                                      </p:cBhvr>
                                      <p:to>
                                        <p:strVal val="visible"/>
                                      </p:to>
                                    </p:set>
                                    <p:animEffect transition="in" filter="wipe(left)">
                                      <p:cBhvr>
                                        <p:cTn id="7" dur="500"/>
                                        <p:tgtEl>
                                          <p:spTgt spid="184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日期占位符 1">
            <a:extLst>
              <a:ext uri="{FF2B5EF4-FFF2-40B4-BE49-F238E27FC236}">
                <a16:creationId xmlns:a16="http://schemas.microsoft.com/office/drawing/2014/main" id="{0EECBF64-BF1D-4942-9CC4-8E750BAC90E8}"/>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0FA5C6D-2C7F-4887-952E-1555E02F8797}" type="datetime1">
              <a:rPr lang="zh-CN" altLang="en-US" smtClean="0"/>
              <a:pPr eaLnBrk="1" hangingPunct="1"/>
              <a:t>2025/2/28</a:t>
            </a:fld>
            <a:endParaRPr lang="en-US" altLang="zh-CN"/>
          </a:p>
        </p:txBody>
      </p:sp>
      <p:sp>
        <p:nvSpPr>
          <p:cNvPr id="39940" name="页脚占位符 2">
            <a:extLst>
              <a:ext uri="{FF2B5EF4-FFF2-40B4-BE49-F238E27FC236}">
                <a16:creationId xmlns:a16="http://schemas.microsoft.com/office/drawing/2014/main" id="{0319428C-2FD6-45A3-A01D-294E5EC60BC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(共20页)</a:t>
            </a:r>
          </a:p>
        </p:txBody>
      </p:sp>
      <p:sp>
        <p:nvSpPr>
          <p:cNvPr id="39941" name="灯片编号占位符 3">
            <a:extLst>
              <a:ext uri="{FF2B5EF4-FFF2-40B4-BE49-F238E27FC236}">
                <a16:creationId xmlns:a16="http://schemas.microsoft.com/office/drawing/2014/main" id="{611444E9-5D7B-4128-BD49-A8F80F093B9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F90AF1D-3C76-428C-AE01-7FB261E188F9}" type="slidenum">
              <a:rPr lang="en-US" altLang="zh-CN"/>
              <a:pPr eaLnBrk="1" hangingPunct="1"/>
              <a:t>56</a:t>
            </a:fld>
            <a:endParaRPr lang="en-US" altLang="zh-CN"/>
          </a:p>
        </p:txBody>
      </p:sp>
      <p:sp>
        <p:nvSpPr>
          <p:cNvPr id="13315" name="Text Box 3">
            <a:extLst>
              <a:ext uri="{FF2B5EF4-FFF2-40B4-BE49-F238E27FC236}">
                <a16:creationId xmlns:a16="http://schemas.microsoft.com/office/drawing/2014/main" id="{687CE420-1EE5-436B-AB9E-6D39DCEB8A22}"/>
              </a:ext>
            </a:extLst>
          </p:cNvPr>
          <p:cNvSpPr txBox="1">
            <a:spLocks noChangeArrowheads="1"/>
          </p:cNvSpPr>
          <p:nvPr/>
        </p:nvSpPr>
        <p:spPr bwMode="auto">
          <a:xfrm>
            <a:off x="34925" y="463550"/>
            <a:ext cx="9109075"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Char char="Ø"/>
            </a:pPr>
            <a:r>
              <a:rPr kumimoji="1" lang="zh-CN" altLang="en-US" sz="2800" b="1" dirty="0">
                <a:solidFill>
                  <a:srgbClr val="CC0000"/>
                </a:solidFill>
                <a:latin typeface="楷体_GB2312" pitchFamily="49" charset="-122"/>
                <a:ea typeface="楷体_GB2312" pitchFamily="49" charset="-122"/>
              </a:rPr>
              <a:t>性质</a:t>
            </a:r>
            <a:r>
              <a:rPr kumimoji="1" lang="en-US" altLang="zh-CN" sz="2800" b="1" dirty="0">
                <a:solidFill>
                  <a:srgbClr val="CC0000"/>
                </a:solidFill>
                <a:latin typeface="Times New Roman" panose="02020603050405020304" pitchFamily="18" charset="0"/>
                <a:ea typeface="楷体_GB2312" pitchFamily="49" charset="-122"/>
              </a:rPr>
              <a:t>5</a:t>
            </a:r>
            <a:r>
              <a:rPr kumimoji="1" lang="en-US" altLang="zh-CN" sz="2800" b="1" dirty="0">
                <a:latin typeface="Times New Roman" panose="02020603050405020304" pitchFamily="18" charset="0"/>
                <a:ea typeface="楷体_GB2312" pitchFamily="49" charset="-122"/>
              </a:rPr>
              <a:t> </a:t>
            </a:r>
            <a:r>
              <a:rPr kumimoji="1" lang="zh-CN" altLang="en-US" sz="2800" b="1" dirty="0">
                <a:solidFill>
                  <a:schemeClr val="accent2"/>
                </a:solidFill>
                <a:latin typeface="楷体_GB2312" pitchFamily="49" charset="-122"/>
                <a:ea typeface="楷体_GB2312" pitchFamily="49" charset="-122"/>
              </a:rPr>
              <a:t>如果行列式的某一行</a:t>
            </a:r>
            <a:r>
              <a:rPr kumimoji="1" lang="en-US" altLang="zh-CN" sz="2800" b="1" dirty="0">
                <a:solidFill>
                  <a:schemeClr val="accent2"/>
                </a:solidFill>
                <a:latin typeface="楷体_GB2312" pitchFamily="49" charset="-122"/>
                <a:ea typeface="楷体_GB2312" pitchFamily="49" charset="-122"/>
              </a:rPr>
              <a:t>(</a:t>
            </a:r>
            <a:r>
              <a:rPr kumimoji="1" lang="zh-CN" altLang="en-US" sz="2800" b="1" dirty="0">
                <a:solidFill>
                  <a:schemeClr val="accent2"/>
                </a:solidFill>
                <a:latin typeface="楷体_GB2312" pitchFamily="49" charset="-122"/>
                <a:ea typeface="楷体_GB2312" pitchFamily="49" charset="-122"/>
              </a:rPr>
              <a:t>列</a:t>
            </a:r>
            <a:r>
              <a:rPr kumimoji="1" lang="en-US" altLang="zh-CN" sz="2800" b="1" dirty="0">
                <a:solidFill>
                  <a:schemeClr val="accent2"/>
                </a:solidFill>
                <a:latin typeface="楷体_GB2312" pitchFamily="49" charset="-122"/>
                <a:ea typeface="楷体_GB2312" pitchFamily="49" charset="-122"/>
              </a:rPr>
              <a:t>)</a:t>
            </a:r>
            <a:r>
              <a:rPr kumimoji="1" lang="zh-CN" altLang="en-US" sz="2800" b="1" dirty="0">
                <a:solidFill>
                  <a:schemeClr val="accent2"/>
                </a:solidFill>
                <a:latin typeface="楷体_GB2312" pitchFamily="49" charset="-122"/>
                <a:ea typeface="楷体_GB2312" pitchFamily="49" charset="-122"/>
              </a:rPr>
              <a:t>的元素都是两项的和</a:t>
            </a:r>
            <a:r>
              <a:rPr kumimoji="1" lang="en-US" altLang="zh-CN" sz="2800" b="1" dirty="0">
                <a:solidFill>
                  <a:schemeClr val="accent2"/>
                </a:solidFill>
                <a:latin typeface="楷体_GB2312" pitchFamily="49" charset="-122"/>
                <a:ea typeface="楷体_GB2312" pitchFamily="49" charset="-122"/>
              </a:rPr>
              <a:t>,</a:t>
            </a:r>
            <a:r>
              <a:rPr kumimoji="1" lang="zh-CN" altLang="en-US" sz="2800" b="1" dirty="0">
                <a:solidFill>
                  <a:schemeClr val="accent2"/>
                </a:solidFill>
                <a:latin typeface="楷体_GB2312" pitchFamily="49" charset="-122"/>
                <a:ea typeface="楷体_GB2312" pitchFamily="49" charset="-122"/>
              </a:rPr>
              <a:t>则可以把这个行列式化为两个行列式的和</a:t>
            </a:r>
            <a:r>
              <a:rPr kumimoji="1" lang="en-US" altLang="zh-CN" sz="2800" b="1" dirty="0">
                <a:solidFill>
                  <a:schemeClr val="accent2"/>
                </a:solidFill>
                <a:latin typeface="楷体_GB2312" pitchFamily="49" charset="-122"/>
                <a:ea typeface="楷体_GB2312" pitchFamily="49" charset="-122"/>
              </a:rPr>
              <a:t>,</a:t>
            </a:r>
            <a:r>
              <a:rPr kumimoji="1" lang="zh-CN" altLang="en-US" sz="2800" b="1" dirty="0">
                <a:solidFill>
                  <a:schemeClr val="accent2"/>
                </a:solidFill>
                <a:latin typeface="楷体_GB2312" pitchFamily="49" charset="-122"/>
                <a:ea typeface="楷体_GB2312" pitchFamily="49" charset="-122"/>
              </a:rPr>
              <a:t>这两个行列式的这一行</a:t>
            </a:r>
            <a:r>
              <a:rPr kumimoji="1" lang="en-US" altLang="zh-CN" sz="2800" b="1" dirty="0">
                <a:solidFill>
                  <a:schemeClr val="accent2"/>
                </a:solidFill>
                <a:latin typeface="楷体_GB2312" pitchFamily="49" charset="-122"/>
                <a:ea typeface="楷体_GB2312" pitchFamily="49" charset="-122"/>
              </a:rPr>
              <a:t>(</a:t>
            </a:r>
            <a:r>
              <a:rPr kumimoji="1" lang="zh-CN" altLang="en-US" sz="2800" b="1" dirty="0">
                <a:solidFill>
                  <a:schemeClr val="accent2"/>
                </a:solidFill>
                <a:latin typeface="楷体_GB2312" pitchFamily="49" charset="-122"/>
                <a:ea typeface="楷体_GB2312" pitchFamily="49" charset="-122"/>
              </a:rPr>
              <a:t>列</a:t>
            </a:r>
            <a:r>
              <a:rPr kumimoji="1" lang="en-US" altLang="zh-CN" sz="2800" b="1" dirty="0">
                <a:solidFill>
                  <a:schemeClr val="accent2"/>
                </a:solidFill>
                <a:latin typeface="楷体_GB2312" pitchFamily="49" charset="-122"/>
                <a:ea typeface="楷体_GB2312" pitchFamily="49" charset="-122"/>
              </a:rPr>
              <a:t>)</a:t>
            </a:r>
            <a:r>
              <a:rPr kumimoji="1" lang="zh-CN" altLang="en-US" sz="2800" b="1" dirty="0">
                <a:solidFill>
                  <a:schemeClr val="accent2"/>
                </a:solidFill>
                <a:latin typeface="楷体_GB2312" pitchFamily="49" charset="-122"/>
                <a:ea typeface="楷体_GB2312" pitchFamily="49" charset="-122"/>
              </a:rPr>
              <a:t>的元素分别是原行列式中相应位置的两项的第一项和第二项</a:t>
            </a:r>
            <a:r>
              <a:rPr kumimoji="1" lang="en-US" altLang="zh-CN" sz="2800" b="1" dirty="0">
                <a:solidFill>
                  <a:schemeClr val="accent2"/>
                </a:solidFill>
                <a:latin typeface="楷体_GB2312" pitchFamily="49" charset="-122"/>
                <a:ea typeface="楷体_GB2312" pitchFamily="49" charset="-122"/>
              </a:rPr>
              <a:t>,</a:t>
            </a:r>
            <a:r>
              <a:rPr kumimoji="1" lang="zh-CN" altLang="en-US" sz="2800" b="1" dirty="0">
                <a:solidFill>
                  <a:schemeClr val="accent2"/>
                </a:solidFill>
                <a:latin typeface="楷体_GB2312" pitchFamily="49" charset="-122"/>
                <a:ea typeface="楷体_GB2312" pitchFamily="49" charset="-122"/>
              </a:rPr>
              <a:t>而其他位置的元素不变</a:t>
            </a:r>
            <a:r>
              <a:rPr kumimoji="1" lang="en-US" altLang="zh-CN" sz="2800" b="1" dirty="0">
                <a:solidFill>
                  <a:schemeClr val="accent2"/>
                </a:solidFill>
                <a:latin typeface="楷体_GB2312" pitchFamily="49" charset="-122"/>
                <a:ea typeface="楷体_GB2312" pitchFamily="49" charset="-122"/>
              </a:rPr>
              <a:t>.</a:t>
            </a:r>
            <a:r>
              <a:rPr kumimoji="1" lang="en-US" altLang="zh-CN" sz="2400" b="1" dirty="0">
                <a:latin typeface="Times New Roman" panose="02020603050405020304" pitchFamily="18" charset="0"/>
              </a:rPr>
              <a:t>  </a:t>
            </a:r>
          </a:p>
        </p:txBody>
      </p:sp>
      <p:graphicFrame>
        <p:nvGraphicFramePr>
          <p:cNvPr id="13374" name="Object 62">
            <a:extLst>
              <a:ext uri="{FF2B5EF4-FFF2-40B4-BE49-F238E27FC236}">
                <a16:creationId xmlns:a16="http://schemas.microsoft.com/office/drawing/2014/main" id="{DBB75156-8B40-4D81-9811-5FFC18727377}"/>
              </a:ext>
            </a:extLst>
          </p:cNvPr>
          <p:cNvGraphicFramePr>
            <a:graphicFrameLocks noChangeAspect="1"/>
          </p:cNvGraphicFramePr>
          <p:nvPr/>
        </p:nvGraphicFramePr>
        <p:xfrm>
          <a:off x="0" y="2492375"/>
          <a:ext cx="8893175" cy="2673350"/>
        </p:xfrm>
        <a:graphic>
          <a:graphicData uri="http://schemas.openxmlformats.org/presentationml/2006/ole">
            <mc:AlternateContent xmlns:mc="http://schemas.openxmlformats.org/markup-compatibility/2006">
              <mc:Choice xmlns:v="urn:schemas-microsoft-com:vml" Requires="v">
                <p:oleObj spid="_x0000_s55302" name="Equation" r:id="rId3" imgW="4647960" imgH="1396800" progId="Equation.DSMT4">
                  <p:embed/>
                </p:oleObj>
              </mc:Choice>
              <mc:Fallback>
                <p:oleObj name="Equation" r:id="rId3" imgW="4647960" imgH="1396800" progId="Equation.DSMT4">
                  <p:embed/>
                  <p:pic>
                    <p:nvPicPr>
                      <p:cNvPr id="13374" name="Object 62">
                        <a:extLst>
                          <a:ext uri="{FF2B5EF4-FFF2-40B4-BE49-F238E27FC236}">
                            <a16:creationId xmlns:a16="http://schemas.microsoft.com/office/drawing/2014/main" id="{DBB75156-8B40-4D81-9811-5FFC1872737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2492375"/>
                        <a:ext cx="8893175" cy="2673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315"/>
                                        </p:tgtEl>
                                        <p:attrNameLst>
                                          <p:attrName>style.visibility</p:attrName>
                                        </p:attrNameLst>
                                      </p:cBhvr>
                                      <p:to>
                                        <p:strVal val="visible"/>
                                      </p:to>
                                    </p:set>
                                    <p:animEffect transition="in" filter="wipe(left)">
                                      <p:cBhvr>
                                        <p:cTn id="7" dur="500"/>
                                        <p:tgtEl>
                                          <p:spTgt spid="1331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3374"/>
                                        </p:tgtEl>
                                        <p:attrNameLst>
                                          <p:attrName>style.visibility</p:attrName>
                                        </p:attrNameLst>
                                      </p:cBhvr>
                                      <p:to>
                                        <p:strVal val="visible"/>
                                      </p:to>
                                    </p:set>
                                    <p:animEffect transition="in" filter="wipe(left)">
                                      <p:cBhvr>
                                        <p:cTn id="12" dur="500"/>
                                        <p:tgtEl>
                                          <p:spTgt spid="133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6" name="日期占位符 1">
            <a:extLst>
              <a:ext uri="{FF2B5EF4-FFF2-40B4-BE49-F238E27FC236}">
                <a16:creationId xmlns:a16="http://schemas.microsoft.com/office/drawing/2014/main" id="{ACFC7E92-6BAF-4AE4-AC36-75D6B547F0E5}"/>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AC7F4AA-302E-44DF-A3A4-2BA8FB27792E}" type="datetime1">
              <a:rPr lang="zh-CN" altLang="en-US" smtClean="0"/>
              <a:pPr eaLnBrk="1" hangingPunct="1"/>
              <a:t>2025/2/28</a:t>
            </a:fld>
            <a:endParaRPr lang="en-US" altLang="zh-CN"/>
          </a:p>
        </p:txBody>
      </p:sp>
      <p:sp>
        <p:nvSpPr>
          <p:cNvPr id="40997" name="页脚占位符 2">
            <a:extLst>
              <a:ext uri="{FF2B5EF4-FFF2-40B4-BE49-F238E27FC236}">
                <a16:creationId xmlns:a16="http://schemas.microsoft.com/office/drawing/2014/main" id="{046544D1-C402-49A7-8651-B5A1E8D0AAF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(共20页)</a:t>
            </a:r>
          </a:p>
        </p:txBody>
      </p:sp>
      <p:sp>
        <p:nvSpPr>
          <p:cNvPr id="40998" name="灯片编号占位符 3">
            <a:extLst>
              <a:ext uri="{FF2B5EF4-FFF2-40B4-BE49-F238E27FC236}">
                <a16:creationId xmlns:a16="http://schemas.microsoft.com/office/drawing/2014/main" id="{D86A6E1A-05D4-469A-AAD4-BF38226FE4A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C416664-17E6-47DE-810B-83CCAE1F7345}" type="slidenum">
              <a:rPr lang="en-US" altLang="zh-CN"/>
              <a:pPr eaLnBrk="1" hangingPunct="1"/>
              <a:t>57</a:t>
            </a:fld>
            <a:endParaRPr lang="en-US" altLang="zh-CN"/>
          </a:p>
        </p:txBody>
      </p:sp>
      <p:sp>
        <p:nvSpPr>
          <p:cNvPr id="62468" name="Text Box 4">
            <a:extLst>
              <a:ext uri="{FF2B5EF4-FFF2-40B4-BE49-F238E27FC236}">
                <a16:creationId xmlns:a16="http://schemas.microsoft.com/office/drawing/2014/main" id="{63A08C4E-AC15-4DC7-9483-B5F79A090EC3}"/>
              </a:ext>
            </a:extLst>
          </p:cNvPr>
          <p:cNvSpPr txBox="1">
            <a:spLocks noChangeArrowheads="1"/>
          </p:cNvSpPr>
          <p:nvPr/>
        </p:nvSpPr>
        <p:spPr bwMode="auto">
          <a:xfrm>
            <a:off x="179388" y="260350"/>
            <a:ext cx="8582025"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Char char="Ø"/>
            </a:pPr>
            <a:r>
              <a:rPr kumimoji="1" lang="en-US" altLang="zh-CN" sz="2400" b="1" dirty="0">
                <a:solidFill>
                  <a:srgbClr val="CC0000"/>
                </a:solidFill>
                <a:latin typeface="Times New Roman" panose="02020603050405020304" pitchFamily="18" charset="0"/>
              </a:rPr>
              <a:t> </a:t>
            </a:r>
            <a:r>
              <a:rPr kumimoji="1" lang="zh-CN" altLang="en-US" sz="2800" b="1" dirty="0">
                <a:solidFill>
                  <a:srgbClr val="CC0000"/>
                </a:solidFill>
                <a:latin typeface="楷体_GB2312" pitchFamily="49" charset="-122"/>
                <a:ea typeface="楷体_GB2312" pitchFamily="49" charset="-122"/>
              </a:rPr>
              <a:t>性质</a:t>
            </a:r>
            <a:r>
              <a:rPr kumimoji="1" lang="en-US" altLang="zh-CN" sz="2800" b="1" dirty="0">
                <a:solidFill>
                  <a:srgbClr val="CC0000"/>
                </a:solidFill>
                <a:latin typeface="Times New Roman" panose="02020603050405020304" pitchFamily="18" charset="0"/>
                <a:ea typeface="楷体_GB2312" pitchFamily="49" charset="-122"/>
              </a:rPr>
              <a:t>6</a:t>
            </a:r>
            <a:r>
              <a:rPr kumimoji="1" lang="en-US" altLang="zh-CN" sz="2800" b="1" dirty="0">
                <a:latin typeface="楷体_GB2312" pitchFamily="49" charset="-122"/>
                <a:ea typeface="楷体_GB2312" pitchFamily="49" charset="-122"/>
              </a:rPr>
              <a:t> </a:t>
            </a:r>
            <a:r>
              <a:rPr kumimoji="1" lang="zh-CN" altLang="en-US" sz="2800" b="1" dirty="0">
                <a:solidFill>
                  <a:schemeClr val="accent2"/>
                </a:solidFill>
                <a:latin typeface="楷体_GB2312" pitchFamily="49" charset="-122"/>
                <a:ea typeface="楷体_GB2312" pitchFamily="49" charset="-122"/>
              </a:rPr>
              <a:t>如果行列式的某一行</a:t>
            </a:r>
            <a:r>
              <a:rPr kumimoji="1" lang="en-US" altLang="zh-CN" sz="2800" b="1" dirty="0">
                <a:solidFill>
                  <a:schemeClr val="accent2"/>
                </a:solidFill>
                <a:latin typeface="楷体_GB2312" pitchFamily="49" charset="-122"/>
                <a:ea typeface="楷体_GB2312" pitchFamily="49" charset="-122"/>
              </a:rPr>
              <a:t>(</a:t>
            </a:r>
            <a:r>
              <a:rPr kumimoji="1" lang="zh-CN" altLang="en-US" sz="2800" b="1" dirty="0">
                <a:solidFill>
                  <a:schemeClr val="accent2"/>
                </a:solidFill>
                <a:latin typeface="楷体_GB2312" pitchFamily="49" charset="-122"/>
                <a:ea typeface="楷体_GB2312" pitchFamily="49" charset="-122"/>
              </a:rPr>
              <a:t>列</a:t>
            </a:r>
            <a:r>
              <a:rPr kumimoji="1" lang="en-US" altLang="zh-CN" sz="2800" b="1" dirty="0">
                <a:solidFill>
                  <a:schemeClr val="accent2"/>
                </a:solidFill>
                <a:latin typeface="楷体_GB2312" pitchFamily="49" charset="-122"/>
                <a:ea typeface="楷体_GB2312" pitchFamily="49" charset="-122"/>
              </a:rPr>
              <a:t>)</a:t>
            </a:r>
            <a:r>
              <a:rPr kumimoji="1" lang="zh-CN" altLang="en-US" sz="2800" b="1" dirty="0">
                <a:solidFill>
                  <a:schemeClr val="accent2"/>
                </a:solidFill>
                <a:latin typeface="楷体_GB2312" pitchFamily="49" charset="-122"/>
                <a:ea typeface="楷体_GB2312" pitchFamily="49" charset="-122"/>
              </a:rPr>
              <a:t>的元素加上另</a:t>
            </a:r>
          </a:p>
          <a:p>
            <a:pPr eaLnBrk="1" hangingPunct="1">
              <a:buFont typeface="Wingdings" panose="05000000000000000000" pitchFamily="2" charset="2"/>
              <a:buNone/>
            </a:pPr>
            <a:r>
              <a:rPr kumimoji="1" lang="zh-CN" altLang="en-US" sz="2800" b="1" dirty="0">
                <a:solidFill>
                  <a:schemeClr val="accent2"/>
                </a:solidFill>
                <a:latin typeface="楷体_GB2312" pitchFamily="49" charset="-122"/>
                <a:ea typeface="楷体_GB2312" pitchFamily="49" charset="-122"/>
              </a:rPr>
              <a:t>一行</a:t>
            </a:r>
            <a:r>
              <a:rPr kumimoji="1" lang="en-US" altLang="zh-CN" sz="2800" b="1" dirty="0">
                <a:solidFill>
                  <a:schemeClr val="accent2"/>
                </a:solidFill>
                <a:latin typeface="楷体_GB2312" pitchFamily="49" charset="-122"/>
                <a:ea typeface="楷体_GB2312" pitchFamily="49" charset="-122"/>
              </a:rPr>
              <a:t>(</a:t>
            </a:r>
            <a:r>
              <a:rPr kumimoji="1" lang="zh-CN" altLang="en-US" sz="2800" b="1" dirty="0">
                <a:solidFill>
                  <a:schemeClr val="accent2"/>
                </a:solidFill>
                <a:latin typeface="楷体_GB2312" pitchFamily="49" charset="-122"/>
                <a:ea typeface="楷体_GB2312" pitchFamily="49" charset="-122"/>
              </a:rPr>
              <a:t>列</a:t>
            </a:r>
            <a:r>
              <a:rPr kumimoji="1" lang="en-US" altLang="zh-CN" sz="2800" b="1" dirty="0">
                <a:solidFill>
                  <a:schemeClr val="accent2"/>
                </a:solidFill>
                <a:latin typeface="楷体_GB2312" pitchFamily="49" charset="-122"/>
                <a:ea typeface="楷体_GB2312" pitchFamily="49" charset="-122"/>
              </a:rPr>
              <a:t>)</a:t>
            </a:r>
            <a:r>
              <a:rPr kumimoji="1" lang="zh-CN" altLang="en-US" sz="2800" b="1" dirty="0">
                <a:solidFill>
                  <a:schemeClr val="accent2"/>
                </a:solidFill>
                <a:latin typeface="楷体_GB2312" pitchFamily="49" charset="-122"/>
                <a:ea typeface="楷体_GB2312" pitchFamily="49" charset="-122"/>
              </a:rPr>
              <a:t>相应元素的</a:t>
            </a:r>
            <a:r>
              <a:rPr kumimoji="1" lang="en-US" altLang="zh-CN" sz="2800" b="1" dirty="0">
                <a:solidFill>
                  <a:schemeClr val="accent2"/>
                </a:solidFill>
                <a:latin typeface="楷体_GB2312" pitchFamily="49" charset="-122"/>
                <a:ea typeface="楷体_GB2312" pitchFamily="49" charset="-122"/>
              </a:rPr>
              <a:t>λ</a:t>
            </a:r>
            <a:r>
              <a:rPr kumimoji="1" lang="zh-CN" altLang="en-US" sz="2800" b="1" dirty="0">
                <a:solidFill>
                  <a:schemeClr val="accent2"/>
                </a:solidFill>
                <a:latin typeface="楷体_GB2312" pitchFamily="49" charset="-122"/>
                <a:ea typeface="楷体_GB2312" pitchFamily="49" charset="-122"/>
              </a:rPr>
              <a:t>倍</a:t>
            </a:r>
            <a:r>
              <a:rPr kumimoji="1" lang="en-US" altLang="zh-CN" sz="2800" b="1" dirty="0">
                <a:solidFill>
                  <a:schemeClr val="accent2"/>
                </a:solidFill>
                <a:latin typeface="楷体_GB2312" pitchFamily="49" charset="-122"/>
                <a:ea typeface="楷体_GB2312" pitchFamily="49" charset="-122"/>
              </a:rPr>
              <a:t>,</a:t>
            </a:r>
            <a:r>
              <a:rPr kumimoji="1" lang="zh-CN" altLang="en-US" sz="2800" b="1" dirty="0">
                <a:solidFill>
                  <a:schemeClr val="accent2"/>
                </a:solidFill>
                <a:latin typeface="楷体_GB2312" pitchFamily="49" charset="-122"/>
                <a:ea typeface="楷体_GB2312" pitchFamily="49" charset="-122"/>
              </a:rPr>
              <a:t>则行列式不变</a:t>
            </a:r>
            <a:r>
              <a:rPr kumimoji="1" lang="en-US" altLang="zh-CN" sz="2800" b="1" dirty="0">
                <a:solidFill>
                  <a:schemeClr val="accent2"/>
                </a:solidFill>
                <a:latin typeface="楷体_GB2312" pitchFamily="49" charset="-122"/>
                <a:ea typeface="楷体_GB2312" pitchFamily="49" charset="-122"/>
              </a:rPr>
              <a:t>,</a:t>
            </a:r>
            <a:r>
              <a:rPr kumimoji="1" lang="zh-CN" altLang="en-US" sz="2800" b="1" dirty="0">
                <a:solidFill>
                  <a:schemeClr val="accent2"/>
                </a:solidFill>
                <a:latin typeface="楷体_GB2312" pitchFamily="49" charset="-122"/>
                <a:ea typeface="楷体_GB2312" pitchFamily="49" charset="-122"/>
              </a:rPr>
              <a:t>例如</a:t>
            </a:r>
            <a:r>
              <a:rPr kumimoji="1" lang="en-US" altLang="zh-CN" sz="2800" b="1" dirty="0">
                <a:solidFill>
                  <a:schemeClr val="accent2"/>
                </a:solidFill>
                <a:latin typeface="楷体_GB2312" pitchFamily="49" charset="-122"/>
                <a:ea typeface="楷体_GB2312" pitchFamily="49" charset="-122"/>
              </a:rPr>
              <a:t>:</a:t>
            </a:r>
            <a:r>
              <a:rPr kumimoji="1" lang="zh-CN" altLang="en-US" sz="2800" b="1" dirty="0">
                <a:solidFill>
                  <a:schemeClr val="accent2"/>
                </a:solidFill>
                <a:latin typeface="楷体_GB2312" pitchFamily="49" charset="-122"/>
                <a:ea typeface="楷体_GB2312" pitchFamily="49" charset="-122"/>
              </a:rPr>
              <a:t>以数</a:t>
            </a:r>
            <a:r>
              <a:rPr kumimoji="1" lang="en-US" altLang="zh-CN" sz="2800" b="1" dirty="0">
                <a:solidFill>
                  <a:schemeClr val="accent2"/>
                </a:solidFill>
                <a:latin typeface="楷体_GB2312" pitchFamily="49" charset="-122"/>
                <a:ea typeface="楷体_GB2312" pitchFamily="49" charset="-122"/>
              </a:rPr>
              <a:t>λ</a:t>
            </a:r>
          </a:p>
          <a:p>
            <a:pPr eaLnBrk="1" hangingPunct="1">
              <a:buFont typeface="Wingdings" panose="05000000000000000000" pitchFamily="2" charset="2"/>
              <a:buNone/>
            </a:pPr>
            <a:r>
              <a:rPr kumimoji="1" lang="zh-CN" altLang="en-US" sz="2800" b="1" dirty="0">
                <a:solidFill>
                  <a:schemeClr val="accent2"/>
                </a:solidFill>
                <a:latin typeface="楷体_GB2312" pitchFamily="49" charset="-122"/>
                <a:ea typeface="楷体_GB2312" pitchFamily="49" charset="-122"/>
              </a:rPr>
              <a:t>乘以第</a:t>
            </a:r>
            <a:r>
              <a:rPr kumimoji="1" lang="en-US" altLang="zh-CN" sz="2800" b="1" dirty="0" err="1">
                <a:solidFill>
                  <a:schemeClr val="accent2"/>
                </a:solidFill>
                <a:latin typeface="楷体_GB2312" pitchFamily="49" charset="-122"/>
                <a:ea typeface="楷体_GB2312" pitchFamily="49" charset="-122"/>
              </a:rPr>
              <a:t>i</a:t>
            </a:r>
            <a:r>
              <a:rPr kumimoji="1" lang="zh-CN" altLang="en-US" sz="2800" b="1" dirty="0">
                <a:solidFill>
                  <a:schemeClr val="accent2"/>
                </a:solidFill>
                <a:latin typeface="楷体_GB2312" pitchFamily="49" charset="-122"/>
                <a:ea typeface="楷体_GB2312" pitchFamily="49" charset="-122"/>
              </a:rPr>
              <a:t>行加到第</a:t>
            </a:r>
            <a:r>
              <a:rPr kumimoji="1" lang="en-US" altLang="zh-CN" sz="2800" b="1" dirty="0">
                <a:solidFill>
                  <a:schemeClr val="accent2"/>
                </a:solidFill>
                <a:latin typeface="楷体_GB2312" pitchFamily="49" charset="-122"/>
                <a:ea typeface="楷体_GB2312" pitchFamily="49" charset="-122"/>
              </a:rPr>
              <a:t>j</a:t>
            </a:r>
            <a:r>
              <a:rPr kumimoji="1" lang="zh-CN" altLang="en-US" sz="2800" b="1" dirty="0">
                <a:solidFill>
                  <a:schemeClr val="accent2"/>
                </a:solidFill>
                <a:latin typeface="楷体_GB2312" pitchFamily="49" charset="-122"/>
                <a:ea typeface="楷体_GB2312" pitchFamily="49" charset="-122"/>
              </a:rPr>
              <a:t>行上</a:t>
            </a:r>
            <a:r>
              <a:rPr kumimoji="1" lang="en-US" altLang="zh-CN" sz="2800" b="1" dirty="0">
                <a:solidFill>
                  <a:schemeClr val="accent2"/>
                </a:solidFill>
                <a:latin typeface="楷体_GB2312" pitchFamily="49" charset="-122"/>
                <a:ea typeface="楷体_GB2312" pitchFamily="49" charset="-122"/>
              </a:rPr>
              <a:t>(</a:t>
            </a:r>
            <a:r>
              <a:rPr kumimoji="1" lang="zh-CN" altLang="en-US" sz="2800" b="1" dirty="0">
                <a:solidFill>
                  <a:schemeClr val="accent2"/>
                </a:solidFill>
                <a:latin typeface="楷体_GB2312" pitchFamily="49" charset="-122"/>
                <a:ea typeface="楷体_GB2312" pitchFamily="49" charset="-122"/>
              </a:rPr>
              <a:t>记作</a:t>
            </a:r>
            <a:r>
              <a:rPr kumimoji="1" lang="en-US" altLang="zh-CN" sz="2800" b="1" dirty="0">
                <a:solidFill>
                  <a:schemeClr val="accent2"/>
                </a:solidFill>
                <a:latin typeface="楷体_GB2312" pitchFamily="49" charset="-122"/>
                <a:ea typeface="楷体_GB2312" pitchFamily="49" charset="-122"/>
              </a:rPr>
              <a:t>: </a:t>
            </a:r>
            <a:r>
              <a:rPr kumimoji="1" lang="en-US" altLang="zh-CN" sz="2800" b="1" dirty="0" err="1">
                <a:solidFill>
                  <a:schemeClr val="accent2"/>
                </a:solidFill>
                <a:latin typeface="Times New Roman" panose="02020603050405020304" pitchFamily="18" charset="0"/>
                <a:ea typeface="楷体_GB2312" pitchFamily="49" charset="-122"/>
              </a:rPr>
              <a:t>λr</a:t>
            </a:r>
            <a:r>
              <a:rPr kumimoji="1" lang="en-US" altLang="zh-CN" sz="2800" b="1" baseline="-25000" dirty="0" err="1">
                <a:solidFill>
                  <a:schemeClr val="accent2"/>
                </a:solidFill>
                <a:latin typeface="Times New Roman" panose="02020603050405020304" pitchFamily="18" charset="0"/>
                <a:ea typeface="楷体_GB2312" pitchFamily="49" charset="-122"/>
              </a:rPr>
              <a:t>i</a:t>
            </a:r>
            <a:r>
              <a:rPr kumimoji="1" lang="en-US" altLang="zh-CN" sz="2800" b="1" dirty="0">
                <a:solidFill>
                  <a:schemeClr val="accent2"/>
                </a:solidFill>
                <a:latin typeface="Times New Roman" panose="02020603050405020304" pitchFamily="18" charset="0"/>
                <a:ea typeface="楷体_GB2312" pitchFamily="49" charset="-122"/>
              </a:rPr>
              <a:t>+ </a:t>
            </a:r>
            <a:r>
              <a:rPr kumimoji="1" lang="en-US" altLang="zh-CN" sz="2800" b="1" dirty="0" err="1">
                <a:solidFill>
                  <a:schemeClr val="accent2"/>
                </a:solidFill>
                <a:latin typeface="Times New Roman" panose="02020603050405020304" pitchFamily="18" charset="0"/>
                <a:ea typeface="楷体_GB2312" pitchFamily="49" charset="-122"/>
              </a:rPr>
              <a:t>r</a:t>
            </a:r>
            <a:r>
              <a:rPr kumimoji="1" lang="en-US" altLang="zh-CN" sz="2800" b="1" baseline="-25000" dirty="0" err="1">
                <a:solidFill>
                  <a:schemeClr val="accent2"/>
                </a:solidFill>
                <a:latin typeface="Times New Roman" panose="02020603050405020304" pitchFamily="18" charset="0"/>
                <a:ea typeface="楷体_GB2312" pitchFamily="49" charset="-122"/>
              </a:rPr>
              <a:t>j</a:t>
            </a:r>
            <a:r>
              <a:rPr kumimoji="1" lang="en-US" altLang="zh-CN" sz="2800" b="1" dirty="0">
                <a:solidFill>
                  <a:schemeClr val="accent2"/>
                </a:solidFill>
                <a:latin typeface="楷体_GB2312" pitchFamily="49" charset="-122"/>
                <a:ea typeface="楷体_GB2312" pitchFamily="49" charset="-122"/>
              </a:rPr>
              <a:t>).</a:t>
            </a:r>
          </a:p>
        </p:txBody>
      </p:sp>
      <p:grpSp>
        <p:nvGrpSpPr>
          <p:cNvPr id="2" name="Group 54">
            <a:extLst>
              <a:ext uri="{FF2B5EF4-FFF2-40B4-BE49-F238E27FC236}">
                <a16:creationId xmlns:a16="http://schemas.microsoft.com/office/drawing/2014/main" id="{EC3EC5CC-5E07-442C-A4B9-AFE46B25AD57}"/>
              </a:ext>
            </a:extLst>
          </p:cNvPr>
          <p:cNvGrpSpPr>
            <a:grpSpLocks/>
          </p:cNvGrpSpPr>
          <p:nvPr/>
        </p:nvGrpSpPr>
        <p:grpSpPr bwMode="auto">
          <a:xfrm>
            <a:off x="192088" y="1776413"/>
            <a:ext cx="8516937" cy="4419600"/>
            <a:chOff x="121" y="1119"/>
            <a:chExt cx="5365" cy="2784"/>
          </a:xfrm>
        </p:grpSpPr>
        <p:sp>
          <p:nvSpPr>
            <p:cNvPr id="41001" name="Text Box 6">
              <a:extLst>
                <a:ext uri="{FF2B5EF4-FFF2-40B4-BE49-F238E27FC236}">
                  <a16:creationId xmlns:a16="http://schemas.microsoft.com/office/drawing/2014/main" id="{1B31BE4B-317C-4793-94FD-835D7DF3DD49}"/>
                </a:ext>
              </a:extLst>
            </p:cNvPr>
            <p:cNvSpPr txBox="1">
              <a:spLocks noChangeArrowheads="1"/>
            </p:cNvSpPr>
            <p:nvPr/>
          </p:nvSpPr>
          <p:spPr bwMode="auto">
            <a:xfrm>
              <a:off x="587" y="1129"/>
              <a:ext cx="1619" cy="2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a:latin typeface="Times New Roman" panose="02020603050405020304" pitchFamily="18" charset="0"/>
                </a:rPr>
                <a:t>a</a:t>
              </a:r>
              <a:r>
                <a:rPr kumimoji="1" lang="en-US" altLang="zh-CN" sz="2400" baseline="-25000">
                  <a:latin typeface="Times New Roman" panose="02020603050405020304" pitchFamily="18" charset="0"/>
                </a:rPr>
                <a:t>11     </a:t>
              </a:r>
              <a:r>
                <a:rPr kumimoji="1" lang="en-US" altLang="zh-CN" sz="2400">
                  <a:latin typeface="Times New Roman" panose="02020603050405020304" pitchFamily="18" charset="0"/>
                </a:rPr>
                <a:t>a</a:t>
              </a:r>
              <a:r>
                <a:rPr kumimoji="1" lang="en-US" altLang="zh-CN" sz="2400" baseline="-25000">
                  <a:latin typeface="Times New Roman" panose="02020603050405020304" pitchFamily="18" charset="0"/>
                </a:rPr>
                <a:t>22</a:t>
              </a:r>
              <a:r>
                <a:rPr kumimoji="1" lang="en-US" altLang="zh-CN" sz="2400">
                  <a:latin typeface="Times New Roman" panose="02020603050405020304" pitchFamily="18" charset="0"/>
                </a:rPr>
                <a:t>              a</a:t>
              </a:r>
              <a:r>
                <a:rPr kumimoji="1" lang="en-US" altLang="zh-CN" sz="2400" baseline="-25000">
                  <a:latin typeface="Times New Roman" panose="02020603050405020304" pitchFamily="18" charset="0"/>
                </a:rPr>
                <a:t>1n</a:t>
              </a:r>
            </a:p>
            <a:p>
              <a:pPr eaLnBrk="1" hangingPunct="1"/>
              <a:endParaRPr kumimoji="1" lang="en-US" altLang="zh-CN" sz="2400" baseline="-25000">
                <a:latin typeface="Times New Roman" panose="02020603050405020304" pitchFamily="18" charset="0"/>
              </a:endParaRPr>
            </a:p>
            <a:p>
              <a:pPr eaLnBrk="1" hangingPunct="1"/>
              <a:r>
                <a:rPr kumimoji="1" lang="en-US" altLang="zh-CN" sz="2400">
                  <a:latin typeface="Times New Roman" panose="02020603050405020304" pitchFamily="18" charset="0"/>
                </a:rPr>
                <a:t>a</a:t>
              </a:r>
              <a:r>
                <a:rPr kumimoji="1" lang="en-US" altLang="zh-CN" sz="2400" baseline="-25000">
                  <a:latin typeface="Times New Roman" panose="02020603050405020304" pitchFamily="18" charset="0"/>
                </a:rPr>
                <a:t>21</a:t>
              </a:r>
              <a:r>
                <a:rPr kumimoji="1" lang="en-US" altLang="zh-CN" sz="2400">
                  <a:latin typeface="Times New Roman" panose="02020603050405020304" pitchFamily="18" charset="0"/>
                </a:rPr>
                <a:t>    a</a:t>
              </a:r>
              <a:r>
                <a:rPr kumimoji="1" lang="en-US" altLang="zh-CN" sz="2400" baseline="-25000">
                  <a:latin typeface="Times New Roman" panose="02020603050405020304" pitchFamily="18" charset="0"/>
                </a:rPr>
                <a:t>22</a:t>
              </a:r>
              <a:r>
                <a:rPr kumimoji="1" lang="en-US" altLang="zh-CN" sz="2400">
                  <a:latin typeface="Times New Roman" panose="02020603050405020304" pitchFamily="18" charset="0"/>
                </a:rPr>
                <a:t>              a</a:t>
              </a:r>
              <a:r>
                <a:rPr kumimoji="1" lang="en-US" altLang="zh-CN" sz="2400" baseline="-25000">
                  <a:latin typeface="Times New Roman" panose="02020603050405020304" pitchFamily="18" charset="0"/>
                </a:rPr>
                <a:t>2n</a:t>
              </a:r>
            </a:p>
            <a:p>
              <a:pPr eaLnBrk="1" hangingPunct="1"/>
              <a:endParaRPr kumimoji="1" lang="en-US" altLang="zh-CN" sz="2400" baseline="-25000">
                <a:latin typeface="Times New Roman" panose="02020603050405020304" pitchFamily="18" charset="0"/>
              </a:endParaRPr>
            </a:p>
            <a:p>
              <a:pPr eaLnBrk="1" hangingPunct="1"/>
              <a:endParaRPr kumimoji="1" lang="en-US" altLang="zh-CN" sz="2400" baseline="-25000">
                <a:latin typeface="Times New Roman" panose="02020603050405020304" pitchFamily="18" charset="0"/>
              </a:endParaRPr>
            </a:p>
            <a:p>
              <a:pPr eaLnBrk="1" hangingPunct="1"/>
              <a:endParaRPr kumimoji="1" lang="en-US" altLang="zh-CN" sz="2400" baseline="-25000">
                <a:latin typeface="Times New Roman" panose="02020603050405020304" pitchFamily="18" charset="0"/>
              </a:endParaRPr>
            </a:p>
            <a:p>
              <a:pPr eaLnBrk="1" hangingPunct="1"/>
              <a:r>
                <a:rPr kumimoji="1" lang="en-US" altLang="zh-CN" sz="2400">
                  <a:latin typeface="Times New Roman" panose="02020603050405020304" pitchFamily="18" charset="0"/>
                </a:rPr>
                <a:t>a</a:t>
              </a:r>
              <a:r>
                <a:rPr kumimoji="1" lang="en-US" altLang="zh-CN" sz="2400" baseline="-25000">
                  <a:latin typeface="Times New Roman" panose="02020603050405020304" pitchFamily="18" charset="0"/>
                </a:rPr>
                <a:t>i1</a:t>
              </a:r>
              <a:r>
                <a:rPr kumimoji="1" lang="en-US" altLang="zh-CN" sz="2400">
                  <a:latin typeface="Times New Roman" panose="02020603050405020304" pitchFamily="18" charset="0"/>
                </a:rPr>
                <a:t>      a</a:t>
              </a:r>
              <a:r>
                <a:rPr kumimoji="1" lang="en-US" altLang="zh-CN" sz="2400" baseline="-25000">
                  <a:latin typeface="Times New Roman" panose="02020603050405020304" pitchFamily="18" charset="0"/>
                </a:rPr>
                <a:t>i2                    </a:t>
              </a:r>
              <a:r>
                <a:rPr kumimoji="1" lang="en-US" altLang="zh-CN" sz="2400">
                  <a:latin typeface="Times New Roman" panose="02020603050405020304" pitchFamily="18" charset="0"/>
                </a:rPr>
                <a:t>c</a:t>
              </a:r>
              <a:r>
                <a:rPr kumimoji="1" lang="en-US" altLang="zh-CN" sz="2400" baseline="-25000">
                  <a:latin typeface="Times New Roman" panose="02020603050405020304" pitchFamily="18" charset="0"/>
                </a:rPr>
                <a:t>in</a:t>
              </a:r>
              <a:endParaRPr kumimoji="1" lang="en-US" altLang="zh-CN" sz="2400">
                <a:latin typeface="Times New Roman" panose="02020603050405020304" pitchFamily="18" charset="0"/>
              </a:endParaRPr>
            </a:p>
            <a:p>
              <a:pPr eaLnBrk="1" hangingPunct="1"/>
              <a:endParaRPr kumimoji="1" lang="en-US" altLang="zh-CN" sz="2400">
                <a:latin typeface="Times New Roman" panose="02020603050405020304" pitchFamily="18" charset="0"/>
              </a:endParaRPr>
            </a:p>
            <a:p>
              <a:pPr eaLnBrk="1" hangingPunct="1"/>
              <a:endParaRPr kumimoji="1" lang="en-US" altLang="zh-CN" sz="2400">
                <a:latin typeface="Times New Roman" panose="02020603050405020304" pitchFamily="18" charset="0"/>
              </a:endParaRPr>
            </a:p>
            <a:p>
              <a:pPr eaLnBrk="1" hangingPunct="1"/>
              <a:r>
                <a:rPr kumimoji="1" lang="en-US" altLang="zh-CN" sz="2400">
                  <a:latin typeface="Times New Roman" panose="02020603050405020304" pitchFamily="18" charset="0"/>
                </a:rPr>
                <a:t>a</a:t>
              </a:r>
              <a:r>
                <a:rPr kumimoji="1" lang="en-US" altLang="zh-CN" sz="2400" baseline="-25000">
                  <a:latin typeface="Times New Roman" panose="02020603050405020304" pitchFamily="18" charset="0"/>
                </a:rPr>
                <a:t>j1</a:t>
              </a:r>
              <a:r>
                <a:rPr kumimoji="1" lang="en-US" altLang="zh-CN" sz="2400">
                  <a:latin typeface="Times New Roman" panose="02020603050405020304" pitchFamily="18" charset="0"/>
                </a:rPr>
                <a:t>      a</a:t>
              </a:r>
              <a:r>
                <a:rPr kumimoji="1" lang="en-US" altLang="zh-CN" sz="2400" baseline="-25000">
                  <a:latin typeface="Times New Roman" panose="02020603050405020304" pitchFamily="18" charset="0"/>
                </a:rPr>
                <a:t>j2</a:t>
              </a:r>
              <a:r>
                <a:rPr kumimoji="1" lang="en-US" altLang="zh-CN" sz="2400">
                  <a:latin typeface="Times New Roman" panose="02020603050405020304" pitchFamily="18" charset="0"/>
                </a:rPr>
                <a:t>            a</a:t>
              </a:r>
              <a:r>
                <a:rPr kumimoji="1" lang="en-US" altLang="zh-CN" sz="2400" baseline="-25000">
                  <a:latin typeface="Times New Roman" panose="02020603050405020304" pitchFamily="18" charset="0"/>
                </a:rPr>
                <a:t>jn</a:t>
              </a:r>
              <a:r>
                <a:rPr kumimoji="1" lang="en-US" altLang="zh-CN" sz="2400">
                  <a:latin typeface="Times New Roman" panose="02020603050405020304" pitchFamily="18" charset="0"/>
                </a:rPr>
                <a:t> </a:t>
              </a:r>
            </a:p>
          </p:txBody>
        </p:sp>
        <p:sp>
          <p:nvSpPr>
            <p:cNvPr id="41002" name="Line 7">
              <a:extLst>
                <a:ext uri="{FF2B5EF4-FFF2-40B4-BE49-F238E27FC236}">
                  <a16:creationId xmlns:a16="http://schemas.microsoft.com/office/drawing/2014/main" id="{123F6869-5CB7-4B84-A693-43D4605EA2C4}"/>
                </a:ext>
              </a:extLst>
            </p:cNvPr>
            <p:cNvSpPr>
              <a:spLocks noChangeShapeType="1"/>
            </p:cNvSpPr>
            <p:nvPr/>
          </p:nvSpPr>
          <p:spPr bwMode="auto">
            <a:xfrm>
              <a:off x="2195" y="1215"/>
              <a:ext cx="0" cy="2688"/>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40962" name="Object 8">
              <a:extLst>
                <a:ext uri="{FF2B5EF4-FFF2-40B4-BE49-F238E27FC236}">
                  <a16:creationId xmlns:a16="http://schemas.microsoft.com/office/drawing/2014/main" id="{FA1E91F5-EC2A-4731-A6FD-4882DE72C0AD}"/>
                </a:ext>
              </a:extLst>
            </p:cNvPr>
            <p:cNvGraphicFramePr>
              <a:graphicFrameLocks noChangeAspect="1"/>
            </p:cNvGraphicFramePr>
            <p:nvPr/>
          </p:nvGraphicFramePr>
          <p:xfrm>
            <a:off x="1427" y="1225"/>
            <a:ext cx="336" cy="168"/>
          </p:xfrm>
          <a:graphic>
            <a:graphicData uri="http://schemas.openxmlformats.org/presentationml/2006/ole">
              <mc:AlternateContent xmlns:mc="http://schemas.openxmlformats.org/markup-compatibility/2006">
                <mc:Choice xmlns:v="urn:schemas-microsoft-com:vml" Requires="v">
                  <p:oleObj spid="_x0000_s56458" name="Equation" r:id="rId3" imgW="177480" imgH="88560" progId="Equation.3">
                    <p:embed/>
                  </p:oleObj>
                </mc:Choice>
                <mc:Fallback>
                  <p:oleObj name="Equation" r:id="rId3" imgW="177480" imgH="88560" progId="Equation.3">
                    <p:embed/>
                    <p:pic>
                      <p:nvPicPr>
                        <p:cNvPr id="40962" name="Object 8">
                          <a:extLst>
                            <a:ext uri="{FF2B5EF4-FFF2-40B4-BE49-F238E27FC236}">
                              <a16:creationId xmlns:a16="http://schemas.microsoft.com/office/drawing/2014/main" id="{FA1E91F5-EC2A-4731-A6FD-4882DE72C0A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27" y="1225"/>
                          <a:ext cx="336" cy="1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963" name="Object 9">
              <a:extLst>
                <a:ext uri="{FF2B5EF4-FFF2-40B4-BE49-F238E27FC236}">
                  <a16:creationId xmlns:a16="http://schemas.microsoft.com/office/drawing/2014/main" id="{11513BD3-6451-488D-B8B8-3F253EA832CA}"/>
                </a:ext>
              </a:extLst>
            </p:cNvPr>
            <p:cNvGraphicFramePr>
              <a:graphicFrameLocks noChangeAspect="1"/>
            </p:cNvGraphicFramePr>
            <p:nvPr/>
          </p:nvGraphicFramePr>
          <p:xfrm>
            <a:off x="683" y="1897"/>
            <a:ext cx="154" cy="384"/>
          </p:xfrm>
          <a:graphic>
            <a:graphicData uri="http://schemas.openxmlformats.org/presentationml/2006/ole">
              <mc:AlternateContent xmlns:mc="http://schemas.openxmlformats.org/markup-compatibility/2006">
                <mc:Choice xmlns:v="urn:schemas-microsoft-com:vml" Requires="v">
                  <p:oleObj spid="_x0000_s56459" name="Equation" r:id="rId5" imgW="75960" imgH="190440" progId="Equation.3">
                    <p:embed/>
                  </p:oleObj>
                </mc:Choice>
                <mc:Fallback>
                  <p:oleObj name="Equation" r:id="rId5" imgW="75960" imgH="190440" progId="Equation.3">
                    <p:embed/>
                    <p:pic>
                      <p:nvPicPr>
                        <p:cNvPr id="40963" name="Object 9">
                          <a:extLst>
                            <a:ext uri="{FF2B5EF4-FFF2-40B4-BE49-F238E27FC236}">
                              <a16:creationId xmlns:a16="http://schemas.microsoft.com/office/drawing/2014/main" id="{11513BD3-6451-488D-B8B8-3F253EA832C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3" y="1897"/>
                          <a:ext cx="15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964" name="Object 10">
              <a:extLst>
                <a:ext uri="{FF2B5EF4-FFF2-40B4-BE49-F238E27FC236}">
                  <a16:creationId xmlns:a16="http://schemas.microsoft.com/office/drawing/2014/main" id="{7D657A5F-2C7D-4683-A5BB-F8CEBF6A0499}"/>
                </a:ext>
              </a:extLst>
            </p:cNvPr>
            <p:cNvGraphicFramePr>
              <a:graphicFrameLocks noChangeAspect="1"/>
            </p:cNvGraphicFramePr>
            <p:nvPr/>
          </p:nvGraphicFramePr>
          <p:xfrm>
            <a:off x="1096" y="1871"/>
            <a:ext cx="154" cy="384"/>
          </p:xfrm>
          <a:graphic>
            <a:graphicData uri="http://schemas.openxmlformats.org/presentationml/2006/ole">
              <mc:AlternateContent xmlns:mc="http://schemas.openxmlformats.org/markup-compatibility/2006">
                <mc:Choice xmlns:v="urn:schemas-microsoft-com:vml" Requires="v">
                  <p:oleObj spid="_x0000_s56460" name="Equation" r:id="rId7" imgW="75960" imgH="190440" progId="Equation.3">
                    <p:embed/>
                  </p:oleObj>
                </mc:Choice>
                <mc:Fallback>
                  <p:oleObj name="Equation" r:id="rId7" imgW="75960" imgH="190440" progId="Equation.3">
                    <p:embed/>
                    <p:pic>
                      <p:nvPicPr>
                        <p:cNvPr id="40964" name="Object 10">
                          <a:extLst>
                            <a:ext uri="{FF2B5EF4-FFF2-40B4-BE49-F238E27FC236}">
                              <a16:creationId xmlns:a16="http://schemas.microsoft.com/office/drawing/2014/main" id="{7D657A5F-2C7D-4683-A5BB-F8CEBF6A049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96" y="1871"/>
                          <a:ext cx="15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965" name="Object 11">
              <a:extLst>
                <a:ext uri="{FF2B5EF4-FFF2-40B4-BE49-F238E27FC236}">
                  <a16:creationId xmlns:a16="http://schemas.microsoft.com/office/drawing/2014/main" id="{31E70D7D-83B2-4822-94AA-2D3446BDC205}"/>
                </a:ext>
              </a:extLst>
            </p:cNvPr>
            <p:cNvGraphicFramePr>
              <a:graphicFrameLocks noChangeAspect="1"/>
            </p:cNvGraphicFramePr>
            <p:nvPr/>
          </p:nvGraphicFramePr>
          <p:xfrm>
            <a:off x="1931" y="1849"/>
            <a:ext cx="154" cy="384"/>
          </p:xfrm>
          <a:graphic>
            <a:graphicData uri="http://schemas.openxmlformats.org/presentationml/2006/ole">
              <mc:AlternateContent xmlns:mc="http://schemas.openxmlformats.org/markup-compatibility/2006">
                <mc:Choice xmlns:v="urn:schemas-microsoft-com:vml" Requires="v">
                  <p:oleObj spid="_x0000_s56461" name="Equation" r:id="rId9" imgW="75960" imgH="190440" progId="Equation.3">
                    <p:embed/>
                  </p:oleObj>
                </mc:Choice>
                <mc:Fallback>
                  <p:oleObj name="Equation" r:id="rId9" imgW="75960" imgH="190440" progId="Equation.3">
                    <p:embed/>
                    <p:pic>
                      <p:nvPicPr>
                        <p:cNvPr id="40965" name="Object 11">
                          <a:extLst>
                            <a:ext uri="{FF2B5EF4-FFF2-40B4-BE49-F238E27FC236}">
                              <a16:creationId xmlns:a16="http://schemas.microsoft.com/office/drawing/2014/main" id="{31E70D7D-83B2-4822-94AA-2D3446BDC20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31" y="1849"/>
                          <a:ext cx="15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966" name="Object 12">
              <a:extLst>
                <a:ext uri="{FF2B5EF4-FFF2-40B4-BE49-F238E27FC236}">
                  <a16:creationId xmlns:a16="http://schemas.microsoft.com/office/drawing/2014/main" id="{E4852EC1-4EF9-427F-964B-FBA638E03FFD}"/>
                </a:ext>
              </a:extLst>
            </p:cNvPr>
            <p:cNvGraphicFramePr>
              <a:graphicFrameLocks noChangeAspect="1"/>
            </p:cNvGraphicFramePr>
            <p:nvPr/>
          </p:nvGraphicFramePr>
          <p:xfrm>
            <a:off x="1427" y="1609"/>
            <a:ext cx="336" cy="168"/>
          </p:xfrm>
          <a:graphic>
            <a:graphicData uri="http://schemas.openxmlformats.org/presentationml/2006/ole">
              <mc:AlternateContent xmlns:mc="http://schemas.openxmlformats.org/markup-compatibility/2006">
                <mc:Choice xmlns:v="urn:schemas-microsoft-com:vml" Requires="v">
                  <p:oleObj spid="_x0000_s56462" name="Equation" r:id="rId10" imgW="177480" imgH="88560" progId="Equation.3">
                    <p:embed/>
                  </p:oleObj>
                </mc:Choice>
                <mc:Fallback>
                  <p:oleObj name="Equation" r:id="rId10" imgW="177480" imgH="88560" progId="Equation.3">
                    <p:embed/>
                    <p:pic>
                      <p:nvPicPr>
                        <p:cNvPr id="40966" name="Object 12">
                          <a:extLst>
                            <a:ext uri="{FF2B5EF4-FFF2-40B4-BE49-F238E27FC236}">
                              <a16:creationId xmlns:a16="http://schemas.microsoft.com/office/drawing/2014/main" id="{E4852EC1-4EF9-427F-964B-FBA638E03FF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27" y="1609"/>
                          <a:ext cx="336" cy="1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967" name="Object 13">
              <a:extLst>
                <a:ext uri="{FF2B5EF4-FFF2-40B4-BE49-F238E27FC236}">
                  <a16:creationId xmlns:a16="http://schemas.microsoft.com/office/drawing/2014/main" id="{309D3AC8-9603-4834-8038-65D41FE60EA0}"/>
                </a:ext>
              </a:extLst>
            </p:cNvPr>
            <p:cNvGraphicFramePr>
              <a:graphicFrameLocks noChangeAspect="1"/>
            </p:cNvGraphicFramePr>
            <p:nvPr/>
          </p:nvGraphicFramePr>
          <p:xfrm>
            <a:off x="1451" y="2281"/>
            <a:ext cx="336" cy="168"/>
          </p:xfrm>
          <a:graphic>
            <a:graphicData uri="http://schemas.openxmlformats.org/presentationml/2006/ole">
              <mc:AlternateContent xmlns:mc="http://schemas.openxmlformats.org/markup-compatibility/2006">
                <mc:Choice xmlns:v="urn:schemas-microsoft-com:vml" Requires="v">
                  <p:oleObj spid="_x0000_s56463" name="Equation" r:id="rId11" imgW="177480" imgH="88560" progId="Equation.3">
                    <p:embed/>
                  </p:oleObj>
                </mc:Choice>
                <mc:Fallback>
                  <p:oleObj name="Equation" r:id="rId11" imgW="177480" imgH="88560" progId="Equation.3">
                    <p:embed/>
                    <p:pic>
                      <p:nvPicPr>
                        <p:cNvPr id="40967" name="Object 13">
                          <a:extLst>
                            <a:ext uri="{FF2B5EF4-FFF2-40B4-BE49-F238E27FC236}">
                              <a16:creationId xmlns:a16="http://schemas.microsoft.com/office/drawing/2014/main" id="{309D3AC8-9603-4834-8038-65D41FE60EA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51" y="2281"/>
                          <a:ext cx="336" cy="1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968" name="Object 14">
              <a:extLst>
                <a:ext uri="{FF2B5EF4-FFF2-40B4-BE49-F238E27FC236}">
                  <a16:creationId xmlns:a16="http://schemas.microsoft.com/office/drawing/2014/main" id="{0B4205E6-E6EF-4D61-919A-B161E70AA04F}"/>
                </a:ext>
              </a:extLst>
            </p:cNvPr>
            <p:cNvGraphicFramePr>
              <a:graphicFrameLocks noChangeAspect="1"/>
            </p:cNvGraphicFramePr>
            <p:nvPr/>
          </p:nvGraphicFramePr>
          <p:xfrm>
            <a:off x="1518" y="1849"/>
            <a:ext cx="154" cy="384"/>
          </p:xfrm>
          <a:graphic>
            <a:graphicData uri="http://schemas.openxmlformats.org/presentationml/2006/ole">
              <mc:AlternateContent xmlns:mc="http://schemas.openxmlformats.org/markup-compatibility/2006">
                <mc:Choice xmlns:v="urn:schemas-microsoft-com:vml" Requires="v">
                  <p:oleObj spid="_x0000_s56464" name="Equation" r:id="rId12" imgW="75960" imgH="190440" progId="Equation.3">
                    <p:embed/>
                  </p:oleObj>
                </mc:Choice>
                <mc:Fallback>
                  <p:oleObj name="Equation" r:id="rId12" imgW="75960" imgH="190440" progId="Equation.3">
                    <p:embed/>
                    <p:pic>
                      <p:nvPicPr>
                        <p:cNvPr id="40968" name="Object 14">
                          <a:extLst>
                            <a:ext uri="{FF2B5EF4-FFF2-40B4-BE49-F238E27FC236}">
                              <a16:creationId xmlns:a16="http://schemas.microsoft.com/office/drawing/2014/main" id="{0B4205E6-E6EF-4D61-919A-B161E70AA04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18" y="1849"/>
                          <a:ext cx="15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969" name="Object 15">
              <a:extLst>
                <a:ext uri="{FF2B5EF4-FFF2-40B4-BE49-F238E27FC236}">
                  <a16:creationId xmlns:a16="http://schemas.microsoft.com/office/drawing/2014/main" id="{720BA51D-FD4E-4ED0-8F2D-ACFD9E6E8079}"/>
                </a:ext>
              </a:extLst>
            </p:cNvPr>
            <p:cNvGraphicFramePr>
              <a:graphicFrameLocks noChangeAspect="1"/>
            </p:cNvGraphicFramePr>
            <p:nvPr/>
          </p:nvGraphicFramePr>
          <p:xfrm>
            <a:off x="683" y="2521"/>
            <a:ext cx="154" cy="384"/>
          </p:xfrm>
          <a:graphic>
            <a:graphicData uri="http://schemas.openxmlformats.org/presentationml/2006/ole">
              <mc:AlternateContent xmlns:mc="http://schemas.openxmlformats.org/markup-compatibility/2006">
                <mc:Choice xmlns:v="urn:schemas-microsoft-com:vml" Requires="v">
                  <p:oleObj spid="_x0000_s56465" name="Equation" r:id="rId13" imgW="75960" imgH="190440" progId="Equation.3">
                    <p:embed/>
                  </p:oleObj>
                </mc:Choice>
                <mc:Fallback>
                  <p:oleObj name="Equation" r:id="rId13" imgW="75960" imgH="190440" progId="Equation.3">
                    <p:embed/>
                    <p:pic>
                      <p:nvPicPr>
                        <p:cNvPr id="40969" name="Object 15">
                          <a:extLst>
                            <a:ext uri="{FF2B5EF4-FFF2-40B4-BE49-F238E27FC236}">
                              <a16:creationId xmlns:a16="http://schemas.microsoft.com/office/drawing/2014/main" id="{720BA51D-FD4E-4ED0-8F2D-ACFD9E6E807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3" y="2521"/>
                          <a:ext cx="15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970" name="Object 16">
              <a:extLst>
                <a:ext uri="{FF2B5EF4-FFF2-40B4-BE49-F238E27FC236}">
                  <a16:creationId xmlns:a16="http://schemas.microsoft.com/office/drawing/2014/main" id="{66F3439E-2233-41E6-859E-9699843FC1A8}"/>
                </a:ext>
              </a:extLst>
            </p:cNvPr>
            <p:cNvGraphicFramePr>
              <a:graphicFrameLocks noChangeAspect="1"/>
            </p:cNvGraphicFramePr>
            <p:nvPr/>
          </p:nvGraphicFramePr>
          <p:xfrm>
            <a:off x="1163" y="2521"/>
            <a:ext cx="154" cy="384"/>
          </p:xfrm>
          <a:graphic>
            <a:graphicData uri="http://schemas.openxmlformats.org/presentationml/2006/ole">
              <mc:AlternateContent xmlns:mc="http://schemas.openxmlformats.org/markup-compatibility/2006">
                <mc:Choice xmlns:v="urn:schemas-microsoft-com:vml" Requires="v">
                  <p:oleObj spid="_x0000_s56466" name="Equation" r:id="rId14" imgW="75960" imgH="190440" progId="Equation.3">
                    <p:embed/>
                  </p:oleObj>
                </mc:Choice>
                <mc:Fallback>
                  <p:oleObj name="Equation" r:id="rId14" imgW="75960" imgH="190440" progId="Equation.3">
                    <p:embed/>
                    <p:pic>
                      <p:nvPicPr>
                        <p:cNvPr id="40970" name="Object 16">
                          <a:extLst>
                            <a:ext uri="{FF2B5EF4-FFF2-40B4-BE49-F238E27FC236}">
                              <a16:creationId xmlns:a16="http://schemas.microsoft.com/office/drawing/2014/main" id="{66F3439E-2233-41E6-859E-9699843FC1A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63" y="2521"/>
                          <a:ext cx="15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971" name="Object 17">
              <a:extLst>
                <a:ext uri="{FF2B5EF4-FFF2-40B4-BE49-F238E27FC236}">
                  <a16:creationId xmlns:a16="http://schemas.microsoft.com/office/drawing/2014/main" id="{9E4F5F92-CAC3-4D74-9CA1-895287442CDA}"/>
                </a:ext>
              </a:extLst>
            </p:cNvPr>
            <p:cNvGraphicFramePr>
              <a:graphicFrameLocks noChangeAspect="1"/>
            </p:cNvGraphicFramePr>
            <p:nvPr/>
          </p:nvGraphicFramePr>
          <p:xfrm>
            <a:off x="1907" y="2511"/>
            <a:ext cx="154" cy="384"/>
          </p:xfrm>
          <a:graphic>
            <a:graphicData uri="http://schemas.openxmlformats.org/presentationml/2006/ole">
              <mc:AlternateContent xmlns:mc="http://schemas.openxmlformats.org/markup-compatibility/2006">
                <mc:Choice xmlns:v="urn:schemas-microsoft-com:vml" Requires="v">
                  <p:oleObj spid="_x0000_s56467" name="Equation" r:id="rId15" imgW="75960" imgH="190440" progId="Equation.3">
                    <p:embed/>
                  </p:oleObj>
                </mc:Choice>
                <mc:Fallback>
                  <p:oleObj name="Equation" r:id="rId15" imgW="75960" imgH="190440" progId="Equation.3">
                    <p:embed/>
                    <p:pic>
                      <p:nvPicPr>
                        <p:cNvPr id="40971" name="Object 17">
                          <a:extLst>
                            <a:ext uri="{FF2B5EF4-FFF2-40B4-BE49-F238E27FC236}">
                              <a16:creationId xmlns:a16="http://schemas.microsoft.com/office/drawing/2014/main" id="{9E4F5F92-CAC3-4D74-9CA1-895287442CD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7" y="2511"/>
                          <a:ext cx="15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972" name="Object 18">
              <a:extLst>
                <a:ext uri="{FF2B5EF4-FFF2-40B4-BE49-F238E27FC236}">
                  <a16:creationId xmlns:a16="http://schemas.microsoft.com/office/drawing/2014/main" id="{E118B57B-BAFF-409B-A840-BD3560DE5DE0}"/>
                </a:ext>
              </a:extLst>
            </p:cNvPr>
            <p:cNvGraphicFramePr>
              <a:graphicFrameLocks noChangeAspect="1"/>
            </p:cNvGraphicFramePr>
            <p:nvPr/>
          </p:nvGraphicFramePr>
          <p:xfrm>
            <a:off x="1518" y="2521"/>
            <a:ext cx="154" cy="384"/>
          </p:xfrm>
          <a:graphic>
            <a:graphicData uri="http://schemas.openxmlformats.org/presentationml/2006/ole">
              <mc:AlternateContent xmlns:mc="http://schemas.openxmlformats.org/markup-compatibility/2006">
                <mc:Choice xmlns:v="urn:schemas-microsoft-com:vml" Requires="v">
                  <p:oleObj spid="_x0000_s56468" name="Equation" r:id="rId16" imgW="75960" imgH="190440" progId="Equation.3">
                    <p:embed/>
                  </p:oleObj>
                </mc:Choice>
                <mc:Fallback>
                  <p:oleObj name="Equation" r:id="rId16" imgW="75960" imgH="190440" progId="Equation.3">
                    <p:embed/>
                    <p:pic>
                      <p:nvPicPr>
                        <p:cNvPr id="40972" name="Object 18">
                          <a:extLst>
                            <a:ext uri="{FF2B5EF4-FFF2-40B4-BE49-F238E27FC236}">
                              <a16:creationId xmlns:a16="http://schemas.microsoft.com/office/drawing/2014/main" id="{E118B57B-BAFF-409B-A840-BD3560DE5DE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18" y="2521"/>
                          <a:ext cx="15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973" name="Object 19">
              <a:extLst>
                <a:ext uri="{FF2B5EF4-FFF2-40B4-BE49-F238E27FC236}">
                  <a16:creationId xmlns:a16="http://schemas.microsoft.com/office/drawing/2014/main" id="{EA80F4DF-B736-4AE7-B7A2-F1F301C71A68}"/>
                </a:ext>
              </a:extLst>
            </p:cNvPr>
            <p:cNvGraphicFramePr>
              <a:graphicFrameLocks noChangeAspect="1"/>
            </p:cNvGraphicFramePr>
            <p:nvPr/>
          </p:nvGraphicFramePr>
          <p:xfrm>
            <a:off x="1427" y="3001"/>
            <a:ext cx="336" cy="168"/>
          </p:xfrm>
          <a:graphic>
            <a:graphicData uri="http://schemas.openxmlformats.org/presentationml/2006/ole">
              <mc:AlternateContent xmlns:mc="http://schemas.openxmlformats.org/markup-compatibility/2006">
                <mc:Choice xmlns:v="urn:schemas-microsoft-com:vml" Requires="v">
                  <p:oleObj spid="_x0000_s56469" name="Equation" r:id="rId17" imgW="177480" imgH="88560" progId="Equation.3">
                    <p:embed/>
                  </p:oleObj>
                </mc:Choice>
                <mc:Fallback>
                  <p:oleObj name="Equation" r:id="rId17" imgW="177480" imgH="88560" progId="Equation.3">
                    <p:embed/>
                    <p:pic>
                      <p:nvPicPr>
                        <p:cNvPr id="40973" name="Object 19">
                          <a:extLst>
                            <a:ext uri="{FF2B5EF4-FFF2-40B4-BE49-F238E27FC236}">
                              <a16:creationId xmlns:a16="http://schemas.microsoft.com/office/drawing/2014/main" id="{EA80F4DF-B736-4AE7-B7A2-F1F301C71A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27" y="3001"/>
                          <a:ext cx="336" cy="1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003" name="Line 20">
              <a:extLst>
                <a:ext uri="{FF2B5EF4-FFF2-40B4-BE49-F238E27FC236}">
                  <a16:creationId xmlns:a16="http://schemas.microsoft.com/office/drawing/2014/main" id="{95ACC153-B579-4CF8-81C1-045516AF8629}"/>
                </a:ext>
              </a:extLst>
            </p:cNvPr>
            <p:cNvSpPr>
              <a:spLocks noChangeShapeType="1"/>
            </p:cNvSpPr>
            <p:nvPr/>
          </p:nvSpPr>
          <p:spPr bwMode="auto">
            <a:xfrm>
              <a:off x="515" y="1215"/>
              <a:ext cx="0" cy="26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1004" name="Text Box 21">
              <a:extLst>
                <a:ext uri="{FF2B5EF4-FFF2-40B4-BE49-F238E27FC236}">
                  <a16:creationId xmlns:a16="http://schemas.microsoft.com/office/drawing/2014/main" id="{55222AE9-A301-416D-A15E-C4F59911EFDD}"/>
                </a:ext>
              </a:extLst>
            </p:cNvPr>
            <p:cNvSpPr txBox="1">
              <a:spLocks noChangeArrowheads="1"/>
            </p:cNvSpPr>
            <p:nvPr/>
          </p:nvSpPr>
          <p:spPr bwMode="auto">
            <a:xfrm>
              <a:off x="121" y="1865"/>
              <a:ext cx="36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a:latin typeface="Times New Roman" panose="02020603050405020304" pitchFamily="18" charset="0"/>
                </a:rPr>
                <a:t>D=</a:t>
              </a:r>
            </a:p>
          </p:txBody>
        </p:sp>
        <p:graphicFrame>
          <p:nvGraphicFramePr>
            <p:cNvPr id="40974" name="Object 22">
              <a:extLst>
                <a:ext uri="{FF2B5EF4-FFF2-40B4-BE49-F238E27FC236}">
                  <a16:creationId xmlns:a16="http://schemas.microsoft.com/office/drawing/2014/main" id="{CDEB9E01-31B4-4FE2-96FC-0891ABCB6331}"/>
                </a:ext>
              </a:extLst>
            </p:cNvPr>
            <p:cNvGraphicFramePr>
              <a:graphicFrameLocks noChangeAspect="1"/>
            </p:cNvGraphicFramePr>
            <p:nvPr/>
          </p:nvGraphicFramePr>
          <p:xfrm>
            <a:off x="659" y="3183"/>
            <a:ext cx="154" cy="384"/>
          </p:xfrm>
          <a:graphic>
            <a:graphicData uri="http://schemas.openxmlformats.org/presentationml/2006/ole">
              <mc:AlternateContent xmlns:mc="http://schemas.openxmlformats.org/markup-compatibility/2006">
                <mc:Choice xmlns:v="urn:schemas-microsoft-com:vml" Requires="v">
                  <p:oleObj spid="_x0000_s56470" name="Equation" r:id="rId18" imgW="75960" imgH="190440" progId="Equation.3">
                    <p:embed/>
                  </p:oleObj>
                </mc:Choice>
                <mc:Fallback>
                  <p:oleObj name="Equation" r:id="rId18" imgW="75960" imgH="190440" progId="Equation.3">
                    <p:embed/>
                    <p:pic>
                      <p:nvPicPr>
                        <p:cNvPr id="40974" name="Object 22">
                          <a:extLst>
                            <a:ext uri="{FF2B5EF4-FFF2-40B4-BE49-F238E27FC236}">
                              <a16:creationId xmlns:a16="http://schemas.microsoft.com/office/drawing/2014/main" id="{CDEB9E01-31B4-4FE2-96FC-0891ABCB633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9" y="3183"/>
                          <a:ext cx="15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975" name="Object 23">
              <a:extLst>
                <a:ext uri="{FF2B5EF4-FFF2-40B4-BE49-F238E27FC236}">
                  <a16:creationId xmlns:a16="http://schemas.microsoft.com/office/drawing/2014/main" id="{D5A5A7C0-0629-4D2C-BDDB-2E208F28EBAA}"/>
                </a:ext>
              </a:extLst>
            </p:cNvPr>
            <p:cNvGraphicFramePr>
              <a:graphicFrameLocks noChangeAspect="1"/>
            </p:cNvGraphicFramePr>
            <p:nvPr/>
          </p:nvGraphicFramePr>
          <p:xfrm>
            <a:off x="1091" y="3183"/>
            <a:ext cx="154" cy="384"/>
          </p:xfrm>
          <a:graphic>
            <a:graphicData uri="http://schemas.openxmlformats.org/presentationml/2006/ole">
              <mc:AlternateContent xmlns:mc="http://schemas.openxmlformats.org/markup-compatibility/2006">
                <mc:Choice xmlns:v="urn:schemas-microsoft-com:vml" Requires="v">
                  <p:oleObj spid="_x0000_s56471" name="Equation" r:id="rId19" imgW="75960" imgH="190440" progId="Equation.3">
                    <p:embed/>
                  </p:oleObj>
                </mc:Choice>
                <mc:Fallback>
                  <p:oleObj name="Equation" r:id="rId19" imgW="75960" imgH="190440" progId="Equation.3">
                    <p:embed/>
                    <p:pic>
                      <p:nvPicPr>
                        <p:cNvPr id="40975" name="Object 23">
                          <a:extLst>
                            <a:ext uri="{FF2B5EF4-FFF2-40B4-BE49-F238E27FC236}">
                              <a16:creationId xmlns:a16="http://schemas.microsoft.com/office/drawing/2014/main" id="{D5A5A7C0-0629-4D2C-BDDB-2E208F28EBA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91" y="3183"/>
                          <a:ext cx="15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976" name="Object 24">
              <a:extLst>
                <a:ext uri="{FF2B5EF4-FFF2-40B4-BE49-F238E27FC236}">
                  <a16:creationId xmlns:a16="http://schemas.microsoft.com/office/drawing/2014/main" id="{1F7464F1-0FEC-4F77-AC52-DB1937ED5941}"/>
                </a:ext>
              </a:extLst>
            </p:cNvPr>
            <p:cNvGraphicFramePr>
              <a:graphicFrameLocks noChangeAspect="1"/>
            </p:cNvGraphicFramePr>
            <p:nvPr/>
          </p:nvGraphicFramePr>
          <p:xfrm>
            <a:off x="1523" y="3183"/>
            <a:ext cx="154" cy="384"/>
          </p:xfrm>
          <a:graphic>
            <a:graphicData uri="http://schemas.openxmlformats.org/presentationml/2006/ole">
              <mc:AlternateContent xmlns:mc="http://schemas.openxmlformats.org/markup-compatibility/2006">
                <mc:Choice xmlns:v="urn:schemas-microsoft-com:vml" Requires="v">
                  <p:oleObj spid="_x0000_s56472" name="Equation" r:id="rId20" imgW="75960" imgH="190440" progId="Equation.3">
                    <p:embed/>
                  </p:oleObj>
                </mc:Choice>
                <mc:Fallback>
                  <p:oleObj name="Equation" r:id="rId20" imgW="75960" imgH="190440" progId="Equation.3">
                    <p:embed/>
                    <p:pic>
                      <p:nvPicPr>
                        <p:cNvPr id="40976" name="Object 24">
                          <a:extLst>
                            <a:ext uri="{FF2B5EF4-FFF2-40B4-BE49-F238E27FC236}">
                              <a16:creationId xmlns:a16="http://schemas.microsoft.com/office/drawing/2014/main" id="{1F7464F1-0FEC-4F77-AC52-DB1937ED594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3" y="3183"/>
                          <a:ext cx="15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977" name="Object 25">
              <a:extLst>
                <a:ext uri="{FF2B5EF4-FFF2-40B4-BE49-F238E27FC236}">
                  <a16:creationId xmlns:a16="http://schemas.microsoft.com/office/drawing/2014/main" id="{CAE3F037-88CB-4A61-B7B2-6CDBCA479045}"/>
                </a:ext>
              </a:extLst>
            </p:cNvPr>
            <p:cNvGraphicFramePr>
              <a:graphicFrameLocks noChangeAspect="1"/>
            </p:cNvGraphicFramePr>
            <p:nvPr/>
          </p:nvGraphicFramePr>
          <p:xfrm>
            <a:off x="1859" y="3183"/>
            <a:ext cx="154" cy="384"/>
          </p:xfrm>
          <a:graphic>
            <a:graphicData uri="http://schemas.openxmlformats.org/presentationml/2006/ole">
              <mc:AlternateContent xmlns:mc="http://schemas.openxmlformats.org/markup-compatibility/2006">
                <mc:Choice xmlns:v="urn:schemas-microsoft-com:vml" Requires="v">
                  <p:oleObj spid="_x0000_s56473" name="Equation" r:id="rId21" imgW="75960" imgH="190440" progId="Equation.3">
                    <p:embed/>
                  </p:oleObj>
                </mc:Choice>
                <mc:Fallback>
                  <p:oleObj name="Equation" r:id="rId21" imgW="75960" imgH="190440" progId="Equation.3">
                    <p:embed/>
                    <p:pic>
                      <p:nvPicPr>
                        <p:cNvPr id="40977" name="Object 25">
                          <a:extLst>
                            <a:ext uri="{FF2B5EF4-FFF2-40B4-BE49-F238E27FC236}">
                              <a16:creationId xmlns:a16="http://schemas.microsoft.com/office/drawing/2014/main" id="{CAE3F037-88CB-4A61-B7B2-6CDBCA47904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59" y="3183"/>
                          <a:ext cx="15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005" name="Text Box 26">
              <a:extLst>
                <a:ext uri="{FF2B5EF4-FFF2-40B4-BE49-F238E27FC236}">
                  <a16:creationId xmlns:a16="http://schemas.microsoft.com/office/drawing/2014/main" id="{A6835F74-0B5B-40EE-A59B-AB9A6884BB55}"/>
                </a:ext>
              </a:extLst>
            </p:cNvPr>
            <p:cNvSpPr txBox="1">
              <a:spLocks noChangeArrowheads="1"/>
            </p:cNvSpPr>
            <p:nvPr/>
          </p:nvSpPr>
          <p:spPr bwMode="auto">
            <a:xfrm>
              <a:off x="553" y="3593"/>
              <a:ext cx="32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a:latin typeface="Times New Roman" panose="02020603050405020304" pitchFamily="18" charset="0"/>
                </a:rPr>
                <a:t>a</a:t>
              </a:r>
              <a:r>
                <a:rPr kumimoji="1" lang="en-US" altLang="zh-CN" sz="2400" baseline="-25000">
                  <a:latin typeface="Times New Roman" panose="02020603050405020304" pitchFamily="18" charset="0"/>
                </a:rPr>
                <a:t>n1</a:t>
              </a:r>
              <a:endParaRPr kumimoji="1" lang="en-US" altLang="zh-CN" sz="2400">
                <a:latin typeface="Times New Roman" panose="02020603050405020304" pitchFamily="18" charset="0"/>
              </a:endParaRPr>
            </a:p>
          </p:txBody>
        </p:sp>
        <p:sp>
          <p:nvSpPr>
            <p:cNvPr id="41006" name="Text Box 27">
              <a:extLst>
                <a:ext uri="{FF2B5EF4-FFF2-40B4-BE49-F238E27FC236}">
                  <a16:creationId xmlns:a16="http://schemas.microsoft.com/office/drawing/2014/main" id="{9027C46D-2C6E-4443-BE14-87270EEF4910}"/>
                </a:ext>
              </a:extLst>
            </p:cNvPr>
            <p:cNvSpPr txBox="1">
              <a:spLocks noChangeArrowheads="1"/>
            </p:cNvSpPr>
            <p:nvPr/>
          </p:nvSpPr>
          <p:spPr bwMode="auto">
            <a:xfrm>
              <a:off x="1033" y="3593"/>
              <a:ext cx="32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a:latin typeface="Times New Roman" panose="02020603050405020304" pitchFamily="18" charset="0"/>
                </a:rPr>
                <a:t>a</a:t>
              </a:r>
              <a:r>
                <a:rPr kumimoji="1" lang="en-US" altLang="zh-CN" sz="2400" baseline="-25000">
                  <a:latin typeface="Times New Roman" panose="02020603050405020304" pitchFamily="18" charset="0"/>
                </a:rPr>
                <a:t>n2</a:t>
              </a:r>
              <a:endParaRPr kumimoji="1" lang="en-US" altLang="zh-CN" sz="2400">
                <a:latin typeface="Times New Roman" panose="02020603050405020304" pitchFamily="18" charset="0"/>
              </a:endParaRPr>
            </a:p>
          </p:txBody>
        </p:sp>
        <p:graphicFrame>
          <p:nvGraphicFramePr>
            <p:cNvPr id="40978" name="Object 28">
              <a:extLst>
                <a:ext uri="{FF2B5EF4-FFF2-40B4-BE49-F238E27FC236}">
                  <a16:creationId xmlns:a16="http://schemas.microsoft.com/office/drawing/2014/main" id="{6D4B3D51-70EB-43F3-9188-8AB62DBF9139}"/>
                </a:ext>
              </a:extLst>
            </p:cNvPr>
            <p:cNvGraphicFramePr>
              <a:graphicFrameLocks noChangeAspect="1"/>
            </p:cNvGraphicFramePr>
            <p:nvPr/>
          </p:nvGraphicFramePr>
          <p:xfrm>
            <a:off x="1427" y="3711"/>
            <a:ext cx="336" cy="168"/>
          </p:xfrm>
          <a:graphic>
            <a:graphicData uri="http://schemas.openxmlformats.org/presentationml/2006/ole">
              <mc:AlternateContent xmlns:mc="http://schemas.openxmlformats.org/markup-compatibility/2006">
                <mc:Choice xmlns:v="urn:schemas-microsoft-com:vml" Requires="v">
                  <p:oleObj spid="_x0000_s56474" name="Equation" r:id="rId22" imgW="177480" imgH="88560" progId="Equation.3">
                    <p:embed/>
                  </p:oleObj>
                </mc:Choice>
                <mc:Fallback>
                  <p:oleObj name="Equation" r:id="rId22" imgW="177480" imgH="88560" progId="Equation.3">
                    <p:embed/>
                    <p:pic>
                      <p:nvPicPr>
                        <p:cNvPr id="40978" name="Object 28">
                          <a:extLst>
                            <a:ext uri="{FF2B5EF4-FFF2-40B4-BE49-F238E27FC236}">
                              <a16:creationId xmlns:a16="http://schemas.microsoft.com/office/drawing/2014/main" id="{6D4B3D51-70EB-43F3-9188-8AB62DBF913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27" y="3711"/>
                          <a:ext cx="336" cy="1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007" name="Text Box 29">
              <a:extLst>
                <a:ext uri="{FF2B5EF4-FFF2-40B4-BE49-F238E27FC236}">
                  <a16:creationId xmlns:a16="http://schemas.microsoft.com/office/drawing/2014/main" id="{E80A7FED-5C9E-4451-ACC6-BDA2273EE150}"/>
                </a:ext>
              </a:extLst>
            </p:cNvPr>
            <p:cNvSpPr txBox="1">
              <a:spLocks noChangeArrowheads="1"/>
            </p:cNvSpPr>
            <p:nvPr/>
          </p:nvSpPr>
          <p:spPr bwMode="auto">
            <a:xfrm>
              <a:off x="1811" y="3567"/>
              <a:ext cx="32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a:latin typeface="Times New Roman" panose="02020603050405020304" pitchFamily="18" charset="0"/>
                </a:rPr>
                <a:t>a</a:t>
              </a:r>
              <a:r>
                <a:rPr kumimoji="1" lang="en-US" altLang="zh-CN" sz="2400" baseline="-25000">
                  <a:latin typeface="Times New Roman" panose="02020603050405020304" pitchFamily="18" charset="0"/>
                </a:rPr>
                <a:t>nn</a:t>
              </a:r>
              <a:endParaRPr kumimoji="1" lang="en-US" altLang="zh-CN" sz="2400">
                <a:latin typeface="Times New Roman" panose="02020603050405020304" pitchFamily="18" charset="0"/>
              </a:endParaRPr>
            </a:p>
          </p:txBody>
        </p:sp>
        <p:sp>
          <p:nvSpPr>
            <p:cNvPr id="41008" name="Text Box 30">
              <a:extLst>
                <a:ext uri="{FF2B5EF4-FFF2-40B4-BE49-F238E27FC236}">
                  <a16:creationId xmlns:a16="http://schemas.microsoft.com/office/drawing/2014/main" id="{4C7C24B8-2576-4860-9F99-CCD5F063B07A}"/>
                </a:ext>
              </a:extLst>
            </p:cNvPr>
            <p:cNvSpPr txBox="1">
              <a:spLocks noChangeArrowheads="1"/>
            </p:cNvSpPr>
            <p:nvPr/>
          </p:nvSpPr>
          <p:spPr bwMode="auto">
            <a:xfrm>
              <a:off x="2544" y="1119"/>
              <a:ext cx="2942" cy="2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a:latin typeface="Times New Roman" panose="02020603050405020304" pitchFamily="18" charset="0"/>
                </a:rPr>
                <a:t>  a</a:t>
              </a:r>
              <a:r>
                <a:rPr kumimoji="1" lang="en-US" altLang="zh-CN" sz="2400" baseline="-25000">
                  <a:latin typeface="Times New Roman" panose="02020603050405020304" pitchFamily="18" charset="0"/>
                </a:rPr>
                <a:t>11                    </a:t>
              </a:r>
              <a:r>
                <a:rPr kumimoji="1" lang="en-US" altLang="zh-CN" sz="2400">
                  <a:latin typeface="Times New Roman" panose="02020603050405020304" pitchFamily="18" charset="0"/>
                </a:rPr>
                <a:t>a</a:t>
              </a:r>
              <a:r>
                <a:rPr kumimoji="1" lang="en-US" altLang="zh-CN" sz="2400" baseline="-25000">
                  <a:latin typeface="Times New Roman" panose="02020603050405020304" pitchFamily="18" charset="0"/>
                </a:rPr>
                <a:t>22</a:t>
              </a:r>
              <a:r>
                <a:rPr kumimoji="1" lang="en-US" altLang="zh-CN" sz="2400">
                  <a:latin typeface="Times New Roman" panose="02020603050405020304" pitchFamily="18" charset="0"/>
                </a:rPr>
                <a:t>                        a</a:t>
              </a:r>
              <a:r>
                <a:rPr kumimoji="1" lang="en-US" altLang="zh-CN" sz="2400" baseline="-25000">
                  <a:latin typeface="Times New Roman" panose="02020603050405020304" pitchFamily="18" charset="0"/>
                </a:rPr>
                <a:t>1n</a:t>
              </a:r>
            </a:p>
            <a:p>
              <a:pPr eaLnBrk="1" hangingPunct="1"/>
              <a:endParaRPr kumimoji="1" lang="en-US" altLang="zh-CN" sz="2400" baseline="-25000">
                <a:latin typeface="Times New Roman" panose="02020603050405020304" pitchFamily="18" charset="0"/>
              </a:endParaRPr>
            </a:p>
            <a:p>
              <a:pPr eaLnBrk="1" hangingPunct="1"/>
              <a:r>
                <a:rPr kumimoji="1" lang="en-US" altLang="zh-CN" sz="2400">
                  <a:latin typeface="Times New Roman" panose="02020603050405020304" pitchFamily="18" charset="0"/>
                </a:rPr>
                <a:t>  a</a:t>
              </a:r>
              <a:r>
                <a:rPr kumimoji="1" lang="en-US" altLang="zh-CN" sz="2400" baseline="-25000">
                  <a:latin typeface="Times New Roman" panose="02020603050405020304" pitchFamily="18" charset="0"/>
                </a:rPr>
                <a:t>21</a:t>
              </a:r>
              <a:r>
                <a:rPr kumimoji="1" lang="en-US" altLang="zh-CN" sz="2400">
                  <a:latin typeface="Times New Roman" panose="02020603050405020304" pitchFamily="18" charset="0"/>
                </a:rPr>
                <a:t>              a</a:t>
              </a:r>
              <a:r>
                <a:rPr kumimoji="1" lang="en-US" altLang="zh-CN" sz="2400" baseline="-25000">
                  <a:latin typeface="Times New Roman" panose="02020603050405020304" pitchFamily="18" charset="0"/>
                </a:rPr>
                <a:t>22</a:t>
              </a:r>
              <a:r>
                <a:rPr kumimoji="1" lang="en-US" altLang="zh-CN" sz="2400">
                  <a:latin typeface="Times New Roman" panose="02020603050405020304" pitchFamily="18" charset="0"/>
                </a:rPr>
                <a:t>                        a</a:t>
              </a:r>
              <a:r>
                <a:rPr kumimoji="1" lang="en-US" altLang="zh-CN" sz="2400" baseline="-25000">
                  <a:latin typeface="Times New Roman" panose="02020603050405020304" pitchFamily="18" charset="0"/>
                </a:rPr>
                <a:t>2n</a:t>
              </a:r>
            </a:p>
            <a:p>
              <a:pPr eaLnBrk="1" hangingPunct="1"/>
              <a:endParaRPr kumimoji="1" lang="en-US" altLang="zh-CN" sz="2400" baseline="-25000">
                <a:latin typeface="Times New Roman" panose="02020603050405020304" pitchFamily="18" charset="0"/>
              </a:endParaRPr>
            </a:p>
            <a:p>
              <a:pPr eaLnBrk="1" hangingPunct="1"/>
              <a:endParaRPr kumimoji="1" lang="en-US" altLang="zh-CN" sz="2400" baseline="-25000">
                <a:latin typeface="Times New Roman" panose="02020603050405020304" pitchFamily="18" charset="0"/>
              </a:endParaRPr>
            </a:p>
            <a:p>
              <a:pPr eaLnBrk="1" hangingPunct="1"/>
              <a:endParaRPr kumimoji="1" lang="en-US" altLang="zh-CN" sz="2400" baseline="-25000">
                <a:latin typeface="Times New Roman" panose="02020603050405020304" pitchFamily="18" charset="0"/>
              </a:endParaRPr>
            </a:p>
            <a:p>
              <a:pPr eaLnBrk="1" hangingPunct="1"/>
              <a:r>
                <a:rPr kumimoji="1" lang="en-US" altLang="zh-CN" sz="2400">
                  <a:latin typeface="Times New Roman" panose="02020603050405020304" pitchFamily="18" charset="0"/>
                </a:rPr>
                <a:t>  a</a:t>
              </a:r>
              <a:r>
                <a:rPr kumimoji="1" lang="en-US" altLang="zh-CN" sz="2400" baseline="-25000">
                  <a:latin typeface="Times New Roman" panose="02020603050405020304" pitchFamily="18" charset="0"/>
                </a:rPr>
                <a:t>i1</a:t>
              </a:r>
              <a:r>
                <a:rPr kumimoji="1" lang="en-US" altLang="zh-CN" sz="2400">
                  <a:latin typeface="Times New Roman" panose="02020603050405020304" pitchFamily="18" charset="0"/>
                </a:rPr>
                <a:t>              a</a:t>
              </a:r>
              <a:r>
                <a:rPr kumimoji="1" lang="en-US" altLang="zh-CN" sz="2400" baseline="-25000">
                  <a:latin typeface="Times New Roman" panose="02020603050405020304" pitchFamily="18" charset="0"/>
                </a:rPr>
                <a:t>i2                                     </a:t>
              </a:r>
              <a:r>
                <a:rPr kumimoji="1" lang="en-US" altLang="zh-CN" sz="2400">
                  <a:latin typeface="Times New Roman" panose="02020603050405020304" pitchFamily="18" charset="0"/>
                </a:rPr>
                <a:t>c</a:t>
              </a:r>
              <a:r>
                <a:rPr kumimoji="1" lang="en-US" altLang="zh-CN" sz="2400" baseline="-25000">
                  <a:latin typeface="Times New Roman" panose="02020603050405020304" pitchFamily="18" charset="0"/>
                </a:rPr>
                <a:t>in</a:t>
              </a:r>
              <a:endParaRPr kumimoji="1" lang="en-US" altLang="zh-CN" sz="2400">
                <a:latin typeface="Times New Roman" panose="02020603050405020304" pitchFamily="18" charset="0"/>
              </a:endParaRPr>
            </a:p>
            <a:p>
              <a:pPr eaLnBrk="1" hangingPunct="1"/>
              <a:endParaRPr kumimoji="1" lang="en-US" altLang="zh-CN" sz="2400">
                <a:latin typeface="Times New Roman" panose="02020603050405020304" pitchFamily="18" charset="0"/>
              </a:endParaRPr>
            </a:p>
            <a:p>
              <a:pPr eaLnBrk="1" hangingPunct="1"/>
              <a:endParaRPr kumimoji="1" lang="en-US" altLang="zh-CN" sz="2400">
                <a:latin typeface="Times New Roman" panose="02020603050405020304" pitchFamily="18" charset="0"/>
              </a:endParaRPr>
            </a:p>
            <a:p>
              <a:pPr eaLnBrk="1" hangingPunct="1"/>
              <a:r>
                <a:rPr kumimoji="1" lang="en-US" altLang="zh-CN" sz="2400">
                  <a:latin typeface="Times New Roman" panose="02020603050405020304" pitchFamily="18" charset="0"/>
                </a:rPr>
                <a:t>a</a:t>
              </a:r>
              <a:r>
                <a:rPr kumimoji="1" lang="en-US" altLang="zh-CN" sz="2400" baseline="-25000">
                  <a:latin typeface="Times New Roman" panose="02020603050405020304" pitchFamily="18" charset="0"/>
                </a:rPr>
                <a:t>j1</a:t>
              </a:r>
              <a:r>
                <a:rPr kumimoji="1" lang="en-US" altLang="zh-CN" sz="2400">
                  <a:latin typeface="Times New Roman" panose="02020603050405020304" pitchFamily="18" charset="0"/>
                </a:rPr>
                <a:t>+λa</a:t>
              </a:r>
              <a:r>
                <a:rPr kumimoji="1" lang="en-US" altLang="zh-CN" sz="2400" baseline="-25000">
                  <a:latin typeface="Times New Roman" panose="02020603050405020304" pitchFamily="18" charset="0"/>
                </a:rPr>
                <a:t>i1</a:t>
              </a:r>
              <a:r>
                <a:rPr kumimoji="1" lang="en-US" altLang="zh-CN" sz="2400">
                  <a:latin typeface="Times New Roman" panose="02020603050405020304" pitchFamily="18" charset="0"/>
                </a:rPr>
                <a:t>    a</a:t>
              </a:r>
              <a:r>
                <a:rPr kumimoji="1" lang="en-US" altLang="zh-CN" sz="2400" baseline="-25000">
                  <a:latin typeface="Times New Roman" panose="02020603050405020304" pitchFamily="18" charset="0"/>
                </a:rPr>
                <a:t>j2</a:t>
              </a:r>
              <a:r>
                <a:rPr kumimoji="1" lang="en-US" altLang="zh-CN" sz="2400">
                  <a:latin typeface="Times New Roman" panose="02020603050405020304" pitchFamily="18" charset="0"/>
                </a:rPr>
                <a:t> + λa</a:t>
              </a:r>
              <a:r>
                <a:rPr kumimoji="1" lang="en-US" altLang="zh-CN" sz="2400" baseline="-25000">
                  <a:latin typeface="Times New Roman" panose="02020603050405020304" pitchFamily="18" charset="0"/>
                </a:rPr>
                <a:t>i2</a:t>
              </a:r>
              <a:r>
                <a:rPr kumimoji="1" lang="en-US" altLang="zh-CN" sz="2400">
                  <a:latin typeface="Times New Roman" panose="02020603050405020304" pitchFamily="18" charset="0"/>
                </a:rPr>
                <a:t>         a</a:t>
              </a:r>
              <a:r>
                <a:rPr kumimoji="1" lang="en-US" altLang="zh-CN" sz="2400" baseline="-25000">
                  <a:latin typeface="Times New Roman" panose="02020603050405020304" pitchFamily="18" charset="0"/>
                </a:rPr>
                <a:t>jn</a:t>
              </a:r>
              <a:r>
                <a:rPr kumimoji="1" lang="en-US" altLang="zh-CN" sz="2400">
                  <a:latin typeface="Times New Roman" panose="02020603050405020304" pitchFamily="18" charset="0"/>
                </a:rPr>
                <a:t>+ λa</a:t>
              </a:r>
              <a:r>
                <a:rPr kumimoji="1" lang="en-US" altLang="zh-CN" sz="2400" baseline="-25000">
                  <a:latin typeface="Times New Roman" panose="02020603050405020304" pitchFamily="18" charset="0"/>
                </a:rPr>
                <a:t>i1</a:t>
              </a:r>
              <a:r>
                <a:rPr kumimoji="1" lang="en-US" altLang="zh-CN" sz="2400">
                  <a:latin typeface="Times New Roman" panose="02020603050405020304" pitchFamily="18" charset="0"/>
                </a:rPr>
                <a:t> </a:t>
              </a:r>
            </a:p>
          </p:txBody>
        </p:sp>
        <p:sp>
          <p:nvSpPr>
            <p:cNvPr id="41009" name="Line 31">
              <a:extLst>
                <a:ext uri="{FF2B5EF4-FFF2-40B4-BE49-F238E27FC236}">
                  <a16:creationId xmlns:a16="http://schemas.microsoft.com/office/drawing/2014/main" id="{505C75B4-78B2-459B-897A-93AC56509BC5}"/>
                </a:ext>
              </a:extLst>
            </p:cNvPr>
            <p:cNvSpPr>
              <a:spLocks noChangeShapeType="1"/>
            </p:cNvSpPr>
            <p:nvPr/>
          </p:nvSpPr>
          <p:spPr bwMode="auto">
            <a:xfrm>
              <a:off x="5352" y="1215"/>
              <a:ext cx="0" cy="2688"/>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40979" name="Object 32">
              <a:extLst>
                <a:ext uri="{FF2B5EF4-FFF2-40B4-BE49-F238E27FC236}">
                  <a16:creationId xmlns:a16="http://schemas.microsoft.com/office/drawing/2014/main" id="{82C36DAE-C13C-4549-B393-7A70206F585B}"/>
                </a:ext>
              </a:extLst>
            </p:cNvPr>
            <p:cNvGraphicFramePr>
              <a:graphicFrameLocks noChangeAspect="1"/>
            </p:cNvGraphicFramePr>
            <p:nvPr/>
          </p:nvGraphicFramePr>
          <p:xfrm>
            <a:off x="4152" y="1215"/>
            <a:ext cx="336" cy="168"/>
          </p:xfrm>
          <a:graphic>
            <a:graphicData uri="http://schemas.openxmlformats.org/presentationml/2006/ole">
              <mc:AlternateContent xmlns:mc="http://schemas.openxmlformats.org/markup-compatibility/2006">
                <mc:Choice xmlns:v="urn:schemas-microsoft-com:vml" Requires="v">
                  <p:oleObj spid="_x0000_s56475" name="Equation" r:id="rId23" imgW="177480" imgH="88560" progId="Equation.3">
                    <p:embed/>
                  </p:oleObj>
                </mc:Choice>
                <mc:Fallback>
                  <p:oleObj name="Equation" r:id="rId23" imgW="177480" imgH="88560" progId="Equation.3">
                    <p:embed/>
                    <p:pic>
                      <p:nvPicPr>
                        <p:cNvPr id="40979" name="Object 32">
                          <a:extLst>
                            <a:ext uri="{FF2B5EF4-FFF2-40B4-BE49-F238E27FC236}">
                              <a16:creationId xmlns:a16="http://schemas.microsoft.com/office/drawing/2014/main" id="{82C36DAE-C13C-4549-B393-7A70206F585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52" y="1215"/>
                          <a:ext cx="336" cy="1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980" name="Object 33">
              <a:extLst>
                <a:ext uri="{FF2B5EF4-FFF2-40B4-BE49-F238E27FC236}">
                  <a16:creationId xmlns:a16="http://schemas.microsoft.com/office/drawing/2014/main" id="{2E69BF3E-2422-4E58-A323-690B31390C48}"/>
                </a:ext>
              </a:extLst>
            </p:cNvPr>
            <p:cNvGraphicFramePr>
              <a:graphicFrameLocks noChangeAspect="1"/>
            </p:cNvGraphicFramePr>
            <p:nvPr/>
          </p:nvGraphicFramePr>
          <p:xfrm>
            <a:off x="2760" y="1791"/>
            <a:ext cx="154" cy="384"/>
          </p:xfrm>
          <a:graphic>
            <a:graphicData uri="http://schemas.openxmlformats.org/presentationml/2006/ole">
              <mc:AlternateContent xmlns:mc="http://schemas.openxmlformats.org/markup-compatibility/2006">
                <mc:Choice xmlns:v="urn:schemas-microsoft-com:vml" Requires="v">
                  <p:oleObj spid="_x0000_s56476" name="Equation" r:id="rId24" imgW="75960" imgH="190440" progId="Equation.3">
                    <p:embed/>
                  </p:oleObj>
                </mc:Choice>
                <mc:Fallback>
                  <p:oleObj name="Equation" r:id="rId24" imgW="75960" imgH="190440" progId="Equation.3">
                    <p:embed/>
                    <p:pic>
                      <p:nvPicPr>
                        <p:cNvPr id="40980" name="Object 33">
                          <a:extLst>
                            <a:ext uri="{FF2B5EF4-FFF2-40B4-BE49-F238E27FC236}">
                              <a16:creationId xmlns:a16="http://schemas.microsoft.com/office/drawing/2014/main" id="{2E69BF3E-2422-4E58-A323-690B31390C4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60" y="1791"/>
                          <a:ext cx="15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981" name="Object 34">
              <a:extLst>
                <a:ext uri="{FF2B5EF4-FFF2-40B4-BE49-F238E27FC236}">
                  <a16:creationId xmlns:a16="http://schemas.microsoft.com/office/drawing/2014/main" id="{18898EAB-8078-4679-A512-7BCA113F1374}"/>
                </a:ext>
              </a:extLst>
            </p:cNvPr>
            <p:cNvGraphicFramePr>
              <a:graphicFrameLocks noChangeAspect="1"/>
            </p:cNvGraphicFramePr>
            <p:nvPr/>
          </p:nvGraphicFramePr>
          <p:xfrm>
            <a:off x="3576" y="1791"/>
            <a:ext cx="154" cy="384"/>
          </p:xfrm>
          <a:graphic>
            <a:graphicData uri="http://schemas.openxmlformats.org/presentationml/2006/ole">
              <mc:AlternateContent xmlns:mc="http://schemas.openxmlformats.org/markup-compatibility/2006">
                <mc:Choice xmlns:v="urn:schemas-microsoft-com:vml" Requires="v">
                  <p:oleObj spid="_x0000_s56477" name="Equation" r:id="rId25" imgW="75960" imgH="190440" progId="Equation.3">
                    <p:embed/>
                  </p:oleObj>
                </mc:Choice>
                <mc:Fallback>
                  <p:oleObj name="Equation" r:id="rId25" imgW="75960" imgH="190440" progId="Equation.3">
                    <p:embed/>
                    <p:pic>
                      <p:nvPicPr>
                        <p:cNvPr id="40981" name="Object 34">
                          <a:extLst>
                            <a:ext uri="{FF2B5EF4-FFF2-40B4-BE49-F238E27FC236}">
                              <a16:creationId xmlns:a16="http://schemas.microsoft.com/office/drawing/2014/main" id="{18898EAB-8078-4679-A512-7BCA113F137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76" y="1791"/>
                          <a:ext cx="15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982" name="Object 35">
              <a:extLst>
                <a:ext uri="{FF2B5EF4-FFF2-40B4-BE49-F238E27FC236}">
                  <a16:creationId xmlns:a16="http://schemas.microsoft.com/office/drawing/2014/main" id="{48BDA946-4BE0-48B9-AF19-11B4A758D588}"/>
                </a:ext>
              </a:extLst>
            </p:cNvPr>
            <p:cNvGraphicFramePr>
              <a:graphicFrameLocks noChangeAspect="1"/>
            </p:cNvGraphicFramePr>
            <p:nvPr/>
          </p:nvGraphicFramePr>
          <p:xfrm>
            <a:off x="5016" y="1839"/>
            <a:ext cx="154" cy="384"/>
          </p:xfrm>
          <a:graphic>
            <a:graphicData uri="http://schemas.openxmlformats.org/presentationml/2006/ole">
              <mc:AlternateContent xmlns:mc="http://schemas.openxmlformats.org/markup-compatibility/2006">
                <mc:Choice xmlns:v="urn:schemas-microsoft-com:vml" Requires="v">
                  <p:oleObj spid="_x0000_s56478" name="Equation" r:id="rId26" imgW="75960" imgH="190440" progId="Equation.3">
                    <p:embed/>
                  </p:oleObj>
                </mc:Choice>
                <mc:Fallback>
                  <p:oleObj name="Equation" r:id="rId26" imgW="75960" imgH="190440" progId="Equation.3">
                    <p:embed/>
                    <p:pic>
                      <p:nvPicPr>
                        <p:cNvPr id="40982" name="Object 35">
                          <a:extLst>
                            <a:ext uri="{FF2B5EF4-FFF2-40B4-BE49-F238E27FC236}">
                              <a16:creationId xmlns:a16="http://schemas.microsoft.com/office/drawing/2014/main" id="{48BDA946-4BE0-48B9-AF19-11B4A758D58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16" y="1839"/>
                          <a:ext cx="15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983" name="Object 36">
              <a:extLst>
                <a:ext uri="{FF2B5EF4-FFF2-40B4-BE49-F238E27FC236}">
                  <a16:creationId xmlns:a16="http://schemas.microsoft.com/office/drawing/2014/main" id="{8AB4E49A-1C43-487E-9C96-4274C7403D56}"/>
                </a:ext>
              </a:extLst>
            </p:cNvPr>
            <p:cNvGraphicFramePr>
              <a:graphicFrameLocks noChangeAspect="1"/>
            </p:cNvGraphicFramePr>
            <p:nvPr/>
          </p:nvGraphicFramePr>
          <p:xfrm>
            <a:off x="4200" y="1599"/>
            <a:ext cx="336" cy="168"/>
          </p:xfrm>
          <a:graphic>
            <a:graphicData uri="http://schemas.openxmlformats.org/presentationml/2006/ole">
              <mc:AlternateContent xmlns:mc="http://schemas.openxmlformats.org/markup-compatibility/2006">
                <mc:Choice xmlns:v="urn:schemas-microsoft-com:vml" Requires="v">
                  <p:oleObj spid="_x0000_s56479" name="Equation" r:id="rId27" imgW="177480" imgH="88560" progId="Equation.3">
                    <p:embed/>
                  </p:oleObj>
                </mc:Choice>
                <mc:Fallback>
                  <p:oleObj name="Equation" r:id="rId27" imgW="177480" imgH="88560" progId="Equation.3">
                    <p:embed/>
                    <p:pic>
                      <p:nvPicPr>
                        <p:cNvPr id="40983" name="Object 36">
                          <a:extLst>
                            <a:ext uri="{FF2B5EF4-FFF2-40B4-BE49-F238E27FC236}">
                              <a16:creationId xmlns:a16="http://schemas.microsoft.com/office/drawing/2014/main" id="{8AB4E49A-1C43-487E-9C96-4274C7403D5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00" y="1599"/>
                          <a:ext cx="336" cy="1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984" name="Object 37">
              <a:extLst>
                <a:ext uri="{FF2B5EF4-FFF2-40B4-BE49-F238E27FC236}">
                  <a16:creationId xmlns:a16="http://schemas.microsoft.com/office/drawing/2014/main" id="{A5895D46-E95F-450F-96AE-7EC07872FA91}"/>
                </a:ext>
              </a:extLst>
            </p:cNvPr>
            <p:cNvGraphicFramePr>
              <a:graphicFrameLocks noChangeAspect="1"/>
            </p:cNvGraphicFramePr>
            <p:nvPr/>
          </p:nvGraphicFramePr>
          <p:xfrm>
            <a:off x="4296" y="2319"/>
            <a:ext cx="336" cy="168"/>
          </p:xfrm>
          <a:graphic>
            <a:graphicData uri="http://schemas.openxmlformats.org/presentationml/2006/ole">
              <mc:AlternateContent xmlns:mc="http://schemas.openxmlformats.org/markup-compatibility/2006">
                <mc:Choice xmlns:v="urn:schemas-microsoft-com:vml" Requires="v">
                  <p:oleObj spid="_x0000_s56480" name="Equation" r:id="rId28" imgW="177480" imgH="88560" progId="Equation.3">
                    <p:embed/>
                  </p:oleObj>
                </mc:Choice>
                <mc:Fallback>
                  <p:oleObj name="Equation" r:id="rId28" imgW="177480" imgH="88560" progId="Equation.3">
                    <p:embed/>
                    <p:pic>
                      <p:nvPicPr>
                        <p:cNvPr id="40984" name="Object 37">
                          <a:extLst>
                            <a:ext uri="{FF2B5EF4-FFF2-40B4-BE49-F238E27FC236}">
                              <a16:creationId xmlns:a16="http://schemas.microsoft.com/office/drawing/2014/main" id="{A5895D46-E95F-450F-96AE-7EC07872FA9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96" y="2319"/>
                          <a:ext cx="336" cy="1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985" name="Object 38">
              <a:extLst>
                <a:ext uri="{FF2B5EF4-FFF2-40B4-BE49-F238E27FC236}">
                  <a16:creationId xmlns:a16="http://schemas.microsoft.com/office/drawing/2014/main" id="{03669E2C-9570-42DB-96C6-55B8CC8C01F0}"/>
                </a:ext>
              </a:extLst>
            </p:cNvPr>
            <p:cNvGraphicFramePr>
              <a:graphicFrameLocks noChangeAspect="1"/>
            </p:cNvGraphicFramePr>
            <p:nvPr/>
          </p:nvGraphicFramePr>
          <p:xfrm>
            <a:off x="4296" y="1839"/>
            <a:ext cx="154" cy="384"/>
          </p:xfrm>
          <a:graphic>
            <a:graphicData uri="http://schemas.openxmlformats.org/presentationml/2006/ole">
              <mc:AlternateContent xmlns:mc="http://schemas.openxmlformats.org/markup-compatibility/2006">
                <mc:Choice xmlns:v="urn:schemas-microsoft-com:vml" Requires="v">
                  <p:oleObj spid="_x0000_s56481" name="Equation" r:id="rId29" imgW="75960" imgH="190440" progId="Equation.3">
                    <p:embed/>
                  </p:oleObj>
                </mc:Choice>
                <mc:Fallback>
                  <p:oleObj name="Equation" r:id="rId29" imgW="75960" imgH="190440" progId="Equation.3">
                    <p:embed/>
                    <p:pic>
                      <p:nvPicPr>
                        <p:cNvPr id="40985" name="Object 38">
                          <a:extLst>
                            <a:ext uri="{FF2B5EF4-FFF2-40B4-BE49-F238E27FC236}">
                              <a16:creationId xmlns:a16="http://schemas.microsoft.com/office/drawing/2014/main" id="{03669E2C-9570-42DB-96C6-55B8CC8C01F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96" y="1839"/>
                          <a:ext cx="15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986" name="Object 39">
              <a:extLst>
                <a:ext uri="{FF2B5EF4-FFF2-40B4-BE49-F238E27FC236}">
                  <a16:creationId xmlns:a16="http://schemas.microsoft.com/office/drawing/2014/main" id="{C1A3E788-A13B-4C7B-A2D4-AA76F2D9F3E7}"/>
                </a:ext>
              </a:extLst>
            </p:cNvPr>
            <p:cNvGraphicFramePr>
              <a:graphicFrameLocks noChangeAspect="1"/>
            </p:cNvGraphicFramePr>
            <p:nvPr/>
          </p:nvGraphicFramePr>
          <p:xfrm>
            <a:off x="2808" y="2463"/>
            <a:ext cx="154" cy="384"/>
          </p:xfrm>
          <a:graphic>
            <a:graphicData uri="http://schemas.openxmlformats.org/presentationml/2006/ole">
              <mc:AlternateContent xmlns:mc="http://schemas.openxmlformats.org/markup-compatibility/2006">
                <mc:Choice xmlns:v="urn:schemas-microsoft-com:vml" Requires="v">
                  <p:oleObj spid="_x0000_s56482" name="Equation" r:id="rId30" imgW="75960" imgH="190440" progId="Equation.3">
                    <p:embed/>
                  </p:oleObj>
                </mc:Choice>
                <mc:Fallback>
                  <p:oleObj name="Equation" r:id="rId30" imgW="75960" imgH="190440" progId="Equation.3">
                    <p:embed/>
                    <p:pic>
                      <p:nvPicPr>
                        <p:cNvPr id="40986" name="Object 39">
                          <a:extLst>
                            <a:ext uri="{FF2B5EF4-FFF2-40B4-BE49-F238E27FC236}">
                              <a16:creationId xmlns:a16="http://schemas.microsoft.com/office/drawing/2014/main" id="{C1A3E788-A13B-4C7B-A2D4-AA76F2D9F3E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08" y="2463"/>
                          <a:ext cx="15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987" name="Object 40">
              <a:extLst>
                <a:ext uri="{FF2B5EF4-FFF2-40B4-BE49-F238E27FC236}">
                  <a16:creationId xmlns:a16="http://schemas.microsoft.com/office/drawing/2014/main" id="{11555883-38FA-4BB9-AAEF-12DB9F434F73}"/>
                </a:ext>
              </a:extLst>
            </p:cNvPr>
            <p:cNvGraphicFramePr>
              <a:graphicFrameLocks noChangeAspect="1"/>
            </p:cNvGraphicFramePr>
            <p:nvPr/>
          </p:nvGraphicFramePr>
          <p:xfrm>
            <a:off x="3624" y="2463"/>
            <a:ext cx="154" cy="384"/>
          </p:xfrm>
          <a:graphic>
            <a:graphicData uri="http://schemas.openxmlformats.org/presentationml/2006/ole">
              <mc:AlternateContent xmlns:mc="http://schemas.openxmlformats.org/markup-compatibility/2006">
                <mc:Choice xmlns:v="urn:schemas-microsoft-com:vml" Requires="v">
                  <p:oleObj spid="_x0000_s56483" name="Equation" r:id="rId31" imgW="75960" imgH="190440" progId="Equation.3">
                    <p:embed/>
                  </p:oleObj>
                </mc:Choice>
                <mc:Fallback>
                  <p:oleObj name="Equation" r:id="rId31" imgW="75960" imgH="190440" progId="Equation.3">
                    <p:embed/>
                    <p:pic>
                      <p:nvPicPr>
                        <p:cNvPr id="40987" name="Object 40">
                          <a:extLst>
                            <a:ext uri="{FF2B5EF4-FFF2-40B4-BE49-F238E27FC236}">
                              <a16:creationId xmlns:a16="http://schemas.microsoft.com/office/drawing/2014/main" id="{11555883-38FA-4BB9-AAEF-12DB9F434F7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24" y="2463"/>
                          <a:ext cx="15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988" name="Object 41">
              <a:extLst>
                <a:ext uri="{FF2B5EF4-FFF2-40B4-BE49-F238E27FC236}">
                  <a16:creationId xmlns:a16="http://schemas.microsoft.com/office/drawing/2014/main" id="{B91DE815-8E1C-44CD-8C0D-5E439171C277}"/>
                </a:ext>
              </a:extLst>
            </p:cNvPr>
            <p:cNvGraphicFramePr>
              <a:graphicFrameLocks noChangeAspect="1"/>
            </p:cNvGraphicFramePr>
            <p:nvPr/>
          </p:nvGraphicFramePr>
          <p:xfrm>
            <a:off x="5016" y="2511"/>
            <a:ext cx="154" cy="384"/>
          </p:xfrm>
          <a:graphic>
            <a:graphicData uri="http://schemas.openxmlformats.org/presentationml/2006/ole">
              <mc:AlternateContent xmlns:mc="http://schemas.openxmlformats.org/markup-compatibility/2006">
                <mc:Choice xmlns:v="urn:schemas-microsoft-com:vml" Requires="v">
                  <p:oleObj spid="_x0000_s56484" name="Equation" r:id="rId32" imgW="75960" imgH="190440" progId="Equation.3">
                    <p:embed/>
                  </p:oleObj>
                </mc:Choice>
                <mc:Fallback>
                  <p:oleObj name="Equation" r:id="rId32" imgW="75960" imgH="190440" progId="Equation.3">
                    <p:embed/>
                    <p:pic>
                      <p:nvPicPr>
                        <p:cNvPr id="40988" name="Object 41">
                          <a:extLst>
                            <a:ext uri="{FF2B5EF4-FFF2-40B4-BE49-F238E27FC236}">
                              <a16:creationId xmlns:a16="http://schemas.microsoft.com/office/drawing/2014/main" id="{B91DE815-8E1C-44CD-8C0D-5E439171C27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16" y="2511"/>
                          <a:ext cx="15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989" name="Object 42">
              <a:extLst>
                <a:ext uri="{FF2B5EF4-FFF2-40B4-BE49-F238E27FC236}">
                  <a16:creationId xmlns:a16="http://schemas.microsoft.com/office/drawing/2014/main" id="{5541FA74-AE4A-4F2B-AC55-01E8E3DFB64E}"/>
                </a:ext>
              </a:extLst>
            </p:cNvPr>
            <p:cNvGraphicFramePr>
              <a:graphicFrameLocks noChangeAspect="1"/>
            </p:cNvGraphicFramePr>
            <p:nvPr/>
          </p:nvGraphicFramePr>
          <p:xfrm>
            <a:off x="4392" y="2559"/>
            <a:ext cx="154" cy="384"/>
          </p:xfrm>
          <a:graphic>
            <a:graphicData uri="http://schemas.openxmlformats.org/presentationml/2006/ole">
              <mc:AlternateContent xmlns:mc="http://schemas.openxmlformats.org/markup-compatibility/2006">
                <mc:Choice xmlns:v="urn:schemas-microsoft-com:vml" Requires="v">
                  <p:oleObj spid="_x0000_s56485" name="Equation" r:id="rId33" imgW="75960" imgH="190440" progId="Equation.3">
                    <p:embed/>
                  </p:oleObj>
                </mc:Choice>
                <mc:Fallback>
                  <p:oleObj name="Equation" r:id="rId33" imgW="75960" imgH="190440" progId="Equation.3">
                    <p:embed/>
                    <p:pic>
                      <p:nvPicPr>
                        <p:cNvPr id="40989" name="Object 42">
                          <a:extLst>
                            <a:ext uri="{FF2B5EF4-FFF2-40B4-BE49-F238E27FC236}">
                              <a16:creationId xmlns:a16="http://schemas.microsoft.com/office/drawing/2014/main" id="{5541FA74-AE4A-4F2B-AC55-01E8E3DFB64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92" y="2559"/>
                          <a:ext cx="15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990" name="Object 43">
              <a:extLst>
                <a:ext uri="{FF2B5EF4-FFF2-40B4-BE49-F238E27FC236}">
                  <a16:creationId xmlns:a16="http://schemas.microsoft.com/office/drawing/2014/main" id="{91FDA49D-F450-4FB7-AD55-8B25EBAA3923}"/>
                </a:ext>
              </a:extLst>
            </p:cNvPr>
            <p:cNvGraphicFramePr>
              <a:graphicFrameLocks noChangeAspect="1"/>
            </p:cNvGraphicFramePr>
            <p:nvPr/>
          </p:nvGraphicFramePr>
          <p:xfrm>
            <a:off x="4248" y="3015"/>
            <a:ext cx="336" cy="168"/>
          </p:xfrm>
          <a:graphic>
            <a:graphicData uri="http://schemas.openxmlformats.org/presentationml/2006/ole">
              <mc:AlternateContent xmlns:mc="http://schemas.openxmlformats.org/markup-compatibility/2006">
                <mc:Choice xmlns:v="urn:schemas-microsoft-com:vml" Requires="v">
                  <p:oleObj spid="_x0000_s56486" name="Equation" r:id="rId34" imgW="177480" imgH="88560" progId="Equation.3">
                    <p:embed/>
                  </p:oleObj>
                </mc:Choice>
                <mc:Fallback>
                  <p:oleObj name="Equation" r:id="rId34" imgW="177480" imgH="88560" progId="Equation.3">
                    <p:embed/>
                    <p:pic>
                      <p:nvPicPr>
                        <p:cNvPr id="40990" name="Object 43">
                          <a:extLst>
                            <a:ext uri="{FF2B5EF4-FFF2-40B4-BE49-F238E27FC236}">
                              <a16:creationId xmlns:a16="http://schemas.microsoft.com/office/drawing/2014/main" id="{91FDA49D-F450-4FB7-AD55-8B25EBAA392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48" y="3015"/>
                          <a:ext cx="336" cy="1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010" name="Line 44">
              <a:extLst>
                <a:ext uri="{FF2B5EF4-FFF2-40B4-BE49-F238E27FC236}">
                  <a16:creationId xmlns:a16="http://schemas.microsoft.com/office/drawing/2014/main" id="{134E5CA5-4816-4A52-89C2-B0CD318F5038}"/>
                </a:ext>
              </a:extLst>
            </p:cNvPr>
            <p:cNvSpPr>
              <a:spLocks noChangeShapeType="1"/>
            </p:cNvSpPr>
            <p:nvPr/>
          </p:nvSpPr>
          <p:spPr bwMode="auto">
            <a:xfrm>
              <a:off x="2472" y="1205"/>
              <a:ext cx="0" cy="26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1011" name="Text Box 45">
              <a:extLst>
                <a:ext uri="{FF2B5EF4-FFF2-40B4-BE49-F238E27FC236}">
                  <a16:creationId xmlns:a16="http://schemas.microsoft.com/office/drawing/2014/main" id="{1662C7AC-1ACD-4339-A88D-8764171EB9FC}"/>
                </a:ext>
              </a:extLst>
            </p:cNvPr>
            <p:cNvSpPr txBox="1">
              <a:spLocks noChangeArrowheads="1"/>
            </p:cNvSpPr>
            <p:nvPr/>
          </p:nvSpPr>
          <p:spPr bwMode="auto">
            <a:xfrm>
              <a:off x="2233" y="1855"/>
              <a:ext cx="2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a:latin typeface="Times New Roman" panose="02020603050405020304" pitchFamily="18" charset="0"/>
                </a:rPr>
                <a:t>=</a:t>
              </a:r>
            </a:p>
          </p:txBody>
        </p:sp>
        <p:graphicFrame>
          <p:nvGraphicFramePr>
            <p:cNvPr id="40991" name="Object 46">
              <a:extLst>
                <a:ext uri="{FF2B5EF4-FFF2-40B4-BE49-F238E27FC236}">
                  <a16:creationId xmlns:a16="http://schemas.microsoft.com/office/drawing/2014/main" id="{63D5AFD3-6FD9-42B3-88B5-6D9835866073}"/>
                </a:ext>
              </a:extLst>
            </p:cNvPr>
            <p:cNvGraphicFramePr>
              <a:graphicFrameLocks noChangeAspect="1"/>
            </p:cNvGraphicFramePr>
            <p:nvPr/>
          </p:nvGraphicFramePr>
          <p:xfrm>
            <a:off x="2808" y="3183"/>
            <a:ext cx="154" cy="384"/>
          </p:xfrm>
          <a:graphic>
            <a:graphicData uri="http://schemas.openxmlformats.org/presentationml/2006/ole">
              <mc:AlternateContent xmlns:mc="http://schemas.openxmlformats.org/markup-compatibility/2006">
                <mc:Choice xmlns:v="urn:schemas-microsoft-com:vml" Requires="v">
                  <p:oleObj spid="_x0000_s56487" name="Equation" r:id="rId35" imgW="75960" imgH="190440" progId="Equation.3">
                    <p:embed/>
                  </p:oleObj>
                </mc:Choice>
                <mc:Fallback>
                  <p:oleObj name="Equation" r:id="rId35" imgW="75960" imgH="190440" progId="Equation.3">
                    <p:embed/>
                    <p:pic>
                      <p:nvPicPr>
                        <p:cNvPr id="40991" name="Object 46">
                          <a:extLst>
                            <a:ext uri="{FF2B5EF4-FFF2-40B4-BE49-F238E27FC236}">
                              <a16:creationId xmlns:a16="http://schemas.microsoft.com/office/drawing/2014/main" id="{63D5AFD3-6FD9-42B3-88B5-6D983586607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08" y="3183"/>
                          <a:ext cx="15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992" name="Object 47">
              <a:extLst>
                <a:ext uri="{FF2B5EF4-FFF2-40B4-BE49-F238E27FC236}">
                  <a16:creationId xmlns:a16="http://schemas.microsoft.com/office/drawing/2014/main" id="{70727331-47A6-4973-BB14-C6A29427B916}"/>
                </a:ext>
              </a:extLst>
            </p:cNvPr>
            <p:cNvGraphicFramePr>
              <a:graphicFrameLocks noChangeAspect="1"/>
            </p:cNvGraphicFramePr>
            <p:nvPr/>
          </p:nvGraphicFramePr>
          <p:xfrm>
            <a:off x="4440" y="3183"/>
            <a:ext cx="154" cy="384"/>
          </p:xfrm>
          <a:graphic>
            <a:graphicData uri="http://schemas.openxmlformats.org/presentationml/2006/ole">
              <mc:AlternateContent xmlns:mc="http://schemas.openxmlformats.org/markup-compatibility/2006">
                <mc:Choice xmlns:v="urn:schemas-microsoft-com:vml" Requires="v">
                  <p:oleObj spid="_x0000_s56488" name="Equation" r:id="rId36" imgW="75960" imgH="190440" progId="Equation.3">
                    <p:embed/>
                  </p:oleObj>
                </mc:Choice>
                <mc:Fallback>
                  <p:oleObj name="Equation" r:id="rId36" imgW="75960" imgH="190440" progId="Equation.3">
                    <p:embed/>
                    <p:pic>
                      <p:nvPicPr>
                        <p:cNvPr id="40992" name="Object 47">
                          <a:extLst>
                            <a:ext uri="{FF2B5EF4-FFF2-40B4-BE49-F238E27FC236}">
                              <a16:creationId xmlns:a16="http://schemas.microsoft.com/office/drawing/2014/main" id="{70727331-47A6-4973-BB14-C6A29427B91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40" y="3183"/>
                          <a:ext cx="15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993" name="Object 48">
              <a:extLst>
                <a:ext uri="{FF2B5EF4-FFF2-40B4-BE49-F238E27FC236}">
                  <a16:creationId xmlns:a16="http://schemas.microsoft.com/office/drawing/2014/main" id="{9D5DD5F2-FC92-4CF4-AEB6-2EE715C8540F}"/>
                </a:ext>
              </a:extLst>
            </p:cNvPr>
            <p:cNvGraphicFramePr>
              <a:graphicFrameLocks noChangeAspect="1"/>
            </p:cNvGraphicFramePr>
            <p:nvPr/>
          </p:nvGraphicFramePr>
          <p:xfrm>
            <a:off x="3672" y="3183"/>
            <a:ext cx="154" cy="384"/>
          </p:xfrm>
          <a:graphic>
            <a:graphicData uri="http://schemas.openxmlformats.org/presentationml/2006/ole">
              <mc:AlternateContent xmlns:mc="http://schemas.openxmlformats.org/markup-compatibility/2006">
                <mc:Choice xmlns:v="urn:schemas-microsoft-com:vml" Requires="v">
                  <p:oleObj spid="_x0000_s56489" name="Equation" r:id="rId37" imgW="75960" imgH="190440" progId="Equation.3">
                    <p:embed/>
                  </p:oleObj>
                </mc:Choice>
                <mc:Fallback>
                  <p:oleObj name="Equation" r:id="rId37" imgW="75960" imgH="190440" progId="Equation.3">
                    <p:embed/>
                    <p:pic>
                      <p:nvPicPr>
                        <p:cNvPr id="40993" name="Object 48">
                          <a:extLst>
                            <a:ext uri="{FF2B5EF4-FFF2-40B4-BE49-F238E27FC236}">
                              <a16:creationId xmlns:a16="http://schemas.microsoft.com/office/drawing/2014/main" id="{9D5DD5F2-FC92-4CF4-AEB6-2EE715C8540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72" y="3183"/>
                          <a:ext cx="15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994" name="Object 49">
              <a:extLst>
                <a:ext uri="{FF2B5EF4-FFF2-40B4-BE49-F238E27FC236}">
                  <a16:creationId xmlns:a16="http://schemas.microsoft.com/office/drawing/2014/main" id="{76F16DE2-27A3-448F-BDC8-AD485581AA23}"/>
                </a:ext>
              </a:extLst>
            </p:cNvPr>
            <p:cNvGraphicFramePr>
              <a:graphicFrameLocks noChangeAspect="1"/>
            </p:cNvGraphicFramePr>
            <p:nvPr/>
          </p:nvGraphicFramePr>
          <p:xfrm>
            <a:off x="4968" y="3183"/>
            <a:ext cx="154" cy="384"/>
          </p:xfrm>
          <a:graphic>
            <a:graphicData uri="http://schemas.openxmlformats.org/presentationml/2006/ole">
              <mc:AlternateContent xmlns:mc="http://schemas.openxmlformats.org/markup-compatibility/2006">
                <mc:Choice xmlns:v="urn:schemas-microsoft-com:vml" Requires="v">
                  <p:oleObj spid="_x0000_s56490" name="Equation" r:id="rId38" imgW="75960" imgH="190440" progId="Equation.3">
                    <p:embed/>
                  </p:oleObj>
                </mc:Choice>
                <mc:Fallback>
                  <p:oleObj name="Equation" r:id="rId38" imgW="75960" imgH="190440" progId="Equation.3">
                    <p:embed/>
                    <p:pic>
                      <p:nvPicPr>
                        <p:cNvPr id="40994" name="Object 49">
                          <a:extLst>
                            <a:ext uri="{FF2B5EF4-FFF2-40B4-BE49-F238E27FC236}">
                              <a16:creationId xmlns:a16="http://schemas.microsoft.com/office/drawing/2014/main" id="{76F16DE2-27A3-448F-BDC8-AD485581AA2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68" y="3183"/>
                          <a:ext cx="15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012" name="Text Box 50">
              <a:extLst>
                <a:ext uri="{FF2B5EF4-FFF2-40B4-BE49-F238E27FC236}">
                  <a16:creationId xmlns:a16="http://schemas.microsoft.com/office/drawing/2014/main" id="{6976DFBE-2879-4D63-AF58-A7A27EF4658C}"/>
                </a:ext>
              </a:extLst>
            </p:cNvPr>
            <p:cNvSpPr txBox="1">
              <a:spLocks noChangeArrowheads="1"/>
            </p:cNvSpPr>
            <p:nvPr/>
          </p:nvSpPr>
          <p:spPr bwMode="auto">
            <a:xfrm>
              <a:off x="2510" y="3583"/>
              <a:ext cx="61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a:latin typeface="Times New Roman" panose="02020603050405020304" pitchFamily="18" charset="0"/>
                </a:rPr>
                <a:t>      a</a:t>
              </a:r>
              <a:r>
                <a:rPr kumimoji="1" lang="en-US" altLang="zh-CN" sz="2400" baseline="-25000">
                  <a:latin typeface="Times New Roman" panose="02020603050405020304" pitchFamily="18" charset="0"/>
                </a:rPr>
                <a:t>n1</a:t>
              </a:r>
              <a:endParaRPr kumimoji="1" lang="en-US" altLang="zh-CN" sz="2400">
                <a:latin typeface="Times New Roman" panose="02020603050405020304" pitchFamily="18" charset="0"/>
              </a:endParaRPr>
            </a:p>
          </p:txBody>
        </p:sp>
        <p:sp>
          <p:nvSpPr>
            <p:cNvPr id="41013" name="Text Box 51">
              <a:extLst>
                <a:ext uri="{FF2B5EF4-FFF2-40B4-BE49-F238E27FC236}">
                  <a16:creationId xmlns:a16="http://schemas.microsoft.com/office/drawing/2014/main" id="{5D8A5503-FA12-4A19-92D9-00F0020E89B2}"/>
                </a:ext>
              </a:extLst>
            </p:cNvPr>
            <p:cNvSpPr txBox="1">
              <a:spLocks noChangeArrowheads="1"/>
            </p:cNvSpPr>
            <p:nvPr/>
          </p:nvSpPr>
          <p:spPr bwMode="auto">
            <a:xfrm>
              <a:off x="2990" y="3583"/>
              <a:ext cx="95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a:latin typeface="Times New Roman" panose="02020603050405020304" pitchFamily="18" charset="0"/>
                </a:rPr>
                <a:t>             a</a:t>
              </a:r>
              <a:r>
                <a:rPr kumimoji="1" lang="en-US" altLang="zh-CN" sz="2400" baseline="-25000">
                  <a:latin typeface="Times New Roman" panose="02020603050405020304" pitchFamily="18" charset="0"/>
                </a:rPr>
                <a:t>n2</a:t>
              </a:r>
              <a:endParaRPr kumimoji="1" lang="en-US" altLang="zh-CN" sz="2400">
                <a:latin typeface="Times New Roman" panose="02020603050405020304" pitchFamily="18" charset="0"/>
              </a:endParaRPr>
            </a:p>
          </p:txBody>
        </p:sp>
        <p:graphicFrame>
          <p:nvGraphicFramePr>
            <p:cNvPr id="40995" name="Object 52">
              <a:extLst>
                <a:ext uri="{FF2B5EF4-FFF2-40B4-BE49-F238E27FC236}">
                  <a16:creationId xmlns:a16="http://schemas.microsoft.com/office/drawing/2014/main" id="{06BFFD72-7AB8-4F4A-AE55-2196DAE3AFED}"/>
                </a:ext>
              </a:extLst>
            </p:cNvPr>
            <p:cNvGraphicFramePr>
              <a:graphicFrameLocks noChangeAspect="1"/>
            </p:cNvGraphicFramePr>
            <p:nvPr/>
          </p:nvGraphicFramePr>
          <p:xfrm>
            <a:off x="4440" y="3663"/>
            <a:ext cx="336" cy="168"/>
          </p:xfrm>
          <a:graphic>
            <a:graphicData uri="http://schemas.openxmlformats.org/presentationml/2006/ole">
              <mc:AlternateContent xmlns:mc="http://schemas.openxmlformats.org/markup-compatibility/2006">
                <mc:Choice xmlns:v="urn:schemas-microsoft-com:vml" Requires="v">
                  <p:oleObj spid="_x0000_s56491" name="Equation" r:id="rId39" imgW="177480" imgH="88560" progId="Equation.3">
                    <p:embed/>
                  </p:oleObj>
                </mc:Choice>
                <mc:Fallback>
                  <p:oleObj name="Equation" r:id="rId39" imgW="177480" imgH="88560" progId="Equation.3">
                    <p:embed/>
                    <p:pic>
                      <p:nvPicPr>
                        <p:cNvPr id="40995" name="Object 52">
                          <a:extLst>
                            <a:ext uri="{FF2B5EF4-FFF2-40B4-BE49-F238E27FC236}">
                              <a16:creationId xmlns:a16="http://schemas.microsoft.com/office/drawing/2014/main" id="{06BFFD72-7AB8-4F4A-AE55-2196DAE3AFE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40" y="3663"/>
                          <a:ext cx="336" cy="1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014" name="Text Box 53">
              <a:extLst>
                <a:ext uri="{FF2B5EF4-FFF2-40B4-BE49-F238E27FC236}">
                  <a16:creationId xmlns:a16="http://schemas.microsoft.com/office/drawing/2014/main" id="{2DE2C6A3-5123-4D66-8127-C4C3DBEB00B1}"/>
                </a:ext>
              </a:extLst>
            </p:cNvPr>
            <p:cNvSpPr txBox="1">
              <a:spLocks noChangeArrowheads="1"/>
            </p:cNvSpPr>
            <p:nvPr/>
          </p:nvSpPr>
          <p:spPr bwMode="auto">
            <a:xfrm>
              <a:off x="3768" y="3557"/>
              <a:ext cx="157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a:latin typeface="Times New Roman" panose="02020603050405020304" pitchFamily="18" charset="0"/>
                </a:rPr>
                <a:t>                          a</a:t>
              </a:r>
              <a:r>
                <a:rPr kumimoji="1" lang="en-US" altLang="zh-CN" sz="2400" baseline="-25000">
                  <a:latin typeface="Times New Roman" panose="02020603050405020304" pitchFamily="18" charset="0"/>
                </a:rPr>
                <a:t>nn</a:t>
              </a:r>
              <a:endParaRPr kumimoji="1" lang="en-US" altLang="zh-CN" sz="2400">
                <a:latin typeface="Times New Roman" panose="02020603050405020304" pitchFamily="18" charset="0"/>
              </a:endParaRP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2468"/>
                                        </p:tgtEl>
                                        <p:attrNameLst>
                                          <p:attrName>style.visibility</p:attrName>
                                        </p:attrNameLst>
                                      </p:cBhvr>
                                      <p:to>
                                        <p:strVal val="visible"/>
                                      </p:to>
                                    </p:set>
                                    <p:animEffect transition="in" filter="wipe(left)">
                                      <p:cBhvr>
                                        <p:cTn id="7" dur="500"/>
                                        <p:tgtEl>
                                          <p:spTgt spid="6246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8"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日期占位符 1">
            <a:extLst>
              <a:ext uri="{FF2B5EF4-FFF2-40B4-BE49-F238E27FC236}">
                <a16:creationId xmlns:a16="http://schemas.microsoft.com/office/drawing/2014/main" id="{CB27B45B-F7D5-4329-A4A3-5D6DDD3BC239}"/>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517DC54-B8B9-4211-8DBA-E07678CC7886}" type="datetime1">
              <a:rPr lang="zh-CN" altLang="en-US" smtClean="0"/>
              <a:pPr eaLnBrk="1" hangingPunct="1"/>
              <a:t>2025/2/28</a:t>
            </a:fld>
            <a:endParaRPr lang="en-US" altLang="zh-CN"/>
          </a:p>
        </p:txBody>
      </p:sp>
      <p:sp>
        <p:nvSpPr>
          <p:cNvPr id="41988" name="页脚占位符 2">
            <a:extLst>
              <a:ext uri="{FF2B5EF4-FFF2-40B4-BE49-F238E27FC236}">
                <a16:creationId xmlns:a16="http://schemas.microsoft.com/office/drawing/2014/main" id="{B889A629-5F69-4F7F-AD16-F000E683AE9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(共20页)</a:t>
            </a:r>
          </a:p>
        </p:txBody>
      </p:sp>
      <p:sp>
        <p:nvSpPr>
          <p:cNvPr id="41989" name="灯片编号占位符 3">
            <a:extLst>
              <a:ext uri="{FF2B5EF4-FFF2-40B4-BE49-F238E27FC236}">
                <a16:creationId xmlns:a16="http://schemas.microsoft.com/office/drawing/2014/main" id="{8AB83884-81DD-4C4E-8F48-E8279F91B28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197528F-F3ED-4CAB-A9E1-74DF383D3175}" type="slidenum">
              <a:rPr lang="en-US" altLang="zh-CN"/>
              <a:pPr eaLnBrk="1" hangingPunct="1"/>
              <a:t>58</a:t>
            </a:fld>
            <a:endParaRPr lang="en-US" altLang="zh-CN"/>
          </a:p>
        </p:txBody>
      </p:sp>
      <p:sp>
        <p:nvSpPr>
          <p:cNvPr id="43012" name="Text Box 4">
            <a:extLst>
              <a:ext uri="{FF2B5EF4-FFF2-40B4-BE49-F238E27FC236}">
                <a16:creationId xmlns:a16="http://schemas.microsoft.com/office/drawing/2014/main" id="{A5330BC6-2834-4294-A436-36A26EDA7364}"/>
              </a:ext>
            </a:extLst>
          </p:cNvPr>
          <p:cNvSpPr txBox="1">
            <a:spLocks noChangeArrowheads="1"/>
          </p:cNvSpPr>
          <p:nvPr/>
        </p:nvSpPr>
        <p:spPr bwMode="auto">
          <a:xfrm>
            <a:off x="684213" y="1808163"/>
            <a:ext cx="7920037" cy="265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Char char="Ø"/>
            </a:pPr>
            <a:r>
              <a:rPr kumimoji="1" lang="zh-CN" altLang="en-US" sz="2800" b="1" dirty="0">
                <a:solidFill>
                  <a:srgbClr val="CC0000"/>
                </a:solidFill>
                <a:latin typeface="楷体_GB2312" pitchFamily="49" charset="-122"/>
                <a:ea typeface="楷体_GB2312" pitchFamily="49" charset="-122"/>
              </a:rPr>
              <a:t>性质</a:t>
            </a:r>
            <a:r>
              <a:rPr kumimoji="1" lang="en-US" altLang="zh-CN" sz="2800" b="1" dirty="0">
                <a:solidFill>
                  <a:srgbClr val="CC0000"/>
                </a:solidFill>
                <a:latin typeface="楷体_GB2312" pitchFamily="49" charset="-122"/>
                <a:ea typeface="楷体_GB2312" pitchFamily="49" charset="-122"/>
              </a:rPr>
              <a:t>7</a:t>
            </a:r>
            <a:r>
              <a:rPr kumimoji="1" lang="en-US" altLang="zh-CN" sz="2800" b="1" dirty="0">
                <a:latin typeface="楷体_GB2312" pitchFamily="49" charset="-122"/>
                <a:ea typeface="楷体_GB2312" pitchFamily="49" charset="-122"/>
              </a:rPr>
              <a:t>  </a:t>
            </a:r>
            <a:r>
              <a:rPr kumimoji="1" lang="zh-CN" altLang="en-US" sz="2800" b="1" dirty="0">
                <a:latin typeface="楷体_GB2312" pitchFamily="49" charset="-122"/>
                <a:ea typeface="楷体_GB2312" pitchFamily="49" charset="-122"/>
              </a:rPr>
              <a:t>设</a:t>
            </a:r>
            <a:r>
              <a:rPr kumimoji="1" lang="en-US" altLang="zh-CN" sz="2800" b="1" dirty="0">
                <a:latin typeface="楷体_GB2312" pitchFamily="49" charset="-122"/>
                <a:ea typeface="楷体_GB2312" pitchFamily="49" charset="-122"/>
              </a:rPr>
              <a:t>A,B</a:t>
            </a:r>
            <a:r>
              <a:rPr kumimoji="1" lang="zh-CN" altLang="en-US" sz="2800" b="1" dirty="0">
                <a:latin typeface="楷体_GB2312" pitchFamily="49" charset="-122"/>
                <a:ea typeface="楷体_GB2312" pitchFamily="49" charset="-122"/>
              </a:rPr>
              <a:t>为</a:t>
            </a:r>
            <a:r>
              <a:rPr kumimoji="1" lang="en-US" altLang="zh-CN" sz="2800" b="1" dirty="0">
                <a:latin typeface="楷体_GB2312" pitchFamily="49" charset="-122"/>
                <a:ea typeface="楷体_GB2312" pitchFamily="49" charset="-122"/>
              </a:rPr>
              <a:t>n</a:t>
            </a:r>
            <a:r>
              <a:rPr kumimoji="1" lang="zh-CN" altLang="en-US" sz="2800" b="1" dirty="0">
                <a:latin typeface="楷体_GB2312" pitchFamily="49" charset="-122"/>
                <a:ea typeface="楷体_GB2312" pitchFamily="49" charset="-122"/>
              </a:rPr>
              <a:t>阶方阵</a:t>
            </a:r>
            <a:r>
              <a:rPr kumimoji="1" lang="en-US" altLang="zh-CN" sz="2800" b="1" dirty="0">
                <a:latin typeface="楷体_GB2312" pitchFamily="49" charset="-122"/>
                <a:ea typeface="楷体_GB2312" pitchFamily="49" charset="-122"/>
              </a:rPr>
              <a:t>,</a:t>
            </a:r>
            <a:r>
              <a:rPr kumimoji="1" lang="zh-CN" altLang="en-US" sz="2800" b="1" dirty="0">
                <a:latin typeface="楷体_GB2312" pitchFamily="49" charset="-122"/>
                <a:ea typeface="楷体_GB2312" pitchFamily="49" charset="-122"/>
              </a:rPr>
              <a:t>则有</a:t>
            </a:r>
            <a:r>
              <a:rPr kumimoji="1" lang="en-US" altLang="zh-CN" sz="2800" b="1" dirty="0">
                <a:latin typeface="楷体_GB2312" pitchFamily="49" charset="-122"/>
                <a:ea typeface="楷体_GB2312" pitchFamily="49" charset="-122"/>
              </a:rPr>
              <a:t>:</a:t>
            </a:r>
          </a:p>
          <a:p>
            <a:pPr eaLnBrk="1" hangingPunct="1">
              <a:buFont typeface="Wingdings" panose="05000000000000000000" pitchFamily="2" charset="2"/>
              <a:buNone/>
            </a:pPr>
            <a:endParaRPr kumimoji="1" lang="en-US" altLang="zh-CN" sz="2800" b="1" dirty="0">
              <a:latin typeface="楷体_GB2312" pitchFamily="49" charset="-122"/>
              <a:ea typeface="楷体_GB2312" pitchFamily="49" charset="-122"/>
            </a:endParaRPr>
          </a:p>
          <a:p>
            <a:pPr algn="ctr" eaLnBrk="1" hangingPunct="1"/>
            <a:r>
              <a:rPr kumimoji="1" lang="en-US" altLang="zh-CN" sz="2800" b="1" dirty="0">
                <a:latin typeface="楷体_GB2312" pitchFamily="49" charset="-122"/>
                <a:ea typeface="楷体_GB2312" pitchFamily="49" charset="-122"/>
              </a:rPr>
              <a:t>             </a:t>
            </a:r>
            <a:r>
              <a:rPr kumimoji="1" lang="en-US" altLang="zh-CN" sz="2800" b="1" dirty="0">
                <a:solidFill>
                  <a:srgbClr val="CC0000"/>
                </a:solidFill>
                <a:latin typeface="楷体_GB2312" pitchFamily="49" charset="-122"/>
                <a:ea typeface="楷体_GB2312" pitchFamily="49" charset="-122"/>
              </a:rPr>
              <a:t>|AB|=|A||B|   (</a:t>
            </a:r>
            <a:r>
              <a:rPr kumimoji="1" lang="zh-CN" altLang="en-US" sz="2800" b="1" dirty="0">
                <a:solidFill>
                  <a:srgbClr val="CC0000"/>
                </a:solidFill>
                <a:latin typeface="楷体_GB2312" pitchFamily="49" charset="-122"/>
                <a:ea typeface="楷体_GB2312" pitchFamily="49" charset="-122"/>
              </a:rPr>
              <a:t>乘法定理</a:t>
            </a:r>
            <a:r>
              <a:rPr kumimoji="1" lang="en-US" altLang="zh-CN" sz="2800" b="1" dirty="0">
                <a:solidFill>
                  <a:srgbClr val="CC0000"/>
                </a:solidFill>
                <a:latin typeface="楷体_GB2312" pitchFamily="49" charset="-122"/>
                <a:ea typeface="楷体_GB2312" pitchFamily="49" charset="-122"/>
              </a:rPr>
              <a:t>)</a:t>
            </a:r>
          </a:p>
          <a:p>
            <a:pPr eaLnBrk="1" hangingPunct="1"/>
            <a:endParaRPr kumimoji="1" lang="en-US" altLang="zh-CN" sz="2800" b="1" dirty="0">
              <a:latin typeface="楷体_GB2312" pitchFamily="49" charset="-122"/>
              <a:ea typeface="楷体_GB2312" pitchFamily="49" charset="-122"/>
            </a:endParaRPr>
          </a:p>
          <a:p>
            <a:pPr eaLnBrk="1" hangingPunct="1"/>
            <a:r>
              <a:rPr kumimoji="1" lang="zh-CN" altLang="en-US" sz="2800" b="1" dirty="0">
                <a:latin typeface="楷体_GB2312" pitchFamily="49" charset="-122"/>
                <a:ea typeface="楷体_GB2312" pitchFamily="49" charset="-122"/>
              </a:rPr>
              <a:t>行列式的乘法定理可以推广到有限个方阵相乘的情形</a:t>
            </a:r>
            <a:r>
              <a:rPr kumimoji="1" lang="en-US" altLang="zh-CN" sz="2800" b="1" dirty="0">
                <a:latin typeface="楷体_GB2312" pitchFamily="49" charset="-122"/>
                <a:ea typeface="楷体_GB2312" pitchFamily="49" charset="-122"/>
              </a:rPr>
              <a:t>,</a:t>
            </a:r>
            <a:r>
              <a:rPr kumimoji="1" lang="zh-CN" altLang="en-US" sz="2800" b="1" dirty="0">
                <a:latin typeface="楷体_GB2312" pitchFamily="49" charset="-122"/>
                <a:ea typeface="楷体_GB2312" pitchFamily="49" charset="-122"/>
              </a:rPr>
              <a:t>即</a:t>
            </a:r>
            <a:r>
              <a:rPr kumimoji="1" lang="en-US" altLang="zh-CN" sz="2800" b="1" dirty="0">
                <a:latin typeface="楷体_GB2312" pitchFamily="49" charset="-122"/>
                <a:ea typeface="楷体_GB2312" pitchFamily="49" charset="-122"/>
              </a:rPr>
              <a:t>:</a:t>
            </a:r>
            <a:endParaRPr kumimoji="1" lang="en-US" altLang="zh-CN" sz="2400" b="1" dirty="0">
              <a:latin typeface="楷体_GB2312" pitchFamily="49" charset="-122"/>
              <a:ea typeface="楷体_GB2312" pitchFamily="49" charset="-122"/>
            </a:endParaRPr>
          </a:p>
        </p:txBody>
      </p:sp>
      <p:graphicFrame>
        <p:nvGraphicFramePr>
          <p:cNvPr id="43013" name="Object 5">
            <a:extLst>
              <a:ext uri="{FF2B5EF4-FFF2-40B4-BE49-F238E27FC236}">
                <a16:creationId xmlns:a16="http://schemas.microsoft.com/office/drawing/2014/main" id="{14C6AD74-DA15-4567-A2BB-E497D2E7496C}"/>
              </a:ext>
            </a:extLst>
          </p:cNvPr>
          <p:cNvGraphicFramePr>
            <a:graphicFrameLocks noChangeAspect="1"/>
          </p:cNvGraphicFramePr>
          <p:nvPr/>
        </p:nvGraphicFramePr>
        <p:xfrm>
          <a:off x="1773238" y="4724400"/>
          <a:ext cx="4949825" cy="633413"/>
        </p:xfrm>
        <a:graphic>
          <a:graphicData uri="http://schemas.openxmlformats.org/presentationml/2006/ole">
            <mc:AlternateContent xmlns:mc="http://schemas.openxmlformats.org/markup-compatibility/2006">
              <mc:Choice xmlns:v="urn:schemas-microsoft-com:vml" Requires="v">
                <p:oleObj spid="_x0000_s57350" name="Equation" r:id="rId3" imgW="1587240" imgH="203040" progId="Equation.DSMT4">
                  <p:embed/>
                </p:oleObj>
              </mc:Choice>
              <mc:Fallback>
                <p:oleObj name="Equation" r:id="rId3" imgW="1587240" imgH="203040" progId="Equation.DSMT4">
                  <p:embed/>
                  <p:pic>
                    <p:nvPicPr>
                      <p:cNvPr id="43013" name="Object 5">
                        <a:extLst>
                          <a:ext uri="{FF2B5EF4-FFF2-40B4-BE49-F238E27FC236}">
                            <a16:creationId xmlns:a16="http://schemas.microsoft.com/office/drawing/2014/main" id="{14C6AD74-DA15-4567-A2BB-E497D2E7496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73238" y="4724400"/>
                        <a:ext cx="4949825" cy="633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3012"/>
                                        </p:tgtEl>
                                        <p:attrNameLst>
                                          <p:attrName>style.visibility</p:attrName>
                                        </p:attrNameLst>
                                      </p:cBhvr>
                                      <p:to>
                                        <p:strVal val="visible"/>
                                      </p:to>
                                    </p:set>
                                    <p:animEffect transition="in" filter="wipe(left)">
                                      <p:cBhvr>
                                        <p:cTn id="7" dur="500"/>
                                        <p:tgtEl>
                                          <p:spTgt spid="43012"/>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43013"/>
                                        </p:tgtEl>
                                        <p:attrNameLst>
                                          <p:attrName>style.visibility</p:attrName>
                                        </p:attrNameLst>
                                      </p:cBhvr>
                                      <p:to>
                                        <p:strVal val="visible"/>
                                      </p:to>
                                    </p:set>
                                    <p:animEffect transition="in" filter="wipe(left)">
                                      <p:cBhvr>
                                        <p:cTn id="11" dur="500"/>
                                        <p:tgtEl>
                                          <p:spTgt spid="430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2"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60648"/>
            <a:ext cx="8229600" cy="1143000"/>
          </a:xfrm>
        </p:spPr>
        <p:txBody>
          <a:bodyPr>
            <a:normAutofit/>
          </a:bodyPr>
          <a:lstStyle/>
          <a:p>
            <a:pPr algn="l"/>
            <a:r>
              <a:rPr lang="zh-CN" altLang="en-US" sz="3600"/>
              <a:t>七、行列式的计算</a:t>
            </a:r>
          </a:p>
        </p:txBody>
      </p:sp>
      <p:sp>
        <p:nvSpPr>
          <p:cNvPr id="3" name="内容占位符 2"/>
          <p:cNvSpPr>
            <a:spLocks noGrp="1"/>
          </p:cNvSpPr>
          <p:nvPr>
            <p:ph idx="1"/>
          </p:nvPr>
        </p:nvSpPr>
        <p:spPr>
          <a:xfrm>
            <a:off x="457200" y="1340768"/>
            <a:ext cx="8229600" cy="720080"/>
          </a:xfrm>
        </p:spPr>
        <p:txBody>
          <a:bodyPr>
            <a:normAutofit/>
          </a:bodyPr>
          <a:lstStyle/>
          <a:p>
            <a:pPr marL="0" indent="0">
              <a:lnSpc>
                <a:spcPct val="150000"/>
              </a:lnSpc>
              <a:buNone/>
            </a:pPr>
            <a:r>
              <a:rPr lang="zh-CN" altLang="en-US" sz="2400" b="1">
                <a:solidFill>
                  <a:srgbClr val="FF0000"/>
                </a:solidFill>
              </a:rPr>
              <a:t>结论：三角行列式的值等于主对角线上所有元素的乘积</a:t>
            </a:r>
            <a:r>
              <a:rPr lang="en-US" altLang="zh-CN" sz="2400" b="1">
                <a:solidFill>
                  <a:srgbClr val="FF0000"/>
                </a:solidFill>
              </a:rPr>
              <a:t>.</a:t>
            </a:r>
            <a:endParaRPr lang="zh-CN" altLang="en-US" sz="2400">
              <a:solidFill>
                <a:srgbClr val="FF0000"/>
              </a:solidFill>
            </a:endParaRPr>
          </a:p>
        </p:txBody>
      </p:sp>
      <p:sp>
        <p:nvSpPr>
          <p:cNvPr id="5" name="内容占位符 2"/>
          <p:cNvSpPr txBox="1"/>
          <p:nvPr/>
        </p:nvSpPr>
        <p:spPr>
          <a:xfrm>
            <a:off x="467544" y="2348880"/>
            <a:ext cx="8229600" cy="4032448"/>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zh-CN" altLang="en-US" sz="2400" b="1" dirty="0">
                <a:solidFill>
                  <a:srgbClr val="FF0000"/>
                </a:solidFill>
              </a:rPr>
              <a:t>行列式的通用计算思路：</a:t>
            </a:r>
            <a:endParaRPr lang="en-US" altLang="zh-CN" sz="2400" b="1" dirty="0">
              <a:solidFill>
                <a:srgbClr val="FF0000"/>
              </a:solidFill>
            </a:endParaRPr>
          </a:p>
          <a:p>
            <a:pPr marL="0" indent="0">
              <a:lnSpc>
                <a:spcPct val="150000"/>
              </a:lnSpc>
              <a:buFont typeface="Arial" panose="020B0604020202020204" pitchFamily="34" charset="0"/>
              <a:buNone/>
            </a:pPr>
            <a:r>
              <a:rPr lang="zh-CN" altLang="en-US" sz="2400" b="1" dirty="0">
                <a:solidFill>
                  <a:srgbClr val="FF0000"/>
                </a:solidFill>
              </a:rPr>
              <a:t>利用初等变换，先把第一列化为上三角行列式的第一列，再把第二列化为上三角行列式的第二列，</a:t>
            </a:r>
            <a:r>
              <a:rPr lang="en-US" altLang="zh-CN" sz="2400" b="1" dirty="0">
                <a:solidFill>
                  <a:srgbClr val="FF0000"/>
                </a:solidFill>
              </a:rPr>
              <a:t>...</a:t>
            </a:r>
            <a:r>
              <a:rPr lang="zh-CN" altLang="en-US" sz="2400" b="1" dirty="0">
                <a:solidFill>
                  <a:srgbClr val="FF0000"/>
                </a:solidFill>
              </a:rPr>
              <a:t>；</a:t>
            </a:r>
            <a:endParaRPr lang="en-US" altLang="zh-CN" sz="2400" b="1" dirty="0">
              <a:solidFill>
                <a:srgbClr val="FF0000"/>
              </a:solidFill>
            </a:endParaRPr>
          </a:p>
          <a:p>
            <a:pPr marL="0" indent="0">
              <a:lnSpc>
                <a:spcPct val="150000"/>
              </a:lnSpc>
              <a:buFont typeface="Arial" panose="020B0604020202020204" pitchFamily="34" charset="0"/>
              <a:buNone/>
            </a:pPr>
            <a:r>
              <a:rPr lang="zh-CN" altLang="en-US" sz="2400" b="1" dirty="0">
                <a:solidFill>
                  <a:srgbClr val="FF0000"/>
                </a:solidFill>
              </a:rPr>
              <a:t>在化每一列时，先把该列中主对角线上的元素化为它下方所有元素的公因子，再用性质</a:t>
            </a:r>
            <a:r>
              <a:rPr lang="en-US" altLang="zh-CN" sz="2400" b="1" dirty="0">
                <a:solidFill>
                  <a:srgbClr val="FF0000"/>
                </a:solidFill>
              </a:rPr>
              <a:t>2.10.5</a:t>
            </a:r>
            <a:r>
              <a:rPr lang="zh-CN" altLang="en-US" sz="2400" b="1" dirty="0">
                <a:solidFill>
                  <a:srgbClr val="FF0000"/>
                </a:solidFill>
              </a:rPr>
              <a:t>把它下方的所有元素化为零</a:t>
            </a:r>
            <a:r>
              <a:rPr lang="en-US" altLang="zh-CN" sz="2400" b="1" dirty="0">
                <a:solidFill>
                  <a:srgbClr val="FF0000"/>
                </a:solidFill>
              </a:rPr>
              <a:t>.</a:t>
            </a:r>
          </a:p>
        </p:txBody>
      </p:sp>
      <p:sp>
        <p:nvSpPr>
          <p:cNvPr id="6" name="直角三角形 5"/>
          <p:cNvSpPr/>
          <p:nvPr/>
        </p:nvSpPr>
        <p:spPr>
          <a:xfrm>
            <a:off x="0" y="5873377"/>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7" name="直角三角形 6"/>
          <p:cNvSpPr/>
          <p:nvPr/>
        </p:nvSpPr>
        <p:spPr>
          <a:xfrm rot="16200000">
            <a:off x="8130760" y="5832084"/>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Tree>
  </p:cSld>
  <p:clrMapOvr>
    <a:masterClrMapping/>
  </p:clrMapOvr>
  <p:transition>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内容占位符 2"/>
          <p:cNvSpPr txBox="1"/>
          <p:nvPr/>
        </p:nvSpPr>
        <p:spPr>
          <a:xfrm>
            <a:off x="179512" y="690066"/>
            <a:ext cx="8229600" cy="1656184"/>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zh-CN" altLang="en-US" sz="2400" b="1"/>
              <a:t>例</a:t>
            </a:r>
            <a:r>
              <a:rPr lang="en-US" altLang="zh-CN" sz="2400" b="1"/>
              <a:t>4</a:t>
            </a:r>
            <a:r>
              <a:rPr lang="en-US" altLang="zh-CN" sz="2400"/>
              <a:t>   </a:t>
            </a:r>
            <a:r>
              <a:rPr lang="zh-CN" altLang="en-US" sz="2400"/>
              <a:t>计算行列式                         </a:t>
            </a:r>
            <a:r>
              <a:rPr lang="en-US" altLang="zh-CN" sz="2400"/>
              <a:t>.</a:t>
            </a:r>
            <a:endParaRPr lang="zh-CN" altLang="en-US" sz="2400"/>
          </a:p>
        </p:txBody>
      </p:sp>
      <p:sp>
        <p:nvSpPr>
          <p:cNvPr id="16" name="内容占位符 2"/>
          <p:cNvSpPr txBox="1"/>
          <p:nvPr/>
        </p:nvSpPr>
        <p:spPr>
          <a:xfrm>
            <a:off x="200200" y="2704528"/>
            <a:ext cx="648072" cy="53265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zh-CN" altLang="en-US" sz="2400" b="1"/>
              <a:t>解</a:t>
            </a:r>
          </a:p>
        </p:txBody>
      </p:sp>
      <p:graphicFrame>
        <p:nvGraphicFramePr>
          <p:cNvPr id="10" name="对象 9"/>
          <p:cNvGraphicFramePr>
            <a:graphicFrameLocks noChangeAspect="1"/>
          </p:cNvGraphicFramePr>
          <p:nvPr/>
        </p:nvGraphicFramePr>
        <p:xfrm>
          <a:off x="2625701" y="183380"/>
          <a:ext cx="2759075" cy="1874838"/>
        </p:xfrm>
        <a:graphic>
          <a:graphicData uri="http://schemas.openxmlformats.org/presentationml/2006/ole">
            <mc:AlternateContent xmlns:mc="http://schemas.openxmlformats.org/markup-compatibility/2006">
              <mc:Choice xmlns:v="urn:schemas-microsoft-com:vml" Requires="v">
                <p:oleObj spid="_x0000_s58402" name="Equation" r:id="rId3" imgW="32308800" imgH="21945600" progId="Equation.DSMT4">
                  <p:embed/>
                </p:oleObj>
              </mc:Choice>
              <mc:Fallback>
                <p:oleObj name="Equation" r:id="rId3" imgW="32308800" imgH="21945600" progId="Equation.DSMT4">
                  <p:embed/>
                  <p:pic>
                    <p:nvPicPr>
                      <p:cNvPr id="0" name="图片 10429"/>
                      <p:cNvPicPr>
                        <a:picLocks noChangeAspect="1" noChangeArrowheads="1"/>
                      </p:cNvPicPr>
                      <p:nvPr/>
                    </p:nvPicPr>
                    <p:blipFill>
                      <a:blip r:embed="rId4"/>
                      <a:srcRect/>
                      <a:stretch>
                        <a:fillRect/>
                      </a:stretch>
                    </p:blipFill>
                    <p:spPr bwMode="auto">
                      <a:xfrm>
                        <a:off x="2625701" y="183380"/>
                        <a:ext cx="2759075" cy="1874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 name="对象 2"/>
          <p:cNvGraphicFramePr>
            <a:graphicFrameLocks noChangeAspect="1"/>
          </p:cNvGraphicFramePr>
          <p:nvPr/>
        </p:nvGraphicFramePr>
        <p:xfrm>
          <a:off x="920280" y="2058218"/>
          <a:ext cx="2759075" cy="1874838"/>
        </p:xfrm>
        <a:graphic>
          <a:graphicData uri="http://schemas.openxmlformats.org/presentationml/2006/ole">
            <mc:AlternateContent xmlns:mc="http://schemas.openxmlformats.org/markup-compatibility/2006">
              <mc:Choice xmlns:v="urn:schemas-microsoft-com:vml" Requires="v">
                <p:oleObj spid="_x0000_s58403" name="Equation" r:id="rId5" imgW="1346200" imgH="914400" progId="Equation.DSMT4">
                  <p:embed/>
                </p:oleObj>
              </mc:Choice>
              <mc:Fallback>
                <p:oleObj name="Equation" r:id="rId5" imgW="1346200" imgH="914400" progId="Equation.DSMT4">
                  <p:embed/>
                  <p:pic>
                    <p:nvPicPr>
                      <p:cNvPr id="0" name="对象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20280" y="2058218"/>
                        <a:ext cx="2759075" cy="1874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对象 3"/>
          <p:cNvGraphicFramePr>
            <a:graphicFrameLocks noChangeAspect="1"/>
          </p:cNvGraphicFramePr>
          <p:nvPr/>
        </p:nvGraphicFramePr>
        <p:xfrm>
          <a:off x="3621559" y="2033588"/>
          <a:ext cx="2627313" cy="1874837"/>
        </p:xfrm>
        <a:graphic>
          <a:graphicData uri="http://schemas.openxmlformats.org/presentationml/2006/ole">
            <mc:AlternateContent xmlns:mc="http://schemas.openxmlformats.org/markup-compatibility/2006">
              <mc:Choice xmlns:v="urn:schemas-microsoft-com:vml" Requires="v">
                <p:oleObj spid="_x0000_s58404" name="Equation" r:id="rId7" imgW="30784800" imgH="21945600" progId="Equation.DSMT4">
                  <p:embed/>
                </p:oleObj>
              </mc:Choice>
              <mc:Fallback>
                <p:oleObj name="Equation" r:id="rId7" imgW="30784800" imgH="21945600" progId="Equation.DSMT4">
                  <p:embed/>
                  <p:pic>
                    <p:nvPicPr>
                      <p:cNvPr id="0" name="对象 2"/>
                      <p:cNvPicPr>
                        <a:picLocks noChangeAspect="1" noChangeArrowheads="1"/>
                      </p:cNvPicPr>
                      <p:nvPr/>
                    </p:nvPicPr>
                    <p:blipFill>
                      <a:blip r:embed="rId8"/>
                      <a:srcRect/>
                      <a:stretch>
                        <a:fillRect/>
                      </a:stretch>
                    </p:blipFill>
                    <p:spPr bwMode="auto">
                      <a:xfrm>
                        <a:off x="3621559" y="2033588"/>
                        <a:ext cx="2627313" cy="1874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对象 4"/>
          <p:cNvGraphicFramePr>
            <a:graphicFrameLocks noChangeAspect="1"/>
          </p:cNvGraphicFramePr>
          <p:nvPr/>
        </p:nvGraphicFramePr>
        <p:xfrm>
          <a:off x="6176864" y="2060575"/>
          <a:ext cx="2887662" cy="1874838"/>
        </p:xfrm>
        <a:graphic>
          <a:graphicData uri="http://schemas.openxmlformats.org/presentationml/2006/ole">
            <mc:AlternateContent xmlns:mc="http://schemas.openxmlformats.org/markup-compatibility/2006">
              <mc:Choice xmlns:v="urn:schemas-microsoft-com:vml" Requires="v">
                <p:oleObj spid="_x0000_s58405" name="Equation" r:id="rId9" imgW="33832800" imgH="21945600" progId="Equation.DSMT4">
                  <p:embed/>
                </p:oleObj>
              </mc:Choice>
              <mc:Fallback>
                <p:oleObj name="Equation" r:id="rId9" imgW="33832800" imgH="21945600" progId="Equation.DSMT4">
                  <p:embed/>
                  <p:pic>
                    <p:nvPicPr>
                      <p:cNvPr id="0" name="对象 3"/>
                      <p:cNvPicPr>
                        <a:picLocks noChangeAspect="1" noChangeArrowheads="1"/>
                      </p:cNvPicPr>
                      <p:nvPr/>
                    </p:nvPicPr>
                    <p:blipFill>
                      <a:blip r:embed="rId10"/>
                      <a:srcRect/>
                      <a:stretch>
                        <a:fillRect/>
                      </a:stretch>
                    </p:blipFill>
                    <p:spPr bwMode="auto">
                      <a:xfrm>
                        <a:off x="6176864" y="2060575"/>
                        <a:ext cx="2887662" cy="1874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对象 5"/>
          <p:cNvGraphicFramePr>
            <a:graphicFrameLocks noChangeAspect="1"/>
          </p:cNvGraphicFramePr>
          <p:nvPr/>
        </p:nvGraphicFramePr>
        <p:xfrm>
          <a:off x="107504" y="4075113"/>
          <a:ext cx="2940050" cy="1874837"/>
        </p:xfrm>
        <a:graphic>
          <a:graphicData uri="http://schemas.openxmlformats.org/presentationml/2006/ole">
            <mc:AlternateContent xmlns:mc="http://schemas.openxmlformats.org/markup-compatibility/2006">
              <mc:Choice xmlns:v="urn:schemas-microsoft-com:vml" Requires="v">
                <p:oleObj spid="_x0000_s58406" name="Equation" r:id="rId11" imgW="34442400" imgH="21945600" progId="Equation.DSMT4">
                  <p:embed/>
                </p:oleObj>
              </mc:Choice>
              <mc:Fallback>
                <p:oleObj name="Equation" r:id="rId11" imgW="34442400" imgH="21945600" progId="Equation.DSMT4">
                  <p:embed/>
                  <p:pic>
                    <p:nvPicPr>
                      <p:cNvPr id="0" name="对象 4"/>
                      <p:cNvPicPr>
                        <a:picLocks noChangeAspect="1" noChangeArrowheads="1"/>
                      </p:cNvPicPr>
                      <p:nvPr/>
                    </p:nvPicPr>
                    <p:blipFill>
                      <a:blip r:embed="rId12"/>
                      <a:srcRect/>
                      <a:stretch>
                        <a:fillRect/>
                      </a:stretch>
                    </p:blipFill>
                    <p:spPr bwMode="auto">
                      <a:xfrm>
                        <a:off x="107504" y="4075113"/>
                        <a:ext cx="2940050" cy="1874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对象 6"/>
          <p:cNvGraphicFramePr>
            <a:graphicFrameLocks noChangeAspect="1"/>
          </p:cNvGraphicFramePr>
          <p:nvPr/>
        </p:nvGraphicFramePr>
        <p:xfrm>
          <a:off x="3059832" y="4076700"/>
          <a:ext cx="2990850" cy="1874838"/>
        </p:xfrm>
        <a:graphic>
          <a:graphicData uri="http://schemas.openxmlformats.org/presentationml/2006/ole">
            <mc:AlternateContent xmlns:mc="http://schemas.openxmlformats.org/markup-compatibility/2006">
              <mc:Choice xmlns:v="urn:schemas-microsoft-com:vml" Requires="v">
                <p:oleObj spid="_x0000_s58407" name="Equation" r:id="rId13" imgW="35052000" imgH="21945600" progId="Equation.DSMT4">
                  <p:embed/>
                </p:oleObj>
              </mc:Choice>
              <mc:Fallback>
                <p:oleObj name="Equation" r:id="rId13" imgW="35052000" imgH="21945600" progId="Equation.DSMT4">
                  <p:embed/>
                  <p:pic>
                    <p:nvPicPr>
                      <p:cNvPr id="0" name="对象 5"/>
                      <p:cNvPicPr>
                        <a:picLocks noChangeAspect="1" noChangeArrowheads="1"/>
                      </p:cNvPicPr>
                      <p:nvPr/>
                    </p:nvPicPr>
                    <p:blipFill>
                      <a:blip r:embed="rId14"/>
                      <a:srcRect/>
                      <a:stretch>
                        <a:fillRect/>
                      </a:stretch>
                    </p:blipFill>
                    <p:spPr bwMode="auto">
                      <a:xfrm>
                        <a:off x="3059832" y="4076700"/>
                        <a:ext cx="2990850" cy="1874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对象 10"/>
          <p:cNvGraphicFramePr>
            <a:graphicFrameLocks noChangeAspect="1"/>
          </p:cNvGraphicFramePr>
          <p:nvPr/>
        </p:nvGraphicFramePr>
        <p:xfrm>
          <a:off x="6012160" y="4076700"/>
          <a:ext cx="3094037" cy="1874838"/>
        </p:xfrm>
        <a:graphic>
          <a:graphicData uri="http://schemas.openxmlformats.org/presentationml/2006/ole">
            <mc:AlternateContent xmlns:mc="http://schemas.openxmlformats.org/markup-compatibility/2006">
              <mc:Choice xmlns:v="urn:schemas-microsoft-com:vml" Requires="v">
                <p:oleObj spid="_x0000_s58408" name="Equation" r:id="rId15" imgW="36271200" imgH="21945600" progId="Equation.DSMT4">
                  <p:embed/>
                </p:oleObj>
              </mc:Choice>
              <mc:Fallback>
                <p:oleObj name="Equation" r:id="rId15" imgW="36271200" imgH="21945600" progId="Equation.DSMT4">
                  <p:embed/>
                  <p:pic>
                    <p:nvPicPr>
                      <p:cNvPr id="0" name="对象 6"/>
                      <p:cNvPicPr>
                        <a:picLocks noChangeAspect="1" noChangeArrowheads="1"/>
                      </p:cNvPicPr>
                      <p:nvPr/>
                    </p:nvPicPr>
                    <p:blipFill>
                      <a:blip r:embed="rId16"/>
                      <a:srcRect/>
                      <a:stretch>
                        <a:fillRect/>
                      </a:stretch>
                    </p:blipFill>
                    <p:spPr bwMode="auto">
                      <a:xfrm>
                        <a:off x="6012160" y="4076700"/>
                        <a:ext cx="3094037" cy="1874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对象 11"/>
          <p:cNvGraphicFramePr>
            <a:graphicFrameLocks noChangeAspect="1"/>
          </p:cNvGraphicFramePr>
          <p:nvPr/>
        </p:nvGraphicFramePr>
        <p:xfrm>
          <a:off x="251520" y="6093296"/>
          <a:ext cx="3716338" cy="415925"/>
        </p:xfrm>
        <a:graphic>
          <a:graphicData uri="http://schemas.openxmlformats.org/presentationml/2006/ole">
            <mc:AlternateContent xmlns:mc="http://schemas.openxmlformats.org/markup-compatibility/2006">
              <mc:Choice xmlns:v="urn:schemas-microsoft-com:vml" Requires="v">
                <p:oleObj spid="_x0000_s58409" name="Equation" r:id="rId17" imgW="43586400" imgH="4876800" progId="Equation.DSMT4">
                  <p:embed/>
                </p:oleObj>
              </mc:Choice>
              <mc:Fallback>
                <p:oleObj name="Equation" r:id="rId17" imgW="43586400" imgH="4876800" progId="Equation.DSMT4">
                  <p:embed/>
                  <p:pic>
                    <p:nvPicPr>
                      <p:cNvPr id="0" name="对象 10"/>
                      <p:cNvPicPr>
                        <a:picLocks noChangeAspect="1" noChangeArrowheads="1"/>
                      </p:cNvPicPr>
                      <p:nvPr/>
                    </p:nvPicPr>
                    <p:blipFill>
                      <a:blip r:embed="rId18"/>
                      <a:srcRect/>
                      <a:stretch>
                        <a:fillRect/>
                      </a:stretch>
                    </p:blipFill>
                    <p:spPr bwMode="auto">
                      <a:xfrm>
                        <a:off x="251520" y="6093296"/>
                        <a:ext cx="3716338"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直角三角形 13"/>
          <p:cNvSpPr/>
          <p:nvPr/>
        </p:nvSpPr>
        <p:spPr>
          <a:xfrm>
            <a:off x="0" y="5873377"/>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5" name="直角三角形 14"/>
          <p:cNvSpPr/>
          <p:nvPr/>
        </p:nvSpPr>
        <p:spPr>
          <a:xfrm rot="16200000">
            <a:off x="8130760" y="5832084"/>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left)">
                                      <p:cBhvr>
                                        <p:cTn id="16" dur="5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wipe(left)">
                                      <p:cBhvr>
                                        <p:cTn id="21" dur="500"/>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wipe(left)">
                                      <p:cBhvr>
                                        <p:cTn id="26" dur="500"/>
                                        <p:tgtEl>
                                          <p:spTgt spid="6"/>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wipe(left)">
                                      <p:cBhvr>
                                        <p:cTn id="31" dur="500"/>
                                        <p:tgtEl>
                                          <p:spTgt spid="7"/>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wipe(left)">
                                      <p:cBhvr>
                                        <p:cTn id="36" dur="500"/>
                                        <p:tgtEl>
                                          <p:spTgt spid="11"/>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wipe(left)">
                                      <p:cBhvr>
                                        <p:cTn id="4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446856" y="260648"/>
            <a:ext cx="8229600" cy="1873250"/>
            <a:chOff x="467544" y="-53925"/>
            <a:chExt cx="8229600" cy="1873250"/>
          </a:xfrm>
        </p:grpSpPr>
        <p:sp>
          <p:nvSpPr>
            <p:cNvPr id="13" name="内容占位符 2"/>
            <p:cNvSpPr txBox="1"/>
            <p:nvPr/>
          </p:nvSpPr>
          <p:spPr>
            <a:xfrm>
              <a:off x="467544" y="620688"/>
              <a:ext cx="8229600" cy="53265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zh-CN" altLang="en-US" sz="2400" b="1"/>
                <a:t>例</a:t>
              </a:r>
              <a:r>
                <a:rPr lang="en-US" altLang="zh-CN" sz="2400" b="1"/>
                <a:t>5</a:t>
              </a:r>
              <a:r>
                <a:rPr lang="en-US" altLang="zh-CN" sz="2400"/>
                <a:t>   </a:t>
              </a:r>
              <a:r>
                <a:rPr lang="zh-CN" altLang="en-US" sz="2400"/>
                <a:t>计算行列式                     </a:t>
              </a:r>
              <a:r>
                <a:rPr lang="en-US" altLang="zh-CN" sz="2400"/>
                <a:t>.</a:t>
              </a:r>
              <a:endParaRPr lang="zh-CN" altLang="en-US" sz="2400"/>
            </a:p>
          </p:txBody>
        </p:sp>
        <p:graphicFrame>
          <p:nvGraphicFramePr>
            <p:cNvPr id="10" name="对象 9"/>
            <p:cNvGraphicFramePr>
              <a:graphicFrameLocks noChangeAspect="1"/>
            </p:cNvGraphicFramePr>
            <p:nvPr/>
          </p:nvGraphicFramePr>
          <p:xfrm>
            <a:off x="2949997" y="-53925"/>
            <a:ext cx="2290763" cy="1873250"/>
          </p:xfrm>
          <a:graphic>
            <a:graphicData uri="http://schemas.openxmlformats.org/presentationml/2006/ole">
              <mc:AlternateContent xmlns:mc="http://schemas.openxmlformats.org/markup-compatibility/2006">
                <mc:Choice xmlns:v="urn:schemas-microsoft-com:vml" Requires="v">
                  <p:oleObj spid="_x0000_s59418" name="Equation" r:id="rId3" imgW="26822400" imgH="21945600" progId="Equation.DSMT4">
                    <p:embed/>
                  </p:oleObj>
                </mc:Choice>
                <mc:Fallback>
                  <p:oleObj name="Equation" r:id="rId3" imgW="26822400" imgH="21945600" progId="Equation.DSMT4">
                    <p:embed/>
                    <p:pic>
                      <p:nvPicPr>
                        <p:cNvPr id="0" name="图片 29775"/>
                        <p:cNvPicPr>
                          <a:picLocks noChangeAspect="1" noChangeArrowheads="1"/>
                        </p:cNvPicPr>
                        <p:nvPr/>
                      </p:nvPicPr>
                      <p:blipFill>
                        <a:blip r:embed="rId4"/>
                        <a:srcRect/>
                        <a:stretch>
                          <a:fillRect/>
                        </a:stretch>
                      </p:blipFill>
                      <p:spPr bwMode="auto">
                        <a:xfrm>
                          <a:off x="2949997" y="-53925"/>
                          <a:ext cx="2290763" cy="187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6" name="内容占位符 2"/>
          <p:cNvSpPr txBox="1"/>
          <p:nvPr/>
        </p:nvSpPr>
        <p:spPr>
          <a:xfrm>
            <a:off x="467544" y="2850877"/>
            <a:ext cx="648072" cy="53265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zh-CN" altLang="en-US" sz="2400" b="1"/>
              <a:t>解</a:t>
            </a:r>
          </a:p>
        </p:txBody>
      </p:sp>
      <p:graphicFrame>
        <p:nvGraphicFramePr>
          <p:cNvPr id="14" name="对象 13"/>
          <p:cNvGraphicFramePr>
            <a:graphicFrameLocks noChangeAspect="1"/>
          </p:cNvGraphicFramePr>
          <p:nvPr/>
        </p:nvGraphicFramePr>
        <p:xfrm>
          <a:off x="1201117" y="2204864"/>
          <a:ext cx="2290763" cy="1873250"/>
        </p:xfrm>
        <a:graphic>
          <a:graphicData uri="http://schemas.openxmlformats.org/presentationml/2006/ole">
            <mc:AlternateContent xmlns:mc="http://schemas.openxmlformats.org/markup-compatibility/2006">
              <mc:Choice xmlns:v="urn:schemas-microsoft-com:vml" Requires="v">
                <p:oleObj spid="_x0000_s59419" name="Equation" r:id="rId5" imgW="26822400" imgH="21945600" progId="Equation.DSMT4">
                  <p:embed/>
                </p:oleObj>
              </mc:Choice>
              <mc:Fallback>
                <p:oleObj name="Equation" r:id="rId5" imgW="26822400" imgH="21945600" progId="Equation.DSMT4">
                  <p:embed/>
                  <p:pic>
                    <p:nvPicPr>
                      <p:cNvPr id="0" name="图片 29776"/>
                      <p:cNvPicPr>
                        <a:picLocks noChangeAspect="1" noChangeArrowheads="1"/>
                      </p:cNvPicPr>
                      <p:nvPr/>
                    </p:nvPicPr>
                    <p:blipFill>
                      <a:blip r:embed="rId6"/>
                      <a:srcRect/>
                      <a:stretch>
                        <a:fillRect/>
                      </a:stretch>
                    </p:blipFill>
                    <p:spPr bwMode="auto">
                      <a:xfrm>
                        <a:off x="1201117" y="2204864"/>
                        <a:ext cx="2290763" cy="187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 name="对象 1"/>
          <p:cNvGraphicFramePr>
            <a:graphicFrameLocks noChangeAspect="1"/>
          </p:cNvGraphicFramePr>
          <p:nvPr/>
        </p:nvGraphicFramePr>
        <p:xfrm>
          <a:off x="3491880" y="2206402"/>
          <a:ext cx="2786062" cy="1873250"/>
        </p:xfrm>
        <a:graphic>
          <a:graphicData uri="http://schemas.openxmlformats.org/presentationml/2006/ole">
            <mc:AlternateContent xmlns:mc="http://schemas.openxmlformats.org/markup-compatibility/2006">
              <mc:Choice xmlns:v="urn:schemas-microsoft-com:vml" Requires="v">
                <p:oleObj spid="_x0000_s59420" name="Equation" r:id="rId7" imgW="32613600" imgH="21945600" progId="Equation.DSMT4">
                  <p:embed/>
                </p:oleObj>
              </mc:Choice>
              <mc:Fallback>
                <p:oleObj name="Equation" r:id="rId7" imgW="32613600" imgH="21945600" progId="Equation.DSMT4">
                  <p:embed/>
                  <p:pic>
                    <p:nvPicPr>
                      <p:cNvPr id="0" name="对象 13"/>
                      <p:cNvPicPr>
                        <a:picLocks noChangeAspect="1" noChangeArrowheads="1"/>
                      </p:cNvPicPr>
                      <p:nvPr/>
                    </p:nvPicPr>
                    <p:blipFill>
                      <a:blip r:embed="rId8"/>
                      <a:srcRect/>
                      <a:stretch>
                        <a:fillRect/>
                      </a:stretch>
                    </p:blipFill>
                    <p:spPr bwMode="auto">
                      <a:xfrm>
                        <a:off x="3491880" y="2206402"/>
                        <a:ext cx="2786062" cy="187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对象 6"/>
          <p:cNvGraphicFramePr>
            <a:graphicFrameLocks noChangeAspect="1"/>
          </p:cNvGraphicFramePr>
          <p:nvPr/>
        </p:nvGraphicFramePr>
        <p:xfrm>
          <a:off x="971600" y="4222130"/>
          <a:ext cx="2916238" cy="1873250"/>
        </p:xfrm>
        <a:graphic>
          <a:graphicData uri="http://schemas.openxmlformats.org/presentationml/2006/ole">
            <mc:AlternateContent xmlns:mc="http://schemas.openxmlformats.org/markup-compatibility/2006">
              <mc:Choice xmlns:v="urn:schemas-microsoft-com:vml" Requires="v">
                <p:oleObj spid="_x0000_s59421" name="Equation" r:id="rId9" imgW="34137600" imgH="21945600" progId="Equation.DSMT4">
                  <p:embed/>
                </p:oleObj>
              </mc:Choice>
              <mc:Fallback>
                <p:oleObj name="Equation" r:id="rId9" imgW="34137600" imgH="21945600" progId="Equation.DSMT4">
                  <p:embed/>
                  <p:pic>
                    <p:nvPicPr>
                      <p:cNvPr id="0" name="对象 1"/>
                      <p:cNvPicPr>
                        <a:picLocks noChangeAspect="1" noChangeArrowheads="1"/>
                      </p:cNvPicPr>
                      <p:nvPr/>
                    </p:nvPicPr>
                    <p:blipFill>
                      <a:blip r:embed="rId10"/>
                      <a:srcRect/>
                      <a:stretch>
                        <a:fillRect/>
                      </a:stretch>
                    </p:blipFill>
                    <p:spPr bwMode="auto">
                      <a:xfrm>
                        <a:off x="971600" y="4222130"/>
                        <a:ext cx="2916238" cy="187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对象 7"/>
          <p:cNvGraphicFramePr>
            <a:graphicFrameLocks noChangeAspect="1"/>
          </p:cNvGraphicFramePr>
          <p:nvPr/>
        </p:nvGraphicFramePr>
        <p:xfrm>
          <a:off x="3923928" y="4222527"/>
          <a:ext cx="4452938" cy="1873250"/>
        </p:xfrm>
        <a:graphic>
          <a:graphicData uri="http://schemas.openxmlformats.org/presentationml/2006/ole">
            <mc:AlternateContent xmlns:mc="http://schemas.openxmlformats.org/markup-compatibility/2006">
              <mc:Choice xmlns:v="urn:schemas-microsoft-com:vml" Requires="v">
                <p:oleObj spid="_x0000_s59422" name="Equation" r:id="rId11" imgW="52120800" imgH="21945600" progId="Equation.DSMT4">
                  <p:embed/>
                </p:oleObj>
              </mc:Choice>
              <mc:Fallback>
                <p:oleObj name="Equation" r:id="rId11" imgW="52120800" imgH="21945600" progId="Equation.DSMT4">
                  <p:embed/>
                  <p:pic>
                    <p:nvPicPr>
                      <p:cNvPr id="0" name="对象 6"/>
                      <p:cNvPicPr>
                        <a:picLocks noChangeAspect="1" noChangeArrowheads="1"/>
                      </p:cNvPicPr>
                      <p:nvPr/>
                    </p:nvPicPr>
                    <p:blipFill>
                      <a:blip r:embed="rId12"/>
                      <a:srcRect/>
                      <a:stretch>
                        <a:fillRect/>
                      </a:stretch>
                    </p:blipFill>
                    <p:spPr bwMode="auto">
                      <a:xfrm>
                        <a:off x="3923928" y="4222527"/>
                        <a:ext cx="4452938" cy="187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对象 14"/>
          <p:cNvGraphicFramePr>
            <a:graphicFrameLocks noChangeAspect="1"/>
          </p:cNvGraphicFramePr>
          <p:nvPr/>
        </p:nvGraphicFramePr>
        <p:xfrm>
          <a:off x="1016273" y="6057031"/>
          <a:ext cx="2187575" cy="468313"/>
        </p:xfrm>
        <a:graphic>
          <a:graphicData uri="http://schemas.openxmlformats.org/presentationml/2006/ole">
            <mc:AlternateContent xmlns:mc="http://schemas.openxmlformats.org/markup-compatibility/2006">
              <mc:Choice xmlns:v="urn:schemas-microsoft-com:vml" Requires="v">
                <p:oleObj spid="_x0000_s59423" name="Equation" r:id="rId13" imgW="25603200" imgH="5486400" progId="Equation.DSMT4">
                  <p:embed/>
                </p:oleObj>
              </mc:Choice>
              <mc:Fallback>
                <p:oleObj name="Equation" r:id="rId13" imgW="25603200" imgH="5486400" progId="Equation.DSMT4">
                  <p:embed/>
                  <p:pic>
                    <p:nvPicPr>
                      <p:cNvPr id="0" name="对象 7"/>
                      <p:cNvPicPr>
                        <a:picLocks noChangeAspect="1" noChangeArrowheads="1"/>
                      </p:cNvPicPr>
                      <p:nvPr/>
                    </p:nvPicPr>
                    <p:blipFill>
                      <a:blip r:embed="rId14"/>
                      <a:srcRect/>
                      <a:stretch>
                        <a:fillRect/>
                      </a:stretch>
                    </p:blipFill>
                    <p:spPr bwMode="auto">
                      <a:xfrm>
                        <a:off x="1016273" y="6057031"/>
                        <a:ext cx="2187575"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直角三角形 11"/>
          <p:cNvSpPr/>
          <p:nvPr/>
        </p:nvSpPr>
        <p:spPr>
          <a:xfrm>
            <a:off x="0" y="5873377"/>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7" name="直角三角形 16"/>
          <p:cNvSpPr/>
          <p:nvPr/>
        </p:nvSpPr>
        <p:spPr>
          <a:xfrm rot="16200000">
            <a:off x="8130760" y="5832084"/>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wipe(left)">
                                      <p:cBhvr>
                                        <p:cTn id="3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446856" y="260648"/>
            <a:ext cx="8229600" cy="1873250"/>
            <a:chOff x="467544" y="-53925"/>
            <a:chExt cx="8229600" cy="1873250"/>
          </a:xfrm>
        </p:grpSpPr>
        <p:sp>
          <p:nvSpPr>
            <p:cNvPr id="13" name="内容占位符 2"/>
            <p:cNvSpPr txBox="1"/>
            <p:nvPr/>
          </p:nvSpPr>
          <p:spPr>
            <a:xfrm>
              <a:off x="467544" y="620688"/>
              <a:ext cx="8229600" cy="53265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zh-CN" altLang="en-US" sz="2400" b="1"/>
                <a:t>例</a:t>
              </a:r>
              <a:r>
                <a:rPr lang="en-US" altLang="zh-CN" sz="2400" b="1"/>
                <a:t>5</a:t>
              </a:r>
              <a:r>
                <a:rPr lang="en-US" altLang="zh-CN" sz="2400"/>
                <a:t>   </a:t>
              </a:r>
              <a:r>
                <a:rPr lang="zh-CN" altLang="en-US" sz="2400"/>
                <a:t>计算行列式                     </a:t>
              </a:r>
              <a:r>
                <a:rPr lang="en-US" altLang="zh-CN" sz="2400"/>
                <a:t>.</a:t>
              </a:r>
              <a:endParaRPr lang="zh-CN" altLang="en-US" sz="2400"/>
            </a:p>
          </p:txBody>
        </p:sp>
        <p:graphicFrame>
          <p:nvGraphicFramePr>
            <p:cNvPr id="10" name="对象 9"/>
            <p:cNvGraphicFramePr>
              <a:graphicFrameLocks noChangeAspect="1"/>
            </p:cNvGraphicFramePr>
            <p:nvPr/>
          </p:nvGraphicFramePr>
          <p:xfrm>
            <a:off x="2949997" y="-53925"/>
            <a:ext cx="2290763" cy="1873250"/>
          </p:xfrm>
          <a:graphic>
            <a:graphicData uri="http://schemas.openxmlformats.org/presentationml/2006/ole">
              <mc:AlternateContent xmlns:mc="http://schemas.openxmlformats.org/markup-compatibility/2006">
                <mc:Choice xmlns:v="urn:schemas-microsoft-com:vml" Requires="v">
                  <p:oleObj spid="_x0000_s65550" name="Equation" r:id="rId3" imgW="26822400" imgH="21945600" progId="Equation.DSMT4">
                    <p:embed/>
                  </p:oleObj>
                </mc:Choice>
                <mc:Fallback>
                  <p:oleObj name="Equation" r:id="rId3" imgW="26822400" imgH="21945600" progId="Equation.DSMT4">
                    <p:embed/>
                    <p:pic>
                      <p:nvPicPr>
                        <p:cNvPr id="10" name="对象 9"/>
                        <p:cNvPicPr>
                          <a:picLocks noChangeAspect="1" noChangeArrowheads="1"/>
                        </p:cNvPicPr>
                        <p:nvPr/>
                      </p:nvPicPr>
                      <p:blipFill>
                        <a:blip r:embed="rId4"/>
                        <a:srcRect/>
                        <a:stretch>
                          <a:fillRect/>
                        </a:stretch>
                      </p:blipFill>
                      <p:spPr bwMode="auto">
                        <a:xfrm>
                          <a:off x="2949997" y="-53925"/>
                          <a:ext cx="2290763" cy="187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6" name="内容占位符 2"/>
          <p:cNvSpPr txBox="1"/>
          <p:nvPr/>
        </p:nvSpPr>
        <p:spPr>
          <a:xfrm>
            <a:off x="446856" y="2839020"/>
            <a:ext cx="864096"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zh-CN" altLang="en-US" sz="2400" b="1" dirty="0"/>
              <a:t>另解</a:t>
            </a:r>
          </a:p>
        </p:txBody>
      </p:sp>
      <p:graphicFrame>
        <p:nvGraphicFramePr>
          <p:cNvPr id="14" name="对象 13"/>
          <p:cNvGraphicFramePr>
            <a:graphicFrameLocks noChangeAspect="1"/>
          </p:cNvGraphicFramePr>
          <p:nvPr/>
        </p:nvGraphicFramePr>
        <p:xfrm>
          <a:off x="1201117" y="2204864"/>
          <a:ext cx="2290763" cy="1873250"/>
        </p:xfrm>
        <a:graphic>
          <a:graphicData uri="http://schemas.openxmlformats.org/presentationml/2006/ole">
            <mc:AlternateContent xmlns:mc="http://schemas.openxmlformats.org/markup-compatibility/2006">
              <mc:Choice xmlns:v="urn:schemas-microsoft-com:vml" Requires="v">
                <p:oleObj spid="_x0000_s65551" name="Equation" r:id="rId5" imgW="26822400" imgH="21945600" progId="Equation.DSMT4">
                  <p:embed/>
                </p:oleObj>
              </mc:Choice>
              <mc:Fallback>
                <p:oleObj name="Equation" r:id="rId5" imgW="26822400" imgH="21945600" progId="Equation.DSMT4">
                  <p:embed/>
                  <p:pic>
                    <p:nvPicPr>
                      <p:cNvPr id="14" name="对象 13"/>
                      <p:cNvPicPr>
                        <a:picLocks noChangeAspect="1" noChangeArrowheads="1"/>
                      </p:cNvPicPr>
                      <p:nvPr/>
                    </p:nvPicPr>
                    <p:blipFill>
                      <a:blip r:embed="rId6"/>
                      <a:srcRect/>
                      <a:stretch>
                        <a:fillRect/>
                      </a:stretch>
                    </p:blipFill>
                    <p:spPr bwMode="auto">
                      <a:xfrm>
                        <a:off x="1201117" y="2204864"/>
                        <a:ext cx="2290763" cy="187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 name="对象 1"/>
          <p:cNvGraphicFramePr>
            <a:graphicFrameLocks noChangeAspect="1"/>
          </p:cNvGraphicFramePr>
          <p:nvPr/>
        </p:nvGraphicFramePr>
        <p:xfrm>
          <a:off x="3491880" y="2206402"/>
          <a:ext cx="2786062" cy="1873250"/>
        </p:xfrm>
        <a:graphic>
          <a:graphicData uri="http://schemas.openxmlformats.org/presentationml/2006/ole">
            <mc:AlternateContent xmlns:mc="http://schemas.openxmlformats.org/markup-compatibility/2006">
              <mc:Choice xmlns:v="urn:schemas-microsoft-com:vml" Requires="v">
                <p:oleObj spid="_x0000_s65552" name="Equation" r:id="rId7" imgW="32613600" imgH="21945600" progId="Equation.DSMT4">
                  <p:embed/>
                </p:oleObj>
              </mc:Choice>
              <mc:Fallback>
                <p:oleObj name="Equation" r:id="rId7" imgW="32613600" imgH="21945600" progId="Equation.DSMT4">
                  <p:embed/>
                  <p:pic>
                    <p:nvPicPr>
                      <p:cNvPr id="2" name="对象 1"/>
                      <p:cNvPicPr>
                        <a:picLocks noChangeAspect="1" noChangeArrowheads="1"/>
                      </p:cNvPicPr>
                      <p:nvPr/>
                    </p:nvPicPr>
                    <p:blipFill>
                      <a:blip r:embed="rId8"/>
                      <a:srcRect/>
                      <a:stretch>
                        <a:fillRect/>
                      </a:stretch>
                    </p:blipFill>
                    <p:spPr bwMode="auto">
                      <a:xfrm>
                        <a:off x="3491880" y="2206402"/>
                        <a:ext cx="2786062" cy="187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对象 6"/>
          <p:cNvGraphicFramePr>
            <a:graphicFrameLocks noChangeAspect="1"/>
          </p:cNvGraphicFramePr>
          <p:nvPr/>
        </p:nvGraphicFramePr>
        <p:xfrm>
          <a:off x="971600" y="4222130"/>
          <a:ext cx="2916238" cy="1873250"/>
        </p:xfrm>
        <a:graphic>
          <a:graphicData uri="http://schemas.openxmlformats.org/presentationml/2006/ole">
            <mc:AlternateContent xmlns:mc="http://schemas.openxmlformats.org/markup-compatibility/2006">
              <mc:Choice xmlns:v="urn:schemas-microsoft-com:vml" Requires="v">
                <p:oleObj spid="_x0000_s65553" name="Equation" r:id="rId9" imgW="34137600" imgH="21945600" progId="Equation.DSMT4">
                  <p:embed/>
                </p:oleObj>
              </mc:Choice>
              <mc:Fallback>
                <p:oleObj name="Equation" r:id="rId9" imgW="34137600" imgH="21945600" progId="Equation.DSMT4">
                  <p:embed/>
                  <p:pic>
                    <p:nvPicPr>
                      <p:cNvPr id="7" name="对象 6"/>
                      <p:cNvPicPr>
                        <a:picLocks noChangeAspect="1" noChangeArrowheads="1"/>
                      </p:cNvPicPr>
                      <p:nvPr/>
                    </p:nvPicPr>
                    <p:blipFill>
                      <a:blip r:embed="rId10"/>
                      <a:srcRect/>
                      <a:stretch>
                        <a:fillRect/>
                      </a:stretch>
                    </p:blipFill>
                    <p:spPr bwMode="auto">
                      <a:xfrm>
                        <a:off x="971600" y="4222130"/>
                        <a:ext cx="2916238" cy="187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2101973327"/>
              </p:ext>
            </p:extLst>
          </p:nvPr>
        </p:nvGraphicFramePr>
        <p:xfrm>
          <a:off x="4102132" y="4223172"/>
          <a:ext cx="4351620" cy="1872208"/>
        </p:xfrm>
        <a:graphic>
          <a:graphicData uri="http://schemas.openxmlformats.org/presentationml/2006/ole">
            <mc:AlternateContent xmlns:mc="http://schemas.openxmlformats.org/markup-compatibility/2006">
              <mc:Choice xmlns:v="urn:schemas-microsoft-com:vml" Requires="v">
                <p:oleObj spid="_x0000_s65554" name="Equation" r:id="rId11" imgW="2133360" imgH="914400" progId="Equation.DSMT4">
                  <p:embed/>
                </p:oleObj>
              </mc:Choice>
              <mc:Fallback>
                <p:oleObj name="Equation" r:id="rId11" imgW="2133360" imgH="914400" progId="Equation.DSMT4">
                  <p:embed/>
                  <p:pic>
                    <p:nvPicPr>
                      <p:cNvPr id="8" name="对象 7"/>
                      <p:cNvPicPr>
                        <a:picLocks noChangeAspect="1" noChangeArrowheads="1"/>
                      </p:cNvPicPr>
                      <p:nvPr/>
                    </p:nvPicPr>
                    <p:blipFill>
                      <a:blip r:embed="rId12"/>
                      <a:srcRect/>
                      <a:stretch>
                        <a:fillRect/>
                      </a:stretch>
                    </p:blipFill>
                    <p:spPr bwMode="auto">
                      <a:xfrm>
                        <a:off x="4102132" y="4223172"/>
                        <a:ext cx="4351620" cy="1872208"/>
                      </a:xfrm>
                      <a:prstGeom prst="rect">
                        <a:avLst/>
                      </a:prstGeom>
                      <a:noFill/>
                      <a:ln>
                        <a:noFill/>
                      </a:ln>
                      <a:extLst/>
                    </p:spPr>
                  </p:pic>
                </p:oleObj>
              </mc:Fallback>
            </mc:AlternateContent>
          </a:graphicData>
        </a:graphic>
      </p:graphicFrame>
      <p:graphicFrame>
        <p:nvGraphicFramePr>
          <p:cNvPr id="15" name="对象 14"/>
          <p:cNvGraphicFramePr>
            <a:graphicFrameLocks noChangeAspect="1"/>
          </p:cNvGraphicFramePr>
          <p:nvPr/>
        </p:nvGraphicFramePr>
        <p:xfrm>
          <a:off x="1016273" y="6057031"/>
          <a:ext cx="2187575" cy="468313"/>
        </p:xfrm>
        <a:graphic>
          <a:graphicData uri="http://schemas.openxmlformats.org/presentationml/2006/ole">
            <mc:AlternateContent xmlns:mc="http://schemas.openxmlformats.org/markup-compatibility/2006">
              <mc:Choice xmlns:v="urn:schemas-microsoft-com:vml" Requires="v">
                <p:oleObj spid="_x0000_s65555" name="Equation" r:id="rId13" imgW="25603200" imgH="5486400" progId="Equation.DSMT4">
                  <p:embed/>
                </p:oleObj>
              </mc:Choice>
              <mc:Fallback>
                <p:oleObj name="Equation" r:id="rId13" imgW="25603200" imgH="5486400" progId="Equation.DSMT4">
                  <p:embed/>
                  <p:pic>
                    <p:nvPicPr>
                      <p:cNvPr id="15" name="对象 14"/>
                      <p:cNvPicPr>
                        <a:picLocks noChangeAspect="1" noChangeArrowheads="1"/>
                      </p:cNvPicPr>
                      <p:nvPr/>
                    </p:nvPicPr>
                    <p:blipFill>
                      <a:blip r:embed="rId14"/>
                      <a:srcRect/>
                      <a:stretch>
                        <a:fillRect/>
                      </a:stretch>
                    </p:blipFill>
                    <p:spPr bwMode="auto">
                      <a:xfrm>
                        <a:off x="1016273" y="6057031"/>
                        <a:ext cx="2187575"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直角三角形 11"/>
          <p:cNvSpPr/>
          <p:nvPr/>
        </p:nvSpPr>
        <p:spPr>
          <a:xfrm>
            <a:off x="0" y="5873377"/>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7" name="直角三角形 16"/>
          <p:cNvSpPr/>
          <p:nvPr/>
        </p:nvSpPr>
        <p:spPr>
          <a:xfrm rot="16200000">
            <a:off x="8130760" y="5832084"/>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03804640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wipe(left)">
                                      <p:cBhvr>
                                        <p:cTn id="3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2" name="日期占位符 1"/>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8A890CD-EAF2-4D31-834A-F50EB2EB4EFD}" type="datetime1">
              <a:rPr lang="zh-CN" altLang="en-US" smtClean="0"/>
              <a:pPr eaLnBrk="1" hangingPunct="1"/>
              <a:t>2025/2/28</a:t>
            </a:fld>
            <a:endParaRPr lang="en-US" altLang="zh-CN"/>
          </a:p>
        </p:txBody>
      </p:sp>
      <p:sp>
        <p:nvSpPr>
          <p:cNvPr id="6153"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(共12页)</a:t>
            </a:r>
          </a:p>
        </p:txBody>
      </p:sp>
      <p:sp>
        <p:nvSpPr>
          <p:cNvPr id="6154"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2BC60E3-95CD-4C74-AE71-D335DAE3F311}" type="slidenum">
              <a:rPr lang="en-US" altLang="zh-CN"/>
              <a:pPr eaLnBrk="1" hangingPunct="1"/>
              <a:t>63</a:t>
            </a:fld>
            <a:endParaRPr lang="en-US" altLang="zh-CN"/>
          </a:p>
        </p:txBody>
      </p:sp>
      <p:sp>
        <p:nvSpPr>
          <p:cNvPr id="6155" name="Text Box 4"/>
          <p:cNvSpPr txBox="1">
            <a:spLocks noChangeArrowheads="1"/>
          </p:cNvSpPr>
          <p:nvPr/>
        </p:nvSpPr>
        <p:spPr bwMode="auto">
          <a:xfrm>
            <a:off x="0" y="692150"/>
            <a:ext cx="28606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latin typeface="Times New Roman" panose="02020603050405020304" pitchFamily="18" charset="0"/>
              </a:rPr>
              <a:t>例 </a:t>
            </a:r>
            <a:r>
              <a:rPr kumimoji="1" lang="en-US" altLang="zh-CN" sz="2800" b="1">
                <a:latin typeface="Times New Roman" panose="02020603050405020304" pitchFamily="18" charset="0"/>
              </a:rPr>
              <a:t>3   </a:t>
            </a:r>
            <a:r>
              <a:rPr kumimoji="1" lang="zh-CN" altLang="en-US" sz="2800" b="1">
                <a:latin typeface="Times New Roman" panose="02020603050405020304" pitchFamily="18" charset="0"/>
              </a:rPr>
              <a:t>计算行列式</a:t>
            </a:r>
          </a:p>
        </p:txBody>
      </p:sp>
      <p:sp>
        <p:nvSpPr>
          <p:cNvPr id="6156" name="Text Box 5"/>
          <p:cNvSpPr txBox="1">
            <a:spLocks noChangeArrowheads="1"/>
          </p:cNvSpPr>
          <p:nvPr/>
        </p:nvSpPr>
        <p:spPr bwMode="auto">
          <a:xfrm>
            <a:off x="3563938" y="85725"/>
            <a:ext cx="170815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latin typeface="Times New Roman" panose="02020603050405020304" pitchFamily="18" charset="0"/>
              </a:rPr>
              <a:t> 3</a:t>
            </a:r>
            <a:r>
              <a:rPr kumimoji="1" lang="en-US" altLang="zh-CN" sz="2400" b="1" baseline="-25000">
                <a:latin typeface="Times New Roman" panose="02020603050405020304" pitchFamily="18" charset="0"/>
              </a:rPr>
              <a:t>     </a:t>
            </a:r>
            <a:r>
              <a:rPr kumimoji="1" lang="en-US" altLang="zh-CN" sz="2400" b="1">
                <a:latin typeface="Times New Roman" panose="02020603050405020304" pitchFamily="18" charset="0"/>
              </a:rPr>
              <a:t>1    1   1</a:t>
            </a:r>
            <a:endParaRPr kumimoji="1" lang="en-US" altLang="zh-CN" sz="2400" b="1" baseline="-25000">
              <a:latin typeface="Times New Roman" panose="02020603050405020304" pitchFamily="18" charset="0"/>
            </a:endParaRPr>
          </a:p>
          <a:p>
            <a:pPr eaLnBrk="1" hangingPunct="1"/>
            <a:r>
              <a:rPr kumimoji="1" lang="en-US" altLang="zh-CN" sz="2400" b="1">
                <a:latin typeface="Times New Roman" panose="02020603050405020304" pitchFamily="18" charset="0"/>
              </a:rPr>
              <a:t> 1    3   1   1</a:t>
            </a:r>
            <a:endParaRPr kumimoji="1" lang="en-US" altLang="zh-CN" sz="2400" b="1" baseline="-25000">
              <a:latin typeface="Times New Roman" panose="02020603050405020304" pitchFamily="18" charset="0"/>
            </a:endParaRPr>
          </a:p>
          <a:p>
            <a:pPr eaLnBrk="1" hangingPunct="1"/>
            <a:r>
              <a:rPr kumimoji="1" lang="en-US" altLang="zh-CN" sz="2400" b="1">
                <a:latin typeface="Times New Roman" panose="02020603050405020304" pitchFamily="18" charset="0"/>
              </a:rPr>
              <a:t> 1    1   3    1</a:t>
            </a:r>
          </a:p>
          <a:p>
            <a:pPr eaLnBrk="1" hangingPunct="1"/>
            <a:r>
              <a:rPr kumimoji="1" lang="en-US" altLang="zh-CN" sz="2400" b="1">
                <a:latin typeface="Times New Roman" panose="02020603050405020304" pitchFamily="18" charset="0"/>
              </a:rPr>
              <a:t> 1    1   1   3 </a:t>
            </a:r>
          </a:p>
        </p:txBody>
      </p:sp>
      <p:sp>
        <p:nvSpPr>
          <p:cNvPr id="6157" name="Line 6"/>
          <p:cNvSpPr>
            <a:spLocks noChangeShapeType="1"/>
          </p:cNvSpPr>
          <p:nvPr/>
        </p:nvSpPr>
        <p:spPr bwMode="auto">
          <a:xfrm>
            <a:off x="5240338" y="161925"/>
            <a:ext cx="0" cy="1600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58" name="Line 7"/>
          <p:cNvSpPr>
            <a:spLocks noChangeShapeType="1"/>
          </p:cNvSpPr>
          <p:nvPr/>
        </p:nvSpPr>
        <p:spPr bwMode="auto">
          <a:xfrm>
            <a:off x="3640138" y="161925"/>
            <a:ext cx="0" cy="1600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59" name="Text Box 8"/>
          <p:cNvSpPr txBox="1">
            <a:spLocks noChangeArrowheads="1"/>
          </p:cNvSpPr>
          <p:nvPr/>
        </p:nvSpPr>
        <p:spPr bwMode="auto">
          <a:xfrm>
            <a:off x="3106738" y="695325"/>
            <a:ext cx="5762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latin typeface="Times New Roman" panose="02020603050405020304" pitchFamily="18" charset="0"/>
              </a:rPr>
              <a:t>D=</a:t>
            </a:r>
          </a:p>
        </p:txBody>
      </p:sp>
      <p:sp>
        <p:nvSpPr>
          <p:cNvPr id="6160" name="Text Box 10"/>
          <p:cNvSpPr txBox="1">
            <a:spLocks noChangeArrowheads="1"/>
          </p:cNvSpPr>
          <p:nvPr/>
        </p:nvSpPr>
        <p:spPr bwMode="auto">
          <a:xfrm>
            <a:off x="0" y="1628775"/>
            <a:ext cx="14033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800" b="1">
                <a:solidFill>
                  <a:srgbClr val="0000CC"/>
                </a:solidFill>
                <a:latin typeface="Times New Roman" panose="02020603050405020304" pitchFamily="18" charset="0"/>
                <a:ea typeface="黑体" panose="02010609060101010101" pitchFamily="49" charset="-122"/>
              </a:rPr>
              <a:t>分析</a:t>
            </a:r>
            <a:r>
              <a:rPr kumimoji="1" lang="zh-CN" altLang="en-US" sz="2800" b="1">
                <a:solidFill>
                  <a:srgbClr val="0000CC"/>
                </a:solidFill>
                <a:latin typeface="Times New Roman" panose="02020603050405020304" pitchFamily="18" charset="0"/>
                <a:ea typeface="华文行楷" panose="02010800040101010101" pitchFamily="2" charset="-122"/>
              </a:rPr>
              <a:t>：</a:t>
            </a:r>
          </a:p>
        </p:txBody>
      </p:sp>
      <p:graphicFrame>
        <p:nvGraphicFramePr>
          <p:cNvPr id="31755" name="Object 11"/>
          <p:cNvGraphicFramePr>
            <a:graphicFrameLocks noChangeAspect="1"/>
          </p:cNvGraphicFramePr>
          <p:nvPr/>
        </p:nvGraphicFramePr>
        <p:xfrm>
          <a:off x="3419475" y="2205038"/>
          <a:ext cx="1914525" cy="1863725"/>
        </p:xfrm>
        <a:graphic>
          <a:graphicData uri="http://schemas.openxmlformats.org/presentationml/2006/ole">
            <mc:AlternateContent xmlns:mc="http://schemas.openxmlformats.org/markup-compatibility/2006">
              <mc:Choice xmlns:v="urn:schemas-microsoft-com:vml" Requires="v">
                <p:oleObj spid="_x0000_s66568" name="Equation" r:id="rId3" imgW="812520" imgH="914400" progId="Equation.DSMT4">
                  <p:embed/>
                </p:oleObj>
              </mc:Choice>
              <mc:Fallback>
                <p:oleObj name="Equation" r:id="rId3" imgW="812520" imgH="914400" progId="Equation.DSMT4">
                  <p:embed/>
                  <p:pic>
                    <p:nvPicPr>
                      <p:cNvPr id="31755"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19475" y="2205038"/>
                        <a:ext cx="1914525" cy="1863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757" name="Object 13"/>
          <p:cNvGraphicFramePr>
            <a:graphicFrameLocks noChangeAspect="1"/>
          </p:cNvGraphicFramePr>
          <p:nvPr/>
        </p:nvGraphicFramePr>
        <p:xfrm>
          <a:off x="1547813" y="4221163"/>
          <a:ext cx="3421062" cy="1947862"/>
        </p:xfrm>
        <a:graphic>
          <a:graphicData uri="http://schemas.openxmlformats.org/presentationml/2006/ole">
            <mc:AlternateContent xmlns:mc="http://schemas.openxmlformats.org/markup-compatibility/2006">
              <mc:Choice xmlns:v="urn:schemas-microsoft-com:vml" Requires="v">
                <p:oleObj spid="_x0000_s66569" name="Equation" r:id="rId5" imgW="1218960" imgH="914400" progId="Equation.DSMT4">
                  <p:embed/>
                </p:oleObj>
              </mc:Choice>
              <mc:Fallback>
                <p:oleObj name="Equation" r:id="rId5" imgW="1218960" imgH="914400" progId="Equation.DSMT4">
                  <p:embed/>
                  <p:pic>
                    <p:nvPicPr>
                      <p:cNvPr id="31757"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47813" y="4221163"/>
                        <a:ext cx="3421062" cy="19478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758" name="Object 14"/>
          <p:cNvGraphicFramePr>
            <a:graphicFrameLocks noChangeAspect="1"/>
          </p:cNvGraphicFramePr>
          <p:nvPr/>
        </p:nvGraphicFramePr>
        <p:xfrm>
          <a:off x="179388" y="2205038"/>
          <a:ext cx="2232025" cy="1830387"/>
        </p:xfrm>
        <a:graphic>
          <a:graphicData uri="http://schemas.openxmlformats.org/presentationml/2006/ole">
            <mc:AlternateContent xmlns:mc="http://schemas.openxmlformats.org/markup-compatibility/2006">
              <mc:Choice xmlns:v="urn:schemas-microsoft-com:vml" Requires="v">
                <p:oleObj spid="_x0000_s66570" name="Equation" r:id="rId7" imgW="965160" imgH="914400" progId="Equation.DSMT4">
                  <p:embed/>
                </p:oleObj>
              </mc:Choice>
              <mc:Fallback>
                <p:oleObj name="Equation" r:id="rId7" imgW="965160" imgH="914400" progId="Equation.DSMT4">
                  <p:embed/>
                  <p:pic>
                    <p:nvPicPr>
                      <p:cNvPr id="31758"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9388" y="2205038"/>
                        <a:ext cx="2232025" cy="1830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759" name="Object 15"/>
          <p:cNvGraphicFramePr>
            <a:graphicFrameLocks noChangeAspect="1"/>
          </p:cNvGraphicFramePr>
          <p:nvPr/>
        </p:nvGraphicFramePr>
        <p:xfrm>
          <a:off x="2411413" y="2276475"/>
          <a:ext cx="942975" cy="1589088"/>
        </p:xfrm>
        <a:graphic>
          <a:graphicData uri="http://schemas.openxmlformats.org/presentationml/2006/ole">
            <mc:AlternateContent xmlns:mc="http://schemas.openxmlformats.org/markup-compatibility/2006">
              <mc:Choice xmlns:v="urn:schemas-microsoft-com:vml" Requires="v">
                <p:oleObj spid="_x0000_s66571" name="Equation" r:id="rId9" imgW="380880" imgH="736560" progId="Equation.DSMT4">
                  <p:embed/>
                </p:oleObj>
              </mc:Choice>
              <mc:Fallback>
                <p:oleObj name="Equation" r:id="rId9" imgW="380880" imgH="736560" progId="Equation.DSMT4">
                  <p:embed/>
                  <p:pic>
                    <p:nvPicPr>
                      <p:cNvPr id="31759" name="Object 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11413" y="2276475"/>
                        <a:ext cx="942975" cy="1589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760" name="Object 16"/>
          <p:cNvGraphicFramePr>
            <a:graphicFrameLocks noChangeAspect="1"/>
          </p:cNvGraphicFramePr>
          <p:nvPr/>
        </p:nvGraphicFramePr>
        <p:xfrm>
          <a:off x="5508625" y="2205038"/>
          <a:ext cx="2779713" cy="1947862"/>
        </p:xfrm>
        <a:graphic>
          <a:graphicData uri="http://schemas.openxmlformats.org/presentationml/2006/ole">
            <mc:AlternateContent xmlns:mc="http://schemas.openxmlformats.org/markup-compatibility/2006">
              <mc:Choice xmlns:v="urn:schemas-microsoft-com:vml" Requires="v">
                <p:oleObj spid="_x0000_s66572" name="Equation" r:id="rId11" imgW="990360" imgH="914400" progId="Equation.DSMT4">
                  <p:embed/>
                </p:oleObj>
              </mc:Choice>
              <mc:Fallback>
                <p:oleObj name="Equation" r:id="rId11" imgW="990360" imgH="914400" progId="Equation.DSMT4">
                  <p:embed/>
                  <p:pic>
                    <p:nvPicPr>
                      <p:cNvPr id="31760" name="Object 1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508625" y="2205038"/>
                        <a:ext cx="2779713" cy="19478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761" name="Object 17"/>
          <p:cNvGraphicFramePr>
            <a:graphicFrameLocks noChangeAspect="1"/>
          </p:cNvGraphicFramePr>
          <p:nvPr/>
        </p:nvGraphicFramePr>
        <p:xfrm>
          <a:off x="468313" y="4149725"/>
          <a:ext cx="896937" cy="1511300"/>
        </p:xfrm>
        <a:graphic>
          <a:graphicData uri="http://schemas.openxmlformats.org/presentationml/2006/ole">
            <mc:AlternateContent xmlns:mc="http://schemas.openxmlformats.org/markup-compatibility/2006">
              <mc:Choice xmlns:v="urn:schemas-microsoft-com:vml" Requires="v">
                <p:oleObj spid="_x0000_s66573" name="Equation" r:id="rId13" imgW="380880" imgH="736560" progId="Equation.DSMT4">
                  <p:embed/>
                </p:oleObj>
              </mc:Choice>
              <mc:Fallback>
                <p:oleObj name="Equation" r:id="rId13" imgW="380880" imgH="736560" progId="Equation.DSMT4">
                  <p:embed/>
                  <p:pic>
                    <p:nvPicPr>
                      <p:cNvPr id="31761" name="Object 1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68313" y="4149725"/>
                        <a:ext cx="896937" cy="151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526437849"/>
      </p:ext>
    </p:extLst>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1758"/>
                                        </p:tgtEl>
                                        <p:attrNameLst>
                                          <p:attrName>style.visibility</p:attrName>
                                        </p:attrNameLst>
                                      </p:cBhvr>
                                      <p:to>
                                        <p:strVal val="visible"/>
                                      </p:to>
                                    </p:set>
                                    <p:animEffect transition="in" filter="wipe(left)">
                                      <p:cBhvr>
                                        <p:cTn id="7" dur="500"/>
                                        <p:tgtEl>
                                          <p:spTgt spid="3175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1759"/>
                                        </p:tgtEl>
                                        <p:attrNameLst>
                                          <p:attrName>style.visibility</p:attrName>
                                        </p:attrNameLst>
                                      </p:cBhvr>
                                      <p:to>
                                        <p:strVal val="visible"/>
                                      </p:to>
                                    </p:set>
                                    <p:animEffect transition="in" filter="wipe(left)">
                                      <p:cBhvr>
                                        <p:cTn id="12" dur="500"/>
                                        <p:tgtEl>
                                          <p:spTgt spid="3175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1755"/>
                                        </p:tgtEl>
                                        <p:attrNameLst>
                                          <p:attrName>style.visibility</p:attrName>
                                        </p:attrNameLst>
                                      </p:cBhvr>
                                      <p:to>
                                        <p:strVal val="visible"/>
                                      </p:to>
                                    </p:set>
                                    <p:animEffect transition="in" filter="wipe(left)">
                                      <p:cBhvr>
                                        <p:cTn id="17" dur="500"/>
                                        <p:tgtEl>
                                          <p:spTgt spid="3175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31760"/>
                                        </p:tgtEl>
                                        <p:attrNameLst>
                                          <p:attrName>style.visibility</p:attrName>
                                        </p:attrNameLst>
                                      </p:cBhvr>
                                      <p:to>
                                        <p:strVal val="visible"/>
                                      </p:to>
                                    </p:set>
                                    <p:animEffect transition="in" filter="wipe(left)">
                                      <p:cBhvr>
                                        <p:cTn id="22" dur="500"/>
                                        <p:tgtEl>
                                          <p:spTgt spid="3176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31761"/>
                                        </p:tgtEl>
                                        <p:attrNameLst>
                                          <p:attrName>style.visibility</p:attrName>
                                        </p:attrNameLst>
                                      </p:cBhvr>
                                      <p:to>
                                        <p:strVal val="visible"/>
                                      </p:to>
                                    </p:set>
                                    <p:animEffect transition="in" filter="wipe(left)">
                                      <p:cBhvr>
                                        <p:cTn id="27" dur="500"/>
                                        <p:tgtEl>
                                          <p:spTgt spid="3176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31757"/>
                                        </p:tgtEl>
                                        <p:attrNameLst>
                                          <p:attrName>style.visibility</p:attrName>
                                        </p:attrNameLst>
                                      </p:cBhvr>
                                      <p:to>
                                        <p:strVal val="visible"/>
                                      </p:to>
                                    </p:set>
                                    <p:animEffect transition="in" filter="wipe(left)">
                                      <p:cBhvr>
                                        <p:cTn id="32" dur="500"/>
                                        <p:tgtEl>
                                          <p:spTgt spid="317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日期占位符 1"/>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2129C38-26E8-457C-91F9-6A9ED6A6E5C4}" type="datetime1">
              <a:rPr lang="zh-CN" altLang="en-US" smtClean="0"/>
              <a:pPr eaLnBrk="1" hangingPunct="1"/>
              <a:t>2025/2/28</a:t>
            </a:fld>
            <a:endParaRPr lang="en-US" altLang="zh-CN"/>
          </a:p>
        </p:txBody>
      </p:sp>
      <p:sp>
        <p:nvSpPr>
          <p:cNvPr id="7172"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(共12页)</a:t>
            </a:r>
          </a:p>
        </p:txBody>
      </p:sp>
      <p:sp>
        <p:nvSpPr>
          <p:cNvPr id="7173"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4CB444D-B632-464C-A99D-D9E0F78D05F5}" type="slidenum">
              <a:rPr lang="en-US" altLang="zh-CN"/>
              <a:pPr eaLnBrk="1" hangingPunct="1"/>
              <a:t>64</a:t>
            </a:fld>
            <a:endParaRPr lang="en-US" altLang="zh-CN"/>
          </a:p>
        </p:txBody>
      </p:sp>
      <p:graphicFrame>
        <p:nvGraphicFramePr>
          <p:cNvPr id="32777" name="Object 9"/>
          <p:cNvGraphicFramePr>
            <a:graphicFrameLocks noChangeAspect="1"/>
          </p:cNvGraphicFramePr>
          <p:nvPr/>
        </p:nvGraphicFramePr>
        <p:xfrm>
          <a:off x="468313" y="1052513"/>
          <a:ext cx="8001000" cy="3048000"/>
        </p:xfrm>
        <a:graphic>
          <a:graphicData uri="http://schemas.openxmlformats.org/presentationml/2006/ole">
            <mc:AlternateContent xmlns:mc="http://schemas.openxmlformats.org/markup-compatibility/2006">
              <mc:Choice xmlns:v="urn:schemas-microsoft-com:vml" Requires="v">
                <p:oleObj spid="_x0000_s67587" name="Equation" r:id="rId3" imgW="2323800" imgH="1460160" progId="Equation.DSMT4">
                  <p:embed/>
                </p:oleObj>
              </mc:Choice>
              <mc:Fallback>
                <p:oleObj name="Equation" r:id="rId3" imgW="2323800" imgH="1460160" progId="Equation.DSMT4">
                  <p:embed/>
                  <p:pic>
                    <p:nvPicPr>
                      <p:cNvPr id="32777"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313" y="1052513"/>
                        <a:ext cx="8001000" cy="3048000"/>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148248153"/>
      </p:ext>
    </p:extLst>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2777"/>
                                        </p:tgtEl>
                                        <p:attrNameLst>
                                          <p:attrName>style.visibility</p:attrName>
                                        </p:attrNameLst>
                                      </p:cBhvr>
                                      <p:to>
                                        <p:strVal val="visible"/>
                                      </p:to>
                                    </p:set>
                                    <p:animEffect transition="in" filter="wipe(left)">
                                      <p:cBhvr>
                                        <p:cTn id="7" dur="500"/>
                                        <p:tgtEl>
                                          <p:spTgt spid="327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日期占位符 1"/>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EBBAD3C-CBC1-4EEF-ABA6-66EE63F4FB23}" type="datetime1">
              <a:rPr lang="zh-CN" altLang="en-US" smtClean="0"/>
              <a:pPr eaLnBrk="1" hangingPunct="1"/>
              <a:t>2025/2/28</a:t>
            </a:fld>
            <a:endParaRPr lang="en-US" altLang="zh-CN"/>
          </a:p>
        </p:txBody>
      </p:sp>
      <p:sp>
        <p:nvSpPr>
          <p:cNvPr id="8197"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(共12页)</a:t>
            </a:r>
          </a:p>
        </p:txBody>
      </p:sp>
      <p:sp>
        <p:nvSpPr>
          <p:cNvPr id="8198"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936D39C-8823-4730-96DE-8EE43F47B740}" type="slidenum">
              <a:rPr lang="en-US" altLang="zh-CN"/>
              <a:pPr eaLnBrk="1" hangingPunct="1"/>
              <a:t>65</a:t>
            </a:fld>
            <a:endParaRPr lang="en-US" altLang="zh-CN"/>
          </a:p>
        </p:txBody>
      </p:sp>
      <p:graphicFrame>
        <p:nvGraphicFramePr>
          <p:cNvPr id="32777" name="Object 2"/>
          <p:cNvGraphicFramePr>
            <a:graphicFrameLocks noChangeAspect="1"/>
          </p:cNvGraphicFramePr>
          <p:nvPr/>
        </p:nvGraphicFramePr>
        <p:xfrm>
          <a:off x="539750" y="565150"/>
          <a:ext cx="8001000" cy="2438400"/>
        </p:xfrm>
        <a:graphic>
          <a:graphicData uri="http://schemas.openxmlformats.org/presentationml/2006/ole">
            <mc:AlternateContent xmlns:mc="http://schemas.openxmlformats.org/markup-compatibility/2006">
              <mc:Choice xmlns:v="urn:schemas-microsoft-com:vml" Requires="v">
                <p:oleObj spid="_x0000_s68612" name="Equation" r:id="rId3" imgW="2323800" imgH="1168200" progId="Equation.DSMT4">
                  <p:embed/>
                </p:oleObj>
              </mc:Choice>
              <mc:Fallback>
                <p:oleObj name="Equation" r:id="rId3" imgW="2323800" imgH="1168200" progId="Equation.DSMT4">
                  <p:embed/>
                  <p:pic>
                    <p:nvPicPr>
                      <p:cNvPr id="32777"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750" y="565150"/>
                        <a:ext cx="8001000" cy="2438400"/>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矩形 5"/>
          <p:cNvSpPr>
            <a:spLocks noChangeArrowheads="1"/>
          </p:cNvSpPr>
          <p:nvPr/>
        </p:nvSpPr>
        <p:spPr bwMode="auto">
          <a:xfrm>
            <a:off x="468313" y="3213100"/>
            <a:ext cx="63706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a:t>解：将</a:t>
            </a:r>
            <a:r>
              <a:rPr lang="en-US" altLang="zh-CN" sz="2800"/>
              <a:t>2</a:t>
            </a:r>
            <a:r>
              <a:rPr lang="zh-CN" altLang="en-US" sz="2800"/>
              <a:t>，</a:t>
            </a:r>
            <a:r>
              <a:rPr lang="en-US" altLang="zh-CN" sz="2800"/>
              <a:t>3</a:t>
            </a:r>
            <a:r>
              <a:rPr lang="zh-CN" altLang="en-US" sz="2800"/>
              <a:t>，</a:t>
            </a:r>
            <a:r>
              <a:rPr lang="en-US" altLang="zh-CN" sz="2800"/>
              <a:t>…, n</a:t>
            </a:r>
            <a:r>
              <a:rPr lang="zh-CN" altLang="en-US" sz="2800"/>
              <a:t>列都加到第一列，得</a:t>
            </a:r>
          </a:p>
        </p:txBody>
      </p:sp>
      <p:graphicFrame>
        <p:nvGraphicFramePr>
          <p:cNvPr id="8195" name="Object 3"/>
          <p:cNvGraphicFramePr>
            <a:graphicFrameLocks noChangeAspect="1"/>
          </p:cNvGraphicFramePr>
          <p:nvPr/>
        </p:nvGraphicFramePr>
        <p:xfrm>
          <a:off x="468313" y="3933825"/>
          <a:ext cx="7883525" cy="2087563"/>
        </p:xfrm>
        <a:graphic>
          <a:graphicData uri="http://schemas.openxmlformats.org/presentationml/2006/ole">
            <mc:AlternateContent xmlns:mc="http://schemas.openxmlformats.org/markup-compatibility/2006">
              <mc:Choice xmlns:v="urn:schemas-microsoft-com:vml" Requires="v">
                <p:oleObj spid="_x0000_s68613" name="Equation" r:id="rId5" imgW="3644640" imgH="965160" progId="Equation.DSMT4">
                  <p:embed/>
                </p:oleObj>
              </mc:Choice>
              <mc:Fallback>
                <p:oleObj name="Equation" r:id="rId5" imgW="3644640" imgH="965160" progId="Equation.DSMT4">
                  <p:embed/>
                  <p:pic>
                    <p:nvPicPr>
                      <p:cNvPr id="8195"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8313" y="3933825"/>
                        <a:ext cx="7883525" cy="2087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900391266"/>
      </p:ext>
    </p:extLst>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2777"/>
                                        </p:tgtEl>
                                        <p:attrNameLst>
                                          <p:attrName>style.visibility</p:attrName>
                                        </p:attrNameLst>
                                      </p:cBhvr>
                                      <p:to>
                                        <p:strVal val="visible"/>
                                      </p:to>
                                    </p:set>
                                    <p:animEffect transition="in" filter="wipe(left)">
                                      <p:cBhvr>
                                        <p:cTn id="7" dur="500"/>
                                        <p:tgtEl>
                                          <p:spTgt spid="3277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ppt_x"/>
                                          </p:val>
                                        </p:tav>
                                        <p:tav tm="100000">
                                          <p:val>
                                            <p:strVal val="#ppt_x"/>
                                          </p:val>
                                        </p:tav>
                                      </p:tavLst>
                                    </p:anim>
                                    <p:anim calcmode="lin" valueType="num">
                                      <p:cBhvr additive="base">
                                        <p:cTn id="1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日期占位符 1"/>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2531061-60D8-471B-9E5F-B95D459143DA}" type="datetime1">
              <a:rPr lang="zh-CN" altLang="en-US" smtClean="0"/>
              <a:pPr eaLnBrk="1" hangingPunct="1"/>
              <a:t>2025/2/28</a:t>
            </a:fld>
            <a:endParaRPr lang="en-US" altLang="zh-CN"/>
          </a:p>
        </p:txBody>
      </p:sp>
      <p:sp>
        <p:nvSpPr>
          <p:cNvPr id="9220"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(共12页)</a:t>
            </a:r>
          </a:p>
        </p:txBody>
      </p:sp>
      <p:sp>
        <p:nvSpPr>
          <p:cNvPr id="9221"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D978BF8-A57E-421A-A543-85C59118B8CB}" type="slidenum">
              <a:rPr lang="en-US" altLang="zh-CN"/>
              <a:pPr eaLnBrk="1" hangingPunct="1"/>
              <a:t>66</a:t>
            </a:fld>
            <a:endParaRPr lang="en-US" altLang="zh-CN"/>
          </a:p>
        </p:txBody>
      </p:sp>
      <p:graphicFrame>
        <p:nvGraphicFramePr>
          <p:cNvPr id="48131" name="Object 3"/>
          <p:cNvGraphicFramePr>
            <a:graphicFrameLocks noChangeAspect="1"/>
          </p:cNvGraphicFramePr>
          <p:nvPr/>
        </p:nvGraphicFramePr>
        <p:xfrm>
          <a:off x="1258888" y="692150"/>
          <a:ext cx="4916487" cy="4668838"/>
        </p:xfrm>
        <a:graphic>
          <a:graphicData uri="http://schemas.openxmlformats.org/presentationml/2006/ole">
            <mc:AlternateContent xmlns:mc="http://schemas.openxmlformats.org/markup-compatibility/2006">
              <mc:Choice xmlns:v="urn:schemas-microsoft-com:vml" Requires="v">
                <p:oleObj spid="_x0000_s69635" name="Equation" r:id="rId3" imgW="2273040" imgH="2158920" progId="Equation.DSMT4">
                  <p:embed/>
                </p:oleObj>
              </mc:Choice>
              <mc:Fallback>
                <p:oleObj name="Equation" r:id="rId3" imgW="2273040" imgH="2158920" progId="Equation.DSMT4">
                  <p:embed/>
                  <p:pic>
                    <p:nvPicPr>
                      <p:cNvPr id="48131"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8888" y="692150"/>
                        <a:ext cx="4916487" cy="4668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428914152"/>
      </p:ext>
    </p:extLst>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8131"/>
                                        </p:tgtEl>
                                        <p:attrNameLst>
                                          <p:attrName>style.visibility</p:attrName>
                                        </p:attrNameLst>
                                      </p:cBhvr>
                                      <p:to>
                                        <p:strVal val="visible"/>
                                      </p:to>
                                    </p:set>
                                    <p:anim calcmode="lin" valueType="num">
                                      <p:cBhvr additive="base">
                                        <p:cTn id="7" dur="500" fill="hold"/>
                                        <p:tgtEl>
                                          <p:spTgt spid="48131"/>
                                        </p:tgtEl>
                                        <p:attrNameLst>
                                          <p:attrName>ppt_x</p:attrName>
                                        </p:attrNameLst>
                                      </p:cBhvr>
                                      <p:tavLst>
                                        <p:tav tm="0">
                                          <p:val>
                                            <p:strVal val="#ppt_x"/>
                                          </p:val>
                                        </p:tav>
                                        <p:tav tm="100000">
                                          <p:val>
                                            <p:strVal val="#ppt_x"/>
                                          </p:val>
                                        </p:tav>
                                      </p:tavLst>
                                    </p:anim>
                                    <p:anim calcmode="lin" valueType="num">
                                      <p:cBhvr additive="base">
                                        <p:cTn id="8" dur="500" fill="hold"/>
                                        <p:tgtEl>
                                          <p:spTgt spid="481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446856" y="1588"/>
            <a:ext cx="8229600" cy="2392362"/>
            <a:chOff x="467544" y="-312985"/>
            <a:chExt cx="8229600" cy="2392362"/>
          </a:xfrm>
        </p:grpSpPr>
        <p:sp>
          <p:nvSpPr>
            <p:cNvPr id="13" name="内容占位符 2"/>
            <p:cNvSpPr txBox="1"/>
            <p:nvPr/>
          </p:nvSpPr>
          <p:spPr>
            <a:xfrm>
              <a:off x="467544" y="620687"/>
              <a:ext cx="8229600" cy="1269604"/>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zh-CN" altLang="en-US" sz="2400" b="1"/>
                <a:t>例</a:t>
              </a:r>
              <a:r>
                <a:rPr lang="en-US" altLang="zh-CN" sz="2400" b="1"/>
                <a:t>6</a:t>
              </a:r>
              <a:r>
                <a:rPr lang="en-US" altLang="zh-CN" sz="2400"/>
                <a:t>   </a:t>
              </a:r>
              <a:r>
                <a:rPr lang="zh-CN" altLang="en-US" sz="2400"/>
                <a:t>证明：                                                         </a:t>
              </a:r>
              <a:r>
                <a:rPr lang="en-US" altLang="zh-CN" sz="2400"/>
                <a:t>.</a:t>
              </a:r>
            </a:p>
            <a:p>
              <a:pPr marL="0" indent="0">
                <a:buFont typeface="Arial" panose="020B0604020202020204" pitchFamily="34" charset="0"/>
                <a:buNone/>
              </a:pPr>
              <a:r>
                <a:rPr lang="zh-CN" altLang="en-US" sz="2400"/>
                <a:t>（范德蒙行列式）</a:t>
              </a:r>
            </a:p>
          </p:txBody>
        </p:sp>
        <p:graphicFrame>
          <p:nvGraphicFramePr>
            <p:cNvPr id="10" name="对象 9"/>
            <p:cNvGraphicFramePr>
              <a:graphicFrameLocks noChangeAspect="1"/>
            </p:cNvGraphicFramePr>
            <p:nvPr/>
          </p:nvGraphicFramePr>
          <p:xfrm>
            <a:off x="2288432" y="-312985"/>
            <a:ext cx="6221413" cy="2392362"/>
          </p:xfrm>
          <a:graphic>
            <a:graphicData uri="http://schemas.openxmlformats.org/presentationml/2006/ole">
              <mc:AlternateContent xmlns:mc="http://schemas.openxmlformats.org/markup-compatibility/2006">
                <mc:Choice xmlns:v="urn:schemas-microsoft-com:vml" Requires="v">
                  <p:oleObj spid="_x0000_s60458" name="Equation" r:id="rId3" imgW="72847200" imgH="28041600" progId="Equation.DSMT4">
                    <p:embed/>
                  </p:oleObj>
                </mc:Choice>
                <mc:Fallback>
                  <p:oleObj name="Equation" r:id="rId3" imgW="72847200" imgH="28041600" progId="Equation.DSMT4">
                    <p:embed/>
                    <p:pic>
                      <p:nvPicPr>
                        <p:cNvPr id="0" name="图片 30866"/>
                        <p:cNvPicPr>
                          <a:picLocks noChangeAspect="1" noChangeArrowheads="1"/>
                        </p:cNvPicPr>
                        <p:nvPr/>
                      </p:nvPicPr>
                      <p:blipFill>
                        <a:blip r:embed="rId4"/>
                        <a:srcRect/>
                        <a:stretch>
                          <a:fillRect/>
                        </a:stretch>
                      </p:blipFill>
                      <p:spPr bwMode="auto">
                        <a:xfrm>
                          <a:off x="2288432" y="-312985"/>
                          <a:ext cx="6221413" cy="2392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6" name="内容占位符 2"/>
          <p:cNvSpPr txBox="1"/>
          <p:nvPr/>
        </p:nvSpPr>
        <p:spPr>
          <a:xfrm>
            <a:off x="467544" y="2634853"/>
            <a:ext cx="648072" cy="53265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zh-CN" altLang="en-US" sz="2400" b="1"/>
              <a:t>解</a:t>
            </a:r>
          </a:p>
        </p:txBody>
      </p:sp>
      <p:graphicFrame>
        <p:nvGraphicFramePr>
          <p:cNvPr id="14" name="对象 13"/>
          <p:cNvGraphicFramePr>
            <a:graphicFrameLocks noChangeAspect="1"/>
          </p:cNvGraphicFramePr>
          <p:nvPr/>
        </p:nvGraphicFramePr>
        <p:xfrm>
          <a:off x="1259632" y="2431926"/>
          <a:ext cx="1568412" cy="916560"/>
        </p:xfrm>
        <a:graphic>
          <a:graphicData uri="http://schemas.openxmlformats.org/presentationml/2006/ole">
            <mc:AlternateContent xmlns:mc="http://schemas.openxmlformats.org/markup-compatibility/2006">
              <mc:Choice xmlns:v="urn:schemas-microsoft-com:vml" Requires="v">
                <p:oleObj spid="_x0000_s60459" name="Equation" r:id="rId5" imgW="19812000" imgH="11582400" progId="Equation.DSMT4">
                  <p:embed/>
                </p:oleObj>
              </mc:Choice>
              <mc:Fallback>
                <p:oleObj name="Equation" r:id="rId5" imgW="19812000" imgH="11582400" progId="Equation.DSMT4">
                  <p:embed/>
                  <p:pic>
                    <p:nvPicPr>
                      <p:cNvPr id="0" name="图片 30867"/>
                      <p:cNvPicPr>
                        <a:picLocks noChangeAspect="1" noChangeArrowheads="1"/>
                      </p:cNvPicPr>
                      <p:nvPr/>
                    </p:nvPicPr>
                    <p:blipFill>
                      <a:blip r:embed="rId6"/>
                      <a:srcRect/>
                      <a:stretch>
                        <a:fillRect/>
                      </a:stretch>
                    </p:blipFill>
                    <p:spPr bwMode="auto">
                      <a:xfrm>
                        <a:off x="1259632" y="2431926"/>
                        <a:ext cx="1568412" cy="916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 name="对象 1"/>
          <p:cNvGraphicFramePr>
            <a:graphicFrameLocks noChangeAspect="1"/>
          </p:cNvGraphicFramePr>
          <p:nvPr/>
        </p:nvGraphicFramePr>
        <p:xfrm>
          <a:off x="1259632" y="3356992"/>
          <a:ext cx="2171700" cy="1350900"/>
        </p:xfrm>
        <a:graphic>
          <a:graphicData uri="http://schemas.openxmlformats.org/presentationml/2006/ole">
            <mc:AlternateContent xmlns:mc="http://schemas.openxmlformats.org/markup-compatibility/2006">
              <mc:Choice xmlns:v="urn:schemas-microsoft-com:vml" Requires="v">
                <p:oleObj spid="_x0000_s60460" name="Equation" r:id="rId7" imgW="27432000" imgH="17068800" progId="Equation.DSMT4">
                  <p:embed/>
                </p:oleObj>
              </mc:Choice>
              <mc:Fallback>
                <p:oleObj name="Equation" r:id="rId7" imgW="27432000" imgH="17068800" progId="Equation.DSMT4">
                  <p:embed/>
                  <p:pic>
                    <p:nvPicPr>
                      <p:cNvPr id="0" name="图片 30868"/>
                      <p:cNvPicPr>
                        <a:picLocks noChangeAspect="1" noChangeArrowheads="1"/>
                      </p:cNvPicPr>
                      <p:nvPr/>
                    </p:nvPicPr>
                    <p:blipFill>
                      <a:blip r:embed="rId8"/>
                      <a:srcRect/>
                      <a:stretch>
                        <a:fillRect/>
                      </a:stretch>
                    </p:blipFill>
                    <p:spPr bwMode="auto">
                      <a:xfrm>
                        <a:off x="1259632" y="3356992"/>
                        <a:ext cx="2171700" cy="135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 name="对象 2"/>
          <p:cNvGraphicFramePr>
            <a:graphicFrameLocks noChangeAspect="1"/>
          </p:cNvGraphicFramePr>
          <p:nvPr/>
        </p:nvGraphicFramePr>
        <p:xfrm>
          <a:off x="3401536" y="3357563"/>
          <a:ext cx="3474720" cy="1350900"/>
        </p:xfrm>
        <a:graphic>
          <a:graphicData uri="http://schemas.openxmlformats.org/presentationml/2006/ole">
            <mc:AlternateContent xmlns:mc="http://schemas.openxmlformats.org/markup-compatibility/2006">
              <mc:Choice xmlns:v="urn:schemas-microsoft-com:vml" Requires="v">
                <p:oleObj spid="_x0000_s60461" name="Equation" r:id="rId9" imgW="43891200" imgH="17068800" progId="Equation.DSMT4">
                  <p:embed/>
                </p:oleObj>
              </mc:Choice>
              <mc:Fallback>
                <p:oleObj name="Equation" r:id="rId9" imgW="43891200" imgH="17068800" progId="Equation.DSMT4">
                  <p:embed/>
                  <p:pic>
                    <p:nvPicPr>
                      <p:cNvPr id="0" name="对象 1"/>
                      <p:cNvPicPr>
                        <a:picLocks noChangeAspect="1" noChangeArrowheads="1"/>
                      </p:cNvPicPr>
                      <p:nvPr/>
                    </p:nvPicPr>
                    <p:blipFill>
                      <a:blip r:embed="rId10"/>
                      <a:srcRect/>
                      <a:stretch>
                        <a:fillRect/>
                      </a:stretch>
                    </p:blipFill>
                    <p:spPr bwMode="auto">
                      <a:xfrm>
                        <a:off x="3401536" y="3357563"/>
                        <a:ext cx="3474720" cy="135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对象 3"/>
          <p:cNvGraphicFramePr>
            <a:graphicFrameLocks noChangeAspect="1"/>
          </p:cNvGraphicFramePr>
          <p:nvPr/>
        </p:nvGraphicFramePr>
        <p:xfrm>
          <a:off x="2928615" y="2420888"/>
          <a:ext cx="1857744" cy="916560"/>
        </p:xfrm>
        <a:graphic>
          <a:graphicData uri="http://schemas.openxmlformats.org/presentationml/2006/ole">
            <mc:AlternateContent xmlns:mc="http://schemas.openxmlformats.org/markup-compatibility/2006">
              <mc:Choice xmlns:v="urn:schemas-microsoft-com:vml" Requires="v">
                <p:oleObj spid="_x0000_s60462" name="Equation" r:id="rId11" imgW="23469600" imgH="11582400" progId="Equation.DSMT4">
                  <p:embed/>
                </p:oleObj>
              </mc:Choice>
              <mc:Fallback>
                <p:oleObj name="Equation" r:id="rId11" imgW="23469600" imgH="11582400" progId="Equation.DSMT4">
                  <p:embed/>
                  <p:pic>
                    <p:nvPicPr>
                      <p:cNvPr id="0" name="对象 13"/>
                      <p:cNvPicPr>
                        <a:picLocks noChangeAspect="1" noChangeArrowheads="1"/>
                      </p:cNvPicPr>
                      <p:nvPr/>
                    </p:nvPicPr>
                    <p:blipFill>
                      <a:blip r:embed="rId12"/>
                      <a:srcRect/>
                      <a:stretch>
                        <a:fillRect/>
                      </a:stretch>
                    </p:blipFill>
                    <p:spPr bwMode="auto">
                      <a:xfrm>
                        <a:off x="2928615" y="2420888"/>
                        <a:ext cx="1857744" cy="916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对象 4"/>
          <p:cNvGraphicFramePr>
            <a:graphicFrameLocks noChangeAspect="1"/>
          </p:cNvGraphicFramePr>
          <p:nvPr/>
        </p:nvGraphicFramePr>
        <p:xfrm>
          <a:off x="5036989" y="2702495"/>
          <a:ext cx="1036944" cy="434340"/>
        </p:xfrm>
        <a:graphic>
          <a:graphicData uri="http://schemas.openxmlformats.org/presentationml/2006/ole">
            <mc:AlternateContent xmlns:mc="http://schemas.openxmlformats.org/markup-compatibility/2006">
              <mc:Choice xmlns:v="urn:schemas-microsoft-com:vml" Requires="v">
                <p:oleObj spid="_x0000_s60463" name="Equation" r:id="rId13" imgW="13106400" imgH="5486400" progId="Equation.DSMT4">
                  <p:embed/>
                </p:oleObj>
              </mc:Choice>
              <mc:Fallback>
                <p:oleObj name="Equation" r:id="rId13" imgW="13106400" imgH="5486400" progId="Equation.DSMT4">
                  <p:embed/>
                  <p:pic>
                    <p:nvPicPr>
                      <p:cNvPr id="0" name="对象 3"/>
                      <p:cNvPicPr>
                        <a:picLocks noChangeAspect="1" noChangeArrowheads="1"/>
                      </p:cNvPicPr>
                      <p:nvPr/>
                    </p:nvPicPr>
                    <p:blipFill>
                      <a:blip r:embed="rId14"/>
                      <a:srcRect/>
                      <a:stretch>
                        <a:fillRect/>
                      </a:stretch>
                    </p:blipFill>
                    <p:spPr bwMode="auto">
                      <a:xfrm>
                        <a:off x="5036989" y="2702495"/>
                        <a:ext cx="1036944" cy="434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 name="对象 16"/>
          <p:cNvGraphicFramePr>
            <a:graphicFrameLocks noChangeAspect="1"/>
          </p:cNvGraphicFramePr>
          <p:nvPr/>
        </p:nvGraphicFramePr>
        <p:xfrm>
          <a:off x="1450975" y="4670425"/>
          <a:ext cx="3378200" cy="1350963"/>
        </p:xfrm>
        <a:graphic>
          <a:graphicData uri="http://schemas.openxmlformats.org/presentationml/2006/ole">
            <mc:AlternateContent xmlns:mc="http://schemas.openxmlformats.org/markup-compatibility/2006">
              <mc:Choice xmlns:v="urn:schemas-microsoft-com:vml" Requires="v">
                <p:oleObj spid="_x0000_s60464" name="Equation" r:id="rId15" imgW="42672000" imgH="17068800" progId="Equation.DSMT4">
                  <p:embed/>
                </p:oleObj>
              </mc:Choice>
              <mc:Fallback>
                <p:oleObj name="Equation" r:id="rId15" imgW="42672000" imgH="17068800" progId="Equation.DSMT4">
                  <p:embed/>
                  <p:pic>
                    <p:nvPicPr>
                      <p:cNvPr id="0" name="对象 2"/>
                      <p:cNvPicPr>
                        <a:picLocks noChangeAspect="1" noChangeArrowheads="1"/>
                      </p:cNvPicPr>
                      <p:nvPr/>
                    </p:nvPicPr>
                    <p:blipFill>
                      <a:blip r:embed="rId16"/>
                      <a:srcRect/>
                      <a:stretch>
                        <a:fillRect/>
                      </a:stretch>
                    </p:blipFill>
                    <p:spPr bwMode="auto">
                      <a:xfrm>
                        <a:off x="1450975" y="4670425"/>
                        <a:ext cx="3378200" cy="1350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 name="对象 17"/>
          <p:cNvGraphicFramePr>
            <a:graphicFrameLocks noChangeAspect="1"/>
          </p:cNvGraphicFramePr>
          <p:nvPr/>
        </p:nvGraphicFramePr>
        <p:xfrm>
          <a:off x="4918224" y="4886325"/>
          <a:ext cx="2678112" cy="917575"/>
        </p:xfrm>
        <a:graphic>
          <a:graphicData uri="http://schemas.openxmlformats.org/presentationml/2006/ole">
            <mc:AlternateContent xmlns:mc="http://schemas.openxmlformats.org/markup-compatibility/2006">
              <mc:Choice xmlns:v="urn:schemas-microsoft-com:vml" Requires="v">
                <p:oleObj spid="_x0000_s60465" name="Equation" r:id="rId17" imgW="33832800" imgH="11582400" progId="Equation.DSMT4">
                  <p:embed/>
                </p:oleObj>
              </mc:Choice>
              <mc:Fallback>
                <p:oleObj name="Equation" r:id="rId17" imgW="33832800" imgH="11582400" progId="Equation.DSMT4">
                  <p:embed/>
                  <p:pic>
                    <p:nvPicPr>
                      <p:cNvPr id="0" name="对象 16"/>
                      <p:cNvPicPr>
                        <a:picLocks noChangeAspect="1" noChangeArrowheads="1"/>
                      </p:cNvPicPr>
                      <p:nvPr/>
                    </p:nvPicPr>
                    <p:blipFill>
                      <a:blip r:embed="rId18"/>
                      <a:srcRect/>
                      <a:stretch>
                        <a:fillRect/>
                      </a:stretch>
                    </p:blipFill>
                    <p:spPr bwMode="auto">
                      <a:xfrm>
                        <a:off x="4918224" y="4886325"/>
                        <a:ext cx="2678112" cy="91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 name="对象 18"/>
          <p:cNvGraphicFramePr>
            <a:graphicFrameLocks noChangeAspect="1"/>
          </p:cNvGraphicFramePr>
          <p:nvPr/>
        </p:nvGraphicFramePr>
        <p:xfrm>
          <a:off x="1626741" y="5967809"/>
          <a:ext cx="3089275" cy="917575"/>
        </p:xfrm>
        <a:graphic>
          <a:graphicData uri="http://schemas.openxmlformats.org/presentationml/2006/ole">
            <mc:AlternateContent xmlns:mc="http://schemas.openxmlformats.org/markup-compatibility/2006">
              <mc:Choice xmlns:v="urn:schemas-microsoft-com:vml" Requires="v">
                <p:oleObj spid="_x0000_s60466" name="Equation" r:id="rId19" imgW="39014400" imgH="11582400" progId="Equation.DSMT4">
                  <p:embed/>
                </p:oleObj>
              </mc:Choice>
              <mc:Fallback>
                <p:oleObj name="Equation" r:id="rId19" imgW="39014400" imgH="11582400" progId="Equation.DSMT4">
                  <p:embed/>
                  <p:pic>
                    <p:nvPicPr>
                      <p:cNvPr id="0" name="对象 17"/>
                      <p:cNvPicPr>
                        <a:picLocks noChangeAspect="1" noChangeArrowheads="1"/>
                      </p:cNvPicPr>
                      <p:nvPr/>
                    </p:nvPicPr>
                    <p:blipFill>
                      <a:blip r:embed="rId20"/>
                      <a:srcRect/>
                      <a:stretch>
                        <a:fillRect/>
                      </a:stretch>
                    </p:blipFill>
                    <p:spPr bwMode="auto">
                      <a:xfrm>
                        <a:off x="1626741" y="5967809"/>
                        <a:ext cx="3089275" cy="91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 name="对象 19"/>
          <p:cNvGraphicFramePr>
            <a:graphicFrameLocks noChangeAspect="1"/>
          </p:cNvGraphicFramePr>
          <p:nvPr/>
        </p:nvGraphicFramePr>
        <p:xfrm>
          <a:off x="4832350" y="6208713"/>
          <a:ext cx="3160713" cy="433387"/>
        </p:xfrm>
        <a:graphic>
          <a:graphicData uri="http://schemas.openxmlformats.org/presentationml/2006/ole">
            <mc:AlternateContent xmlns:mc="http://schemas.openxmlformats.org/markup-compatibility/2006">
              <mc:Choice xmlns:v="urn:schemas-microsoft-com:vml" Requires="v">
                <p:oleObj spid="_x0000_s60467" name="Equation" r:id="rId21" imgW="39928800" imgH="5486400" progId="Equation.DSMT4">
                  <p:embed/>
                </p:oleObj>
              </mc:Choice>
              <mc:Fallback>
                <p:oleObj name="Equation" r:id="rId21" imgW="39928800" imgH="5486400" progId="Equation.DSMT4">
                  <p:embed/>
                  <p:pic>
                    <p:nvPicPr>
                      <p:cNvPr id="0" name="对象 18"/>
                      <p:cNvPicPr>
                        <a:picLocks noChangeAspect="1" noChangeArrowheads="1"/>
                      </p:cNvPicPr>
                      <p:nvPr/>
                    </p:nvPicPr>
                    <p:blipFill>
                      <a:blip r:embed="rId22"/>
                      <a:srcRect/>
                      <a:stretch>
                        <a:fillRect/>
                      </a:stretch>
                    </p:blipFill>
                    <p:spPr bwMode="auto">
                      <a:xfrm>
                        <a:off x="4832350" y="6208713"/>
                        <a:ext cx="3160713"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直角三角形 14"/>
          <p:cNvSpPr/>
          <p:nvPr/>
        </p:nvSpPr>
        <p:spPr>
          <a:xfrm>
            <a:off x="0" y="5873377"/>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21" name="直角三角形 20"/>
          <p:cNvSpPr/>
          <p:nvPr/>
        </p:nvSpPr>
        <p:spPr>
          <a:xfrm rot="16200000">
            <a:off x="8130760" y="5832084"/>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left)">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wipe(left)">
                                      <p:cBhvr>
                                        <p:cTn id="32" dur="500"/>
                                        <p:tgtEl>
                                          <p:spTgt spid="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wipe(left)">
                                      <p:cBhvr>
                                        <p:cTn id="37" dur="500"/>
                                        <p:tgtEl>
                                          <p:spTgt spid="1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wipe(left)">
                                      <p:cBhvr>
                                        <p:cTn id="42" dur="500"/>
                                        <p:tgtEl>
                                          <p:spTgt spid="18"/>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left)">
                                      <p:cBhvr>
                                        <p:cTn id="47" dur="50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wipe(left)">
                                      <p:cBhvr>
                                        <p:cTn id="5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p:cNvGraphicFramePr>
            <a:graphicFrameLocks noChangeAspect="1"/>
          </p:cNvGraphicFramePr>
          <p:nvPr/>
        </p:nvGraphicFramePr>
        <p:xfrm>
          <a:off x="395536" y="116632"/>
          <a:ext cx="3909060" cy="2219580"/>
        </p:xfrm>
        <a:graphic>
          <a:graphicData uri="http://schemas.openxmlformats.org/presentationml/2006/ole">
            <mc:AlternateContent xmlns:mc="http://schemas.openxmlformats.org/markup-compatibility/2006">
              <mc:Choice xmlns:v="urn:schemas-microsoft-com:vml" Requires="v">
                <p:oleObj spid="_x0000_s61458" name="Equation" r:id="rId3" imgW="49377600" imgH="28041600" progId="Equation.DSMT4">
                  <p:embed/>
                </p:oleObj>
              </mc:Choice>
              <mc:Fallback>
                <p:oleObj name="Equation" r:id="rId3" imgW="49377600" imgH="28041600" progId="Equation.DSMT4">
                  <p:embed/>
                  <p:pic>
                    <p:nvPicPr>
                      <p:cNvPr id="0" name="图片 31795"/>
                      <p:cNvPicPr>
                        <a:picLocks noChangeAspect="1" noChangeArrowheads="1"/>
                      </p:cNvPicPr>
                      <p:nvPr/>
                    </p:nvPicPr>
                    <p:blipFill>
                      <a:blip r:embed="rId4"/>
                      <a:srcRect/>
                      <a:stretch>
                        <a:fillRect/>
                      </a:stretch>
                    </p:blipFill>
                    <p:spPr bwMode="auto">
                      <a:xfrm>
                        <a:off x="395536" y="116632"/>
                        <a:ext cx="3909060" cy="2219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对象 4"/>
          <p:cNvGraphicFramePr>
            <a:graphicFrameLocks noChangeAspect="1"/>
          </p:cNvGraphicFramePr>
          <p:nvPr/>
        </p:nvGraphicFramePr>
        <p:xfrm>
          <a:off x="539552" y="2361548"/>
          <a:ext cx="6586920" cy="2219580"/>
        </p:xfrm>
        <a:graphic>
          <a:graphicData uri="http://schemas.openxmlformats.org/presentationml/2006/ole">
            <mc:AlternateContent xmlns:mc="http://schemas.openxmlformats.org/markup-compatibility/2006">
              <mc:Choice xmlns:v="urn:schemas-microsoft-com:vml" Requires="v">
                <p:oleObj spid="_x0000_s61459" name="Equation" r:id="rId5" imgW="83210400" imgH="28041600" progId="Equation.DSMT4">
                  <p:embed/>
                </p:oleObj>
              </mc:Choice>
              <mc:Fallback>
                <p:oleObj name="Equation" r:id="rId5" imgW="83210400" imgH="28041600" progId="Equation.DSMT4">
                  <p:embed/>
                  <p:pic>
                    <p:nvPicPr>
                      <p:cNvPr id="0" name="对象 3"/>
                      <p:cNvPicPr>
                        <a:picLocks noChangeAspect="1" noChangeArrowheads="1"/>
                      </p:cNvPicPr>
                      <p:nvPr/>
                    </p:nvPicPr>
                    <p:blipFill>
                      <a:blip r:embed="rId6"/>
                      <a:srcRect/>
                      <a:stretch>
                        <a:fillRect/>
                      </a:stretch>
                    </p:blipFill>
                    <p:spPr bwMode="auto">
                      <a:xfrm>
                        <a:off x="539552" y="2361548"/>
                        <a:ext cx="6586920" cy="2219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对象 5"/>
          <p:cNvGraphicFramePr>
            <a:graphicFrameLocks noChangeAspect="1"/>
          </p:cNvGraphicFramePr>
          <p:nvPr/>
        </p:nvGraphicFramePr>
        <p:xfrm>
          <a:off x="1778967" y="4581525"/>
          <a:ext cx="6321425" cy="2219325"/>
        </p:xfrm>
        <a:graphic>
          <a:graphicData uri="http://schemas.openxmlformats.org/presentationml/2006/ole">
            <mc:AlternateContent xmlns:mc="http://schemas.openxmlformats.org/markup-compatibility/2006">
              <mc:Choice xmlns:v="urn:schemas-microsoft-com:vml" Requires="v">
                <p:oleObj spid="_x0000_s61460" name="Equation" r:id="rId7" imgW="79857600" imgH="28041600" progId="Equation.DSMT4">
                  <p:embed/>
                </p:oleObj>
              </mc:Choice>
              <mc:Fallback>
                <p:oleObj name="Equation" r:id="rId7" imgW="79857600" imgH="28041600" progId="Equation.DSMT4">
                  <p:embed/>
                  <p:pic>
                    <p:nvPicPr>
                      <p:cNvPr id="0" name="对象 4"/>
                      <p:cNvPicPr>
                        <a:picLocks noChangeAspect="1" noChangeArrowheads="1"/>
                      </p:cNvPicPr>
                      <p:nvPr/>
                    </p:nvPicPr>
                    <p:blipFill>
                      <a:blip r:embed="rId8"/>
                      <a:srcRect/>
                      <a:stretch>
                        <a:fillRect/>
                      </a:stretch>
                    </p:blipFill>
                    <p:spPr bwMode="auto">
                      <a:xfrm>
                        <a:off x="1778967" y="4581525"/>
                        <a:ext cx="6321425" cy="221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对象 6"/>
          <p:cNvGraphicFramePr>
            <a:graphicFrameLocks noChangeAspect="1"/>
          </p:cNvGraphicFramePr>
          <p:nvPr/>
        </p:nvGraphicFramePr>
        <p:xfrm>
          <a:off x="539552" y="5301208"/>
          <a:ext cx="1133475" cy="530225"/>
        </p:xfrm>
        <a:graphic>
          <a:graphicData uri="http://schemas.openxmlformats.org/presentationml/2006/ole">
            <mc:AlternateContent xmlns:mc="http://schemas.openxmlformats.org/markup-compatibility/2006">
              <mc:Choice xmlns:v="urn:schemas-microsoft-com:vml" Requires="v">
                <p:oleObj spid="_x0000_s61461" name="Equation" r:id="rId9" imgW="14325600" imgH="6705600" progId="Equation.DSMT4">
                  <p:embed/>
                </p:oleObj>
              </mc:Choice>
              <mc:Fallback>
                <p:oleObj name="Equation" r:id="rId9" imgW="14325600" imgH="6705600" progId="Equation.DSMT4">
                  <p:embed/>
                  <p:pic>
                    <p:nvPicPr>
                      <p:cNvPr id="0" name="对象 4"/>
                      <p:cNvPicPr>
                        <a:picLocks noChangeAspect="1" noChangeArrowheads="1"/>
                      </p:cNvPicPr>
                      <p:nvPr/>
                    </p:nvPicPr>
                    <p:blipFill>
                      <a:blip r:embed="rId10"/>
                      <a:srcRect/>
                      <a:stretch>
                        <a:fillRect/>
                      </a:stretch>
                    </p:blipFill>
                    <p:spPr bwMode="auto">
                      <a:xfrm>
                        <a:off x="539552" y="5301208"/>
                        <a:ext cx="1133475"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直角三角形 7"/>
          <p:cNvSpPr/>
          <p:nvPr/>
        </p:nvSpPr>
        <p:spPr>
          <a:xfrm>
            <a:off x="0" y="5873377"/>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9" name="直角三角形 8"/>
          <p:cNvSpPr/>
          <p:nvPr/>
        </p:nvSpPr>
        <p:spPr>
          <a:xfrm rot="16200000">
            <a:off x="8130760" y="5832084"/>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对象 5"/>
          <p:cNvGraphicFramePr>
            <a:graphicFrameLocks noChangeAspect="1"/>
          </p:cNvGraphicFramePr>
          <p:nvPr/>
        </p:nvGraphicFramePr>
        <p:xfrm>
          <a:off x="251520" y="188640"/>
          <a:ext cx="6321425" cy="2219325"/>
        </p:xfrm>
        <a:graphic>
          <a:graphicData uri="http://schemas.openxmlformats.org/presentationml/2006/ole">
            <mc:AlternateContent xmlns:mc="http://schemas.openxmlformats.org/markup-compatibility/2006">
              <mc:Choice xmlns:v="urn:schemas-microsoft-com:vml" Requires="v">
                <p:oleObj spid="_x0000_s62486" name="Equation" r:id="rId3" imgW="79857600" imgH="28041600" progId="Equation.DSMT4">
                  <p:embed/>
                </p:oleObj>
              </mc:Choice>
              <mc:Fallback>
                <p:oleObj name="Equation" r:id="rId3" imgW="79857600" imgH="28041600" progId="Equation.DSMT4">
                  <p:embed/>
                  <p:pic>
                    <p:nvPicPr>
                      <p:cNvPr id="0" name="图片 32827"/>
                      <p:cNvPicPr>
                        <a:picLocks noChangeAspect="1" noChangeArrowheads="1"/>
                      </p:cNvPicPr>
                      <p:nvPr/>
                    </p:nvPicPr>
                    <p:blipFill>
                      <a:blip r:embed="rId4"/>
                      <a:srcRect/>
                      <a:stretch>
                        <a:fillRect/>
                      </a:stretch>
                    </p:blipFill>
                    <p:spPr bwMode="auto">
                      <a:xfrm>
                        <a:off x="251520" y="188640"/>
                        <a:ext cx="6321425" cy="221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 name="对象 1"/>
          <p:cNvGraphicFramePr>
            <a:graphicFrameLocks noChangeAspect="1"/>
          </p:cNvGraphicFramePr>
          <p:nvPr/>
        </p:nvGraphicFramePr>
        <p:xfrm>
          <a:off x="539552" y="2507159"/>
          <a:ext cx="5597525" cy="1785937"/>
        </p:xfrm>
        <a:graphic>
          <a:graphicData uri="http://schemas.openxmlformats.org/presentationml/2006/ole">
            <mc:AlternateContent xmlns:mc="http://schemas.openxmlformats.org/markup-compatibility/2006">
              <mc:Choice xmlns:v="urn:schemas-microsoft-com:vml" Requires="v">
                <p:oleObj spid="_x0000_s62487" name="Equation" r:id="rId5" imgW="70713600" imgH="22555200" progId="Equation.DSMT4">
                  <p:embed/>
                </p:oleObj>
              </mc:Choice>
              <mc:Fallback>
                <p:oleObj name="Equation" r:id="rId5" imgW="70713600" imgH="22555200" progId="Equation.DSMT4">
                  <p:embed/>
                  <p:pic>
                    <p:nvPicPr>
                      <p:cNvPr id="0" name="对象 5"/>
                      <p:cNvPicPr>
                        <a:picLocks noChangeAspect="1" noChangeArrowheads="1"/>
                      </p:cNvPicPr>
                      <p:nvPr/>
                    </p:nvPicPr>
                    <p:blipFill>
                      <a:blip r:embed="rId6"/>
                      <a:srcRect/>
                      <a:stretch>
                        <a:fillRect/>
                      </a:stretch>
                    </p:blipFill>
                    <p:spPr bwMode="auto">
                      <a:xfrm>
                        <a:off x="539552" y="2507159"/>
                        <a:ext cx="5597525" cy="178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 name="对象 2"/>
          <p:cNvGraphicFramePr>
            <a:graphicFrameLocks noChangeAspect="1"/>
          </p:cNvGraphicFramePr>
          <p:nvPr/>
        </p:nvGraphicFramePr>
        <p:xfrm>
          <a:off x="531911" y="4221088"/>
          <a:ext cx="6056313" cy="1785937"/>
        </p:xfrm>
        <a:graphic>
          <a:graphicData uri="http://schemas.openxmlformats.org/presentationml/2006/ole">
            <mc:AlternateContent xmlns:mc="http://schemas.openxmlformats.org/markup-compatibility/2006">
              <mc:Choice xmlns:v="urn:schemas-microsoft-com:vml" Requires="v">
                <p:oleObj spid="_x0000_s62488" name="Equation" r:id="rId7" imgW="76504800" imgH="22555200" progId="Equation.DSMT4">
                  <p:embed/>
                </p:oleObj>
              </mc:Choice>
              <mc:Fallback>
                <p:oleObj name="Equation" r:id="rId7" imgW="76504800" imgH="22555200" progId="Equation.DSMT4">
                  <p:embed/>
                  <p:pic>
                    <p:nvPicPr>
                      <p:cNvPr id="0" name="对象 1"/>
                      <p:cNvPicPr>
                        <a:picLocks noChangeAspect="1" noChangeArrowheads="1"/>
                      </p:cNvPicPr>
                      <p:nvPr/>
                    </p:nvPicPr>
                    <p:blipFill>
                      <a:blip r:embed="rId8"/>
                      <a:srcRect/>
                      <a:stretch>
                        <a:fillRect/>
                      </a:stretch>
                    </p:blipFill>
                    <p:spPr bwMode="auto">
                      <a:xfrm>
                        <a:off x="531911" y="4221088"/>
                        <a:ext cx="6056313" cy="178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对象 7"/>
          <p:cNvGraphicFramePr>
            <a:graphicFrameLocks noChangeAspect="1"/>
          </p:cNvGraphicFramePr>
          <p:nvPr/>
        </p:nvGraphicFramePr>
        <p:xfrm>
          <a:off x="539552" y="6076577"/>
          <a:ext cx="3908425" cy="434975"/>
        </p:xfrm>
        <a:graphic>
          <a:graphicData uri="http://schemas.openxmlformats.org/presentationml/2006/ole">
            <mc:AlternateContent xmlns:mc="http://schemas.openxmlformats.org/markup-compatibility/2006">
              <mc:Choice xmlns:v="urn:schemas-microsoft-com:vml" Requires="v">
                <p:oleObj spid="_x0000_s62489" name="Equation" r:id="rId9" imgW="49377600" imgH="5486400" progId="Equation.DSMT4">
                  <p:embed/>
                </p:oleObj>
              </mc:Choice>
              <mc:Fallback>
                <p:oleObj name="Equation" r:id="rId9" imgW="49377600" imgH="5486400" progId="Equation.DSMT4">
                  <p:embed/>
                  <p:pic>
                    <p:nvPicPr>
                      <p:cNvPr id="0" name="对象 2"/>
                      <p:cNvPicPr>
                        <a:picLocks noChangeAspect="1" noChangeArrowheads="1"/>
                      </p:cNvPicPr>
                      <p:nvPr/>
                    </p:nvPicPr>
                    <p:blipFill>
                      <a:blip r:embed="rId10"/>
                      <a:srcRect/>
                      <a:stretch>
                        <a:fillRect/>
                      </a:stretch>
                    </p:blipFill>
                    <p:spPr bwMode="auto">
                      <a:xfrm>
                        <a:off x="539552" y="6076577"/>
                        <a:ext cx="3908425"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对象 8"/>
          <p:cNvGraphicFramePr>
            <a:graphicFrameLocks noChangeAspect="1"/>
          </p:cNvGraphicFramePr>
          <p:nvPr/>
        </p:nvGraphicFramePr>
        <p:xfrm>
          <a:off x="4563021" y="6079504"/>
          <a:ext cx="1881187" cy="700087"/>
        </p:xfrm>
        <a:graphic>
          <a:graphicData uri="http://schemas.openxmlformats.org/presentationml/2006/ole">
            <mc:AlternateContent xmlns:mc="http://schemas.openxmlformats.org/markup-compatibility/2006">
              <mc:Choice xmlns:v="urn:schemas-microsoft-com:vml" Requires="v">
                <p:oleObj spid="_x0000_s62490" name="Equation" r:id="rId11" imgW="23774400" imgH="8839200" progId="Equation.DSMT4">
                  <p:embed/>
                </p:oleObj>
              </mc:Choice>
              <mc:Fallback>
                <p:oleObj name="Equation" r:id="rId11" imgW="23774400" imgH="8839200" progId="Equation.DSMT4">
                  <p:embed/>
                  <p:pic>
                    <p:nvPicPr>
                      <p:cNvPr id="0" name="对象 7"/>
                      <p:cNvPicPr>
                        <a:picLocks noChangeAspect="1" noChangeArrowheads="1"/>
                      </p:cNvPicPr>
                      <p:nvPr/>
                    </p:nvPicPr>
                    <p:blipFill>
                      <a:blip r:embed="rId12"/>
                      <a:srcRect/>
                      <a:stretch>
                        <a:fillRect/>
                      </a:stretch>
                    </p:blipFill>
                    <p:spPr bwMode="auto">
                      <a:xfrm>
                        <a:off x="4563021" y="6079504"/>
                        <a:ext cx="1881187" cy="700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直角三角形 6"/>
          <p:cNvSpPr/>
          <p:nvPr/>
        </p:nvSpPr>
        <p:spPr>
          <a:xfrm>
            <a:off x="0" y="5873377"/>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0" name="直角三角形 9"/>
          <p:cNvSpPr/>
          <p:nvPr/>
        </p:nvSpPr>
        <p:spPr>
          <a:xfrm rot="16200000">
            <a:off x="8130760" y="5832084"/>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4" name="日期占位符 1">
            <a:extLst>
              <a:ext uri="{FF2B5EF4-FFF2-40B4-BE49-F238E27FC236}">
                <a16:creationId xmlns:a16="http://schemas.microsoft.com/office/drawing/2014/main" id="{2CA3E527-4D24-4D93-A6B3-3FE9C123CDDE}"/>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F079726-941F-4EF4-9193-4B55976BC75C}" type="datetime3">
              <a:rPr lang="zh-CN" altLang="en-US" smtClean="0"/>
              <a:pPr eaLnBrk="1" hangingPunct="1"/>
              <a:t>2025年2月28日星期五</a:t>
            </a:fld>
            <a:endParaRPr lang="en-US" altLang="zh-CN"/>
          </a:p>
        </p:txBody>
      </p:sp>
      <p:sp>
        <p:nvSpPr>
          <p:cNvPr id="43015" name="页脚占位符 2">
            <a:extLst>
              <a:ext uri="{FF2B5EF4-FFF2-40B4-BE49-F238E27FC236}">
                <a16:creationId xmlns:a16="http://schemas.microsoft.com/office/drawing/2014/main" id="{9D9AB74D-BF42-405B-9A1D-230A96E3A55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 2010, 24ppt)</a:t>
            </a:r>
          </a:p>
        </p:txBody>
      </p:sp>
      <p:sp>
        <p:nvSpPr>
          <p:cNvPr id="43016" name="灯片编号占位符 3">
            <a:extLst>
              <a:ext uri="{FF2B5EF4-FFF2-40B4-BE49-F238E27FC236}">
                <a16:creationId xmlns:a16="http://schemas.microsoft.com/office/drawing/2014/main" id="{3AEF98F9-6C8E-40EA-9437-C598C93142F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2D851C8-8D5C-456A-9524-001FA59BE29C}" type="slidenum">
              <a:rPr lang="en-US" altLang="zh-CN"/>
              <a:pPr eaLnBrk="1" hangingPunct="1"/>
              <a:t>70</a:t>
            </a:fld>
            <a:endParaRPr lang="en-US" altLang="zh-CN"/>
          </a:p>
        </p:txBody>
      </p:sp>
      <p:sp>
        <p:nvSpPr>
          <p:cNvPr id="43017" name="Rectangle 2">
            <a:extLst>
              <a:ext uri="{FF2B5EF4-FFF2-40B4-BE49-F238E27FC236}">
                <a16:creationId xmlns:a16="http://schemas.microsoft.com/office/drawing/2014/main" id="{61B5DF65-05FF-4A3E-B1E2-A17EF84792AF}"/>
              </a:ext>
            </a:extLst>
          </p:cNvPr>
          <p:cNvSpPr>
            <a:spLocks noChangeArrowheads="1"/>
          </p:cNvSpPr>
          <p:nvPr/>
        </p:nvSpPr>
        <p:spPr bwMode="auto">
          <a:xfrm>
            <a:off x="323850" y="188913"/>
            <a:ext cx="41449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t>《</a:t>
            </a:r>
            <a:r>
              <a:rPr lang="zh-CN" altLang="en-US" b="1"/>
              <a:t>线性代数</a:t>
            </a:r>
            <a:r>
              <a:rPr lang="en-US" altLang="zh-CN" b="1"/>
              <a:t>》2005</a:t>
            </a:r>
            <a:r>
              <a:rPr lang="zh-CN" altLang="en-US" b="1"/>
              <a:t>学年第一学期，试卷</a:t>
            </a:r>
          </a:p>
        </p:txBody>
      </p:sp>
      <p:sp>
        <p:nvSpPr>
          <p:cNvPr id="43018" name="Rectangle 3">
            <a:extLst>
              <a:ext uri="{FF2B5EF4-FFF2-40B4-BE49-F238E27FC236}">
                <a16:creationId xmlns:a16="http://schemas.microsoft.com/office/drawing/2014/main" id="{ED5DA609-49A0-4395-97E2-E9CE90873175}"/>
              </a:ext>
            </a:extLst>
          </p:cNvPr>
          <p:cNvSpPr>
            <a:spLocks noChangeArrowheads="1"/>
          </p:cNvSpPr>
          <p:nvPr/>
        </p:nvSpPr>
        <p:spPr bwMode="auto">
          <a:xfrm>
            <a:off x="0" y="2819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3019" name="Rectangle 4">
            <a:extLst>
              <a:ext uri="{FF2B5EF4-FFF2-40B4-BE49-F238E27FC236}">
                <a16:creationId xmlns:a16="http://schemas.microsoft.com/office/drawing/2014/main" id="{F6652733-7D29-49EF-A264-454EA1E6EF38}"/>
              </a:ext>
            </a:extLst>
          </p:cNvPr>
          <p:cNvSpPr>
            <a:spLocks noChangeArrowheads="1"/>
          </p:cNvSpPr>
          <p:nvPr/>
        </p:nvSpPr>
        <p:spPr bwMode="auto">
          <a:xfrm>
            <a:off x="0" y="28717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3020" name="Rectangle 5">
            <a:extLst>
              <a:ext uri="{FF2B5EF4-FFF2-40B4-BE49-F238E27FC236}">
                <a16:creationId xmlns:a16="http://schemas.microsoft.com/office/drawing/2014/main" id="{35C985E0-C62E-42CF-AA6E-E13AEEF76B49}"/>
              </a:ext>
            </a:extLst>
          </p:cNvPr>
          <p:cNvSpPr>
            <a:spLocks noChangeArrowheads="1"/>
          </p:cNvSpPr>
          <p:nvPr/>
        </p:nvSpPr>
        <p:spPr bwMode="auto">
          <a:xfrm>
            <a:off x="0" y="17383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3021" name="Rectangle 30">
            <a:extLst>
              <a:ext uri="{FF2B5EF4-FFF2-40B4-BE49-F238E27FC236}">
                <a16:creationId xmlns:a16="http://schemas.microsoft.com/office/drawing/2014/main" id="{6AB17946-06F7-4149-A7B1-571090EA2511}"/>
              </a:ext>
            </a:extLst>
          </p:cNvPr>
          <p:cNvSpPr>
            <a:spLocks noChangeArrowheads="1"/>
          </p:cNvSpPr>
          <p:nvPr/>
        </p:nvSpPr>
        <p:spPr bwMode="auto">
          <a:xfrm>
            <a:off x="250825" y="620713"/>
            <a:ext cx="14938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t>一 填空题</a:t>
            </a:r>
          </a:p>
        </p:txBody>
      </p:sp>
      <p:graphicFrame>
        <p:nvGraphicFramePr>
          <p:cNvPr id="43010" name="Object 2">
            <a:extLst>
              <a:ext uri="{FF2B5EF4-FFF2-40B4-BE49-F238E27FC236}">
                <a16:creationId xmlns:a16="http://schemas.microsoft.com/office/drawing/2014/main" id="{814943A1-DBB0-4A69-B81F-B580C395BE72}"/>
              </a:ext>
            </a:extLst>
          </p:cNvPr>
          <p:cNvGraphicFramePr>
            <a:graphicFrameLocks noChangeAspect="1"/>
          </p:cNvGraphicFramePr>
          <p:nvPr/>
        </p:nvGraphicFramePr>
        <p:xfrm>
          <a:off x="1116013" y="1196975"/>
          <a:ext cx="338137" cy="358775"/>
        </p:xfrm>
        <a:graphic>
          <a:graphicData uri="http://schemas.openxmlformats.org/presentationml/2006/ole">
            <mc:AlternateContent xmlns:mc="http://schemas.openxmlformats.org/markup-compatibility/2006">
              <mc:Choice xmlns:v="urn:schemas-microsoft-com:vml" Requires="v">
                <p:oleObj spid="_x0000_s63506" name="Equation" r:id="rId3" imgW="152268" imgH="164957" progId="Equation.DSMT4">
                  <p:embed/>
                </p:oleObj>
              </mc:Choice>
              <mc:Fallback>
                <p:oleObj name="Equation" r:id="rId3" imgW="152268" imgH="164957" progId="Equation.DSMT4">
                  <p:embed/>
                  <p:pic>
                    <p:nvPicPr>
                      <p:cNvPr id="43010" name="Object 2">
                        <a:extLst>
                          <a:ext uri="{FF2B5EF4-FFF2-40B4-BE49-F238E27FC236}">
                            <a16:creationId xmlns:a16="http://schemas.microsoft.com/office/drawing/2014/main" id="{814943A1-DBB0-4A69-B81F-B580C395BE7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6013" y="1196975"/>
                        <a:ext cx="338137" cy="358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3011" name="Object 3">
            <a:extLst>
              <a:ext uri="{FF2B5EF4-FFF2-40B4-BE49-F238E27FC236}">
                <a16:creationId xmlns:a16="http://schemas.microsoft.com/office/drawing/2014/main" id="{F403EC92-373B-442A-8FC2-C4075C570E77}"/>
              </a:ext>
            </a:extLst>
          </p:cNvPr>
          <p:cNvGraphicFramePr>
            <a:graphicFrameLocks noChangeAspect="1"/>
          </p:cNvGraphicFramePr>
          <p:nvPr/>
        </p:nvGraphicFramePr>
        <p:xfrm>
          <a:off x="4572000" y="1196975"/>
          <a:ext cx="1304925" cy="488950"/>
        </p:xfrm>
        <a:graphic>
          <a:graphicData uri="http://schemas.openxmlformats.org/presentationml/2006/ole">
            <mc:AlternateContent xmlns:mc="http://schemas.openxmlformats.org/markup-compatibility/2006">
              <mc:Choice xmlns:v="urn:schemas-microsoft-com:vml" Requires="v">
                <p:oleObj spid="_x0000_s63507" name="Equation" r:id="rId5" imgW="609480" imgH="228600" progId="Equation.DSMT4">
                  <p:embed/>
                </p:oleObj>
              </mc:Choice>
              <mc:Fallback>
                <p:oleObj name="Equation" r:id="rId5" imgW="609480" imgH="228600" progId="Equation.DSMT4">
                  <p:embed/>
                  <p:pic>
                    <p:nvPicPr>
                      <p:cNvPr id="43011" name="Object 3">
                        <a:extLst>
                          <a:ext uri="{FF2B5EF4-FFF2-40B4-BE49-F238E27FC236}">
                            <a16:creationId xmlns:a16="http://schemas.microsoft.com/office/drawing/2014/main" id="{F403EC92-373B-442A-8FC2-C4075C570E7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2000" y="1196975"/>
                        <a:ext cx="1304925" cy="488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3012" name="Object 4">
            <a:extLst>
              <a:ext uri="{FF2B5EF4-FFF2-40B4-BE49-F238E27FC236}">
                <a16:creationId xmlns:a16="http://schemas.microsoft.com/office/drawing/2014/main" id="{8C9C75D4-B8FA-4AE3-9B60-C0C20D6BF526}"/>
              </a:ext>
            </a:extLst>
          </p:cNvPr>
          <p:cNvGraphicFramePr>
            <a:graphicFrameLocks noChangeAspect="1"/>
          </p:cNvGraphicFramePr>
          <p:nvPr/>
        </p:nvGraphicFramePr>
        <p:xfrm>
          <a:off x="6300788" y="1209675"/>
          <a:ext cx="647700" cy="530225"/>
        </p:xfrm>
        <a:graphic>
          <a:graphicData uri="http://schemas.openxmlformats.org/presentationml/2006/ole">
            <mc:AlternateContent xmlns:mc="http://schemas.openxmlformats.org/markup-compatibility/2006">
              <mc:Choice xmlns:v="urn:schemas-microsoft-com:vml" Requires="v">
                <p:oleObj spid="_x0000_s63508" name="Equation" r:id="rId7" imgW="317225" imgH="253780" progId="Equation.DSMT4">
                  <p:embed/>
                </p:oleObj>
              </mc:Choice>
              <mc:Fallback>
                <p:oleObj name="Equation" r:id="rId7" imgW="317225" imgH="253780" progId="Equation.DSMT4">
                  <p:embed/>
                  <p:pic>
                    <p:nvPicPr>
                      <p:cNvPr id="43012" name="Object 4">
                        <a:extLst>
                          <a:ext uri="{FF2B5EF4-FFF2-40B4-BE49-F238E27FC236}">
                            <a16:creationId xmlns:a16="http://schemas.microsoft.com/office/drawing/2014/main" id="{8C9C75D4-B8FA-4AE3-9B60-C0C20D6BF52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300788" y="1209675"/>
                        <a:ext cx="647700" cy="530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3022" name="Rectangle 34">
            <a:extLst>
              <a:ext uri="{FF2B5EF4-FFF2-40B4-BE49-F238E27FC236}">
                <a16:creationId xmlns:a16="http://schemas.microsoft.com/office/drawing/2014/main" id="{50773228-2D66-4FE0-B35D-A70B4E81FCB7}"/>
              </a:ext>
            </a:extLst>
          </p:cNvPr>
          <p:cNvSpPr>
            <a:spLocks noChangeArrowheads="1"/>
          </p:cNvSpPr>
          <p:nvPr/>
        </p:nvSpPr>
        <p:spPr bwMode="auto">
          <a:xfrm>
            <a:off x="323850" y="1196975"/>
            <a:ext cx="793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latin typeface="宋体" panose="02010600030101010101" pitchFamily="2" charset="-122"/>
                <a:cs typeface="Times New Roman" panose="02020603050405020304" pitchFamily="18" charset="0"/>
              </a:rPr>
              <a:t>2.</a:t>
            </a:r>
            <a:r>
              <a:rPr lang="zh-CN" altLang="en-US" sz="2400">
                <a:latin typeface="宋体" panose="02010600030101010101" pitchFamily="2" charset="-122"/>
                <a:cs typeface="Times New Roman" panose="02020603050405020304" pitchFamily="18" charset="0"/>
              </a:rPr>
              <a:t>设</a:t>
            </a:r>
            <a:endParaRPr lang="zh-CN" altLang="en-US" sz="2400"/>
          </a:p>
        </p:txBody>
      </p:sp>
      <p:sp>
        <p:nvSpPr>
          <p:cNvPr id="43023" name="Rectangle 35">
            <a:extLst>
              <a:ext uri="{FF2B5EF4-FFF2-40B4-BE49-F238E27FC236}">
                <a16:creationId xmlns:a16="http://schemas.microsoft.com/office/drawing/2014/main" id="{33A1518E-6A34-4AFA-BE4B-4A2AC01C0039}"/>
              </a:ext>
            </a:extLst>
          </p:cNvPr>
          <p:cNvSpPr>
            <a:spLocks noChangeArrowheads="1"/>
          </p:cNvSpPr>
          <p:nvPr/>
        </p:nvSpPr>
        <p:spPr bwMode="auto">
          <a:xfrm>
            <a:off x="1403350" y="1196975"/>
            <a:ext cx="3232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latin typeface="宋体" panose="02010600030101010101" pitchFamily="2" charset="-122"/>
                <a:cs typeface="Times New Roman" panose="02020603050405020304" pitchFamily="18" charset="0"/>
              </a:rPr>
              <a:t>为</a:t>
            </a:r>
            <a:r>
              <a:rPr lang="en-US" altLang="zh-CN" sz="2400">
                <a:latin typeface="宋体" panose="02010600030101010101" pitchFamily="2" charset="-122"/>
                <a:cs typeface="Times New Roman" panose="02020603050405020304" pitchFamily="18" charset="0"/>
              </a:rPr>
              <a:t>2005</a:t>
            </a:r>
            <a:r>
              <a:rPr lang="zh-CN" altLang="en-US" sz="2400">
                <a:latin typeface="宋体" panose="02010600030101010101" pitchFamily="2" charset="-122"/>
                <a:cs typeface="Times New Roman" panose="02020603050405020304" pitchFamily="18" charset="0"/>
              </a:rPr>
              <a:t>阶矩阵，且满足</a:t>
            </a:r>
            <a:endParaRPr lang="zh-CN" altLang="en-US" sz="2400"/>
          </a:p>
        </p:txBody>
      </p:sp>
      <p:sp>
        <p:nvSpPr>
          <p:cNvPr id="43024" name="Rectangle 36">
            <a:extLst>
              <a:ext uri="{FF2B5EF4-FFF2-40B4-BE49-F238E27FC236}">
                <a16:creationId xmlns:a16="http://schemas.microsoft.com/office/drawing/2014/main" id="{B24CE40A-DF56-4699-943B-73350B3BADB5}"/>
              </a:ext>
            </a:extLst>
          </p:cNvPr>
          <p:cNvSpPr>
            <a:spLocks noChangeArrowheads="1"/>
          </p:cNvSpPr>
          <p:nvPr/>
        </p:nvSpPr>
        <p:spPr bwMode="auto">
          <a:xfrm>
            <a:off x="5867400" y="1196975"/>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latin typeface="宋体" panose="02010600030101010101" pitchFamily="2" charset="-122"/>
                <a:cs typeface="Times New Roman" panose="02020603050405020304" pitchFamily="18" charset="0"/>
              </a:rPr>
              <a:t>则</a:t>
            </a:r>
            <a:endParaRPr lang="zh-CN" altLang="en-US" sz="2400"/>
          </a:p>
        </p:txBody>
      </p:sp>
      <p:sp>
        <p:nvSpPr>
          <p:cNvPr id="43025" name="Rectangle 37">
            <a:extLst>
              <a:ext uri="{FF2B5EF4-FFF2-40B4-BE49-F238E27FC236}">
                <a16:creationId xmlns:a16="http://schemas.microsoft.com/office/drawing/2014/main" id="{60E8887F-12D1-41F2-A408-454B93D4343E}"/>
              </a:ext>
            </a:extLst>
          </p:cNvPr>
          <p:cNvSpPr>
            <a:spLocks noChangeArrowheads="1"/>
          </p:cNvSpPr>
          <p:nvPr/>
        </p:nvSpPr>
        <p:spPr bwMode="auto">
          <a:xfrm>
            <a:off x="6877050" y="1341438"/>
            <a:ext cx="12509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u="sng">
                <a:latin typeface="宋体" panose="02010600030101010101" pitchFamily="2" charset="-122"/>
                <a:cs typeface="Times New Roman" panose="02020603050405020304" pitchFamily="18" charset="0"/>
              </a:rPr>
              <a:t>             </a:t>
            </a:r>
            <a:r>
              <a:rPr lang="en-US" altLang="zh-CN" sz="1200">
                <a:latin typeface="宋体" panose="02010600030101010101" pitchFamily="2" charset="-122"/>
                <a:cs typeface="Times New Roman" panose="02020603050405020304" pitchFamily="18" charset="0"/>
              </a:rPr>
              <a:t>.</a:t>
            </a:r>
            <a:endParaRPr lang="en-US" altLang="zh-CN"/>
          </a:p>
        </p:txBody>
      </p:sp>
      <p:sp>
        <p:nvSpPr>
          <p:cNvPr id="43026" name="Rectangle 39">
            <a:extLst>
              <a:ext uri="{FF2B5EF4-FFF2-40B4-BE49-F238E27FC236}">
                <a16:creationId xmlns:a16="http://schemas.microsoft.com/office/drawing/2014/main" id="{65F1B0C5-A97A-46E9-84EE-B209D596FA9A}"/>
              </a:ext>
            </a:extLst>
          </p:cNvPr>
          <p:cNvSpPr>
            <a:spLocks noChangeArrowheads="1"/>
          </p:cNvSpPr>
          <p:nvPr/>
        </p:nvSpPr>
        <p:spPr bwMode="auto">
          <a:xfrm>
            <a:off x="0" y="32813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98342" name="Object 5">
            <a:extLst>
              <a:ext uri="{FF2B5EF4-FFF2-40B4-BE49-F238E27FC236}">
                <a16:creationId xmlns:a16="http://schemas.microsoft.com/office/drawing/2014/main" id="{22150BF0-3C7B-4290-99CE-B7AA01BF81BD}"/>
              </a:ext>
            </a:extLst>
          </p:cNvPr>
          <p:cNvGraphicFramePr>
            <a:graphicFrameLocks noChangeAspect="1"/>
          </p:cNvGraphicFramePr>
          <p:nvPr/>
        </p:nvGraphicFramePr>
        <p:xfrm>
          <a:off x="900113" y="2276475"/>
          <a:ext cx="6553200" cy="2092325"/>
        </p:xfrm>
        <a:graphic>
          <a:graphicData uri="http://schemas.openxmlformats.org/presentationml/2006/ole">
            <mc:AlternateContent xmlns:mc="http://schemas.openxmlformats.org/markup-compatibility/2006">
              <mc:Choice xmlns:v="urn:schemas-microsoft-com:vml" Requires="v">
                <p:oleObj spid="_x0000_s63509" name="Equation" r:id="rId9" imgW="2489040" imgH="787320" progId="Equation.DSMT4">
                  <p:embed/>
                </p:oleObj>
              </mc:Choice>
              <mc:Fallback>
                <p:oleObj name="Equation" r:id="rId9" imgW="2489040" imgH="787320" progId="Equation.DSMT4">
                  <p:embed/>
                  <p:pic>
                    <p:nvPicPr>
                      <p:cNvPr id="98342" name="Object 5">
                        <a:extLst>
                          <a:ext uri="{FF2B5EF4-FFF2-40B4-BE49-F238E27FC236}">
                            <a16:creationId xmlns:a16="http://schemas.microsoft.com/office/drawing/2014/main" id="{22150BF0-3C7B-4290-99CE-B7AA01BF81B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00113" y="2276475"/>
                        <a:ext cx="6553200" cy="2092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98342"/>
                                        </p:tgtEl>
                                        <p:attrNameLst>
                                          <p:attrName>style.visibility</p:attrName>
                                        </p:attrNameLst>
                                      </p:cBhvr>
                                      <p:to>
                                        <p:strVal val="visible"/>
                                      </p:to>
                                    </p:set>
                                    <p:anim calcmode="lin" valueType="num">
                                      <p:cBhvr additive="base">
                                        <p:cTn id="7" dur="500" fill="hold"/>
                                        <p:tgtEl>
                                          <p:spTgt spid="98342"/>
                                        </p:tgtEl>
                                        <p:attrNameLst>
                                          <p:attrName>ppt_x</p:attrName>
                                        </p:attrNameLst>
                                      </p:cBhvr>
                                      <p:tavLst>
                                        <p:tav tm="0">
                                          <p:val>
                                            <p:strVal val="#ppt_x"/>
                                          </p:val>
                                        </p:tav>
                                        <p:tav tm="100000">
                                          <p:val>
                                            <p:strVal val="#ppt_x"/>
                                          </p:val>
                                        </p:tav>
                                      </p:tavLst>
                                    </p:anim>
                                    <p:anim calcmode="lin" valueType="num">
                                      <p:cBhvr additive="base">
                                        <p:cTn id="8" dur="500" fill="hold"/>
                                        <p:tgtEl>
                                          <p:spTgt spid="983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7" name="日期占位符 1">
            <a:extLst>
              <a:ext uri="{FF2B5EF4-FFF2-40B4-BE49-F238E27FC236}">
                <a16:creationId xmlns:a16="http://schemas.microsoft.com/office/drawing/2014/main" id="{70F5B89B-CBC8-4864-A4A0-94F2A8BBDDB6}"/>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F80FEA5-A4BA-458A-AFB2-F4AABED7DD32}" type="datetime3">
              <a:rPr lang="zh-CN" altLang="en-US" smtClean="0"/>
              <a:pPr eaLnBrk="1" hangingPunct="1"/>
              <a:t>2025年2月28日星期五</a:t>
            </a:fld>
            <a:endParaRPr lang="en-US" altLang="zh-CN"/>
          </a:p>
        </p:txBody>
      </p:sp>
      <p:sp>
        <p:nvSpPr>
          <p:cNvPr id="44038" name="页脚占位符 2">
            <a:extLst>
              <a:ext uri="{FF2B5EF4-FFF2-40B4-BE49-F238E27FC236}">
                <a16:creationId xmlns:a16="http://schemas.microsoft.com/office/drawing/2014/main" id="{8AE3893A-CBF5-46CB-A62C-0F584688767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 2010, 24ppt)</a:t>
            </a:r>
          </a:p>
        </p:txBody>
      </p:sp>
      <p:sp>
        <p:nvSpPr>
          <p:cNvPr id="44039" name="灯片编号占位符 3">
            <a:extLst>
              <a:ext uri="{FF2B5EF4-FFF2-40B4-BE49-F238E27FC236}">
                <a16:creationId xmlns:a16="http://schemas.microsoft.com/office/drawing/2014/main" id="{26AD555A-4A99-4C77-91F6-E0A325F94D9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3F35DAE-1B7B-4423-9472-5CE2FA7005C5}" type="slidenum">
              <a:rPr lang="en-US" altLang="zh-CN"/>
              <a:pPr eaLnBrk="1" hangingPunct="1"/>
              <a:t>71</a:t>
            </a:fld>
            <a:endParaRPr lang="en-US" altLang="zh-CN"/>
          </a:p>
        </p:txBody>
      </p:sp>
      <p:sp>
        <p:nvSpPr>
          <p:cNvPr id="44040" name="Rectangle 2">
            <a:extLst>
              <a:ext uri="{FF2B5EF4-FFF2-40B4-BE49-F238E27FC236}">
                <a16:creationId xmlns:a16="http://schemas.microsoft.com/office/drawing/2014/main" id="{81E8AC4C-7172-433F-A56A-9C0780275095}"/>
              </a:ext>
            </a:extLst>
          </p:cNvPr>
          <p:cNvSpPr>
            <a:spLocks noChangeArrowheads="1"/>
          </p:cNvSpPr>
          <p:nvPr/>
        </p:nvSpPr>
        <p:spPr bwMode="auto">
          <a:xfrm>
            <a:off x="323850" y="188913"/>
            <a:ext cx="5111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t>《</a:t>
            </a:r>
            <a:r>
              <a:rPr lang="zh-CN" altLang="en-US" b="1"/>
              <a:t>线性代数</a:t>
            </a:r>
            <a:r>
              <a:rPr lang="en-US" altLang="zh-CN" b="1"/>
              <a:t>》2009-2010</a:t>
            </a:r>
            <a:r>
              <a:rPr lang="zh-CN" altLang="en-US" b="1"/>
              <a:t>学年第</a:t>
            </a:r>
            <a:r>
              <a:rPr lang="en-US" altLang="zh-CN" b="1"/>
              <a:t>2</a:t>
            </a:r>
            <a:r>
              <a:rPr lang="zh-CN" altLang="en-US" b="1"/>
              <a:t>学期，试卷</a:t>
            </a:r>
          </a:p>
        </p:txBody>
      </p:sp>
      <p:sp>
        <p:nvSpPr>
          <p:cNvPr id="44041" name="Rectangle 3">
            <a:extLst>
              <a:ext uri="{FF2B5EF4-FFF2-40B4-BE49-F238E27FC236}">
                <a16:creationId xmlns:a16="http://schemas.microsoft.com/office/drawing/2014/main" id="{2F3F3DCA-DC37-4A29-9A2A-F17ED639134E}"/>
              </a:ext>
            </a:extLst>
          </p:cNvPr>
          <p:cNvSpPr>
            <a:spLocks noChangeArrowheads="1"/>
          </p:cNvSpPr>
          <p:nvPr/>
        </p:nvSpPr>
        <p:spPr bwMode="auto">
          <a:xfrm>
            <a:off x="250825" y="593725"/>
            <a:ext cx="13350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t>二、填空题</a:t>
            </a:r>
          </a:p>
        </p:txBody>
      </p:sp>
      <p:sp>
        <p:nvSpPr>
          <p:cNvPr id="44042" name="Rectangle 4">
            <a:extLst>
              <a:ext uri="{FF2B5EF4-FFF2-40B4-BE49-F238E27FC236}">
                <a16:creationId xmlns:a16="http://schemas.microsoft.com/office/drawing/2014/main" id="{FF59985D-52DF-4843-9017-3B02B43CCD03}"/>
              </a:ext>
            </a:extLst>
          </p:cNvPr>
          <p:cNvSpPr>
            <a:spLocks noChangeArrowheads="1"/>
          </p:cNvSpPr>
          <p:nvPr/>
        </p:nvSpPr>
        <p:spPr bwMode="auto">
          <a:xfrm>
            <a:off x="0" y="2819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4043" name="Rectangle 18">
            <a:extLst>
              <a:ext uri="{FF2B5EF4-FFF2-40B4-BE49-F238E27FC236}">
                <a16:creationId xmlns:a16="http://schemas.microsoft.com/office/drawing/2014/main" id="{CC55D11E-9AE9-4774-9CDD-63BC52CF0D8D}"/>
              </a:ext>
            </a:extLst>
          </p:cNvPr>
          <p:cNvSpPr>
            <a:spLocks noChangeArrowheads="1"/>
          </p:cNvSpPr>
          <p:nvPr/>
        </p:nvSpPr>
        <p:spPr bwMode="auto">
          <a:xfrm>
            <a:off x="0" y="2833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44034" name="Object 2">
            <a:extLst>
              <a:ext uri="{FF2B5EF4-FFF2-40B4-BE49-F238E27FC236}">
                <a16:creationId xmlns:a16="http://schemas.microsoft.com/office/drawing/2014/main" id="{DF4C290A-5E14-43D1-9C54-849F42F7DCCC}"/>
              </a:ext>
            </a:extLst>
          </p:cNvPr>
          <p:cNvGraphicFramePr>
            <a:graphicFrameLocks noChangeAspect="1"/>
          </p:cNvGraphicFramePr>
          <p:nvPr/>
        </p:nvGraphicFramePr>
        <p:xfrm>
          <a:off x="5580063" y="1268413"/>
          <a:ext cx="1008062" cy="431800"/>
        </p:xfrm>
        <a:graphic>
          <a:graphicData uri="http://schemas.openxmlformats.org/presentationml/2006/ole">
            <mc:AlternateContent xmlns:mc="http://schemas.openxmlformats.org/markup-compatibility/2006">
              <mc:Choice xmlns:v="urn:schemas-microsoft-com:vml" Requires="v">
                <p:oleObj spid="_x0000_s64526" name="Equation" r:id="rId3" imgW="469696" imgH="203112" progId="Equation.DSMT4">
                  <p:embed/>
                </p:oleObj>
              </mc:Choice>
              <mc:Fallback>
                <p:oleObj name="Equation" r:id="rId3" imgW="469696" imgH="203112" progId="Equation.DSMT4">
                  <p:embed/>
                  <p:pic>
                    <p:nvPicPr>
                      <p:cNvPr id="44034" name="Object 2">
                        <a:extLst>
                          <a:ext uri="{FF2B5EF4-FFF2-40B4-BE49-F238E27FC236}">
                            <a16:creationId xmlns:a16="http://schemas.microsoft.com/office/drawing/2014/main" id="{DF4C290A-5E14-43D1-9C54-849F42F7DCC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80063" y="1268413"/>
                        <a:ext cx="1008062"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4035" name="Object 3">
            <a:extLst>
              <a:ext uri="{FF2B5EF4-FFF2-40B4-BE49-F238E27FC236}">
                <a16:creationId xmlns:a16="http://schemas.microsoft.com/office/drawing/2014/main" id="{D1D59B04-58F3-489D-8EB5-0DA9D0FBF104}"/>
              </a:ext>
            </a:extLst>
          </p:cNvPr>
          <p:cNvGraphicFramePr>
            <a:graphicFrameLocks noChangeAspect="1"/>
          </p:cNvGraphicFramePr>
          <p:nvPr/>
        </p:nvGraphicFramePr>
        <p:xfrm>
          <a:off x="3995738" y="1773238"/>
          <a:ext cx="1296987" cy="406400"/>
        </p:xfrm>
        <a:graphic>
          <a:graphicData uri="http://schemas.openxmlformats.org/presentationml/2006/ole">
            <mc:AlternateContent xmlns:mc="http://schemas.openxmlformats.org/markup-compatibility/2006">
              <mc:Choice xmlns:v="urn:schemas-microsoft-com:vml" Requires="v">
                <p:oleObj spid="_x0000_s64527" name="Equation" r:id="rId5" imgW="634725" imgH="203112" progId="Equation.DSMT4">
                  <p:embed/>
                </p:oleObj>
              </mc:Choice>
              <mc:Fallback>
                <p:oleObj name="Equation" r:id="rId5" imgW="634725" imgH="203112" progId="Equation.DSMT4">
                  <p:embed/>
                  <p:pic>
                    <p:nvPicPr>
                      <p:cNvPr id="44035" name="Object 3">
                        <a:extLst>
                          <a:ext uri="{FF2B5EF4-FFF2-40B4-BE49-F238E27FC236}">
                            <a16:creationId xmlns:a16="http://schemas.microsoft.com/office/drawing/2014/main" id="{D1D59B04-58F3-489D-8EB5-0DA9D0FBF10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95738" y="1773238"/>
                        <a:ext cx="1296987"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4044" name="Rectangle 22">
            <a:extLst>
              <a:ext uri="{FF2B5EF4-FFF2-40B4-BE49-F238E27FC236}">
                <a16:creationId xmlns:a16="http://schemas.microsoft.com/office/drawing/2014/main" id="{623F9BC3-92C0-4A34-849A-E4863763A40F}"/>
              </a:ext>
            </a:extLst>
          </p:cNvPr>
          <p:cNvSpPr>
            <a:spLocks noChangeArrowheads="1"/>
          </p:cNvSpPr>
          <p:nvPr/>
        </p:nvSpPr>
        <p:spPr bwMode="auto">
          <a:xfrm>
            <a:off x="179388" y="1196975"/>
            <a:ext cx="54340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latin typeface="宋体" panose="02010600030101010101" pitchFamily="2" charset="-122"/>
                <a:cs typeface="Times New Roman" panose="02020603050405020304" pitchFamily="18" charset="0"/>
              </a:rPr>
              <a:t>6. </a:t>
            </a:r>
            <a:r>
              <a:rPr lang="zh-CN" altLang="en-US" sz="2400">
                <a:latin typeface="Times New Roman" panose="02020603050405020304" pitchFamily="18" charset="0"/>
                <a:cs typeface="Times New Roman" panose="02020603050405020304" pitchFamily="18" charset="0"/>
              </a:rPr>
              <a:t>设四阶行列式</a:t>
            </a:r>
            <a:r>
              <a:rPr lang="en-US" altLang="zh-CN" sz="2400">
                <a:latin typeface="Times New Roman" panose="02020603050405020304" pitchFamily="18" charset="0"/>
                <a:cs typeface="Times New Roman" panose="02020603050405020304" pitchFamily="18" charset="0"/>
              </a:rPr>
              <a:t>D</a:t>
            </a:r>
            <a:r>
              <a:rPr lang="zh-CN" altLang="en-US" sz="2400">
                <a:latin typeface="Times New Roman" panose="02020603050405020304" pitchFamily="18" charset="0"/>
                <a:cs typeface="Times New Roman" panose="02020603050405020304" pitchFamily="18" charset="0"/>
              </a:rPr>
              <a:t>的第四列元素分别为</a:t>
            </a:r>
            <a:endParaRPr lang="zh-CN" altLang="en-US" sz="2400"/>
          </a:p>
        </p:txBody>
      </p:sp>
      <p:sp>
        <p:nvSpPr>
          <p:cNvPr id="44045" name="Rectangle 23">
            <a:extLst>
              <a:ext uri="{FF2B5EF4-FFF2-40B4-BE49-F238E27FC236}">
                <a16:creationId xmlns:a16="http://schemas.microsoft.com/office/drawing/2014/main" id="{90739325-7360-42D8-B611-F8E41C898C4F}"/>
              </a:ext>
            </a:extLst>
          </p:cNvPr>
          <p:cNvSpPr>
            <a:spLocks noChangeArrowheads="1"/>
          </p:cNvSpPr>
          <p:nvPr/>
        </p:nvSpPr>
        <p:spPr bwMode="auto">
          <a:xfrm>
            <a:off x="179388" y="1700213"/>
            <a:ext cx="3841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latin typeface="Times New Roman" panose="02020603050405020304" pitchFamily="18" charset="0"/>
                <a:cs typeface="Times New Roman" panose="02020603050405020304" pitchFamily="18" charset="0"/>
              </a:rPr>
              <a:t>且他们对应的余子式分别为</a:t>
            </a:r>
            <a:endParaRPr lang="zh-CN" altLang="en-US" sz="2400"/>
          </a:p>
        </p:txBody>
      </p:sp>
      <p:sp>
        <p:nvSpPr>
          <p:cNvPr id="44046" name="Rectangle 24">
            <a:extLst>
              <a:ext uri="{FF2B5EF4-FFF2-40B4-BE49-F238E27FC236}">
                <a16:creationId xmlns:a16="http://schemas.microsoft.com/office/drawing/2014/main" id="{3B9BB763-D095-40C2-8BFA-CAE72E522B70}"/>
              </a:ext>
            </a:extLst>
          </p:cNvPr>
          <p:cNvSpPr>
            <a:spLocks noChangeArrowheads="1"/>
          </p:cNvSpPr>
          <p:nvPr/>
        </p:nvSpPr>
        <p:spPr bwMode="auto">
          <a:xfrm>
            <a:off x="5364163" y="1773238"/>
            <a:ext cx="34718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latin typeface="Times New Roman" panose="02020603050405020304" pitchFamily="18" charset="0"/>
                <a:cs typeface="Times New Roman" panose="02020603050405020304" pitchFamily="18" charset="0"/>
              </a:rPr>
              <a:t>，则</a:t>
            </a:r>
            <a:r>
              <a:rPr lang="en-US" altLang="zh-CN" sz="2400">
                <a:latin typeface="Times New Roman" panose="02020603050405020304" pitchFamily="18" charset="0"/>
                <a:cs typeface="Times New Roman" panose="02020603050405020304" pitchFamily="18" charset="0"/>
              </a:rPr>
              <a:t>D=_____________</a:t>
            </a:r>
            <a:r>
              <a:rPr lang="zh-CN" altLang="en-US" sz="2400">
                <a:latin typeface="Times New Roman" panose="02020603050405020304" pitchFamily="18" charset="0"/>
                <a:cs typeface="Times New Roman" panose="02020603050405020304" pitchFamily="18" charset="0"/>
              </a:rPr>
              <a:t>．</a:t>
            </a:r>
            <a:endParaRPr lang="zh-CN" altLang="en-US" sz="2400"/>
          </a:p>
        </p:txBody>
      </p:sp>
      <p:graphicFrame>
        <p:nvGraphicFramePr>
          <p:cNvPr id="44036" name="Object 4">
            <a:extLst>
              <a:ext uri="{FF2B5EF4-FFF2-40B4-BE49-F238E27FC236}">
                <a16:creationId xmlns:a16="http://schemas.microsoft.com/office/drawing/2014/main" id="{187783B8-9983-4D1A-8A1E-BE33FCEF28D9}"/>
              </a:ext>
            </a:extLst>
          </p:cNvPr>
          <p:cNvGraphicFramePr>
            <a:graphicFrameLocks noChangeAspect="1"/>
          </p:cNvGraphicFramePr>
          <p:nvPr/>
        </p:nvGraphicFramePr>
        <p:xfrm>
          <a:off x="323850" y="3068638"/>
          <a:ext cx="8424863" cy="1014412"/>
        </p:xfrm>
        <a:graphic>
          <a:graphicData uri="http://schemas.openxmlformats.org/presentationml/2006/ole">
            <mc:AlternateContent xmlns:mc="http://schemas.openxmlformats.org/markup-compatibility/2006">
              <mc:Choice xmlns:v="urn:schemas-microsoft-com:vml" Requires="v">
                <p:oleObj spid="_x0000_s64528" name="Equation" r:id="rId7" imgW="3759120" imgH="457200" progId="Equation.DSMT4">
                  <p:embed/>
                </p:oleObj>
              </mc:Choice>
              <mc:Fallback>
                <p:oleObj name="Equation" r:id="rId7" imgW="3759120" imgH="457200" progId="Equation.DSMT4">
                  <p:embed/>
                  <p:pic>
                    <p:nvPicPr>
                      <p:cNvPr id="44036" name="Object 4">
                        <a:extLst>
                          <a:ext uri="{FF2B5EF4-FFF2-40B4-BE49-F238E27FC236}">
                            <a16:creationId xmlns:a16="http://schemas.microsoft.com/office/drawing/2014/main" id="{187783B8-9983-4D1A-8A1E-BE33FCEF28D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3850" y="3068638"/>
                        <a:ext cx="8424863" cy="10144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4036"/>
                                        </p:tgtEl>
                                        <p:attrNameLst>
                                          <p:attrName>style.visibility</p:attrName>
                                        </p:attrNameLst>
                                      </p:cBhvr>
                                      <p:to>
                                        <p:strVal val="visible"/>
                                      </p:to>
                                    </p:set>
                                    <p:anim calcmode="lin" valueType="num">
                                      <p:cBhvr additive="base">
                                        <p:cTn id="7" dur="500" fill="hold"/>
                                        <p:tgtEl>
                                          <p:spTgt spid="44036"/>
                                        </p:tgtEl>
                                        <p:attrNameLst>
                                          <p:attrName>ppt_x</p:attrName>
                                        </p:attrNameLst>
                                      </p:cBhvr>
                                      <p:tavLst>
                                        <p:tav tm="0">
                                          <p:val>
                                            <p:strVal val="#ppt_x"/>
                                          </p:val>
                                        </p:tav>
                                        <p:tav tm="100000">
                                          <p:val>
                                            <p:strVal val="#ppt_x"/>
                                          </p:val>
                                        </p:tav>
                                      </p:tavLst>
                                    </p:anim>
                                    <p:anim calcmode="lin" valueType="num">
                                      <p:cBhvr additive="base">
                                        <p:cTn id="8" dur="500" fill="hold"/>
                                        <p:tgtEl>
                                          <p:spTgt spid="440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
          <p:cNvSpPr>
            <a:spLocks noGrp="1"/>
          </p:cNvSpPr>
          <p:nvPr>
            <p:ph type="title"/>
          </p:nvPr>
        </p:nvSpPr>
        <p:spPr/>
        <p:txBody>
          <a:bodyPr>
            <a:normAutofit/>
          </a:bodyPr>
          <a:lstStyle/>
          <a:p>
            <a:pPr algn="l"/>
            <a:r>
              <a:rPr lang="zh-CN" altLang="en-US" sz="3600"/>
              <a:t>九、作业</a:t>
            </a:r>
          </a:p>
        </p:txBody>
      </p:sp>
      <p:sp>
        <p:nvSpPr>
          <p:cNvPr id="8" name="内容占位符 2"/>
          <p:cNvSpPr>
            <a:spLocks noGrp="1"/>
          </p:cNvSpPr>
          <p:nvPr>
            <p:ph idx="1"/>
          </p:nvPr>
        </p:nvSpPr>
        <p:spPr>
          <a:xfrm>
            <a:off x="1681336" y="1600200"/>
            <a:ext cx="6635080" cy="3989040"/>
          </a:xfrm>
        </p:spPr>
        <p:txBody>
          <a:bodyPr>
            <a:noAutofit/>
          </a:bodyPr>
          <a:lstStyle/>
          <a:p>
            <a:pPr marL="0" indent="0" fontAlgn="auto">
              <a:lnSpc>
                <a:spcPct val="150000"/>
              </a:lnSpc>
              <a:spcBef>
                <a:spcPts val="0"/>
              </a:spcBef>
              <a:buNone/>
            </a:pPr>
            <a:r>
              <a:rPr lang="en-US" altLang="zh-CN" sz="3600" dirty="0">
                <a:solidFill>
                  <a:srgbClr val="0000FF"/>
                </a:solidFill>
              </a:rPr>
              <a:t>P47 </a:t>
            </a:r>
            <a:r>
              <a:rPr lang="zh-CN" altLang="en-US" sz="3600" dirty="0">
                <a:solidFill>
                  <a:srgbClr val="0000FF"/>
                </a:solidFill>
              </a:rPr>
              <a:t>作业</a:t>
            </a:r>
            <a:r>
              <a:rPr lang="en-US" altLang="zh-CN" sz="3600" dirty="0">
                <a:solidFill>
                  <a:srgbClr val="0000FF"/>
                </a:solidFill>
              </a:rPr>
              <a:t>2.8    2</a:t>
            </a:r>
          </a:p>
          <a:p>
            <a:pPr marL="0" indent="0" fontAlgn="auto">
              <a:lnSpc>
                <a:spcPct val="150000"/>
              </a:lnSpc>
              <a:spcBef>
                <a:spcPts val="0"/>
              </a:spcBef>
              <a:buNone/>
            </a:pPr>
            <a:r>
              <a:rPr lang="en-US" altLang="zh-CN" sz="3600" dirty="0">
                <a:solidFill>
                  <a:srgbClr val="0000FF"/>
                </a:solidFill>
              </a:rPr>
              <a:t>P58 </a:t>
            </a:r>
            <a:r>
              <a:rPr lang="zh-CN" altLang="en-US" sz="3600" dirty="0">
                <a:solidFill>
                  <a:srgbClr val="0000FF"/>
                </a:solidFill>
              </a:rPr>
              <a:t>作业</a:t>
            </a:r>
            <a:r>
              <a:rPr lang="en-US" altLang="zh-CN" sz="3600" dirty="0">
                <a:solidFill>
                  <a:srgbClr val="0000FF"/>
                </a:solidFill>
              </a:rPr>
              <a:t>2.11  (1)(2)(3)</a:t>
            </a:r>
          </a:p>
          <a:p>
            <a:pPr marL="0" indent="0" fontAlgn="auto">
              <a:lnSpc>
                <a:spcPct val="150000"/>
              </a:lnSpc>
              <a:spcBef>
                <a:spcPts val="0"/>
              </a:spcBef>
              <a:buNone/>
            </a:pPr>
            <a:r>
              <a:rPr lang="zh-CN" altLang="en-US" sz="3600" dirty="0">
                <a:solidFill>
                  <a:srgbClr val="0000FF"/>
                </a:solidFill>
              </a:rPr>
              <a:t>预习</a:t>
            </a:r>
            <a:r>
              <a:rPr lang="en-US" altLang="zh-CN" sz="3600" dirty="0">
                <a:solidFill>
                  <a:srgbClr val="0000FF"/>
                </a:solidFill>
              </a:rPr>
              <a:t>2.12-2.15</a:t>
            </a:r>
          </a:p>
          <a:p>
            <a:pPr marL="0" indent="0" fontAlgn="auto">
              <a:lnSpc>
                <a:spcPct val="150000"/>
              </a:lnSpc>
              <a:spcBef>
                <a:spcPts val="0"/>
              </a:spcBef>
              <a:buNone/>
            </a:pPr>
            <a:r>
              <a:rPr lang="zh-CN" altLang="en-US" sz="3600" dirty="0">
                <a:solidFill>
                  <a:srgbClr val="0000FF"/>
                </a:solidFill>
              </a:rPr>
              <a:t>观看</a:t>
            </a:r>
            <a:r>
              <a:rPr lang="en-US" altLang="zh-CN" sz="3600" dirty="0">
                <a:solidFill>
                  <a:srgbClr val="0000FF"/>
                </a:solidFill>
              </a:rPr>
              <a:t>2.12-2.15</a:t>
            </a:r>
            <a:r>
              <a:rPr lang="zh-CN" altLang="en-US" sz="3600" dirty="0">
                <a:solidFill>
                  <a:srgbClr val="0000FF"/>
                </a:solidFill>
              </a:rPr>
              <a:t>视频</a:t>
            </a:r>
            <a:endParaRPr lang="en-US" altLang="zh-CN" sz="3600" dirty="0">
              <a:solidFill>
                <a:srgbClr val="0000FF"/>
              </a:solidFill>
            </a:endParaRP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6156176" y="2579745"/>
            <a:ext cx="3204430" cy="4278255"/>
          </a:xfrm>
          <a:prstGeom prst="rect">
            <a:avLst/>
          </a:prstGeom>
        </p:spPr>
      </p:pic>
    </p:spTree>
  </p:cSld>
  <p:clrMapOvr>
    <a:masterClrMapping/>
  </p:clrMapOvr>
  <p:transition>
    <p:fade/>
  </p:transition>
</p:sld>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视点">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158</TotalTime>
  <Words>2218</Words>
  <Application>Microsoft Office PowerPoint</Application>
  <PresentationFormat>全屏显示(4:3)</PresentationFormat>
  <Paragraphs>413</Paragraphs>
  <Slides>72</Slides>
  <Notes>2</Notes>
  <HiddenSlides>1</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2</vt:i4>
      </vt:variant>
      <vt:variant>
        <vt:lpstr>幻灯片标题</vt:lpstr>
      </vt:variant>
      <vt:variant>
        <vt:i4>72</vt:i4>
      </vt:variant>
    </vt:vector>
  </HeadingPairs>
  <TitlesOfParts>
    <vt:vector size="87" baseType="lpstr">
      <vt:lpstr>黑体</vt:lpstr>
      <vt:lpstr>华文新魏</vt:lpstr>
      <vt:lpstr>华文行楷</vt:lpstr>
      <vt:lpstr>楷体_GB2312</vt:lpstr>
      <vt:lpstr>宋体</vt:lpstr>
      <vt:lpstr>微软雅黑</vt:lpstr>
      <vt:lpstr>Arial</vt:lpstr>
      <vt:lpstr>Calibri</vt:lpstr>
      <vt:lpstr>Symbol</vt:lpstr>
      <vt:lpstr>Times New Roman</vt:lpstr>
      <vt:lpstr>Verdana</vt:lpstr>
      <vt:lpstr>Wingdings</vt:lpstr>
      <vt:lpstr>1_Office 主题</vt:lpstr>
      <vt:lpstr>Equation</vt:lpstr>
      <vt:lpstr>公式</vt:lpstr>
      <vt:lpstr>第七讲  行列式</vt:lpstr>
      <vt:lpstr>PowerPoint 演示文稿</vt:lpstr>
      <vt:lpstr>PowerPoint 演示文稿</vt:lpstr>
      <vt:lpstr>一、二阶行列式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三阶行列式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二、三阶行列式</vt:lpstr>
      <vt:lpstr>PowerPoint 演示文稿</vt:lpstr>
      <vt:lpstr>PowerPoint 演示文稿</vt:lpstr>
      <vt:lpstr>PowerPoint 演示文稿</vt:lpstr>
      <vt:lpstr>PowerPoint 演示文稿</vt:lpstr>
      <vt:lpstr>PowerPoint 演示文稿</vt:lpstr>
      <vt:lpstr>PowerPoint 演示文稿</vt:lpstr>
      <vt:lpstr>三、行列式的几何意义</vt:lpstr>
      <vt:lpstr>四、n 阶行列式的定义</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五、n阶行列式的展开（计算）</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六、行列式的性质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七、行列式的计算</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九、作业</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特征值与特征向量</dc:title>
  <dc:creator>Administrator</dc:creator>
  <cp:lastModifiedBy>Administrator</cp:lastModifiedBy>
  <cp:revision>109</cp:revision>
  <dcterms:created xsi:type="dcterms:W3CDTF">2020-12-08T11:04:00Z</dcterms:created>
  <dcterms:modified xsi:type="dcterms:W3CDTF">2025-02-28T10:02:39Z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2052-11.1.0.10228</vt:lpwstr>
  </property>
</Properties>
</file>