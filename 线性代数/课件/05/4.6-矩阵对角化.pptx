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40"/>
  </p:notesMasterIdLst>
  <p:sldIdLst>
    <p:sldId id="256" r:id="rId2"/>
    <p:sldId id="258" r:id="rId3"/>
    <p:sldId id="274" r:id="rId4"/>
    <p:sldId id="292" r:id="rId5"/>
    <p:sldId id="294" r:id="rId6"/>
    <p:sldId id="295" r:id="rId7"/>
    <p:sldId id="297" r:id="rId8"/>
    <p:sldId id="298" r:id="rId9"/>
    <p:sldId id="299" r:id="rId10"/>
    <p:sldId id="300" r:id="rId11"/>
    <p:sldId id="262" r:id="rId12"/>
    <p:sldId id="288" r:id="rId13"/>
    <p:sldId id="289" r:id="rId14"/>
    <p:sldId id="265" r:id="rId15"/>
    <p:sldId id="291" r:id="rId16"/>
    <p:sldId id="313" r:id="rId17"/>
    <p:sldId id="266" r:id="rId18"/>
    <p:sldId id="290" r:id="rId19"/>
    <p:sldId id="283" r:id="rId20"/>
    <p:sldId id="285" r:id="rId21"/>
    <p:sldId id="281" r:id="rId22"/>
    <p:sldId id="282" r:id="rId23"/>
    <p:sldId id="277" r:id="rId24"/>
    <p:sldId id="278" r:id="rId25"/>
    <p:sldId id="279" r:id="rId26"/>
    <p:sldId id="280" r:id="rId27"/>
    <p:sldId id="286" r:id="rId28"/>
    <p:sldId id="314" r:id="rId29"/>
    <p:sldId id="293" r:id="rId30"/>
    <p:sldId id="315" r:id="rId31"/>
    <p:sldId id="316" r:id="rId32"/>
    <p:sldId id="317" r:id="rId33"/>
    <p:sldId id="318" r:id="rId34"/>
    <p:sldId id="319" r:id="rId35"/>
    <p:sldId id="301" r:id="rId36"/>
    <p:sldId id="320" r:id="rId37"/>
    <p:sldId id="321" r:id="rId38"/>
    <p:sldId id="272" r:id="rId3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6725" autoAdjust="0"/>
  </p:normalViewPr>
  <p:slideViewPr>
    <p:cSldViewPr>
      <p:cViewPr varScale="1">
        <p:scale>
          <a:sx n="107" d="100"/>
          <a:sy n="107" d="100"/>
        </p:scale>
        <p:origin x="78" y="13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4"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4"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 Id="rId5" Type="http://schemas.openxmlformats.org/officeDocument/2006/relationships/image" Target="../media/image31.wmf"/><Relationship Id="rId4" Type="http://schemas.openxmlformats.org/officeDocument/2006/relationships/image" Target="../media/image3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5" Type="http://schemas.openxmlformats.org/officeDocument/2006/relationships/image" Target="../media/image36.wmf"/><Relationship Id="rId4" Type="http://schemas.openxmlformats.org/officeDocument/2006/relationships/image" Target="../media/image3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9.wmf"/><Relationship Id="rId7" Type="http://schemas.openxmlformats.org/officeDocument/2006/relationships/image" Target="../media/image43.wmf"/><Relationship Id="rId2" Type="http://schemas.openxmlformats.org/officeDocument/2006/relationships/image" Target="../media/image38.wmf"/><Relationship Id="rId1" Type="http://schemas.openxmlformats.org/officeDocument/2006/relationships/image" Target="../media/image37.wmf"/><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2.wmf"/><Relationship Id="rId7" Type="http://schemas.openxmlformats.org/officeDocument/2006/relationships/image" Target="../media/image56.wmf"/><Relationship Id="rId2" Type="http://schemas.openxmlformats.org/officeDocument/2006/relationships/image" Target="../media/image51.wmf"/><Relationship Id="rId1" Type="http://schemas.openxmlformats.org/officeDocument/2006/relationships/image" Target="../media/image50.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 Id="rId4" Type="http://schemas.openxmlformats.org/officeDocument/2006/relationships/image" Target="../media/image64.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 Id="rId5" Type="http://schemas.openxmlformats.org/officeDocument/2006/relationships/image" Target="../media/image74.wmf"/><Relationship Id="rId4" Type="http://schemas.openxmlformats.org/officeDocument/2006/relationships/image" Target="../media/image7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 Id="rId5" Type="http://schemas.openxmlformats.org/officeDocument/2006/relationships/image" Target="../media/image82.wmf"/><Relationship Id="rId4" Type="http://schemas.openxmlformats.org/officeDocument/2006/relationships/image" Target="../media/image81.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4" Type="http://schemas.openxmlformats.org/officeDocument/2006/relationships/image" Target="../media/image86.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 Id="rId4" Type="http://schemas.openxmlformats.org/officeDocument/2006/relationships/image" Target="../media/image90.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 Id="rId4" Type="http://schemas.openxmlformats.org/officeDocument/2006/relationships/image" Target="../media/image109.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110.wmf"/><Relationship Id="rId4" Type="http://schemas.openxmlformats.org/officeDocument/2006/relationships/image" Target="../media/image113.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15.wmf"/><Relationship Id="rId1" Type="http://schemas.openxmlformats.org/officeDocument/2006/relationships/image" Target="../media/image114.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23.wmf"/><Relationship Id="rId3" Type="http://schemas.openxmlformats.org/officeDocument/2006/relationships/image" Target="../media/image118.wmf"/><Relationship Id="rId7" Type="http://schemas.openxmlformats.org/officeDocument/2006/relationships/image" Target="../media/image122.wmf"/><Relationship Id="rId12" Type="http://schemas.openxmlformats.org/officeDocument/2006/relationships/image" Target="../media/image127.wmf"/><Relationship Id="rId2" Type="http://schemas.openxmlformats.org/officeDocument/2006/relationships/image" Target="../media/image117.wmf"/><Relationship Id="rId1" Type="http://schemas.openxmlformats.org/officeDocument/2006/relationships/image" Target="../media/image116.wmf"/><Relationship Id="rId6" Type="http://schemas.openxmlformats.org/officeDocument/2006/relationships/image" Target="../media/image121.wmf"/><Relationship Id="rId11" Type="http://schemas.openxmlformats.org/officeDocument/2006/relationships/image" Target="../media/image126.wmf"/><Relationship Id="rId5" Type="http://schemas.openxmlformats.org/officeDocument/2006/relationships/image" Target="../media/image120.wmf"/><Relationship Id="rId10" Type="http://schemas.openxmlformats.org/officeDocument/2006/relationships/image" Target="../media/image125.wmf"/><Relationship Id="rId4" Type="http://schemas.openxmlformats.org/officeDocument/2006/relationships/image" Target="../media/image119.wmf"/><Relationship Id="rId9" Type="http://schemas.openxmlformats.org/officeDocument/2006/relationships/image" Target="../media/image124.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 Id="rId4" Type="http://schemas.openxmlformats.org/officeDocument/2006/relationships/image" Target="../media/image131.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33.wmf"/><Relationship Id="rId1" Type="http://schemas.openxmlformats.org/officeDocument/2006/relationships/image" Target="../media/image132.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139.wmf"/><Relationship Id="rId1" Type="http://schemas.openxmlformats.org/officeDocument/2006/relationships/image" Target="../media/image138.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image" Target="../media/image142.wmf"/><Relationship Id="rId1" Type="http://schemas.openxmlformats.org/officeDocument/2006/relationships/image" Target="../media/image141.wmf"/><Relationship Id="rId4" Type="http://schemas.openxmlformats.org/officeDocument/2006/relationships/image" Target="../media/image144.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image" Target="../media/image142.wmf"/><Relationship Id="rId1" Type="http://schemas.openxmlformats.org/officeDocument/2006/relationships/image" Target="../media/image141.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153.wmf"/><Relationship Id="rId3" Type="http://schemas.openxmlformats.org/officeDocument/2006/relationships/image" Target="../media/image148.wmf"/><Relationship Id="rId7" Type="http://schemas.openxmlformats.org/officeDocument/2006/relationships/image" Target="../media/image152.wmf"/><Relationship Id="rId2" Type="http://schemas.openxmlformats.org/officeDocument/2006/relationships/image" Target="../media/image147.wmf"/><Relationship Id="rId1" Type="http://schemas.openxmlformats.org/officeDocument/2006/relationships/image" Target="../media/image146.wmf"/><Relationship Id="rId6" Type="http://schemas.openxmlformats.org/officeDocument/2006/relationships/image" Target="../media/image151.wmf"/><Relationship Id="rId11" Type="http://schemas.openxmlformats.org/officeDocument/2006/relationships/image" Target="../media/image156.wmf"/><Relationship Id="rId5" Type="http://schemas.openxmlformats.org/officeDocument/2006/relationships/image" Target="../media/image150.wmf"/><Relationship Id="rId10" Type="http://schemas.openxmlformats.org/officeDocument/2006/relationships/image" Target="../media/image155.wmf"/><Relationship Id="rId4" Type="http://schemas.openxmlformats.org/officeDocument/2006/relationships/image" Target="../media/image149.wmf"/><Relationship Id="rId9" Type="http://schemas.openxmlformats.org/officeDocument/2006/relationships/image" Target="../media/image15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7208F89-9C62-40E6-A4B7-5241B108DCB9}" type="datetimeFigureOut">
              <a:rPr lang="zh-CN" altLang="en-US" smtClean="0"/>
              <a:t>2022/2/18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307C1D-A20E-4502-A38E-1928A7EE2657}" type="slidenum">
              <a:rPr lang="zh-CN" altLang="en-US" smtClean="0"/>
              <a:t>‹#›</a:t>
            </a:fld>
            <a:endParaRPr lang="zh-CN" altLang="en-US"/>
          </a:p>
        </p:txBody>
      </p:sp>
    </p:spTree>
    <p:extLst>
      <p:ext uri="{BB962C8B-B14F-4D97-AF65-F5344CB8AC3E}">
        <p14:creationId xmlns:p14="http://schemas.microsoft.com/office/powerpoint/2010/main" val="1337697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307C1D-A20E-4502-A38E-1928A7EE2657}" type="slidenum">
              <a:rPr lang="zh-CN" altLang="en-US" smtClean="0"/>
              <a:t>1</a:t>
            </a:fld>
            <a:endParaRPr lang="zh-CN" altLang="en-US"/>
          </a:p>
        </p:txBody>
      </p:sp>
    </p:spTree>
    <p:extLst>
      <p:ext uri="{BB962C8B-B14F-4D97-AF65-F5344CB8AC3E}">
        <p14:creationId xmlns:p14="http://schemas.microsoft.com/office/powerpoint/2010/main" val="2355934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F307C1D-A20E-4502-A38E-1928A7EE2657}" type="slidenum">
              <a:rPr lang="zh-CN" altLang="en-US" smtClean="0"/>
              <a:t>4</a:t>
            </a:fld>
            <a:endParaRPr lang="zh-CN" altLang="en-US"/>
          </a:p>
        </p:txBody>
      </p:sp>
    </p:spTree>
    <p:extLst>
      <p:ext uri="{BB962C8B-B14F-4D97-AF65-F5344CB8AC3E}">
        <p14:creationId xmlns:p14="http://schemas.microsoft.com/office/powerpoint/2010/main" val="3438499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1818622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4438119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2129231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9024510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2022/2/18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0828674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2022/2/18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52355719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2022/2/18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901085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1503753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45129554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568826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5295404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 xmlns:a16="http://schemas.microsoft.com/office/drawing/2014/main" id="{18D08C60-A9F8-4894-BA61-A88C9A03E35B}"/>
              </a:ext>
            </a:extLst>
          </p:cNvPr>
          <p:cNvSpPr>
            <a:spLocks noGrp="1" noChangeArrowheads="1"/>
          </p:cNvSpPr>
          <p:nvPr>
            <p:ph type="dt" sz="half" idx="10"/>
          </p:nvPr>
        </p:nvSpPr>
        <p:spPr>
          <a:ln/>
        </p:spPr>
        <p:txBody>
          <a:bodyPr/>
          <a:lstStyle>
            <a:lvl1pPr>
              <a:defRPr/>
            </a:lvl1pPr>
          </a:lstStyle>
          <a:p>
            <a:pPr>
              <a:defRPr/>
            </a:pPr>
            <a:fld id="{5415483B-3124-4E62-9C47-C0D026BD4841}" type="datetime3">
              <a:rPr lang="zh-CN" altLang="en-US"/>
              <a:pPr>
                <a:defRPr/>
              </a:pPr>
              <a:t>2022年2月18日星期五</a:t>
            </a:fld>
            <a:endParaRPr lang="en-US" altLang="zh-CN"/>
          </a:p>
        </p:txBody>
      </p:sp>
      <p:sp>
        <p:nvSpPr>
          <p:cNvPr id="7" name="Rectangle 5">
            <a:extLst>
              <a:ext uri="{FF2B5EF4-FFF2-40B4-BE49-F238E27FC236}">
                <a16:creationId xmlns="" xmlns:a16="http://schemas.microsoft.com/office/drawing/2014/main" id="{FCED5E5F-030B-42F9-AEC3-576967A7EECD}"/>
              </a:ext>
            </a:extLst>
          </p:cNvPr>
          <p:cNvSpPr>
            <a:spLocks noGrp="1" noChangeArrowheads="1"/>
          </p:cNvSpPr>
          <p:nvPr>
            <p:ph type="ftr" sz="quarter" idx="11"/>
          </p:nvPr>
        </p:nvSpPr>
        <p:spPr>
          <a:ln/>
        </p:spPr>
        <p:txBody>
          <a:bodyPr/>
          <a:lstStyle>
            <a:lvl1pPr>
              <a:defRPr/>
            </a:lvl1pPr>
          </a:lstStyle>
          <a:p>
            <a:pPr>
              <a:defRPr/>
            </a:pPr>
            <a:r>
              <a:rPr lang="en-US" altLang="zh-CN"/>
              <a:t>(Spring,2010,24ppt)</a:t>
            </a:r>
          </a:p>
        </p:txBody>
      </p:sp>
      <p:sp>
        <p:nvSpPr>
          <p:cNvPr id="8" name="Rectangle 6">
            <a:extLst>
              <a:ext uri="{FF2B5EF4-FFF2-40B4-BE49-F238E27FC236}">
                <a16:creationId xmlns="" xmlns:a16="http://schemas.microsoft.com/office/drawing/2014/main" id="{FCDFABA1-3994-4EE6-A550-D5AA3CE5DEE2}"/>
              </a:ext>
            </a:extLst>
          </p:cNvPr>
          <p:cNvSpPr>
            <a:spLocks noGrp="1" noChangeArrowheads="1"/>
          </p:cNvSpPr>
          <p:nvPr>
            <p:ph type="sldNum" sz="quarter" idx="12"/>
          </p:nvPr>
        </p:nvSpPr>
        <p:spPr>
          <a:ln/>
        </p:spPr>
        <p:txBody>
          <a:bodyPr/>
          <a:lstStyle>
            <a:lvl1pPr>
              <a:defRPr/>
            </a:lvl1pPr>
          </a:lstStyle>
          <a:p>
            <a:fld id="{9F651438-67D8-4288-98E8-FA6A35DFCF9B}" type="slidenum">
              <a:rPr lang="en-US" altLang="zh-CN"/>
              <a:pPr/>
              <a:t>‹#›</a:t>
            </a:fld>
            <a:endParaRPr lang="en-US" altLang="zh-CN"/>
          </a:p>
        </p:txBody>
      </p:sp>
    </p:spTree>
    <p:extLst>
      <p:ext uri="{BB962C8B-B14F-4D97-AF65-F5344CB8AC3E}">
        <p14:creationId xmlns:p14="http://schemas.microsoft.com/office/powerpoint/2010/main" val="2917624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2022/2/18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412592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oleObject3.bin"/><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wmf"/><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6.wmf"/><Relationship Id="rId5" Type="http://schemas.openxmlformats.org/officeDocument/2006/relationships/oleObject" Target="../embeddings/oleObject6.bin"/><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9.wmf"/><Relationship Id="rId5" Type="http://schemas.openxmlformats.org/officeDocument/2006/relationships/oleObject" Target="../embeddings/oleObject9.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2.wmf"/></Relationships>
</file>

<file path=ppt/slides/_rels/slide8.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4.wmf"/><Relationship Id="rId5" Type="http://schemas.openxmlformats.org/officeDocument/2006/relationships/oleObject" Target="../embeddings/oleObject14.bin"/><Relationship Id="rId4" Type="http://schemas.openxmlformats.org/officeDocument/2006/relationships/image" Target="../media/image13.wmf"/></Relationships>
</file>

<file path=ppt/slides/_rels/slide9.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7.wmf"/><Relationship Id="rId5" Type="http://schemas.openxmlformats.org/officeDocument/2006/relationships/oleObject" Target="../embeddings/oleObject17.bin"/><Relationship Id="rId10" Type="http://schemas.openxmlformats.org/officeDocument/2006/relationships/image" Target="../media/image19.wmf"/><Relationship Id="rId4" Type="http://schemas.openxmlformats.org/officeDocument/2006/relationships/image" Target="../media/image16.wmf"/><Relationship Id="rId9" Type="http://schemas.openxmlformats.org/officeDocument/2006/relationships/oleObject" Target="../embeddings/oleObject19.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0.wmf"/></Relationships>
</file>

<file path=ppt/slides/_rels/slide11.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26.bin"/><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25.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2.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24.bin"/><Relationship Id="rId14" Type="http://schemas.openxmlformats.org/officeDocument/2006/relationships/image" Target="../media/image26.wmf"/></Relationships>
</file>

<file path=ppt/slides/_rels/slide12.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31.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28.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30.wmf"/><Relationship Id="rId4" Type="http://schemas.openxmlformats.org/officeDocument/2006/relationships/image" Target="../media/image27.wmf"/><Relationship Id="rId9" Type="http://schemas.openxmlformats.org/officeDocument/2006/relationships/oleObject" Target="../embeddings/oleObject30.bin"/></Relationships>
</file>

<file path=ppt/slides/_rels/slide13.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32.bin"/><Relationship Id="rId7" Type="http://schemas.openxmlformats.org/officeDocument/2006/relationships/oleObject" Target="../embeddings/oleObject34.bin"/><Relationship Id="rId12" Type="http://schemas.openxmlformats.org/officeDocument/2006/relationships/image" Target="../media/image36.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33.wmf"/><Relationship Id="rId11" Type="http://schemas.openxmlformats.org/officeDocument/2006/relationships/oleObject" Target="../embeddings/oleObject36.bin"/><Relationship Id="rId5" Type="http://schemas.openxmlformats.org/officeDocument/2006/relationships/oleObject" Target="../embeddings/oleObject33.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35.bin"/></Relationships>
</file>

<file path=ppt/slides/_rels/slide14.xml.rels><?xml version="1.0" encoding="UTF-8" standalone="yes"?>
<Relationships xmlns="http://schemas.openxmlformats.org/package/2006/relationships"><Relationship Id="rId8" Type="http://schemas.openxmlformats.org/officeDocument/2006/relationships/image" Target="../media/image39.wmf"/><Relationship Id="rId13" Type="http://schemas.openxmlformats.org/officeDocument/2006/relationships/oleObject" Target="../embeddings/oleObject42.bin"/><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41.wmf"/><Relationship Id="rId2" Type="http://schemas.openxmlformats.org/officeDocument/2006/relationships/slideLayout" Target="../slideLayouts/slideLayout7.xml"/><Relationship Id="rId16" Type="http://schemas.openxmlformats.org/officeDocument/2006/relationships/image" Target="../media/image43.wmf"/><Relationship Id="rId1" Type="http://schemas.openxmlformats.org/officeDocument/2006/relationships/vmlDrawing" Target="../drawings/vmlDrawing13.vml"/><Relationship Id="rId6" Type="http://schemas.openxmlformats.org/officeDocument/2006/relationships/image" Target="../media/image38.wmf"/><Relationship Id="rId11" Type="http://schemas.openxmlformats.org/officeDocument/2006/relationships/oleObject" Target="../embeddings/oleObject41.bin"/><Relationship Id="rId5" Type="http://schemas.openxmlformats.org/officeDocument/2006/relationships/oleObject" Target="../embeddings/oleObject38.bin"/><Relationship Id="rId15" Type="http://schemas.openxmlformats.org/officeDocument/2006/relationships/oleObject" Target="../embeddings/oleObject43.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40.bin"/><Relationship Id="rId14" Type="http://schemas.openxmlformats.org/officeDocument/2006/relationships/image" Target="../media/image42.wmf"/></Relationships>
</file>

<file path=ppt/slides/_rels/slide15.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oleObject" Target="../embeddings/oleObject49.bin"/><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image" Target="../media/image48.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45.wmf"/><Relationship Id="rId11" Type="http://schemas.openxmlformats.org/officeDocument/2006/relationships/oleObject" Target="../embeddings/oleObject48.bin"/><Relationship Id="rId5" Type="http://schemas.openxmlformats.org/officeDocument/2006/relationships/oleObject" Target="../embeddings/oleObject45.bin"/><Relationship Id="rId10" Type="http://schemas.openxmlformats.org/officeDocument/2006/relationships/image" Target="../media/image47.wmf"/><Relationship Id="rId4" Type="http://schemas.openxmlformats.org/officeDocument/2006/relationships/image" Target="../media/image44.wmf"/><Relationship Id="rId9" Type="http://schemas.openxmlformats.org/officeDocument/2006/relationships/oleObject" Target="../embeddings/oleObject47.bin"/><Relationship Id="rId14" Type="http://schemas.openxmlformats.org/officeDocument/2006/relationships/image" Target="../media/image49.wmf"/></Relationships>
</file>

<file path=ppt/slides/_rels/slide16.xml.rels><?xml version="1.0" encoding="UTF-8" standalone="yes"?>
<Relationships xmlns="http://schemas.openxmlformats.org/package/2006/relationships"><Relationship Id="rId8" Type="http://schemas.openxmlformats.org/officeDocument/2006/relationships/image" Target="../media/image52.wmf"/><Relationship Id="rId13" Type="http://schemas.openxmlformats.org/officeDocument/2006/relationships/oleObject" Target="../embeddings/oleObject55.bin"/><Relationship Id="rId3" Type="http://schemas.openxmlformats.org/officeDocument/2006/relationships/oleObject" Target="../embeddings/oleObject50.bin"/><Relationship Id="rId7" Type="http://schemas.openxmlformats.org/officeDocument/2006/relationships/oleObject" Target="../embeddings/oleObject52.bin"/><Relationship Id="rId12" Type="http://schemas.openxmlformats.org/officeDocument/2006/relationships/image" Target="../media/image54.wmf"/><Relationship Id="rId2" Type="http://schemas.openxmlformats.org/officeDocument/2006/relationships/slideLayout" Target="../slideLayouts/slideLayout7.xml"/><Relationship Id="rId16" Type="http://schemas.openxmlformats.org/officeDocument/2006/relationships/image" Target="../media/image56.wmf"/><Relationship Id="rId1" Type="http://schemas.openxmlformats.org/officeDocument/2006/relationships/vmlDrawing" Target="../drawings/vmlDrawing15.vml"/><Relationship Id="rId6" Type="http://schemas.openxmlformats.org/officeDocument/2006/relationships/image" Target="../media/image51.wmf"/><Relationship Id="rId11" Type="http://schemas.openxmlformats.org/officeDocument/2006/relationships/oleObject" Target="../embeddings/oleObject54.bin"/><Relationship Id="rId5" Type="http://schemas.openxmlformats.org/officeDocument/2006/relationships/oleObject" Target="../embeddings/oleObject51.bin"/><Relationship Id="rId15" Type="http://schemas.openxmlformats.org/officeDocument/2006/relationships/oleObject" Target="../embeddings/oleObject56.bin"/><Relationship Id="rId10" Type="http://schemas.openxmlformats.org/officeDocument/2006/relationships/image" Target="../media/image53.wmf"/><Relationship Id="rId4" Type="http://schemas.openxmlformats.org/officeDocument/2006/relationships/image" Target="../media/image50.wmf"/><Relationship Id="rId9" Type="http://schemas.openxmlformats.org/officeDocument/2006/relationships/oleObject" Target="../embeddings/oleObject53.bin"/><Relationship Id="rId14" Type="http://schemas.openxmlformats.org/officeDocument/2006/relationships/image" Target="../media/image55.wmf"/></Relationships>
</file>

<file path=ppt/slides/_rels/slide17.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57.bin"/><Relationship Id="rId7"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58.wmf"/><Relationship Id="rId5" Type="http://schemas.openxmlformats.org/officeDocument/2006/relationships/oleObject" Target="../embeddings/oleObject58.bin"/><Relationship Id="rId4" Type="http://schemas.openxmlformats.org/officeDocument/2006/relationships/image" Target="../media/image57.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60.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64.bin"/><Relationship Id="rId3" Type="http://schemas.openxmlformats.org/officeDocument/2006/relationships/oleObject" Target="../embeddings/oleObject61.bin"/><Relationship Id="rId7" Type="http://schemas.openxmlformats.org/officeDocument/2006/relationships/image" Target="../media/image62.w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63.bin"/><Relationship Id="rId11" Type="http://schemas.openxmlformats.org/officeDocument/2006/relationships/image" Target="../media/image64.wmf"/><Relationship Id="rId5" Type="http://schemas.openxmlformats.org/officeDocument/2006/relationships/oleObject" Target="../embeddings/oleObject62.bin"/><Relationship Id="rId10" Type="http://schemas.openxmlformats.org/officeDocument/2006/relationships/oleObject" Target="../embeddings/oleObject65.bin"/><Relationship Id="rId4" Type="http://schemas.openxmlformats.org/officeDocument/2006/relationships/image" Target="../media/image61.wmf"/><Relationship Id="rId9" Type="http://schemas.openxmlformats.org/officeDocument/2006/relationships/image" Target="../media/image63.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66.wmf"/><Relationship Id="rId5" Type="http://schemas.openxmlformats.org/officeDocument/2006/relationships/oleObject" Target="../embeddings/oleObject67.bin"/><Relationship Id="rId4" Type="http://schemas.openxmlformats.org/officeDocument/2006/relationships/image" Target="../media/image65.wmf"/></Relationships>
</file>

<file path=ppt/slides/_rels/slide21.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68.bin"/><Relationship Id="rId7" Type="http://schemas.openxmlformats.org/officeDocument/2006/relationships/oleObject" Target="../embeddings/oleObject70.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68.wmf"/><Relationship Id="rId5" Type="http://schemas.openxmlformats.org/officeDocument/2006/relationships/oleObject" Target="../embeddings/oleObject69.bin"/><Relationship Id="rId4" Type="http://schemas.openxmlformats.org/officeDocument/2006/relationships/image" Target="../media/image67.wmf"/></Relationships>
</file>

<file path=ppt/slides/_rels/slide22.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oleObject" Target="../embeddings/oleObject71.bin"/><Relationship Id="rId7" Type="http://schemas.openxmlformats.org/officeDocument/2006/relationships/oleObject" Target="../embeddings/oleObject73.bin"/><Relationship Id="rId12" Type="http://schemas.openxmlformats.org/officeDocument/2006/relationships/image" Target="../media/image74.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71.wmf"/><Relationship Id="rId11" Type="http://schemas.openxmlformats.org/officeDocument/2006/relationships/oleObject" Target="../embeddings/oleObject75.bin"/><Relationship Id="rId5" Type="http://schemas.openxmlformats.org/officeDocument/2006/relationships/oleObject" Target="../embeddings/oleObject72.bin"/><Relationship Id="rId10" Type="http://schemas.openxmlformats.org/officeDocument/2006/relationships/image" Target="../media/image73.wmf"/><Relationship Id="rId4" Type="http://schemas.openxmlformats.org/officeDocument/2006/relationships/image" Target="../media/image70.wmf"/><Relationship Id="rId9" Type="http://schemas.openxmlformats.org/officeDocument/2006/relationships/oleObject" Target="../embeddings/oleObject74.bin"/></Relationships>
</file>

<file path=ppt/slides/_rels/slide23.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oleObject" Target="../embeddings/oleObject76.bin"/><Relationship Id="rId7" Type="http://schemas.openxmlformats.org/officeDocument/2006/relationships/oleObject" Target="../embeddings/oleObject78.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76.wmf"/><Relationship Id="rId5" Type="http://schemas.openxmlformats.org/officeDocument/2006/relationships/oleObject" Target="../embeddings/oleObject77.bin"/><Relationship Id="rId4" Type="http://schemas.openxmlformats.org/officeDocument/2006/relationships/image" Target="../media/image75.wmf"/></Relationships>
</file>

<file path=ppt/slides/_rels/slide24.x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82.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79.wmf"/><Relationship Id="rId11" Type="http://schemas.openxmlformats.org/officeDocument/2006/relationships/oleObject" Target="../embeddings/oleObject83.bin"/><Relationship Id="rId5" Type="http://schemas.openxmlformats.org/officeDocument/2006/relationships/oleObject" Target="../embeddings/oleObject80.bin"/><Relationship Id="rId10" Type="http://schemas.openxmlformats.org/officeDocument/2006/relationships/image" Target="../media/image81.wmf"/><Relationship Id="rId4" Type="http://schemas.openxmlformats.org/officeDocument/2006/relationships/image" Target="../media/image78.wmf"/><Relationship Id="rId9" Type="http://schemas.openxmlformats.org/officeDocument/2006/relationships/oleObject" Target="../embeddings/oleObject82.bin"/></Relationships>
</file>

<file path=ppt/slides/_rels/slide25.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84.bin"/><Relationship Id="rId7" Type="http://schemas.openxmlformats.org/officeDocument/2006/relationships/oleObject" Target="../embeddings/oleObject86.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84.wmf"/><Relationship Id="rId5" Type="http://schemas.openxmlformats.org/officeDocument/2006/relationships/oleObject" Target="../embeddings/oleObject85.bin"/><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87.bin"/></Relationships>
</file>

<file path=ppt/slides/_rels/slide26.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88.wmf"/><Relationship Id="rId5" Type="http://schemas.openxmlformats.org/officeDocument/2006/relationships/oleObject" Target="../embeddings/oleObject89.bin"/><Relationship Id="rId10" Type="http://schemas.openxmlformats.org/officeDocument/2006/relationships/image" Target="../media/image90.wmf"/><Relationship Id="rId4" Type="http://schemas.openxmlformats.org/officeDocument/2006/relationships/image" Target="../media/image87.wmf"/><Relationship Id="rId9" Type="http://schemas.openxmlformats.org/officeDocument/2006/relationships/oleObject" Target="../embeddings/oleObject91.bin"/></Relationships>
</file>

<file path=ppt/slides/_rels/slide27.xml.rels><?xml version="1.0" encoding="UTF-8" standalone="yes"?>
<Relationships xmlns="http://schemas.openxmlformats.org/package/2006/relationships"><Relationship Id="rId8" Type="http://schemas.openxmlformats.org/officeDocument/2006/relationships/image" Target="../media/image97.wmf"/><Relationship Id="rId13" Type="http://schemas.openxmlformats.org/officeDocument/2006/relationships/image" Target="../media/image102.wmf"/><Relationship Id="rId3" Type="http://schemas.openxmlformats.org/officeDocument/2006/relationships/image" Target="../media/image92.wmf"/><Relationship Id="rId7" Type="http://schemas.openxmlformats.org/officeDocument/2006/relationships/image" Target="../media/image96.wmf"/><Relationship Id="rId12" Type="http://schemas.openxmlformats.org/officeDocument/2006/relationships/image" Target="../media/image101.wmf"/><Relationship Id="rId2" Type="http://schemas.openxmlformats.org/officeDocument/2006/relationships/image" Target="../media/image91.wmf"/><Relationship Id="rId16" Type="http://schemas.openxmlformats.org/officeDocument/2006/relationships/image" Target="../media/image105.wmf"/><Relationship Id="rId1" Type="http://schemas.openxmlformats.org/officeDocument/2006/relationships/slideLayout" Target="../slideLayouts/slideLayout7.xml"/><Relationship Id="rId6" Type="http://schemas.openxmlformats.org/officeDocument/2006/relationships/image" Target="../media/image95.wmf"/><Relationship Id="rId11" Type="http://schemas.openxmlformats.org/officeDocument/2006/relationships/image" Target="../media/image100.wmf"/><Relationship Id="rId5" Type="http://schemas.openxmlformats.org/officeDocument/2006/relationships/image" Target="../media/image94.png"/><Relationship Id="rId15" Type="http://schemas.openxmlformats.org/officeDocument/2006/relationships/image" Target="../media/image104.wmf"/><Relationship Id="rId10" Type="http://schemas.openxmlformats.org/officeDocument/2006/relationships/image" Target="../media/image99.wmf"/><Relationship Id="rId4" Type="http://schemas.openxmlformats.org/officeDocument/2006/relationships/image" Target="../media/image93.wmf"/><Relationship Id="rId9" Type="http://schemas.openxmlformats.org/officeDocument/2006/relationships/image" Target="../media/image98.wmf"/><Relationship Id="rId14" Type="http://schemas.openxmlformats.org/officeDocument/2006/relationships/image" Target="../media/image103.wmf"/></Relationships>
</file>

<file path=ppt/slides/_rels/slide28.xml.rels><?xml version="1.0" encoding="UTF-8" standalone="yes"?>
<Relationships xmlns="http://schemas.openxmlformats.org/package/2006/relationships"><Relationship Id="rId8" Type="http://schemas.openxmlformats.org/officeDocument/2006/relationships/image" Target="../media/image108.wmf"/><Relationship Id="rId3" Type="http://schemas.openxmlformats.org/officeDocument/2006/relationships/oleObject" Target="../embeddings/oleObject92.bin"/><Relationship Id="rId7" Type="http://schemas.openxmlformats.org/officeDocument/2006/relationships/oleObject" Target="../embeddings/oleObject94.bin"/><Relationship Id="rId2" Type="http://schemas.openxmlformats.org/officeDocument/2006/relationships/slideLayout" Target="../slideLayouts/slideLayout12.xml"/><Relationship Id="rId1" Type="http://schemas.openxmlformats.org/officeDocument/2006/relationships/vmlDrawing" Target="../drawings/vmlDrawing26.vml"/><Relationship Id="rId6" Type="http://schemas.openxmlformats.org/officeDocument/2006/relationships/image" Target="../media/image107.wmf"/><Relationship Id="rId5" Type="http://schemas.openxmlformats.org/officeDocument/2006/relationships/oleObject" Target="../embeddings/oleObject93.bin"/><Relationship Id="rId10" Type="http://schemas.openxmlformats.org/officeDocument/2006/relationships/image" Target="../media/image109.wmf"/><Relationship Id="rId4" Type="http://schemas.openxmlformats.org/officeDocument/2006/relationships/image" Target="../media/image106.wmf"/><Relationship Id="rId9" Type="http://schemas.openxmlformats.org/officeDocument/2006/relationships/oleObject" Target="../embeddings/oleObject95.bin"/></Relationships>
</file>

<file path=ppt/slides/_rels/slide29.xml.rels><?xml version="1.0" encoding="UTF-8" standalone="yes"?>
<Relationships xmlns="http://schemas.openxmlformats.org/package/2006/relationships"><Relationship Id="rId8" Type="http://schemas.openxmlformats.org/officeDocument/2006/relationships/image" Target="../media/image112.wmf"/><Relationship Id="rId3" Type="http://schemas.openxmlformats.org/officeDocument/2006/relationships/oleObject" Target="../embeddings/oleObject96.bin"/><Relationship Id="rId7" Type="http://schemas.openxmlformats.org/officeDocument/2006/relationships/oleObject" Target="../embeddings/oleObject98.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11.wmf"/><Relationship Id="rId5" Type="http://schemas.openxmlformats.org/officeDocument/2006/relationships/oleObject" Target="../embeddings/oleObject97.bin"/><Relationship Id="rId10" Type="http://schemas.openxmlformats.org/officeDocument/2006/relationships/image" Target="../media/image113.wmf"/><Relationship Id="rId4" Type="http://schemas.openxmlformats.org/officeDocument/2006/relationships/image" Target="../media/image110.wmf"/><Relationship Id="rId9" Type="http://schemas.openxmlformats.org/officeDocument/2006/relationships/oleObject" Target="../embeddings/oleObject99.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115.wmf"/><Relationship Id="rId5" Type="http://schemas.openxmlformats.org/officeDocument/2006/relationships/oleObject" Target="../embeddings/oleObject101.bin"/><Relationship Id="rId4" Type="http://schemas.openxmlformats.org/officeDocument/2006/relationships/image" Target="../media/image114.wmf"/></Relationships>
</file>

<file path=ppt/slides/_rels/slide31.xml.rels><?xml version="1.0" encoding="UTF-8" standalone="yes"?>
<Relationships xmlns="http://schemas.openxmlformats.org/package/2006/relationships"><Relationship Id="rId8" Type="http://schemas.openxmlformats.org/officeDocument/2006/relationships/image" Target="../media/image118.wmf"/><Relationship Id="rId13" Type="http://schemas.openxmlformats.org/officeDocument/2006/relationships/oleObject" Target="../embeddings/oleObject107.bin"/><Relationship Id="rId18" Type="http://schemas.openxmlformats.org/officeDocument/2006/relationships/image" Target="../media/image123.wmf"/><Relationship Id="rId26" Type="http://schemas.openxmlformats.org/officeDocument/2006/relationships/image" Target="../media/image127.wmf"/><Relationship Id="rId3" Type="http://schemas.openxmlformats.org/officeDocument/2006/relationships/oleObject" Target="../embeddings/oleObject102.bin"/><Relationship Id="rId21" Type="http://schemas.openxmlformats.org/officeDocument/2006/relationships/oleObject" Target="../embeddings/oleObject111.bin"/><Relationship Id="rId7" Type="http://schemas.openxmlformats.org/officeDocument/2006/relationships/oleObject" Target="../embeddings/oleObject104.bin"/><Relationship Id="rId12" Type="http://schemas.openxmlformats.org/officeDocument/2006/relationships/image" Target="../media/image120.wmf"/><Relationship Id="rId17" Type="http://schemas.openxmlformats.org/officeDocument/2006/relationships/oleObject" Target="../embeddings/oleObject109.bin"/><Relationship Id="rId25" Type="http://schemas.openxmlformats.org/officeDocument/2006/relationships/oleObject" Target="../embeddings/oleObject113.bin"/><Relationship Id="rId2" Type="http://schemas.openxmlformats.org/officeDocument/2006/relationships/slideLayout" Target="../slideLayouts/slideLayout7.xml"/><Relationship Id="rId16" Type="http://schemas.openxmlformats.org/officeDocument/2006/relationships/image" Target="../media/image122.wmf"/><Relationship Id="rId20" Type="http://schemas.openxmlformats.org/officeDocument/2006/relationships/image" Target="../media/image124.wmf"/><Relationship Id="rId1" Type="http://schemas.openxmlformats.org/officeDocument/2006/relationships/vmlDrawing" Target="../drawings/vmlDrawing29.vml"/><Relationship Id="rId6" Type="http://schemas.openxmlformats.org/officeDocument/2006/relationships/image" Target="../media/image117.wmf"/><Relationship Id="rId11" Type="http://schemas.openxmlformats.org/officeDocument/2006/relationships/oleObject" Target="../embeddings/oleObject106.bin"/><Relationship Id="rId24" Type="http://schemas.openxmlformats.org/officeDocument/2006/relationships/image" Target="../media/image126.wmf"/><Relationship Id="rId5" Type="http://schemas.openxmlformats.org/officeDocument/2006/relationships/oleObject" Target="../embeddings/oleObject103.bin"/><Relationship Id="rId15" Type="http://schemas.openxmlformats.org/officeDocument/2006/relationships/oleObject" Target="../embeddings/oleObject108.bin"/><Relationship Id="rId23" Type="http://schemas.openxmlformats.org/officeDocument/2006/relationships/oleObject" Target="../embeddings/oleObject112.bin"/><Relationship Id="rId10" Type="http://schemas.openxmlformats.org/officeDocument/2006/relationships/image" Target="../media/image119.wmf"/><Relationship Id="rId19" Type="http://schemas.openxmlformats.org/officeDocument/2006/relationships/oleObject" Target="../embeddings/oleObject110.bin"/><Relationship Id="rId4" Type="http://schemas.openxmlformats.org/officeDocument/2006/relationships/image" Target="../media/image116.wmf"/><Relationship Id="rId9" Type="http://schemas.openxmlformats.org/officeDocument/2006/relationships/oleObject" Target="../embeddings/oleObject105.bin"/><Relationship Id="rId14" Type="http://schemas.openxmlformats.org/officeDocument/2006/relationships/image" Target="../media/image121.wmf"/><Relationship Id="rId22" Type="http://schemas.openxmlformats.org/officeDocument/2006/relationships/image" Target="../media/image125.wmf"/></Relationships>
</file>

<file path=ppt/slides/_rels/slide32.xml.rels><?xml version="1.0" encoding="UTF-8" standalone="yes"?>
<Relationships xmlns="http://schemas.openxmlformats.org/package/2006/relationships"><Relationship Id="rId8" Type="http://schemas.openxmlformats.org/officeDocument/2006/relationships/image" Target="../media/image130.wmf"/><Relationship Id="rId3" Type="http://schemas.openxmlformats.org/officeDocument/2006/relationships/oleObject" Target="../embeddings/oleObject114.bin"/><Relationship Id="rId7" Type="http://schemas.openxmlformats.org/officeDocument/2006/relationships/oleObject" Target="../embeddings/oleObject116.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29.wmf"/><Relationship Id="rId5" Type="http://schemas.openxmlformats.org/officeDocument/2006/relationships/oleObject" Target="../embeddings/oleObject115.bin"/><Relationship Id="rId10" Type="http://schemas.openxmlformats.org/officeDocument/2006/relationships/image" Target="../media/image131.wmf"/><Relationship Id="rId4" Type="http://schemas.openxmlformats.org/officeDocument/2006/relationships/image" Target="../media/image128.wmf"/><Relationship Id="rId9" Type="http://schemas.openxmlformats.org/officeDocument/2006/relationships/oleObject" Target="../embeddings/oleObject117.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19.bin"/><Relationship Id="rId3" Type="http://schemas.openxmlformats.org/officeDocument/2006/relationships/oleObject" Target="../embeddings/oleObject118.bin"/><Relationship Id="rId7" Type="http://schemas.openxmlformats.org/officeDocument/2006/relationships/image" Target="../media/image136.wmf"/><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135.wmf"/><Relationship Id="rId5" Type="http://schemas.openxmlformats.org/officeDocument/2006/relationships/image" Target="../media/image134.wmf"/><Relationship Id="rId10" Type="http://schemas.openxmlformats.org/officeDocument/2006/relationships/image" Target="../media/image137.wmf"/><Relationship Id="rId4" Type="http://schemas.openxmlformats.org/officeDocument/2006/relationships/image" Target="../media/image132.wmf"/><Relationship Id="rId9" Type="http://schemas.openxmlformats.org/officeDocument/2006/relationships/image" Target="../media/image133.wmf"/></Relationships>
</file>

<file path=ppt/slides/_rels/slide34.xml.rels><?xml version="1.0" encoding="UTF-8" standalone="yes"?>
<Relationships xmlns="http://schemas.openxmlformats.org/package/2006/relationships"><Relationship Id="rId8" Type="http://schemas.openxmlformats.org/officeDocument/2006/relationships/image" Target="../media/image134.wmf"/><Relationship Id="rId3" Type="http://schemas.openxmlformats.org/officeDocument/2006/relationships/image" Target="../media/image140.wmf"/><Relationship Id="rId7" Type="http://schemas.openxmlformats.org/officeDocument/2006/relationships/image" Target="../media/image139.wmf"/><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121.bin"/><Relationship Id="rId5" Type="http://schemas.openxmlformats.org/officeDocument/2006/relationships/image" Target="../media/image138.wmf"/><Relationship Id="rId4" Type="http://schemas.openxmlformats.org/officeDocument/2006/relationships/oleObject" Target="../embeddings/oleObject120.bin"/></Relationships>
</file>

<file path=ppt/slides/_rels/slide35.xml.rels><?xml version="1.0" encoding="UTF-8" standalone="yes"?>
<Relationships xmlns="http://schemas.openxmlformats.org/package/2006/relationships"><Relationship Id="rId8" Type="http://schemas.openxmlformats.org/officeDocument/2006/relationships/image" Target="../media/image143.wmf"/><Relationship Id="rId3" Type="http://schemas.openxmlformats.org/officeDocument/2006/relationships/oleObject" Target="../embeddings/oleObject122.bin"/><Relationship Id="rId7" Type="http://schemas.openxmlformats.org/officeDocument/2006/relationships/oleObject" Target="../embeddings/oleObject124.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142.wmf"/><Relationship Id="rId5" Type="http://schemas.openxmlformats.org/officeDocument/2006/relationships/oleObject" Target="../embeddings/oleObject123.bin"/><Relationship Id="rId10" Type="http://schemas.openxmlformats.org/officeDocument/2006/relationships/image" Target="../media/image144.wmf"/><Relationship Id="rId4" Type="http://schemas.openxmlformats.org/officeDocument/2006/relationships/image" Target="../media/image141.wmf"/><Relationship Id="rId9" Type="http://schemas.openxmlformats.org/officeDocument/2006/relationships/oleObject" Target="../embeddings/oleObject125.bin"/></Relationships>
</file>

<file path=ppt/slides/_rels/slide36.xml.rels><?xml version="1.0" encoding="UTF-8" standalone="yes"?>
<Relationships xmlns="http://schemas.openxmlformats.org/package/2006/relationships"><Relationship Id="rId8" Type="http://schemas.openxmlformats.org/officeDocument/2006/relationships/image" Target="../media/image145.wmf"/><Relationship Id="rId3" Type="http://schemas.openxmlformats.org/officeDocument/2006/relationships/oleObject" Target="../embeddings/oleObject126.bin"/><Relationship Id="rId7" Type="http://schemas.openxmlformats.org/officeDocument/2006/relationships/oleObject" Target="../embeddings/oleObject128.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142.wmf"/><Relationship Id="rId5" Type="http://schemas.openxmlformats.org/officeDocument/2006/relationships/oleObject" Target="../embeddings/oleObject127.bin"/><Relationship Id="rId4" Type="http://schemas.openxmlformats.org/officeDocument/2006/relationships/image" Target="../media/image141.wmf"/></Relationships>
</file>

<file path=ppt/slides/_rels/slide37.xml.rels><?xml version="1.0" encoding="UTF-8" standalone="yes"?>
<Relationships xmlns="http://schemas.openxmlformats.org/package/2006/relationships"><Relationship Id="rId8" Type="http://schemas.openxmlformats.org/officeDocument/2006/relationships/image" Target="../media/image148.wmf"/><Relationship Id="rId13" Type="http://schemas.openxmlformats.org/officeDocument/2006/relationships/oleObject" Target="../embeddings/oleObject134.bin"/><Relationship Id="rId18" Type="http://schemas.openxmlformats.org/officeDocument/2006/relationships/image" Target="../media/image153.wmf"/><Relationship Id="rId3" Type="http://schemas.openxmlformats.org/officeDocument/2006/relationships/oleObject" Target="../embeddings/oleObject129.bin"/><Relationship Id="rId21" Type="http://schemas.openxmlformats.org/officeDocument/2006/relationships/oleObject" Target="../embeddings/oleObject138.bin"/><Relationship Id="rId7" Type="http://schemas.openxmlformats.org/officeDocument/2006/relationships/oleObject" Target="../embeddings/oleObject131.bin"/><Relationship Id="rId12" Type="http://schemas.openxmlformats.org/officeDocument/2006/relationships/image" Target="../media/image150.wmf"/><Relationship Id="rId17" Type="http://schemas.openxmlformats.org/officeDocument/2006/relationships/oleObject" Target="../embeddings/oleObject136.bin"/><Relationship Id="rId2" Type="http://schemas.openxmlformats.org/officeDocument/2006/relationships/slideLayout" Target="../slideLayouts/slideLayout7.xml"/><Relationship Id="rId16" Type="http://schemas.openxmlformats.org/officeDocument/2006/relationships/image" Target="../media/image152.wmf"/><Relationship Id="rId20" Type="http://schemas.openxmlformats.org/officeDocument/2006/relationships/image" Target="../media/image154.wmf"/><Relationship Id="rId1" Type="http://schemas.openxmlformats.org/officeDocument/2006/relationships/vmlDrawing" Target="../drawings/vmlDrawing35.vml"/><Relationship Id="rId6" Type="http://schemas.openxmlformats.org/officeDocument/2006/relationships/image" Target="../media/image147.wmf"/><Relationship Id="rId11" Type="http://schemas.openxmlformats.org/officeDocument/2006/relationships/oleObject" Target="../embeddings/oleObject133.bin"/><Relationship Id="rId24" Type="http://schemas.openxmlformats.org/officeDocument/2006/relationships/image" Target="../media/image156.wmf"/><Relationship Id="rId5" Type="http://schemas.openxmlformats.org/officeDocument/2006/relationships/oleObject" Target="../embeddings/oleObject130.bin"/><Relationship Id="rId15" Type="http://schemas.openxmlformats.org/officeDocument/2006/relationships/oleObject" Target="../embeddings/oleObject135.bin"/><Relationship Id="rId23" Type="http://schemas.openxmlformats.org/officeDocument/2006/relationships/oleObject" Target="../embeddings/oleObject139.bin"/><Relationship Id="rId10" Type="http://schemas.openxmlformats.org/officeDocument/2006/relationships/image" Target="../media/image149.wmf"/><Relationship Id="rId19" Type="http://schemas.openxmlformats.org/officeDocument/2006/relationships/oleObject" Target="../embeddings/oleObject137.bin"/><Relationship Id="rId4" Type="http://schemas.openxmlformats.org/officeDocument/2006/relationships/image" Target="../media/image146.wmf"/><Relationship Id="rId9" Type="http://schemas.openxmlformats.org/officeDocument/2006/relationships/oleObject" Target="../embeddings/oleObject132.bin"/><Relationship Id="rId14" Type="http://schemas.openxmlformats.org/officeDocument/2006/relationships/image" Target="../media/image151.wmf"/><Relationship Id="rId22" Type="http://schemas.openxmlformats.org/officeDocument/2006/relationships/image" Target="../media/image155.wmf"/></Relationships>
</file>

<file path=ppt/slides/_rels/slide38.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39552" y="1451024"/>
            <a:ext cx="7772400" cy="1470025"/>
          </a:xfrm>
        </p:spPr>
        <p:txBody>
          <a:bodyPr>
            <a:normAutofit/>
          </a:bodyPr>
          <a:lstStyle/>
          <a:p>
            <a:r>
              <a:rPr lang="zh-CN" altLang="en-US" sz="4800" dirty="0"/>
              <a:t>线性方程组及其解空间</a:t>
            </a:r>
          </a:p>
        </p:txBody>
      </p:sp>
      <p:sp>
        <p:nvSpPr>
          <p:cNvPr id="3" name="副标题 2"/>
          <p:cNvSpPr>
            <a:spLocks noGrp="1"/>
          </p:cNvSpPr>
          <p:nvPr>
            <p:ph type="subTitle" idx="1"/>
          </p:nvPr>
        </p:nvSpPr>
        <p:spPr>
          <a:xfrm>
            <a:off x="2051720" y="2921049"/>
            <a:ext cx="6400800" cy="2952328"/>
          </a:xfrm>
        </p:spPr>
        <p:txBody>
          <a:bodyPr>
            <a:noAutofit/>
          </a:bodyPr>
          <a:lstStyle/>
          <a:p>
            <a:pPr algn="l">
              <a:lnSpc>
                <a:spcPct val="150000"/>
              </a:lnSpc>
            </a:pPr>
            <a:r>
              <a:rPr lang="en-US" altLang="zh-CN" sz="2400" b="1" dirty="0">
                <a:solidFill>
                  <a:schemeClr val="tx1"/>
                </a:solidFill>
              </a:rPr>
              <a:t>4.6  </a:t>
            </a:r>
            <a:r>
              <a:rPr lang="zh-CN" altLang="en-US" sz="2400" b="1" dirty="0">
                <a:solidFill>
                  <a:schemeClr val="tx1"/>
                </a:solidFill>
              </a:rPr>
              <a:t>矩阵的对角化</a:t>
            </a:r>
            <a:endParaRPr lang="en-US" altLang="zh-CN" sz="2400" b="1" dirty="0">
              <a:solidFill>
                <a:schemeClr val="tx1"/>
              </a:solidFill>
            </a:endParaRPr>
          </a:p>
          <a:p>
            <a:pPr algn="l">
              <a:lnSpc>
                <a:spcPct val="150000"/>
              </a:lnSpc>
            </a:pPr>
            <a:endParaRPr lang="zh-CN" altLang="en-US" sz="2400" dirty="0"/>
          </a:p>
        </p:txBody>
      </p:sp>
      <p:pic>
        <p:nvPicPr>
          <p:cNvPr id="4" name="Picture 2" descr="scau"/>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131" y="67811"/>
            <a:ext cx="5472112"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角三角形 4"/>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直角三角形 5"/>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600" dirty="0"/>
              <a:t>一、矩阵的对角化</a:t>
            </a:r>
          </a:p>
        </p:txBody>
      </p:sp>
      <p:sp>
        <p:nvSpPr>
          <p:cNvPr id="3" name="内容占位符 2"/>
          <p:cNvSpPr>
            <a:spLocks noGrp="1"/>
          </p:cNvSpPr>
          <p:nvPr>
            <p:ph idx="1"/>
          </p:nvPr>
        </p:nvSpPr>
        <p:spPr>
          <a:xfrm>
            <a:off x="454311" y="1268760"/>
            <a:ext cx="8229600" cy="2620888"/>
          </a:xfrm>
        </p:spPr>
        <p:txBody>
          <a:bodyPr>
            <a:normAutofit/>
          </a:bodyPr>
          <a:lstStyle/>
          <a:p>
            <a:pPr marL="0" indent="0">
              <a:lnSpc>
                <a:spcPct val="150000"/>
              </a:lnSpc>
              <a:buNone/>
            </a:pPr>
            <a:r>
              <a:rPr lang="en-US" altLang="zh-CN" sz="2400" dirty="0"/>
              <a:t>    </a:t>
            </a:r>
            <a:r>
              <a:rPr lang="en-US" altLang="zh-CN" sz="2400" i="1"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阶方阵</a:t>
            </a:r>
            <a:r>
              <a:rPr lang="en-US" altLang="zh-CN" sz="2400" b="1" i="1" dirty="0">
                <a:latin typeface="Times New Roman" panose="02020603050405020304" pitchFamily="18" charset="0"/>
                <a:cs typeface="Times New Roman" panose="02020603050405020304" pitchFamily="18" charset="0"/>
              </a:rPr>
              <a:t>A</a:t>
            </a:r>
            <a:r>
              <a:rPr lang="zh-CN" altLang="en-US" sz="2400" dirty="0"/>
              <a:t>可对角化的充分必要条件是</a:t>
            </a:r>
            <a:r>
              <a:rPr lang="en-US" altLang="zh-CN" sz="2400" b="1" i="1" dirty="0">
                <a:latin typeface="Times New Roman" panose="02020603050405020304" pitchFamily="18" charset="0"/>
                <a:cs typeface="Times New Roman" panose="02020603050405020304" pitchFamily="18" charset="0"/>
              </a:rPr>
              <a:t>A</a:t>
            </a:r>
            <a:r>
              <a:rPr lang="zh-CN" altLang="en-US" sz="2400" dirty="0"/>
              <a:t>有</a:t>
            </a:r>
            <a:r>
              <a:rPr lang="en-US" altLang="zh-CN" sz="2400" i="1" dirty="0">
                <a:latin typeface="Times New Roman" panose="02020603050405020304" pitchFamily="18" charset="0"/>
                <a:cs typeface="Times New Roman" panose="02020603050405020304" pitchFamily="18" charset="0"/>
              </a:rPr>
              <a:t>n</a:t>
            </a:r>
            <a:r>
              <a:rPr lang="zh-CN" altLang="en-US" sz="2400" dirty="0"/>
              <a:t>个线性无关的特征向量。</a:t>
            </a:r>
            <a:endParaRPr lang="en-US" altLang="zh-CN" sz="2400" dirty="0"/>
          </a:p>
          <a:p>
            <a:pPr marL="0" indent="0">
              <a:lnSpc>
                <a:spcPct val="150000"/>
              </a:lnSpc>
              <a:buNone/>
            </a:pPr>
            <a:r>
              <a:rPr lang="en-US" altLang="zh-CN" sz="2400" dirty="0"/>
              <a:t>    </a:t>
            </a:r>
            <a:r>
              <a:rPr lang="zh-CN" altLang="en-US" sz="2400" dirty="0"/>
              <a:t>若</a:t>
            </a:r>
            <a:r>
              <a:rPr lang="en-US" altLang="zh-CN" sz="2400" i="1"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阶方阵</a:t>
            </a:r>
            <a:r>
              <a:rPr lang="en-US" altLang="zh-CN" sz="2400" b="1" i="1" dirty="0">
                <a:latin typeface="Times New Roman" panose="02020603050405020304" pitchFamily="18" charset="0"/>
                <a:cs typeface="Times New Roman" panose="02020603050405020304" pitchFamily="18" charset="0"/>
              </a:rPr>
              <a:t>A</a:t>
            </a:r>
            <a:r>
              <a:rPr lang="zh-CN" altLang="en-US" sz="2400" dirty="0"/>
              <a:t>可对角化，则存在可逆矩阵</a:t>
            </a:r>
            <a:r>
              <a:rPr lang="en-US" altLang="zh-CN" sz="2400" b="1" i="1" dirty="0">
                <a:latin typeface="Times New Roman" panose="02020603050405020304" pitchFamily="18" charset="0"/>
                <a:cs typeface="Times New Roman" panose="02020603050405020304" pitchFamily="18" charset="0"/>
              </a:rPr>
              <a:t>P</a:t>
            </a:r>
            <a:r>
              <a:rPr lang="zh-CN" altLang="en-US" sz="2400" dirty="0"/>
              <a:t>，使得</a:t>
            </a:r>
            <a:endParaRPr lang="zh-CN" altLang="zh-CN" sz="2400" dirty="0"/>
          </a:p>
          <a:p>
            <a:pPr marL="0" indent="0">
              <a:lnSpc>
                <a:spcPct val="150000"/>
              </a:lnSpc>
              <a:buNone/>
            </a:pPr>
            <a:endParaRPr lang="en-US" altLang="zh-CN" sz="2400" dirty="0"/>
          </a:p>
          <a:p>
            <a:pPr marL="0" indent="0">
              <a:lnSpc>
                <a:spcPct val="150000"/>
              </a:lnSpc>
              <a:buNone/>
            </a:pPr>
            <a:endParaRPr lang="en-US" altLang="zh-CN" sz="2400" dirty="0"/>
          </a:p>
          <a:p>
            <a:pPr marL="0" indent="0">
              <a:lnSpc>
                <a:spcPct val="150000"/>
              </a:lnSpc>
              <a:buNone/>
            </a:pPr>
            <a:endParaRPr lang="zh-CN" altLang="en-US" sz="2400" dirty="0"/>
          </a:p>
        </p:txBody>
      </p:sp>
      <p:graphicFrame>
        <p:nvGraphicFramePr>
          <p:cNvPr id="4" name="对象 3"/>
          <p:cNvGraphicFramePr>
            <a:graphicFrameLocks noChangeAspect="1"/>
          </p:cNvGraphicFramePr>
          <p:nvPr/>
        </p:nvGraphicFramePr>
        <p:xfrm>
          <a:off x="2105025" y="2997200"/>
          <a:ext cx="4064000" cy="1928813"/>
        </p:xfrm>
        <a:graphic>
          <a:graphicData uri="http://schemas.openxmlformats.org/presentationml/2006/ole">
            <mc:AlternateContent xmlns:mc="http://schemas.openxmlformats.org/markup-compatibility/2006">
              <mc:Choice xmlns:v="urn:schemas-microsoft-com:vml" Requires="v">
                <p:oleObj spid="_x0000_s1030" name="Equation" r:id="rId3" imgW="47548800" imgH="22555200" progId="Equation.DSMT4">
                  <p:embed/>
                </p:oleObj>
              </mc:Choice>
              <mc:Fallback>
                <p:oleObj name="Equation" r:id="rId3" imgW="47548800" imgH="22555200" progId="Equation.DSMT4">
                  <p:embed/>
                  <p:pic>
                    <p:nvPicPr>
                      <p:cNvPr id="0" name="图片 2264"/>
                      <p:cNvPicPr/>
                      <p:nvPr/>
                    </p:nvPicPr>
                    <p:blipFill>
                      <a:blip r:embed="rId4"/>
                      <a:stretch>
                        <a:fillRect/>
                      </a:stretch>
                    </p:blipFill>
                    <p:spPr>
                      <a:xfrm>
                        <a:off x="2105025" y="2997200"/>
                        <a:ext cx="4064000" cy="1928813"/>
                      </a:xfrm>
                      <a:prstGeom prst="rect">
                        <a:avLst/>
                      </a:prstGeom>
                    </p:spPr>
                  </p:pic>
                </p:oleObj>
              </mc:Fallback>
            </mc:AlternateContent>
          </a:graphicData>
        </a:graphic>
      </p:graphicFrame>
      <p:sp>
        <p:nvSpPr>
          <p:cNvPr id="14" name="内容占位符 2"/>
          <p:cNvSpPr txBox="1"/>
          <p:nvPr/>
        </p:nvSpPr>
        <p:spPr>
          <a:xfrm>
            <a:off x="467544" y="4869160"/>
            <a:ext cx="8568952" cy="1584176"/>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2400" dirty="0"/>
              <a:t>其中矩阵</a:t>
            </a:r>
            <a:r>
              <a:rPr lang="en-US" altLang="zh-CN" sz="2400" b="1" i="1" dirty="0">
                <a:latin typeface="Times New Roman" panose="02020603050405020304" pitchFamily="18" charset="0"/>
                <a:cs typeface="Times New Roman" panose="02020603050405020304" pitchFamily="18" charset="0"/>
              </a:rPr>
              <a:t>P </a:t>
            </a:r>
            <a:r>
              <a:rPr lang="zh-CN" altLang="en-US" sz="2400" dirty="0"/>
              <a:t>的</a:t>
            </a:r>
            <a:r>
              <a:rPr lang="en-US" altLang="zh-CN" sz="2400" i="1" dirty="0">
                <a:latin typeface="Times New Roman" panose="02020603050405020304" pitchFamily="18" charset="0"/>
                <a:cs typeface="Times New Roman" panose="02020603050405020304" pitchFamily="18" charset="0"/>
              </a:rPr>
              <a:t>n</a:t>
            </a:r>
            <a:r>
              <a:rPr lang="zh-CN" altLang="en-US" sz="2400" dirty="0"/>
              <a:t>个列向量</a:t>
            </a:r>
            <a:r>
              <a:rPr lang="en-US" altLang="zh-CN" sz="2400" b="1" i="1" dirty="0">
                <a:latin typeface="Times New Roman" panose="02020603050405020304" pitchFamily="18" charset="0"/>
                <a:cs typeface="Times New Roman" panose="02020603050405020304" pitchFamily="18" charset="0"/>
              </a:rPr>
              <a:t>X </a:t>
            </a:r>
            <a:r>
              <a:rPr lang="en-US" altLang="zh-CN" sz="2400" baseline="-25000" dirty="0"/>
              <a:t>1</a:t>
            </a:r>
            <a:r>
              <a:rPr lang="zh-CN" altLang="en-US" sz="2400" dirty="0"/>
              <a:t>，</a:t>
            </a:r>
            <a:r>
              <a:rPr lang="en-US" altLang="zh-CN" sz="2400" b="1" i="1" dirty="0">
                <a:latin typeface="Times New Roman" panose="02020603050405020304" pitchFamily="18" charset="0"/>
                <a:cs typeface="Times New Roman" panose="02020603050405020304" pitchFamily="18" charset="0"/>
              </a:rPr>
              <a:t> X </a:t>
            </a:r>
            <a:r>
              <a:rPr lang="en-US" altLang="zh-CN" sz="2400" baseline="-25000" dirty="0"/>
              <a:t>2 </a:t>
            </a:r>
            <a:r>
              <a:rPr lang="zh-CN" altLang="en-US" sz="2400" dirty="0"/>
              <a:t>，</a:t>
            </a:r>
            <a:r>
              <a:rPr lang="en-US" altLang="zh-CN" sz="2400" dirty="0"/>
              <a:t>...</a:t>
            </a:r>
            <a:r>
              <a:rPr lang="zh-CN" altLang="en-US" sz="2400" dirty="0"/>
              <a:t>，</a:t>
            </a:r>
            <a:r>
              <a:rPr lang="en-US" altLang="zh-CN" sz="2400" b="1" i="1" dirty="0">
                <a:latin typeface="Times New Roman" panose="02020603050405020304" pitchFamily="18" charset="0"/>
                <a:cs typeface="Times New Roman" panose="02020603050405020304" pitchFamily="18" charset="0"/>
              </a:rPr>
              <a:t> X </a:t>
            </a:r>
            <a:r>
              <a:rPr lang="en-US" altLang="zh-CN" sz="2400" i="1" baseline="-25000" dirty="0">
                <a:latin typeface="Times New Roman" panose="02020603050405020304" pitchFamily="18" charset="0"/>
                <a:cs typeface="Times New Roman" panose="02020603050405020304" pitchFamily="18" charset="0"/>
              </a:rPr>
              <a:t>n</a:t>
            </a:r>
            <a:r>
              <a:rPr lang="zh-CN" altLang="en-US" sz="2400" dirty="0"/>
              <a:t>为</a:t>
            </a:r>
            <a:r>
              <a:rPr lang="zh-CN" altLang="en-US" sz="2400" dirty="0">
                <a:latin typeface="Times New Roman" panose="02020603050405020304" pitchFamily="18" charset="0"/>
                <a:cs typeface="Times New Roman" panose="02020603050405020304" pitchFamily="18" charset="0"/>
              </a:rPr>
              <a:t>方阵</a:t>
            </a:r>
            <a:r>
              <a:rPr lang="en-US" altLang="zh-CN" sz="2400" b="1" i="1" dirty="0">
                <a:latin typeface="Times New Roman" panose="02020603050405020304" pitchFamily="18" charset="0"/>
                <a:cs typeface="Times New Roman" panose="02020603050405020304" pitchFamily="18" charset="0"/>
              </a:rPr>
              <a:t>A</a:t>
            </a:r>
            <a:r>
              <a:rPr lang="zh-CN" altLang="en-US" sz="2400" dirty="0"/>
              <a:t>的特征值</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1</a:t>
            </a:r>
            <a:r>
              <a:rPr lang="zh-CN" altLang="en-US" sz="2400" dirty="0"/>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2 </a:t>
            </a:r>
            <a:r>
              <a:rPr lang="zh-CN" altLang="en-US" sz="2400" dirty="0"/>
              <a:t>，</a:t>
            </a:r>
            <a:r>
              <a:rPr lang="en-US" altLang="zh-CN" sz="2400" dirty="0"/>
              <a:t>...</a:t>
            </a:r>
            <a:r>
              <a:rPr lang="zh-CN" altLang="en-US" sz="2400" dirty="0"/>
              <a:t>，</a:t>
            </a:r>
            <a:r>
              <a:rPr lang="en-US" altLang="zh-CN" sz="2400" b="1" i="1" dirty="0">
                <a:latin typeface="Times New Roman" panose="02020603050405020304" pitchFamily="18" charset="0"/>
                <a:cs typeface="Times New Roman" panose="02020603050405020304" pitchFamily="18" charset="0"/>
              </a:rPr>
              <a:t> </a:t>
            </a:r>
            <a:r>
              <a:rPr lang="en-US" altLang="zh-CN" sz="2400" i="1" dirty="0" err="1">
                <a:latin typeface="Times New Roman" panose="02020603050405020304" pitchFamily="18" charset="0"/>
                <a:cs typeface="Times New Roman" panose="02020603050405020304" pitchFamily="18" charset="0"/>
              </a:rPr>
              <a:t>λ</a:t>
            </a:r>
            <a:r>
              <a:rPr lang="en-US" altLang="zh-CN" sz="2000" i="1" baseline="-25000" dirty="0" err="1">
                <a:latin typeface="Times New Roman" panose="02020603050405020304" pitchFamily="18" charset="0"/>
                <a:cs typeface="Times New Roman" panose="02020603050405020304" pitchFamily="18" charset="0"/>
              </a:rPr>
              <a:t>n</a:t>
            </a:r>
            <a:r>
              <a:rPr lang="zh-CN" altLang="en-US" sz="2400" dirty="0"/>
              <a:t> 对应的线性无关的特征向量，即也就是 </a:t>
            </a:r>
            <a:r>
              <a:rPr lang="en-US" altLang="zh-CN" sz="2400" b="1" i="1" dirty="0">
                <a:latin typeface="Times New Roman" panose="02020603050405020304" pitchFamily="18" charset="0"/>
                <a:cs typeface="Times New Roman" panose="02020603050405020304" pitchFamily="18" charset="0"/>
              </a:rPr>
              <a:t>A X</a:t>
            </a:r>
            <a:r>
              <a:rPr lang="en-US" altLang="zh-CN" sz="2400" i="1" baseline="-25000" dirty="0">
                <a:latin typeface="Times New Roman" panose="02020603050405020304" pitchFamily="18" charset="0"/>
                <a:cs typeface="Times New Roman" panose="02020603050405020304" pitchFamily="18" charset="0"/>
              </a:rPr>
              <a:t>i </a:t>
            </a:r>
            <a:r>
              <a:rPr lang="en-US" altLang="zh-CN" sz="2400" dirty="0"/>
              <a:t>=</a:t>
            </a:r>
            <a:r>
              <a:rPr lang="en-US" altLang="zh-CN" sz="2400" i="1" dirty="0">
                <a:latin typeface="Times New Roman" panose="02020603050405020304" pitchFamily="18" charset="0"/>
                <a:cs typeface="Times New Roman" panose="02020603050405020304" pitchFamily="18" charset="0"/>
              </a:rPr>
              <a:t> </a:t>
            </a:r>
            <a:r>
              <a:rPr lang="en-US" altLang="zh-CN" sz="2400" i="1" dirty="0" err="1">
                <a:latin typeface="Times New Roman" panose="02020603050405020304" pitchFamily="18" charset="0"/>
                <a:cs typeface="Times New Roman" panose="02020603050405020304" pitchFamily="18" charset="0"/>
              </a:rPr>
              <a:t>λ</a:t>
            </a:r>
            <a:r>
              <a:rPr lang="en-US" altLang="zh-CN" sz="2400" i="1" baseline="-25000" dirty="0" err="1">
                <a:latin typeface="Times New Roman" panose="02020603050405020304" pitchFamily="18" charset="0"/>
                <a:cs typeface="Times New Roman" panose="02020603050405020304" pitchFamily="18" charset="0"/>
              </a:rPr>
              <a:t>i</a:t>
            </a:r>
            <a:r>
              <a:rPr lang="en-US" altLang="zh-CN" sz="2400" b="1" i="1" dirty="0" err="1">
                <a:latin typeface="Times New Roman" panose="02020603050405020304" pitchFamily="18" charset="0"/>
                <a:cs typeface="Times New Roman" panose="02020603050405020304" pitchFamily="18" charset="0"/>
              </a:rPr>
              <a:t>X</a:t>
            </a:r>
            <a:r>
              <a:rPr lang="en-US" altLang="zh-CN" sz="2400" i="1" baseline="-25000" dirty="0" err="1">
                <a:latin typeface="Times New Roman" panose="02020603050405020304" pitchFamily="18" charset="0"/>
                <a:cs typeface="Times New Roman" panose="02020603050405020304" pitchFamily="18" charset="0"/>
              </a:rPr>
              <a:t>i</a:t>
            </a:r>
            <a:r>
              <a:rPr lang="zh-CN" altLang="en-US" sz="2400" dirty="0"/>
              <a:t> </a:t>
            </a:r>
            <a:endParaRPr lang="en-US" altLang="zh-CN" sz="2400" dirty="0"/>
          </a:p>
          <a:p>
            <a:pPr marL="0" indent="0">
              <a:lnSpc>
                <a:spcPct val="150000"/>
              </a:lnSpc>
              <a:buNone/>
            </a:pPr>
            <a:r>
              <a:rPr lang="en-US" altLang="zh-CN" sz="2400" dirty="0"/>
              <a:t> </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1</a:t>
            </a:r>
            <a:r>
              <a:rPr lang="en-US" altLang="zh-CN" sz="2400" i="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2</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t>。</a:t>
            </a:r>
            <a:endParaRPr lang="zh-CN" altLang="en-US" sz="2400" b="1" dirty="0">
              <a:solidFill>
                <a:srgbClr val="FF0000"/>
              </a:solidFill>
            </a:endParaRPr>
          </a:p>
        </p:txBody>
      </p:sp>
      <p:sp>
        <p:nvSpPr>
          <p:cNvPr id="6" name="直角三角形 5"/>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直角三角形 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620688"/>
            <a:ext cx="8460940" cy="1872208"/>
          </a:xfrm>
        </p:spPr>
        <p:txBody>
          <a:bodyPr>
            <a:noAutofit/>
          </a:bodyPr>
          <a:lstStyle/>
          <a:p>
            <a:pPr algn="l">
              <a:lnSpc>
                <a:spcPct val="150000"/>
              </a:lnSpc>
            </a:pPr>
            <a:r>
              <a:rPr lang="zh-CN" altLang="en-US" sz="2400" b="1" dirty="0">
                <a:solidFill>
                  <a:srgbClr val="FF0000"/>
                </a:solidFill>
              </a:rPr>
              <a:t>注意</a:t>
            </a:r>
            <a:r>
              <a:rPr lang="zh-CN" altLang="en-US" sz="2400" b="1" dirty="0"/>
              <a:t>：</a:t>
            </a:r>
            <a:r>
              <a:rPr lang="zh-CN" altLang="zh-CN" sz="2400" dirty="0"/>
              <a:t>若</a:t>
            </a:r>
            <a:r>
              <a:rPr lang="en-US" altLang="zh-CN" sz="2400" b="1" i="1" dirty="0">
                <a:latin typeface="Times New Roman" panose="02020603050405020304" pitchFamily="18" charset="0"/>
                <a:cs typeface="Times New Roman" panose="02020603050405020304" pitchFamily="18" charset="0"/>
              </a:rPr>
              <a:t>A</a:t>
            </a:r>
            <a:r>
              <a:rPr lang="zh-CN" altLang="zh-CN" sz="2400" dirty="0"/>
              <a:t>可通过相似变换化为对角阵</a:t>
            </a:r>
            <a:r>
              <a:rPr lang="en-US" altLang="zh-CN" sz="2400" dirty="0"/>
              <a:t>  </a:t>
            </a:r>
            <a:r>
              <a:rPr lang="zh-CN" altLang="zh-CN" sz="2400" dirty="0"/>
              <a:t>，且</a:t>
            </a:r>
            <a:r>
              <a:rPr lang="en-US" altLang="zh-CN" sz="2400" dirty="0"/>
              <a:t>   </a:t>
            </a:r>
            <a:r>
              <a:rPr lang="zh-CN" altLang="zh-CN" sz="2400" dirty="0"/>
              <a:t>对角线上的元素是</a:t>
            </a:r>
            <a:r>
              <a:rPr lang="en-US" altLang="zh-CN" sz="2400" b="1" i="1" dirty="0">
                <a:latin typeface="Times New Roman" panose="02020603050405020304" pitchFamily="18" charset="0"/>
                <a:cs typeface="Times New Roman" panose="02020603050405020304" pitchFamily="18" charset="0"/>
              </a:rPr>
              <a:t>A</a:t>
            </a:r>
            <a:r>
              <a:rPr lang="zh-CN" altLang="zh-CN" sz="2400" dirty="0"/>
              <a:t>的特征值</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1</a:t>
            </a:r>
            <a:r>
              <a:rPr lang="zh-CN" altLang="en-US" sz="2400" dirty="0"/>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2 </a:t>
            </a:r>
            <a:r>
              <a:rPr lang="zh-CN" altLang="en-US" sz="2400" dirty="0"/>
              <a:t>，</a:t>
            </a:r>
            <a:r>
              <a:rPr lang="en-US" altLang="zh-CN" sz="2400" dirty="0"/>
              <a:t>...</a:t>
            </a:r>
            <a:r>
              <a:rPr lang="zh-CN" altLang="en-US" sz="2400" dirty="0"/>
              <a:t>，</a:t>
            </a:r>
            <a:r>
              <a:rPr lang="en-US" altLang="zh-CN" sz="2400" b="1" i="1" dirty="0">
                <a:latin typeface="Times New Roman" panose="02020603050405020304" pitchFamily="18" charset="0"/>
                <a:cs typeface="Times New Roman" panose="02020603050405020304" pitchFamily="18" charset="0"/>
              </a:rPr>
              <a:t> </a:t>
            </a:r>
            <a:r>
              <a:rPr lang="en-US" altLang="zh-CN" sz="2400" i="1" dirty="0" err="1">
                <a:latin typeface="Times New Roman" panose="02020603050405020304" pitchFamily="18" charset="0"/>
                <a:cs typeface="Times New Roman" panose="02020603050405020304" pitchFamily="18" charset="0"/>
              </a:rPr>
              <a:t>λ</a:t>
            </a:r>
            <a:r>
              <a:rPr lang="en-US" altLang="zh-CN" sz="2400" i="1" baseline="-25000" dirty="0" err="1">
                <a:latin typeface="Times New Roman" panose="02020603050405020304" pitchFamily="18" charset="0"/>
                <a:cs typeface="Times New Roman" panose="02020603050405020304" pitchFamily="18" charset="0"/>
              </a:rPr>
              <a:t>n</a:t>
            </a:r>
            <a:r>
              <a:rPr lang="en-US" altLang="zh-CN" sz="2400" i="1" baseline="-25000" dirty="0">
                <a:latin typeface="Times New Roman" panose="02020603050405020304" pitchFamily="18" charset="0"/>
                <a:cs typeface="Times New Roman" panose="02020603050405020304" pitchFamily="18" charset="0"/>
              </a:rPr>
              <a:t> </a:t>
            </a:r>
            <a:r>
              <a:rPr lang="zh-CN" altLang="zh-CN" sz="2400" dirty="0"/>
              <a:t>，则相似变换矩阵</a:t>
            </a:r>
            <a:r>
              <a:rPr lang="en-US" altLang="zh-CN" sz="2400" b="1" i="1" dirty="0">
                <a:latin typeface="Times New Roman" panose="02020603050405020304" pitchFamily="18" charset="0"/>
                <a:cs typeface="Times New Roman" panose="02020603050405020304" pitchFamily="18" charset="0"/>
              </a:rPr>
              <a:t>P </a:t>
            </a:r>
            <a:r>
              <a:rPr lang="zh-CN" altLang="zh-CN" sz="2400" dirty="0"/>
              <a:t>的列向量是</a:t>
            </a:r>
            <a:r>
              <a:rPr lang="en-US" altLang="zh-CN" sz="2400" b="1" i="1" dirty="0">
                <a:latin typeface="Times New Roman" panose="02020603050405020304" pitchFamily="18" charset="0"/>
                <a:cs typeface="Times New Roman" panose="02020603050405020304" pitchFamily="18" charset="0"/>
              </a:rPr>
              <a:t>A</a:t>
            </a:r>
            <a:r>
              <a:rPr lang="zh-CN" altLang="zh-CN" sz="2400" dirty="0"/>
              <a:t>的特征值</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1</a:t>
            </a:r>
            <a:r>
              <a:rPr lang="zh-CN" altLang="en-US" sz="2400" dirty="0"/>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2 </a:t>
            </a:r>
            <a:r>
              <a:rPr lang="zh-CN" altLang="en-US" sz="2400" dirty="0"/>
              <a:t>，</a:t>
            </a:r>
            <a:r>
              <a:rPr lang="en-US" altLang="zh-CN" sz="2400" dirty="0"/>
              <a:t>...</a:t>
            </a:r>
            <a:r>
              <a:rPr lang="zh-CN" altLang="en-US" sz="2400" dirty="0"/>
              <a:t>，</a:t>
            </a:r>
            <a:r>
              <a:rPr lang="en-US" altLang="zh-CN" sz="2400" b="1" i="1" dirty="0">
                <a:latin typeface="Times New Roman" panose="02020603050405020304" pitchFamily="18" charset="0"/>
                <a:cs typeface="Times New Roman" panose="02020603050405020304" pitchFamily="18" charset="0"/>
              </a:rPr>
              <a:t> </a:t>
            </a:r>
            <a:r>
              <a:rPr lang="en-US" altLang="zh-CN" sz="2400" i="1" dirty="0" err="1">
                <a:latin typeface="Times New Roman" panose="02020603050405020304" pitchFamily="18" charset="0"/>
                <a:cs typeface="Times New Roman" panose="02020603050405020304" pitchFamily="18" charset="0"/>
              </a:rPr>
              <a:t>λ</a:t>
            </a:r>
            <a:r>
              <a:rPr lang="en-US" altLang="zh-CN" sz="2400" i="1" baseline="-25000" dirty="0" err="1">
                <a:latin typeface="Times New Roman" panose="02020603050405020304" pitchFamily="18" charset="0"/>
                <a:cs typeface="Times New Roman" panose="02020603050405020304" pitchFamily="18" charset="0"/>
              </a:rPr>
              <a:t>n</a:t>
            </a:r>
            <a:r>
              <a:rPr lang="en-US" altLang="zh-CN" sz="2400" dirty="0"/>
              <a:t> </a:t>
            </a:r>
            <a:r>
              <a:rPr lang="zh-CN" altLang="zh-CN" sz="2400" dirty="0"/>
              <a:t>对应的线性无关的特征向量</a:t>
            </a:r>
            <a:r>
              <a:rPr lang="en-US" altLang="zh-CN" sz="2400" b="1" i="1" dirty="0">
                <a:latin typeface="Times New Roman" panose="02020603050405020304" pitchFamily="18" charset="0"/>
                <a:cs typeface="Times New Roman" panose="02020603050405020304" pitchFamily="18" charset="0"/>
              </a:rPr>
              <a:t>X </a:t>
            </a:r>
            <a:r>
              <a:rPr lang="en-US" altLang="zh-CN" sz="2400" baseline="-25000" dirty="0"/>
              <a:t>1</a:t>
            </a:r>
            <a:r>
              <a:rPr lang="zh-CN" altLang="en-US" sz="2400" dirty="0"/>
              <a:t>，</a:t>
            </a:r>
            <a:r>
              <a:rPr lang="en-US" altLang="zh-CN" sz="2400" b="1" i="1" dirty="0">
                <a:latin typeface="Times New Roman" panose="02020603050405020304" pitchFamily="18" charset="0"/>
                <a:cs typeface="Times New Roman" panose="02020603050405020304" pitchFamily="18" charset="0"/>
              </a:rPr>
              <a:t> X </a:t>
            </a:r>
            <a:r>
              <a:rPr lang="en-US" altLang="zh-CN" sz="2400" baseline="-25000" dirty="0"/>
              <a:t>2 </a:t>
            </a:r>
            <a:r>
              <a:rPr lang="zh-CN" altLang="en-US" sz="2400" dirty="0"/>
              <a:t>，</a:t>
            </a:r>
            <a:r>
              <a:rPr lang="en-US" altLang="zh-CN" sz="2400" dirty="0"/>
              <a:t>...</a:t>
            </a:r>
            <a:r>
              <a:rPr lang="zh-CN" altLang="en-US" sz="2400" dirty="0"/>
              <a:t>，</a:t>
            </a:r>
            <a:r>
              <a:rPr lang="en-US" altLang="zh-CN" sz="2400" b="1" i="1" dirty="0">
                <a:latin typeface="Times New Roman" panose="02020603050405020304" pitchFamily="18" charset="0"/>
                <a:cs typeface="Times New Roman" panose="02020603050405020304" pitchFamily="18" charset="0"/>
              </a:rPr>
              <a:t> X </a:t>
            </a:r>
            <a:r>
              <a:rPr lang="en-US" altLang="zh-CN" sz="2400" i="1" baseline="-25000" dirty="0">
                <a:latin typeface="Times New Roman" panose="02020603050405020304" pitchFamily="18" charset="0"/>
                <a:cs typeface="Times New Roman" panose="02020603050405020304" pitchFamily="18" charset="0"/>
              </a:rPr>
              <a:t>n</a:t>
            </a:r>
            <a:r>
              <a:rPr lang="en-US" altLang="zh-CN" sz="2400" dirty="0"/>
              <a:t> </a:t>
            </a:r>
            <a:r>
              <a:rPr lang="zh-CN" altLang="zh-CN" sz="2400" dirty="0"/>
              <a:t>。</a:t>
            </a:r>
            <a:endParaRPr lang="zh-CN" altLang="en-US" sz="2400" b="1" dirty="0"/>
          </a:p>
        </p:txBody>
      </p:sp>
      <p:sp>
        <p:nvSpPr>
          <p:cNvPr id="12" name="内容占位符 2"/>
          <p:cNvSpPr txBox="1"/>
          <p:nvPr/>
        </p:nvSpPr>
        <p:spPr>
          <a:xfrm>
            <a:off x="215516" y="2708920"/>
            <a:ext cx="8712968" cy="3456384"/>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70000"/>
              </a:lnSpc>
              <a:buNone/>
            </a:pPr>
            <a:r>
              <a:rPr lang="zh-CN" altLang="zh-CN" sz="3800" dirty="0">
                <a:latin typeface="+mj-lt"/>
                <a:ea typeface="+mj-ea"/>
                <a:cs typeface="+mj-cs"/>
              </a:rPr>
              <a:t>以下两种情形方阵</a:t>
            </a:r>
            <a:r>
              <a:rPr lang="en-US" altLang="zh-CN" sz="4000" b="1" i="1" dirty="0">
                <a:latin typeface="Times New Roman" panose="02020603050405020304" pitchFamily="18" charset="0"/>
                <a:cs typeface="Times New Roman" panose="02020603050405020304" pitchFamily="18" charset="0"/>
              </a:rPr>
              <a:t>A</a:t>
            </a:r>
            <a:r>
              <a:rPr lang="zh-CN" altLang="zh-CN" sz="3800" dirty="0">
                <a:latin typeface="+mj-lt"/>
                <a:ea typeface="+mj-ea"/>
                <a:cs typeface="+mj-cs"/>
              </a:rPr>
              <a:t>也是可对角化的：</a:t>
            </a:r>
          </a:p>
          <a:p>
            <a:pPr marL="0" indent="0">
              <a:lnSpc>
                <a:spcPct val="170000"/>
              </a:lnSpc>
              <a:buNone/>
            </a:pPr>
            <a:r>
              <a:rPr lang="zh-CN" altLang="zh-CN" sz="3800" dirty="0">
                <a:latin typeface="+mj-lt"/>
                <a:ea typeface="+mj-ea"/>
                <a:cs typeface="+mj-cs"/>
              </a:rPr>
              <a:t>（</a:t>
            </a:r>
            <a:r>
              <a:rPr lang="en-US" altLang="zh-CN" sz="3800" dirty="0">
                <a:latin typeface="+mj-lt"/>
                <a:ea typeface="+mj-ea"/>
                <a:cs typeface="+mj-cs"/>
              </a:rPr>
              <a:t>1</a:t>
            </a:r>
            <a:r>
              <a:rPr lang="zh-CN" altLang="zh-CN" sz="3800" dirty="0">
                <a:latin typeface="+mj-lt"/>
                <a:ea typeface="+mj-ea"/>
                <a:cs typeface="+mj-cs"/>
              </a:rPr>
              <a:t>）若</a:t>
            </a:r>
            <a:r>
              <a:rPr lang="en-US" altLang="zh-CN" sz="4000" i="1" dirty="0">
                <a:latin typeface="Times New Roman" panose="02020603050405020304" pitchFamily="18" charset="0"/>
                <a:cs typeface="Times New Roman" panose="02020603050405020304" pitchFamily="18" charset="0"/>
              </a:rPr>
              <a:t>n</a:t>
            </a:r>
            <a:r>
              <a:rPr lang="zh-CN" altLang="zh-CN" sz="3800" dirty="0">
                <a:latin typeface="+mj-lt"/>
                <a:ea typeface="+mj-ea"/>
                <a:cs typeface="+mj-cs"/>
              </a:rPr>
              <a:t>阶方阵</a:t>
            </a:r>
            <a:r>
              <a:rPr lang="en-US" altLang="zh-CN" sz="4000" b="1" i="1" dirty="0">
                <a:latin typeface="Times New Roman" panose="02020603050405020304" pitchFamily="18" charset="0"/>
                <a:cs typeface="Times New Roman" panose="02020603050405020304" pitchFamily="18" charset="0"/>
              </a:rPr>
              <a:t>A</a:t>
            </a:r>
            <a:r>
              <a:rPr lang="zh-CN" altLang="zh-CN" sz="3800" dirty="0">
                <a:latin typeface="+mj-lt"/>
                <a:ea typeface="+mj-ea"/>
                <a:cs typeface="+mj-cs"/>
              </a:rPr>
              <a:t>有</a:t>
            </a:r>
            <a:r>
              <a:rPr lang="en-US" altLang="zh-CN" sz="4000" i="1" dirty="0">
                <a:latin typeface="Times New Roman" panose="02020603050405020304" pitchFamily="18" charset="0"/>
                <a:cs typeface="Times New Roman" panose="02020603050405020304" pitchFamily="18" charset="0"/>
              </a:rPr>
              <a:t>n</a:t>
            </a:r>
            <a:r>
              <a:rPr lang="zh-CN" altLang="zh-CN" sz="3800" dirty="0">
                <a:latin typeface="+mj-lt"/>
                <a:ea typeface="+mj-ea"/>
                <a:cs typeface="+mj-cs"/>
              </a:rPr>
              <a:t>个互异的特征值，则</a:t>
            </a:r>
            <a:r>
              <a:rPr lang="en-US" altLang="zh-CN" sz="4000" b="1" i="1" dirty="0">
                <a:latin typeface="Times New Roman" panose="02020603050405020304" pitchFamily="18" charset="0"/>
                <a:cs typeface="Times New Roman" panose="02020603050405020304" pitchFamily="18" charset="0"/>
              </a:rPr>
              <a:t>A</a:t>
            </a:r>
            <a:r>
              <a:rPr lang="zh-CN" altLang="zh-CN" sz="3800" dirty="0">
                <a:latin typeface="+mj-lt"/>
                <a:ea typeface="+mj-ea"/>
                <a:cs typeface="+mj-cs"/>
              </a:rPr>
              <a:t>可对角化。</a:t>
            </a:r>
          </a:p>
          <a:p>
            <a:pPr marL="0" indent="0">
              <a:lnSpc>
                <a:spcPct val="170000"/>
              </a:lnSpc>
              <a:buNone/>
            </a:pPr>
            <a:r>
              <a:rPr lang="zh-CN" altLang="zh-CN" sz="3800" dirty="0">
                <a:latin typeface="+mj-lt"/>
                <a:ea typeface="+mj-ea"/>
                <a:cs typeface="+mj-cs"/>
              </a:rPr>
              <a:t>（</a:t>
            </a:r>
            <a:r>
              <a:rPr lang="en-US" altLang="zh-CN" sz="3800" dirty="0">
                <a:latin typeface="+mj-lt"/>
                <a:ea typeface="+mj-ea"/>
                <a:cs typeface="+mj-cs"/>
              </a:rPr>
              <a:t>2</a:t>
            </a:r>
            <a:r>
              <a:rPr lang="zh-CN" altLang="zh-CN" sz="3800" dirty="0">
                <a:latin typeface="+mj-lt"/>
                <a:ea typeface="+mj-ea"/>
                <a:cs typeface="+mj-cs"/>
              </a:rPr>
              <a:t>）若</a:t>
            </a:r>
            <a:r>
              <a:rPr lang="en-US" altLang="zh-CN" sz="4000" i="1" dirty="0">
                <a:latin typeface="Times New Roman" panose="02020603050405020304" pitchFamily="18" charset="0"/>
                <a:cs typeface="Times New Roman" panose="02020603050405020304" pitchFamily="18" charset="0"/>
              </a:rPr>
              <a:t>n</a:t>
            </a:r>
            <a:r>
              <a:rPr lang="zh-CN" altLang="zh-CN" sz="3800" dirty="0">
                <a:latin typeface="+mj-lt"/>
                <a:ea typeface="+mj-ea"/>
                <a:cs typeface="+mj-cs"/>
              </a:rPr>
              <a:t>阶方阵</a:t>
            </a:r>
            <a:r>
              <a:rPr lang="en-US" altLang="zh-CN" sz="4000" b="1" i="1" dirty="0">
                <a:latin typeface="Times New Roman" panose="02020603050405020304" pitchFamily="18" charset="0"/>
                <a:cs typeface="Times New Roman" panose="02020603050405020304" pitchFamily="18" charset="0"/>
              </a:rPr>
              <a:t>A</a:t>
            </a:r>
            <a:r>
              <a:rPr lang="zh-CN" altLang="zh-CN" sz="3800" dirty="0">
                <a:latin typeface="+mj-lt"/>
                <a:ea typeface="+mj-ea"/>
                <a:cs typeface="+mj-cs"/>
              </a:rPr>
              <a:t>的所有重特征值所对应的线性无关的特征向量的个数和该特征根的重数相等，则方阵</a:t>
            </a:r>
            <a:r>
              <a:rPr lang="en-US" altLang="zh-CN" sz="4000" b="1" i="1" dirty="0">
                <a:latin typeface="Times New Roman" panose="02020603050405020304" pitchFamily="18" charset="0"/>
                <a:cs typeface="Times New Roman" panose="02020603050405020304" pitchFamily="18" charset="0"/>
              </a:rPr>
              <a:t>A</a:t>
            </a:r>
            <a:r>
              <a:rPr lang="zh-CN" altLang="zh-CN" sz="3800" dirty="0">
                <a:latin typeface="+mj-lt"/>
                <a:ea typeface="+mj-ea"/>
                <a:cs typeface="+mj-cs"/>
              </a:rPr>
              <a:t>可以对角化。</a:t>
            </a:r>
          </a:p>
          <a:p>
            <a:pPr marL="0" indent="0">
              <a:lnSpc>
                <a:spcPct val="150000"/>
              </a:lnSpc>
              <a:buNone/>
            </a:pPr>
            <a:r>
              <a:rPr lang="zh-CN" altLang="en-US" sz="2400" dirty="0">
                <a:latin typeface="Times New Roman" panose="02020603050405020304" pitchFamily="18" charset="0"/>
                <a:cs typeface="Times New Roman" panose="02020603050405020304" pitchFamily="18" charset="0"/>
              </a:rPr>
              <a:t>     </a:t>
            </a:r>
            <a:endParaRPr lang="en-US" altLang="zh-CN" sz="2600" dirty="0"/>
          </a:p>
          <a:p>
            <a:pPr marL="0" indent="0">
              <a:lnSpc>
                <a:spcPct val="150000"/>
              </a:lnSpc>
              <a:buFont typeface="Arial" panose="020B0604020202020204" pitchFamily="34" charset="0"/>
              <a:buNone/>
            </a:pPr>
            <a:r>
              <a:rPr lang="zh-CN" altLang="en-US" sz="2400" dirty="0">
                <a:latin typeface="Times New Roman" panose="02020603050405020304" pitchFamily="18" charset="0"/>
                <a:cs typeface="Times New Roman" panose="02020603050405020304" pitchFamily="18" charset="0"/>
              </a:rPr>
              <a:t>                          </a:t>
            </a:r>
            <a:endParaRPr lang="zh-CN" altLang="en-US" sz="2400" dirty="0"/>
          </a:p>
        </p:txBody>
      </p:sp>
      <p:sp>
        <p:nvSpPr>
          <p:cNvPr id="10" name="Rectangle 8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3"/>
          <p:cNvGraphicFramePr>
            <a:graphicFrameLocks noChangeAspect="1"/>
          </p:cNvGraphicFramePr>
          <p:nvPr/>
        </p:nvGraphicFramePr>
        <p:xfrm>
          <a:off x="5436096" y="548680"/>
          <a:ext cx="336550" cy="339725"/>
        </p:xfrm>
        <a:graphic>
          <a:graphicData uri="http://schemas.openxmlformats.org/presentationml/2006/ole">
            <mc:AlternateContent xmlns:mc="http://schemas.openxmlformats.org/markup-compatibility/2006">
              <mc:Choice xmlns:v="urn:schemas-microsoft-com:vml" Requires="v">
                <p:oleObj spid="_x0000_s2058" name="Equation" r:id="rId3" imgW="3962400" imgH="3962400" progId="Equation.DSMT4">
                  <p:embed/>
                </p:oleObj>
              </mc:Choice>
              <mc:Fallback>
                <p:oleObj name="Equation" r:id="rId3" imgW="3962400" imgH="3962400" progId="Equation.DSMT4">
                  <p:embed/>
                  <p:pic>
                    <p:nvPicPr>
                      <p:cNvPr id="0" name="对象 8"/>
                      <p:cNvPicPr>
                        <a:picLocks noChangeAspect="1" noChangeArrowheads="1"/>
                      </p:cNvPicPr>
                      <p:nvPr/>
                    </p:nvPicPr>
                    <p:blipFill>
                      <a:blip r:embed="rId4"/>
                      <a:srcRect/>
                      <a:stretch>
                        <a:fillRect/>
                      </a:stretch>
                    </p:blipFill>
                    <p:spPr bwMode="auto">
                      <a:xfrm>
                        <a:off x="5436096" y="548680"/>
                        <a:ext cx="336550" cy="339725"/>
                      </a:xfrm>
                      <a:prstGeom prst="rect">
                        <a:avLst/>
                      </a:prstGeom>
                      <a:noFill/>
                      <a:ln>
                        <a:noFill/>
                      </a:ln>
                    </p:spPr>
                  </p:pic>
                </p:oleObj>
              </mc:Fallback>
            </mc:AlternateContent>
          </a:graphicData>
        </a:graphic>
      </p:graphicFrame>
      <p:graphicFrame>
        <p:nvGraphicFramePr>
          <p:cNvPr id="5" name="对象 4"/>
          <p:cNvGraphicFramePr>
            <a:graphicFrameLocks noChangeAspect="1"/>
          </p:cNvGraphicFramePr>
          <p:nvPr/>
        </p:nvGraphicFramePr>
        <p:xfrm>
          <a:off x="6228184" y="548680"/>
          <a:ext cx="336550" cy="339725"/>
        </p:xfrm>
        <a:graphic>
          <a:graphicData uri="http://schemas.openxmlformats.org/presentationml/2006/ole">
            <mc:AlternateContent xmlns:mc="http://schemas.openxmlformats.org/markup-compatibility/2006">
              <mc:Choice xmlns:v="urn:schemas-microsoft-com:vml" Requires="v">
                <p:oleObj spid="_x0000_s2059" name="Equation" r:id="rId5" imgW="3962400" imgH="3962400" progId="Equation.DSMT4">
                  <p:embed/>
                </p:oleObj>
              </mc:Choice>
              <mc:Fallback>
                <p:oleObj name="Equation" r:id="rId5" imgW="3962400" imgH="396240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8184" y="548680"/>
                        <a:ext cx="3365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直角三角形 6"/>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直角三角形 7"/>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wipe(left)">
                                      <p:cBhvr>
                                        <p:cTn id="18" dur="500"/>
                                        <p:tgtEl>
                                          <p:spTgt spid="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Effect transition="in" filter="wipe(left)">
                                      <p:cBhvr>
                                        <p:cTn id="23" dur="500"/>
                                        <p:tgtEl>
                                          <p:spTgt spid="12">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2">
                                            <p:txEl>
                                              <p:pRg st="2" end="2"/>
                                            </p:txEl>
                                          </p:spTgt>
                                        </p:tgtEl>
                                        <p:attrNameLst>
                                          <p:attrName>style.visibility</p:attrName>
                                        </p:attrNameLst>
                                      </p:cBhvr>
                                      <p:to>
                                        <p:strVal val="visible"/>
                                      </p:to>
                                    </p:set>
                                    <p:animEffect transition="in" filter="wipe(left)">
                                      <p:cBhvr>
                                        <p:cTn id="28" dur="500"/>
                                        <p:tgtEl>
                                          <p:spTgt spid="1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2">
                                            <p:txEl>
                                              <p:pRg st="3" end="3"/>
                                            </p:txEl>
                                          </p:spTgt>
                                        </p:tgtEl>
                                        <p:attrNameLst>
                                          <p:attrName>style.visibility</p:attrName>
                                        </p:attrNameLst>
                                      </p:cBhvr>
                                      <p:to>
                                        <p:strVal val="visible"/>
                                      </p:to>
                                    </p:set>
                                    <p:animEffect transition="in" filter="wipe(left)">
                                      <p:cBhvr>
                                        <p:cTn id="33"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67544" y="188640"/>
            <a:ext cx="8064896" cy="5632311"/>
          </a:xfrm>
          <a:prstGeom prst="rect">
            <a:avLst/>
          </a:prstGeom>
          <a:noFill/>
        </p:spPr>
        <p:txBody>
          <a:bodyPr wrap="square" rtlCol="0">
            <a:spAutoFit/>
          </a:bodyPr>
          <a:lstStyle/>
          <a:p>
            <a:pPr>
              <a:lnSpc>
                <a:spcPct val="150000"/>
              </a:lnSpc>
            </a:pPr>
            <a:r>
              <a:rPr lang="en-US" altLang="zh-CN" sz="2400" i="1" dirty="0">
                <a:latin typeface="Times New Roman" panose="02020603050405020304" pitchFamily="18" charset="0"/>
                <a:cs typeface="Times New Roman" panose="02020603050405020304" pitchFamily="18" charset="0"/>
              </a:rPr>
              <a:t>  n </a:t>
            </a:r>
            <a:r>
              <a:rPr lang="en-US" altLang="zh-CN" sz="2400" dirty="0" err="1"/>
              <a:t>阶方阵</a:t>
            </a:r>
            <a:r>
              <a:rPr lang="en-US" altLang="zh-CN" sz="2400" b="1" i="1"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A</a:t>
            </a:r>
            <a:r>
              <a:rPr lang="en-US" altLang="zh-CN" sz="2400" dirty="0" err="1"/>
              <a:t>对角化的</a:t>
            </a:r>
            <a:r>
              <a:rPr lang="en-US" altLang="zh-CN" sz="2400" b="1" dirty="0" err="1">
                <a:solidFill>
                  <a:srgbClr val="FF0000"/>
                </a:solidFill>
              </a:rPr>
              <a:t>步骤</a:t>
            </a:r>
            <a:r>
              <a:rPr lang="en-US" altLang="zh-CN" sz="2400" dirty="0"/>
              <a:t>：</a:t>
            </a:r>
          </a:p>
          <a:p>
            <a:pPr>
              <a:lnSpc>
                <a:spcPct val="150000"/>
              </a:lnSpc>
            </a:pPr>
            <a:r>
              <a:rPr lang="zh-CN" altLang="zh-CN" sz="2400" dirty="0"/>
              <a:t>（</a:t>
            </a:r>
            <a:r>
              <a:rPr lang="en-US" altLang="zh-CN" sz="2400" dirty="0"/>
              <a:t>1</a:t>
            </a:r>
            <a:r>
              <a:rPr lang="zh-CN" altLang="zh-CN" sz="2400" dirty="0"/>
              <a:t>）求出所有的特征值；</a:t>
            </a:r>
          </a:p>
          <a:p>
            <a:pPr>
              <a:lnSpc>
                <a:spcPct val="150000"/>
              </a:lnSpc>
            </a:pPr>
            <a:r>
              <a:rPr lang="zh-CN" altLang="zh-CN" sz="2400" dirty="0"/>
              <a:t>（</a:t>
            </a:r>
            <a:r>
              <a:rPr lang="en-US" altLang="zh-CN" sz="2400" dirty="0"/>
              <a:t>2</a:t>
            </a:r>
            <a:r>
              <a:rPr lang="zh-CN" altLang="zh-CN" sz="2400" dirty="0"/>
              <a:t>）求出所有特征值对应的线性无关的特征向量；</a:t>
            </a:r>
          </a:p>
          <a:p>
            <a:pPr>
              <a:lnSpc>
                <a:spcPct val="150000"/>
              </a:lnSpc>
            </a:pPr>
            <a:r>
              <a:rPr lang="zh-CN" altLang="zh-CN" sz="2400" dirty="0"/>
              <a:t>（</a:t>
            </a:r>
            <a:r>
              <a:rPr lang="en-US" altLang="zh-CN" sz="2400" dirty="0"/>
              <a:t>3</a:t>
            </a:r>
            <a:r>
              <a:rPr lang="zh-CN" altLang="zh-CN" sz="2400" dirty="0"/>
              <a:t>）若矩阵</a:t>
            </a:r>
            <a:r>
              <a:rPr lang="en-US" altLang="zh-CN" sz="2400" b="1" i="1" dirty="0">
                <a:latin typeface="Times New Roman" panose="02020603050405020304" pitchFamily="18" charset="0"/>
                <a:cs typeface="Times New Roman" panose="02020603050405020304" pitchFamily="18" charset="0"/>
              </a:rPr>
              <a:t>A</a:t>
            </a:r>
            <a:r>
              <a:rPr lang="zh-CN" altLang="zh-CN" sz="2400" dirty="0"/>
              <a:t>有</a:t>
            </a:r>
            <a:r>
              <a:rPr lang="en-US" altLang="zh-CN" sz="2400" i="1" dirty="0">
                <a:latin typeface="Times New Roman" panose="02020603050405020304" pitchFamily="18" charset="0"/>
                <a:cs typeface="Times New Roman" panose="02020603050405020304" pitchFamily="18" charset="0"/>
              </a:rPr>
              <a:t>n</a:t>
            </a:r>
            <a:r>
              <a:rPr lang="zh-CN" altLang="zh-CN" sz="2400" dirty="0"/>
              <a:t>个</a:t>
            </a:r>
            <a:r>
              <a:rPr lang="zh-CN" altLang="en-US" sz="2400" dirty="0"/>
              <a:t>线</a:t>
            </a:r>
            <a:r>
              <a:rPr lang="zh-CN" altLang="zh-CN" sz="2400" dirty="0"/>
              <a:t>性无关的特征向量</a:t>
            </a:r>
            <a:r>
              <a:rPr lang="en-US" altLang="zh-CN" sz="2400" b="1" i="1" dirty="0">
                <a:latin typeface="Times New Roman" panose="02020603050405020304" pitchFamily="18" charset="0"/>
                <a:cs typeface="Times New Roman" panose="02020603050405020304" pitchFamily="18" charset="0"/>
              </a:rPr>
              <a:t>X</a:t>
            </a:r>
            <a:r>
              <a:rPr lang="en-US" altLang="zh-CN" sz="2400" baseline="-25000" dirty="0"/>
              <a:t>1</a:t>
            </a:r>
            <a:r>
              <a:rPr lang="zh-CN" altLang="en-US" sz="2400" dirty="0"/>
              <a:t>，</a:t>
            </a:r>
            <a:r>
              <a:rPr lang="en-US" altLang="zh-CN" sz="2400" b="1" i="1" dirty="0">
                <a:latin typeface="Times New Roman" panose="02020603050405020304" pitchFamily="18" charset="0"/>
                <a:cs typeface="Times New Roman" panose="02020603050405020304" pitchFamily="18" charset="0"/>
              </a:rPr>
              <a:t>X</a:t>
            </a:r>
            <a:r>
              <a:rPr lang="en-US" altLang="zh-CN" sz="2400" baseline="-25000" dirty="0"/>
              <a:t>2</a:t>
            </a:r>
            <a:r>
              <a:rPr lang="zh-CN" altLang="en-US" sz="2400" dirty="0"/>
              <a:t>，</a:t>
            </a:r>
            <a:r>
              <a:rPr lang="en-US" altLang="zh-CN" sz="2400" dirty="0"/>
              <a:t>...</a:t>
            </a:r>
            <a:r>
              <a:rPr lang="zh-CN" altLang="en-US" sz="2400" dirty="0"/>
              <a:t>，</a:t>
            </a:r>
            <a:r>
              <a:rPr lang="en-US" altLang="zh-CN" sz="2400" b="1" i="1" dirty="0" err="1">
                <a:latin typeface="Times New Roman" panose="02020603050405020304" pitchFamily="18" charset="0"/>
                <a:cs typeface="Times New Roman" panose="02020603050405020304" pitchFamily="18" charset="0"/>
              </a:rPr>
              <a:t>X</a:t>
            </a:r>
            <a:r>
              <a:rPr lang="en-US" altLang="zh-CN" sz="2400" i="1" baseline="-25000" dirty="0" err="1">
                <a:latin typeface="Times New Roman" panose="02020603050405020304" pitchFamily="18" charset="0"/>
                <a:cs typeface="Times New Roman" panose="02020603050405020304" pitchFamily="18" charset="0"/>
              </a:rPr>
              <a:t>n</a:t>
            </a:r>
            <a:r>
              <a:rPr lang="zh-CN" altLang="zh-CN" sz="2400" dirty="0"/>
              <a:t>，则矩阵</a:t>
            </a:r>
            <a:r>
              <a:rPr lang="en-US" altLang="zh-CN" sz="2400" b="1" i="1" dirty="0">
                <a:latin typeface="Times New Roman" panose="02020603050405020304" pitchFamily="18" charset="0"/>
                <a:cs typeface="Times New Roman" panose="02020603050405020304" pitchFamily="18" charset="0"/>
              </a:rPr>
              <a:t>A</a:t>
            </a:r>
            <a:r>
              <a:rPr lang="zh-CN" altLang="zh-CN" sz="2400" dirty="0"/>
              <a:t>可对角化</a:t>
            </a:r>
            <a:r>
              <a:rPr lang="zh-CN" altLang="en-US" sz="2400" dirty="0"/>
              <a:t>，</a:t>
            </a:r>
            <a:r>
              <a:rPr lang="zh-CN" altLang="zh-CN" sz="2400" dirty="0"/>
              <a:t>相似变换矩阵</a:t>
            </a:r>
            <a:r>
              <a:rPr lang="zh-CN" altLang="en-US" sz="2400" dirty="0"/>
              <a:t>为</a:t>
            </a:r>
            <a:r>
              <a:rPr lang="en-US" altLang="zh-CN" sz="2400" b="1" i="1"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，其中</a:t>
            </a:r>
            <a:r>
              <a:rPr lang="en-US" altLang="zh-CN" sz="2400" b="1" i="1" dirty="0">
                <a:latin typeface="Times New Roman" panose="02020603050405020304" pitchFamily="18" charset="0"/>
                <a:cs typeface="Times New Roman" panose="02020603050405020304" pitchFamily="18" charset="0"/>
              </a:rPr>
              <a:t>P </a:t>
            </a:r>
            <a:r>
              <a:rPr lang="zh-CN" altLang="zh-CN" sz="2400" dirty="0"/>
              <a:t>的列向量就是</a:t>
            </a:r>
            <a:r>
              <a:rPr lang="en-US" altLang="zh-CN" sz="2400" b="1" i="1" dirty="0">
                <a:latin typeface="Times New Roman" panose="02020603050405020304" pitchFamily="18" charset="0"/>
                <a:cs typeface="Times New Roman" panose="02020603050405020304" pitchFamily="18" charset="0"/>
              </a:rPr>
              <a:t>A</a:t>
            </a:r>
            <a:r>
              <a:rPr lang="zh-CN" altLang="zh-CN" sz="2400" dirty="0"/>
              <a:t>的特征值</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1</a:t>
            </a:r>
            <a:r>
              <a:rPr lang="zh-CN" altLang="en-US" sz="2400" dirty="0"/>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2 </a:t>
            </a:r>
            <a:r>
              <a:rPr lang="zh-CN" altLang="en-US" sz="2400" dirty="0"/>
              <a:t>，</a:t>
            </a:r>
            <a:r>
              <a:rPr lang="en-US" altLang="zh-CN" sz="2400" dirty="0"/>
              <a:t>...</a:t>
            </a:r>
            <a:r>
              <a:rPr lang="zh-CN" altLang="en-US" sz="2400" dirty="0"/>
              <a:t>，</a:t>
            </a:r>
            <a:r>
              <a:rPr lang="en-US" altLang="zh-CN" sz="2400" b="1" i="1" dirty="0">
                <a:latin typeface="Times New Roman" panose="02020603050405020304" pitchFamily="18" charset="0"/>
                <a:cs typeface="Times New Roman" panose="02020603050405020304" pitchFamily="18" charset="0"/>
              </a:rPr>
              <a:t> </a:t>
            </a:r>
            <a:r>
              <a:rPr lang="en-US" altLang="zh-CN" sz="2400" i="1" dirty="0" err="1">
                <a:latin typeface="Times New Roman" panose="02020603050405020304" pitchFamily="18" charset="0"/>
                <a:cs typeface="Times New Roman" panose="02020603050405020304" pitchFamily="18" charset="0"/>
              </a:rPr>
              <a:t>λ</a:t>
            </a:r>
            <a:r>
              <a:rPr lang="en-US" altLang="zh-CN" sz="2000" i="1" baseline="-25000" dirty="0" err="1">
                <a:latin typeface="Times New Roman" panose="02020603050405020304" pitchFamily="18" charset="0"/>
                <a:cs typeface="Times New Roman" panose="02020603050405020304" pitchFamily="18" charset="0"/>
              </a:rPr>
              <a:t>n</a:t>
            </a:r>
            <a:r>
              <a:rPr lang="en-US" altLang="zh-CN" sz="2400" dirty="0"/>
              <a:t> </a:t>
            </a:r>
            <a:r>
              <a:rPr lang="zh-CN" altLang="zh-CN" sz="2400" dirty="0"/>
              <a:t>对应的线性无关的特征向量</a:t>
            </a:r>
            <a:r>
              <a:rPr lang="en-US" altLang="zh-CN" sz="2400" b="1" i="1" dirty="0">
                <a:latin typeface="Times New Roman" panose="02020603050405020304" pitchFamily="18" charset="0"/>
                <a:cs typeface="Times New Roman" panose="02020603050405020304" pitchFamily="18" charset="0"/>
              </a:rPr>
              <a:t>X</a:t>
            </a:r>
            <a:r>
              <a:rPr lang="en-US" altLang="zh-CN" sz="2400" baseline="-25000" dirty="0"/>
              <a:t>1</a:t>
            </a:r>
            <a:r>
              <a:rPr lang="zh-CN" altLang="en-US" sz="2400" dirty="0"/>
              <a:t>，</a:t>
            </a:r>
            <a:r>
              <a:rPr lang="en-US" altLang="zh-CN" sz="2400" b="1"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2</a:t>
            </a:r>
            <a:r>
              <a:rPr lang="en-US" altLang="zh-CN" sz="2400" baseline="-25000" dirty="0"/>
              <a:t> </a:t>
            </a:r>
            <a:r>
              <a:rPr lang="zh-CN" altLang="en-US" sz="2400" dirty="0"/>
              <a:t>，</a:t>
            </a:r>
            <a:r>
              <a:rPr lang="en-US" altLang="zh-CN" sz="2400" dirty="0"/>
              <a:t>...</a:t>
            </a:r>
            <a:r>
              <a:rPr lang="zh-CN" altLang="en-US" sz="2400" dirty="0"/>
              <a:t>，</a:t>
            </a:r>
            <a:r>
              <a:rPr lang="en-US" altLang="zh-CN" sz="2400" b="1" i="1"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X</a:t>
            </a:r>
            <a:r>
              <a:rPr lang="en-US" altLang="zh-CN" sz="2400" i="1" baseline="-25000" dirty="0" err="1">
                <a:latin typeface="Times New Roman" panose="02020603050405020304" pitchFamily="18" charset="0"/>
                <a:cs typeface="Times New Roman" panose="02020603050405020304" pitchFamily="18" charset="0"/>
              </a:rPr>
              <a:t>n</a:t>
            </a:r>
            <a:r>
              <a:rPr lang="zh-CN" altLang="en-US" sz="2400" dirty="0"/>
              <a:t>；</a:t>
            </a:r>
            <a:endParaRPr lang="en-US" altLang="zh-CN" sz="2400" dirty="0"/>
          </a:p>
          <a:p>
            <a:pPr>
              <a:lnSpc>
                <a:spcPct val="150000"/>
              </a:lnSpc>
            </a:pPr>
            <a:r>
              <a:rPr lang="zh-CN" altLang="en-US" sz="2400" dirty="0"/>
              <a:t>（</a:t>
            </a:r>
            <a:r>
              <a:rPr lang="en-US" altLang="zh-CN" sz="2400" dirty="0"/>
              <a:t>4</a:t>
            </a:r>
            <a:r>
              <a:rPr lang="zh-CN" altLang="en-US" sz="2400" dirty="0"/>
              <a:t>）写出对角矩阵</a:t>
            </a:r>
            <a:endParaRPr lang="en-US" altLang="zh-CN" sz="2400" dirty="0"/>
          </a:p>
          <a:p>
            <a:pPr>
              <a:lnSpc>
                <a:spcPct val="150000"/>
              </a:lnSpc>
            </a:pPr>
            <a:endParaRPr lang="zh-CN" altLang="zh-CN" sz="2400" dirty="0"/>
          </a:p>
          <a:p>
            <a:pPr>
              <a:lnSpc>
                <a:spcPct val="150000"/>
              </a:lnSpc>
            </a:pPr>
            <a:r>
              <a:rPr lang="zh-CN" altLang="en-US" sz="2400" i="1"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a:t>
            </a:r>
            <a:endParaRPr lang="zh-CN" altLang="en-US" sz="2400" i="1" dirty="0">
              <a:latin typeface="Times New Roman" panose="02020603050405020304" pitchFamily="18" charset="0"/>
              <a:cs typeface="Times New Roman" panose="02020603050405020304" pitchFamily="18" charset="0"/>
            </a:endParaRPr>
          </a:p>
        </p:txBody>
      </p:sp>
      <p:graphicFrame>
        <p:nvGraphicFramePr>
          <p:cNvPr id="3" name="对象 2"/>
          <p:cNvGraphicFramePr>
            <a:graphicFrameLocks noChangeAspect="1"/>
          </p:cNvGraphicFramePr>
          <p:nvPr/>
        </p:nvGraphicFramePr>
        <p:xfrm>
          <a:off x="2051720" y="4509120"/>
          <a:ext cx="4038600" cy="1933575"/>
        </p:xfrm>
        <a:graphic>
          <a:graphicData uri="http://schemas.openxmlformats.org/presentationml/2006/ole">
            <mc:AlternateContent xmlns:mc="http://schemas.openxmlformats.org/markup-compatibility/2006">
              <mc:Choice xmlns:v="urn:schemas-microsoft-com:vml" Requires="v">
                <p:oleObj spid="_x0000_s3078" name="Equation" r:id="rId4" imgW="47548800" imgH="22555200" progId="Equation.DSMT4">
                  <p:embed/>
                </p:oleObj>
              </mc:Choice>
              <mc:Fallback>
                <p:oleObj name="Equation" r:id="rId4" imgW="47548800" imgH="22555200" progId="Equation.DSMT4">
                  <p:embed/>
                  <p:pic>
                    <p:nvPicPr>
                      <p:cNvPr id="0" name="对象 3"/>
                      <p:cNvPicPr>
                        <a:picLocks noChangeAspect="1" noChangeArrowheads="1"/>
                      </p:cNvPicPr>
                      <p:nvPr/>
                    </p:nvPicPr>
                    <p:blipFill>
                      <a:blip r:embed="rId5"/>
                      <a:srcRect/>
                      <a:stretch>
                        <a:fillRect/>
                      </a:stretch>
                    </p:blipFill>
                    <p:spPr bwMode="auto">
                      <a:xfrm>
                        <a:off x="2051720" y="4509120"/>
                        <a:ext cx="403860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直角三角形 3"/>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直角三角形 4"/>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wipe(left)">
                                      <p:cBhvr>
                                        <p:cTn id="15" dur="5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par>
                                <p:cTn id="21" presetID="22" presetClass="entr" presetSubtype="8" fill="hold" nodeType="with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wipe(left)">
                                      <p:cBhvr>
                                        <p:cTn id="23" dur="500"/>
                                        <p:tgtEl>
                                          <p:spTgt spid="8">
                                            <p:txEl>
                                              <p:pRg st="3" end="3"/>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wipe(left)">
                                      <p:cBhvr>
                                        <p:cTn id="26"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内容占位符 2"/>
          <p:cNvSpPr txBox="1"/>
          <p:nvPr/>
        </p:nvSpPr>
        <p:spPr>
          <a:xfrm>
            <a:off x="446856" y="692696"/>
            <a:ext cx="8229600"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例</a:t>
            </a:r>
            <a:r>
              <a:rPr lang="en-US" altLang="zh-CN" sz="2400" b="1" dirty="0"/>
              <a:t>1</a:t>
            </a:r>
            <a:r>
              <a:rPr lang="en-US" altLang="zh-CN" sz="2400" dirty="0"/>
              <a:t>   </a:t>
            </a:r>
            <a:r>
              <a:rPr lang="zh-CN" altLang="en-US" sz="2400" dirty="0"/>
              <a:t>判断矩阵                     能否对角化</a:t>
            </a:r>
            <a:r>
              <a:rPr lang="en-US" altLang="zh-CN" sz="2400" dirty="0"/>
              <a:t>.</a:t>
            </a:r>
            <a:endParaRPr lang="zh-CN" altLang="en-US" sz="2400" dirty="0"/>
          </a:p>
        </p:txBody>
      </p:sp>
      <p:sp>
        <p:nvSpPr>
          <p:cNvPr id="16" name="内容占位符 2"/>
          <p:cNvSpPr txBox="1"/>
          <p:nvPr/>
        </p:nvSpPr>
        <p:spPr>
          <a:xfrm>
            <a:off x="467544" y="1816224"/>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解</a:t>
            </a:r>
          </a:p>
        </p:txBody>
      </p:sp>
      <p:sp>
        <p:nvSpPr>
          <p:cNvPr id="23" name="内容占位符 2"/>
          <p:cNvSpPr txBox="1"/>
          <p:nvPr/>
        </p:nvSpPr>
        <p:spPr>
          <a:xfrm>
            <a:off x="1093101" y="1816224"/>
            <a:ext cx="3744416"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400" dirty="0"/>
              <a:t>矩阵</a:t>
            </a:r>
            <a:r>
              <a:rPr lang="en-US" altLang="zh-CN" sz="2400" b="1" i="1" dirty="0">
                <a:latin typeface="Times New Roman" panose="02020603050405020304" pitchFamily="18" charset="0"/>
                <a:cs typeface="Times New Roman" panose="02020603050405020304" pitchFamily="18" charset="0"/>
              </a:rPr>
              <a:t>A</a:t>
            </a:r>
            <a:r>
              <a:rPr lang="zh-CN" altLang="zh-CN" sz="2400" dirty="0"/>
              <a:t>的特征</a:t>
            </a:r>
            <a:r>
              <a:rPr lang="zh-CN" altLang="en-US" sz="2400" dirty="0"/>
              <a:t>方程为：</a:t>
            </a:r>
          </a:p>
        </p:txBody>
      </p:sp>
      <p:graphicFrame>
        <p:nvGraphicFramePr>
          <p:cNvPr id="3" name="对象 2"/>
          <p:cNvGraphicFramePr>
            <a:graphicFrameLocks noChangeAspect="1"/>
          </p:cNvGraphicFramePr>
          <p:nvPr/>
        </p:nvGraphicFramePr>
        <p:xfrm>
          <a:off x="899592" y="2492896"/>
          <a:ext cx="6556375" cy="1455737"/>
        </p:xfrm>
        <a:graphic>
          <a:graphicData uri="http://schemas.openxmlformats.org/presentationml/2006/ole">
            <mc:AlternateContent xmlns:mc="http://schemas.openxmlformats.org/markup-compatibility/2006">
              <mc:Choice xmlns:v="urn:schemas-microsoft-com:vml" Requires="v">
                <p:oleObj spid="_x0000_s4110" name="Equation" r:id="rId3" imgW="76809600" imgH="17068800" progId="Equation.DSMT4">
                  <p:embed/>
                </p:oleObj>
              </mc:Choice>
              <mc:Fallback>
                <p:oleObj name="Equation" r:id="rId3" imgW="76809600" imgH="17068800" progId="Equation.DSMT4">
                  <p:embed/>
                  <p:pic>
                    <p:nvPicPr>
                      <p:cNvPr id="0" name="图片 28870"/>
                      <p:cNvPicPr>
                        <a:picLocks noChangeAspect="1" noChangeArrowheads="1"/>
                      </p:cNvPicPr>
                      <p:nvPr/>
                    </p:nvPicPr>
                    <p:blipFill>
                      <a:blip r:embed="rId4"/>
                      <a:srcRect/>
                      <a:stretch>
                        <a:fillRect/>
                      </a:stretch>
                    </p:blipFill>
                    <p:spPr bwMode="auto">
                      <a:xfrm>
                        <a:off x="899592" y="2492896"/>
                        <a:ext cx="6556375"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内容占位符 2"/>
          <p:cNvSpPr txBox="1"/>
          <p:nvPr/>
        </p:nvSpPr>
        <p:spPr>
          <a:xfrm>
            <a:off x="1102436" y="4149080"/>
            <a:ext cx="6791268" cy="67835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400" dirty="0"/>
              <a:t>解得</a:t>
            </a:r>
            <a:r>
              <a:rPr lang="en-US" altLang="zh-CN" sz="2400" b="1" i="1" dirty="0">
                <a:latin typeface="Times New Roman" panose="02020603050405020304" pitchFamily="18" charset="0"/>
                <a:cs typeface="Times New Roman" panose="02020603050405020304" pitchFamily="18" charset="0"/>
              </a:rPr>
              <a:t>A</a:t>
            </a:r>
            <a:r>
              <a:rPr lang="zh-CN" altLang="zh-CN" sz="2400" dirty="0"/>
              <a:t>的</a:t>
            </a:r>
            <a:r>
              <a:rPr lang="zh-CN" altLang="en-US" sz="2400" dirty="0"/>
              <a:t>所有</a:t>
            </a:r>
            <a:r>
              <a:rPr lang="zh-CN" altLang="zh-CN" sz="2400" dirty="0"/>
              <a:t>特征值</a:t>
            </a:r>
            <a:r>
              <a:rPr lang="zh-CN" altLang="en-US" sz="2400" dirty="0"/>
              <a:t>为：</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1</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=2</a:t>
            </a:r>
            <a:r>
              <a:rPr lang="zh-CN" altLang="en-US" sz="2400" dirty="0"/>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3</a:t>
            </a:r>
            <a:r>
              <a:rPr lang="en-US" altLang="zh-CN" sz="2400" dirty="0">
                <a:latin typeface="Times New Roman" panose="02020603050405020304" pitchFamily="18" charset="0"/>
                <a:cs typeface="Times New Roman" panose="02020603050405020304" pitchFamily="18" charset="0"/>
              </a:rPr>
              <a:t>=-7</a:t>
            </a:r>
            <a:r>
              <a:rPr lang="en-US" altLang="zh-CN" sz="2400" baseline="-25000" dirty="0"/>
              <a:t> </a:t>
            </a:r>
            <a:endParaRPr lang="zh-CN" altLang="en-US" sz="2400" dirty="0"/>
          </a:p>
        </p:txBody>
      </p:sp>
      <p:sp>
        <p:nvSpPr>
          <p:cNvPr id="29" name="内容占位符 2"/>
          <p:cNvSpPr txBox="1"/>
          <p:nvPr/>
        </p:nvSpPr>
        <p:spPr>
          <a:xfrm>
            <a:off x="1115616" y="4797152"/>
            <a:ext cx="7848872" cy="10801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2400" dirty="0"/>
              <a:t>对于</a:t>
            </a:r>
            <a:r>
              <a:rPr lang="zh-CN" altLang="zh-CN" sz="2400" dirty="0"/>
              <a:t>特征值</a:t>
            </a:r>
            <a:r>
              <a:rPr lang="zh-CN" altLang="en-US" sz="2400" dirty="0"/>
              <a:t> </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1</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代入方程组</a:t>
            </a:r>
            <a:r>
              <a:rPr lang="zh-CN" altLang="en-US" sz="2400" dirty="0"/>
              <a:t>解方程组</a:t>
            </a:r>
            <a:r>
              <a:rPr lang="en-US" altLang="zh-CN" sz="2400" dirty="0"/>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1</a:t>
            </a:r>
            <a:r>
              <a:rPr lang="en-US" altLang="zh-CN" sz="2400" b="1" i="1" dirty="0">
                <a:latin typeface="Times New Roman" panose="02020603050405020304" pitchFamily="18" charset="0"/>
                <a:cs typeface="Times New Roman" panose="02020603050405020304" pitchFamily="18" charset="0"/>
              </a:rPr>
              <a:t>I</a:t>
            </a:r>
            <a:r>
              <a:rPr lang="en-US" altLang="zh-CN" sz="2400" dirty="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A</a:t>
            </a:r>
            <a:r>
              <a:rPr lang="en-US" altLang="zh-CN" sz="2400" dirty="0"/>
              <a:t>)</a:t>
            </a:r>
            <a:r>
              <a:rPr lang="en-US" altLang="zh-CN" sz="2400" b="1" i="1" dirty="0">
                <a:latin typeface="Times New Roman" panose="02020603050405020304" pitchFamily="18" charset="0"/>
                <a:cs typeface="Times New Roman" panose="02020603050405020304" pitchFamily="18" charset="0"/>
              </a:rPr>
              <a:t>X</a:t>
            </a:r>
            <a:r>
              <a:rPr lang="en-US" altLang="zh-CN" sz="2400" dirty="0"/>
              <a:t>=</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marL="0" indent="0">
              <a:lnSpc>
                <a:spcPct val="150000"/>
              </a:lnSpc>
              <a:buNone/>
            </a:pPr>
            <a:r>
              <a:rPr lang="zh-CN" altLang="en-US" sz="2400" dirty="0"/>
              <a:t>解</a:t>
            </a:r>
            <a:r>
              <a:rPr lang="zh-CN" altLang="zh-CN" sz="2400" dirty="0"/>
              <a:t>得</a:t>
            </a:r>
            <a:r>
              <a:rPr lang="zh-CN" altLang="en-US" sz="2400" dirty="0"/>
              <a:t>方程组</a:t>
            </a:r>
            <a:r>
              <a:rPr lang="zh-CN" altLang="zh-CN" sz="2400" dirty="0"/>
              <a:t>的</a:t>
            </a:r>
            <a:r>
              <a:rPr lang="zh-CN" altLang="en-US" sz="2400" dirty="0"/>
              <a:t>一个基础解系为</a:t>
            </a:r>
          </a:p>
        </p:txBody>
      </p:sp>
      <p:graphicFrame>
        <p:nvGraphicFramePr>
          <p:cNvPr id="4" name="对象 3"/>
          <p:cNvGraphicFramePr>
            <a:graphicFrameLocks noChangeAspect="1"/>
          </p:cNvGraphicFramePr>
          <p:nvPr/>
        </p:nvGraphicFramePr>
        <p:xfrm>
          <a:off x="5237664" y="5445224"/>
          <a:ext cx="3691532" cy="628650"/>
        </p:xfrm>
        <a:graphic>
          <a:graphicData uri="http://schemas.openxmlformats.org/presentationml/2006/ole">
            <mc:AlternateContent xmlns:mc="http://schemas.openxmlformats.org/markup-compatibility/2006">
              <mc:Choice xmlns:v="urn:schemas-microsoft-com:vml" Requires="v">
                <p:oleObj spid="_x0000_s4111" name="Equation" r:id="rId5" imgW="55168800" imgH="6705600" progId="Equation.DSMT4">
                  <p:embed/>
                </p:oleObj>
              </mc:Choice>
              <mc:Fallback>
                <p:oleObj name="Equation" r:id="rId5" imgW="55168800" imgH="6705600" progId="Equation.DSMT4">
                  <p:embed/>
                  <p:pic>
                    <p:nvPicPr>
                      <p:cNvPr id="0" name="图片 28871"/>
                      <p:cNvPicPr>
                        <a:picLocks noChangeAspect="1" noChangeArrowheads="1"/>
                      </p:cNvPicPr>
                      <p:nvPr/>
                    </p:nvPicPr>
                    <p:blipFill>
                      <a:blip r:embed="rId6"/>
                      <a:srcRect/>
                      <a:stretch>
                        <a:fillRect/>
                      </a:stretch>
                    </p:blipFill>
                    <p:spPr bwMode="auto">
                      <a:xfrm>
                        <a:off x="5237664" y="5445224"/>
                        <a:ext cx="3691532" cy="628650"/>
                      </a:xfrm>
                      <a:prstGeom prst="rect">
                        <a:avLst/>
                      </a:prstGeom>
                      <a:noFill/>
                      <a:ln>
                        <a:noFill/>
                      </a:ln>
                    </p:spPr>
                  </p:pic>
                </p:oleObj>
              </mc:Fallback>
            </mc:AlternateContent>
          </a:graphicData>
        </a:graphic>
      </p:graphicFrame>
      <p:graphicFrame>
        <p:nvGraphicFramePr>
          <p:cNvPr id="14" name="对象 13"/>
          <p:cNvGraphicFramePr>
            <a:graphicFrameLocks noChangeAspect="1"/>
          </p:cNvGraphicFramePr>
          <p:nvPr/>
        </p:nvGraphicFramePr>
        <p:xfrm>
          <a:off x="2555776" y="231949"/>
          <a:ext cx="2232248" cy="1454150"/>
        </p:xfrm>
        <a:graphic>
          <a:graphicData uri="http://schemas.openxmlformats.org/presentationml/2006/ole">
            <mc:AlternateContent xmlns:mc="http://schemas.openxmlformats.org/markup-compatibility/2006">
              <mc:Choice xmlns:v="urn:schemas-microsoft-com:vml" Requires="v">
                <p:oleObj spid="_x0000_s4112" name="Equation" r:id="rId7" imgW="29565600" imgH="17068800" progId="Equation.DSMT4">
                  <p:embed/>
                </p:oleObj>
              </mc:Choice>
              <mc:Fallback>
                <p:oleObj name="Equation" r:id="rId7" imgW="29565600" imgH="17068800" progId="Equation.DSMT4">
                  <p:embed/>
                  <p:pic>
                    <p:nvPicPr>
                      <p:cNvPr id="0" name="图片 28872"/>
                      <p:cNvPicPr>
                        <a:picLocks noChangeAspect="1" noChangeArrowheads="1"/>
                      </p:cNvPicPr>
                      <p:nvPr/>
                    </p:nvPicPr>
                    <p:blipFill>
                      <a:blip r:embed="rId8"/>
                      <a:srcRect/>
                      <a:stretch>
                        <a:fillRect/>
                      </a:stretch>
                    </p:blipFill>
                    <p:spPr bwMode="auto">
                      <a:xfrm>
                        <a:off x="2555776" y="231949"/>
                        <a:ext cx="2232248" cy="1454150"/>
                      </a:xfrm>
                      <a:prstGeom prst="rect">
                        <a:avLst/>
                      </a:prstGeom>
                      <a:noFill/>
                      <a:ln>
                        <a:noFill/>
                      </a:ln>
                    </p:spPr>
                  </p:pic>
                </p:oleObj>
              </mc:Fallback>
            </mc:AlternateContent>
          </a:graphicData>
        </a:graphic>
      </p:graphicFrame>
      <p:sp>
        <p:nvSpPr>
          <p:cNvPr id="10" name="直角三角形 9"/>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直角三角形 10"/>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left)">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left)">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P spid="28" grpId="0"/>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395536" y="404664"/>
            <a:ext cx="8352928" cy="309634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2400" dirty="0">
                <a:latin typeface="Times New Roman" panose="02020603050405020304" pitchFamily="18" charset="0"/>
                <a:cs typeface="Times New Roman" panose="02020603050405020304" pitchFamily="18" charset="0"/>
              </a:rPr>
              <a:t>将</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3</a:t>
            </a:r>
            <a:r>
              <a:rPr lang="en-US" altLang="zh-CN" sz="2400" dirty="0">
                <a:latin typeface="Times New Roman" panose="02020603050405020304" pitchFamily="18" charset="0"/>
                <a:cs typeface="Times New Roman" panose="02020603050405020304" pitchFamily="18" charset="0"/>
              </a:rPr>
              <a:t>=-7</a:t>
            </a:r>
            <a:r>
              <a:rPr lang="zh-CN" altLang="en-US" sz="2400" dirty="0">
                <a:latin typeface="Times New Roman" panose="02020603050405020304" pitchFamily="18" charset="0"/>
                <a:cs typeface="Times New Roman" panose="02020603050405020304" pitchFamily="18" charset="0"/>
              </a:rPr>
              <a:t>代入方程组</a:t>
            </a:r>
            <a:r>
              <a:rPr lang="en-US" altLang="zh-CN" sz="2400" dirty="0"/>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3</a:t>
            </a:r>
            <a:r>
              <a:rPr lang="en-US" altLang="zh-CN" sz="2400" b="1" i="1" dirty="0">
                <a:latin typeface="Times New Roman" panose="02020603050405020304" pitchFamily="18" charset="0"/>
                <a:cs typeface="Times New Roman" panose="02020603050405020304" pitchFamily="18" charset="0"/>
              </a:rPr>
              <a:t>I</a:t>
            </a:r>
            <a:r>
              <a:rPr lang="en-US" altLang="zh-CN" sz="2400" dirty="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A</a:t>
            </a:r>
            <a:r>
              <a:rPr lang="en-US" altLang="zh-CN" sz="2400" dirty="0"/>
              <a:t>)</a:t>
            </a:r>
            <a:r>
              <a:rPr lang="en-US" altLang="zh-CN" sz="2400" b="1" i="1" dirty="0">
                <a:latin typeface="Times New Roman" panose="02020603050405020304" pitchFamily="18" charset="0"/>
                <a:cs typeface="Times New Roman" panose="02020603050405020304" pitchFamily="18" charset="0"/>
              </a:rPr>
              <a:t>X</a:t>
            </a:r>
            <a:r>
              <a:rPr lang="en-US" altLang="zh-CN" sz="2400" dirty="0"/>
              <a:t>=</a:t>
            </a:r>
            <a:r>
              <a:rPr lang="en-US" altLang="zh-CN" sz="2400" b="1" dirty="0">
                <a:latin typeface="Times New Roman" panose="02020603050405020304" pitchFamily="18" charset="0"/>
                <a:cs typeface="Times New Roman" panose="02020603050405020304" pitchFamily="18" charset="0"/>
              </a:rPr>
              <a:t>0</a:t>
            </a:r>
            <a:r>
              <a:rPr lang="zh-CN" altLang="en-US" sz="2400" dirty="0"/>
              <a:t>，解得该方程组的一个基础解系为                     </a:t>
            </a:r>
            <a:r>
              <a:rPr lang="en-US" altLang="zh-CN" sz="2400" dirty="0"/>
              <a:t>.</a:t>
            </a:r>
          </a:p>
          <a:p>
            <a:pPr marL="0" indent="0">
              <a:lnSpc>
                <a:spcPct val="150000"/>
              </a:lnSpc>
              <a:buNone/>
            </a:pPr>
            <a:r>
              <a:rPr lang="zh-CN" altLang="en-US" sz="2400" dirty="0"/>
              <a:t>因为由</a:t>
            </a:r>
            <a:r>
              <a:rPr lang="en-US" altLang="zh-CN" sz="2400" b="1"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1</a:t>
            </a:r>
            <a:r>
              <a:rPr lang="zh-CN" altLang="en-US" sz="2400" dirty="0"/>
              <a:t>，</a:t>
            </a:r>
            <a:r>
              <a:rPr lang="en-US" altLang="zh-CN" sz="2400" b="1"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2</a:t>
            </a:r>
            <a:r>
              <a:rPr lang="zh-CN" altLang="en-US" sz="2400" dirty="0"/>
              <a:t>，</a:t>
            </a:r>
            <a:r>
              <a:rPr lang="en-US" altLang="zh-CN" sz="2400" b="1"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3</a:t>
            </a:r>
            <a:r>
              <a:rPr lang="zh-CN" altLang="en-US" sz="2400" dirty="0"/>
              <a:t>作为列向量的方阵的行列式</a:t>
            </a:r>
            <a:endParaRPr lang="en-US" altLang="zh-CN" sz="2400" dirty="0"/>
          </a:p>
          <a:p>
            <a:pPr marL="0" indent="0">
              <a:lnSpc>
                <a:spcPct val="150000"/>
              </a:lnSpc>
              <a:buNone/>
            </a:pPr>
            <a:endParaRPr lang="en-US" altLang="zh-CN" sz="2400" dirty="0"/>
          </a:p>
          <a:p>
            <a:pPr marL="0" indent="0">
              <a:lnSpc>
                <a:spcPct val="150000"/>
              </a:lnSpc>
              <a:buNone/>
            </a:pPr>
            <a:r>
              <a:rPr lang="zh-CN" altLang="en-US" sz="2400" dirty="0"/>
              <a:t>所以</a:t>
            </a:r>
            <a:r>
              <a:rPr lang="en-US" altLang="zh-CN" sz="2400" b="1"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1</a:t>
            </a:r>
            <a:r>
              <a:rPr lang="zh-CN" altLang="en-US" sz="2400" dirty="0"/>
              <a:t>，</a:t>
            </a:r>
            <a:r>
              <a:rPr lang="en-US" altLang="zh-CN" sz="2400" b="1"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2</a:t>
            </a:r>
            <a:r>
              <a:rPr lang="zh-CN" altLang="en-US" sz="2400" dirty="0"/>
              <a:t>，</a:t>
            </a:r>
            <a:r>
              <a:rPr lang="en-US" altLang="zh-CN" sz="2400" b="1"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3</a:t>
            </a:r>
            <a:r>
              <a:rPr lang="zh-CN" altLang="en-US" sz="2400" dirty="0"/>
              <a:t> 线性无关，即</a:t>
            </a:r>
            <a:r>
              <a:rPr lang="en-US" altLang="zh-CN" sz="2400" b="1" i="1" dirty="0">
                <a:latin typeface="Times New Roman" panose="02020603050405020304" pitchFamily="18" charset="0"/>
                <a:cs typeface="Times New Roman" panose="02020603050405020304" pitchFamily="18" charset="0"/>
              </a:rPr>
              <a:t>A</a:t>
            </a:r>
            <a:r>
              <a:rPr lang="zh-CN" altLang="en-US" sz="2400" dirty="0"/>
              <a:t>可对角化</a:t>
            </a:r>
            <a:r>
              <a:rPr lang="en-US" altLang="zh-CN" sz="2400" dirty="0"/>
              <a:t>.</a:t>
            </a:r>
            <a:endParaRPr lang="zh-CN" altLang="en-US" sz="2400" dirty="0"/>
          </a:p>
        </p:txBody>
      </p:sp>
      <p:graphicFrame>
        <p:nvGraphicFramePr>
          <p:cNvPr id="5" name="对象 4"/>
          <p:cNvGraphicFramePr>
            <a:graphicFrameLocks noChangeAspect="1"/>
          </p:cNvGraphicFramePr>
          <p:nvPr/>
        </p:nvGraphicFramePr>
        <p:xfrm>
          <a:off x="1143000" y="981075"/>
          <a:ext cx="2276872" cy="628650"/>
        </p:xfrm>
        <a:graphic>
          <a:graphicData uri="http://schemas.openxmlformats.org/presentationml/2006/ole">
            <mc:AlternateContent xmlns:mc="http://schemas.openxmlformats.org/markup-compatibility/2006">
              <mc:Choice xmlns:v="urn:schemas-microsoft-com:vml" Requires="v">
                <p:oleObj spid="_x0000_s5138" name="Equation" r:id="rId3" imgW="28041600" imgH="6705600" progId="Equation.DSMT4">
                  <p:embed/>
                </p:oleObj>
              </mc:Choice>
              <mc:Fallback>
                <p:oleObj name="Equation" r:id="rId3" imgW="28041600" imgH="6705600" progId="Equation.DSMT4">
                  <p:embed/>
                  <p:pic>
                    <p:nvPicPr>
                      <p:cNvPr id="0" name="对象 3"/>
                      <p:cNvPicPr>
                        <a:picLocks noChangeAspect="1" noChangeArrowheads="1"/>
                      </p:cNvPicPr>
                      <p:nvPr/>
                    </p:nvPicPr>
                    <p:blipFill>
                      <a:blip r:embed="rId4"/>
                      <a:srcRect/>
                      <a:stretch>
                        <a:fillRect/>
                      </a:stretch>
                    </p:blipFill>
                    <p:spPr bwMode="auto">
                      <a:xfrm>
                        <a:off x="1143000" y="981075"/>
                        <a:ext cx="2276872" cy="628650"/>
                      </a:xfrm>
                      <a:prstGeom prst="rect">
                        <a:avLst/>
                      </a:prstGeom>
                      <a:noFill/>
                      <a:ln>
                        <a:noFill/>
                      </a:ln>
                    </p:spPr>
                  </p:pic>
                </p:oleObj>
              </mc:Fallback>
            </mc:AlternateContent>
          </a:graphicData>
        </a:graphic>
      </p:graphicFrame>
      <p:graphicFrame>
        <p:nvGraphicFramePr>
          <p:cNvPr id="6" name="对象 5"/>
          <p:cNvGraphicFramePr>
            <a:graphicFrameLocks noChangeAspect="1"/>
          </p:cNvGraphicFramePr>
          <p:nvPr/>
        </p:nvGraphicFramePr>
        <p:xfrm>
          <a:off x="6628274" y="1124744"/>
          <a:ext cx="2088232" cy="1771834"/>
        </p:xfrm>
        <a:graphic>
          <a:graphicData uri="http://schemas.openxmlformats.org/presentationml/2006/ole">
            <mc:AlternateContent xmlns:mc="http://schemas.openxmlformats.org/markup-compatibility/2006">
              <mc:Choice xmlns:v="urn:schemas-microsoft-com:vml" Requires="v">
                <p:oleObj spid="_x0000_s5139" name="Equation" r:id="rId5" imgW="20116800" imgH="17068800" progId="Equation.DSMT4">
                  <p:embed/>
                </p:oleObj>
              </mc:Choice>
              <mc:Fallback>
                <p:oleObj name="Equation" r:id="rId5" imgW="20116800" imgH="17068800" progId="Equation.DSMT4">
                  <p:embed/>
                  <p:pic>
                    <p:nvPicPr>
                      <p:cNvPr id="0" name="图片 30961"/>
                      <p:cNvPicPr/>
                      <p:nvPr/>
                    </p:nvPicPr>
                    <p:blipFill>
                      <a:blip r:embed="rId6"/>
                      <a:stretch>
                        <a:fillRect/>
                      </a:stretch>
                    </p:blipFill>
                    <p:spPr>
                      <a:xfrm>
                        <a:off x="6628274" y="1124744"/>
                        <a:ext cx="2088232" cy="1771834"/>
                      </a:xfrm>
                      <a:prstGeom prst="rect">
                        <a:avLst/>
                      </a:prstGeom>
                    </p:spPr>
                  </p:pic>
                </p:oleObj>
              </mc:Fallback>
            </mc:AlternateContent>
          </a:graphicData>
        </a:graphic>
      </p:graphicFrame>
      <p:sp>
        <p:nvSpPr>
          <p:cNvPr id="7" name="内容占位符 2"/>
          <p:cNvSpPr txBox="1"/>
          <p:nvPr/>
        </p:nvSpPr>
        <p:spPr>
          <a:xfrm>
            <a:off x="445762" y="3933056"/>
            <a:ext cx="8229600"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例</a:t>
            </a:r>
            <a:r>
              <a:rPr lang="en-US" altLang="zh-CN" sz="2400" b="1" dirty="0"/>
              <a:t>2</a:t>
            </a:r>
            <a:r>
              <a:rPr lang="en-US" altLang="zh-CN" sz="2400" dirty="0"/>
              <a:t>   </a:t>
            </a:r>
            <a:r>
              <a:rPr lang="zh-CN" altLang="en-US" sz="2400" dirty="0"/>
              <a:t>判断矩阵                     能否对角化</a:t>
            </a:r>
            <a:r>
              <a:rPr lang="en-US" altLang="zh-CN" sz="2400" dirty="0"/>
              <a:t>.</a:t>
            </a:r>
            <a:endParaRPr lang="zh-CN" altLang="en-US" sz="2400" dirty="0"/>
          </a:p>
        </p:txBody>
      </p:sp>
      <p:graphicFrame>
        <p:nvGraphicFramePr>
          <p:cNvPr id="8" name="对象 7"/>
          <p:cNvGraphicFramePr>
            <a:graphicFrameLocks noChangeAspect="1"/>
          </p:cNvGraphicFramePr>
          <p:nvPr/>
        </p:nvGraphicFramePr>
        <p:xfrm>
          <a:off x="2646363" y="3471863"/>
          <a:ext cx="2047875" cy="1454150"/>
        </p:xfrm>
        <a:graphic>
          <a:graphicData uri="http://schemas.openxmlformats.org/presentationml/2006/ole">
            <mc:AlternateContent xmlns:mc="http://schemas.openxmlformats.org/markup-compatibility/2006">
              <mc:Choice xmlns:v="urn:schemas-microsoft-com:vml" Requires="v">
                <p:oleObj spid="_x0000_s5140" name="Equation" r:id="rId7" imgW="27127200" imgH="17068800" progId="Equation.DSMT4">
                  <p:embed/>
                </p:oleObj>
              </mc:Choice>
              <mc:Fallback>
                <p:oleObj name="Equation" r:id="rId7" imgW="27127200" imgH="17068800" progId="Equation.DSMT4">
                  <p:embed/>
                  <p:pic>
                    <p:nvPicPr>
                      <p:cNvPr id="0" name="图片 30962"/>
                      <p:cNvPicPr>
                        <a:picLocks noChangeAspect="1" noChangeArrowheads="1"/>
                      </p:cNvPicPr>
                      <p:nvPr/>
                    </p:nvPicPr>
                    <p:blipFill>
                      <a:blip r:embed="rId8"/>
                      <a:srcRect/>
                      <a:stretch>
                        <a:fillRect/>
                      </a:stretch>
                    </p:blipFill>
                    <p:spPr bwMode="auto">
                      <a:xfrm>
                        <a:off x="2646363" y="3471863"/>
                        <a:ext cx="2047875" cy="1454150"/>
                      </a:xfrm>
                      <a:prstGeom prst="rect">
                        <a:avLst/>
                      </a:prstGeom>
                      <a:noFill/>
                      <a:ln>
                        <a:noFill/>
                      </a:ln>
                    </p:spPr>
                  </p:pic>
                </p:oleObj>
              </mc:Fallback>
            </mc:AlternateContent>
          </a:graphicData>
        </a:graphic>
      </p:graphicFrame>
      <p:sp>
        <p:nvSpPr>
          <p:cNvPr id="9" name="内容占位符 2"/>
          <p:cNvSpPr txBox="1"/>
          <p:nvPr/>
        </p:nvSpPr>
        <p:spPr>
          <a:xfrm>
            <a:off x="437646" y="4869160"/>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解</a:t>
            </a:r>
          </a:p>
        </p:txBody>
      </p:sp>
      <p:sp>
        <p:nvSpPr>
          <p:cNvPr id="10" name="内容占位符 2"/>
          <p:cNvSpPr txBox="1"/>
          <p:nvPr/>
        </p:nvSpPr>
        <p:spPr>
          <a:xfrm>
            <a:off x="1187624" y="4869160"/>
            <a:ext cx="3744416"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400" dirty="0"/>
              <a:t>矩阵</a:t>
            </a:r>
            <a:r>
              <a:rPr lang="en-US" altLang="zh-CN" sz="2400" b="1" i="1" dirty="0">
                <a:latin typeface="Times New Roman" panose="02020603050405020304" pitchFamily="18" charset="0"/>
                <a:cs typeface="Times New Roman" panose="02020603050405020304" pitchFamily="18" charset="0"/>
              </a:rPr>
              <a:t>A</a:t>
            </a:r>
            <a:r>
              <a:rPr lang="zh-CN" altLang="zh-CN" sz="2400" dirty="0"/>
              <a:t>的特征</a:t>
            </a:r>
            <a:r>
              <a:rPr lang="zh-CN" altLang="en-US" sz="2400" dirty="0"/>
              <a:t>方程为：</a:t>
            </a:r>
          </a:p>
        </p:txBody>
      </p:sp>
      <p:graphicFrame>
        <p:nvGraphicFramePr>
          <p:cNvPr id="11" name="对象 10"/>
          <p:cNvGraphicFramePr>
            <a:graphicFrameLocks noChangeAspect="1"/>
          </p:cNvGraphicFramePr>
          <p:nvPr/>
        </p:nvGraphicFramePr>
        <p:xfrm>
          <a:off x="1412875" y="5300663"/>
          <a:ext cx="5672138" cy="1455737"/>
        </p:xfrm>
        <a:graphic>
          <a:graphicData uri="http://schemas.openxmlformats.org/presentationml/2006/ole">
            <mc:AlternateContent xmlns:mc="http://schemas.openxmlformats.org/markup-compatibility/2006">
              <mc:Choice xmlns:v="urn:schemas-microsoft-com:vml" Requires="v">
                <p:oleObj spid="_x0000_s5141" name="Equation" r:id="rId9" imgW="66446400" imgH="17068800" progId="Equation.DSMT4">
                  <p:embed/>
                </p:oleObj>
              </mc:Choice>
              <mc:Fallback>
                <p:oleObj name="Equation" r:id="rId9" imgW="66446400" imgH="17068800" progId="Equation.DSMT4">
                  <p:embed/>
                  <p:pic>
                    <p:nvPicPr>
                      <p:cNvPr id="0" name="对象 2"/>
                      <p:cNvPicPr>
                        <a:picLocks noChangeAspect="1" noChangeArrowheads="1"/>
                      </p:cNvPicPr>
                      <p:nvPr/>
                    </p:nvPicPr>
                    <p:blipFill>
                      <a:blip r:embed="rId10"/>
                      <a:srcRect/>
                      <a:stretch>
                        <a:fillRect/>
                      </a:stretch>
                    </p:blipFill>
                    <p:spPr bwMode="auto">
                      <a:xfrm>
                        <a:off x="1412875" y="5300663"/>
                        <a:ext cx="5672138"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直角三角形 11"/>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直角三角形 12"/>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left)">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wipe(left)">
                                      <p:cBhvr>
                                        <p:cTn id="27" dur="500"/>
                                        <p:tgtEl>
                                          <p:spTgt spid="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par>
                                <p:cTn id="33" presetID="22" presetClass="entr" presetSubtype="8" fill="hold"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left)">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left)">
                                      <p:cBhvr>
                                        <p:cTn id="5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内容占位符 2"/>
          <p:cNvSpPr txBox="1"/>
          <p:nvPr/>
        </p:nvSpPr>
        <p:spPr>
          <a:xfrm>
            <a:off x="871298" y="908720"/>
            <a:ext cx="6791268" cy="67835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400" dirty="0"/>
              <a:t>解得</a:t>
            </a:r>
            <a:r>
              <a:rPr lang="en-US" altLang="zh-CN" sz="2400" b="1" i="1" dirty="0">
                <a:latin typeface="Times New Roman" panose="02020603050405020304" pitchFamily="18" charset="0"/>
                <a:cs typeface="Times New Roman" panose="02020603050405020304" pitchFamily="18" charset="0"/>
              </a:rPr>
              <a:t>A</a:t>
            </a:r>
            <a:r>
              <a:rPr lang="zh-CN" altLang="zh-CN" sz="2400" dirty="0"/>
              <a:t>的</a:t>
            </a:r>
            <a:r>
              <a:rPr lang="zh-CN" altLang="en-US" sz="2400" dirty="0"/>
              <a:t>所有</a:t>
            </a:r>
            <a:r>
              <a:rPr lang="zh-CN" altLang="zh-CN" sz="2400" dirty="0"/>
              <a:t>特征值</a:t>
            </a:r>
            <a:r>
              <a:rPr lang="zh-CN" altLang="en-US" sz="2400" dirty="0"/>
              <a:t>为：</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1</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3</a:t>
            </a:r>
            <a:r>
              <a:rPr lang="en-US" altLang="zh-CN" sz="2400" dirty="0">
                <a:latin typeface="Times New Roman" panose="02020603050405020304" pitchFamily="18" charset="0"/>
                <a:cs typeface="Times New Roman" panose="02020603050405020304" pitchFamily="18" charset="0"/>
              </a:rPr>
              <a:t>=1</a:t>
            </a:r>
            <a:endParaRPr lang="zh-CN" altLang="en-US" sz="2400" dirty="0"/>
          </a:p>
        </p:txBody>
      </p:sp>
      <p:sp>
        <p:nvSpPr>
          <p:cNvPr id="29" name="内容占位符 2"/>
          <p:cNvSpPr txBox="1"/>
          <p:nvPr/>
        </p:nvSpPr>
        <p:spPr>
          <a:xfrm>
            <a:off x="855751" y="1556792"/>
            <a:ext cx="7848872" cy="10801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2400" dirty="0">
                <a:latin typeface="Times New Roman" panose="02020603050405020304" pitchFamily="18" charset="0"/>
                <a:cs typeface="Times New Roman" panose="02020603050405020304" pitchFamily="18" charset="0"/>
              </a:rPr>
              <a:t>将</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1</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3</a:t>
            </a: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代入方程组</a:t>
            </a:r>
            <a:r>
              <a:rPr lang="zh-CN" altLang="en-US" sz="2400" dirty="0"/>
              <a:t>解方程组</a:t>
            </a:r>
            <a:r>
              <a:rPr lang="en-US" altLang="zh-CN" sz="2400" dirty="0"/>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1</a:t>
            </a:r>
            <a:r>
              <a:rPr lang="en-US" altLang="zh-CN" sz="2400" b="1" i="1" dirty="0">
                <a:latin typeface="Times New Roman" panose="02020603050405020304" pitchFamily="18" charset="0"/>
                <a:cs typeface="Times New Roman" panose="02020603050405020304" pitchFamily="18" charset="0"/>
              </a:rPr>
              <a:t>I</a:t>
            </a:r>
            <a:r>
              <a:rPr lang="en-US" altLang="zh-CN" sz="2400" dirty="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A</a:t>
            </a:r>
            <a:r>
              <a:rPr lang="en-US" altLang="zh-CN" sz="2400" dirty="0"/>
              <a:t>)</a:t>
            </a:r>
            <a:r>
              <a:rPr lang="en-US" altLang="zh-CN" sz="2400" b="1" i="1" dirty="0">
                <a:latin typeface="Times New Roman" panose="02020603050405020304" pitchFamily="18" charset="0"/>
                <a:cs typeface="Times New Roman" panose="02020603050405020304" pitchFamily="18" charset="0"/>
              </a:rPr>
              <a:t>X</a:t>
            </a:r>
            <a:r>
              <a:rPr lang="en-US" altLang="zh-CN" sz="2400" dirty="0"/>
              <a:t>=</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marL="0" indent="0">
              <a:lnSpc>
                <a:spcPct val="150000"/>
              </a:lnSpc>
              <a:buNone/>
            </a:pPr>
            <a:r>
              <a:rPr lang="zh-CN" altLang="en-US" sz="2400" dirty="0"/>
              <a:t>解</a:t>
            </a:r>
            <a:r>
              <a:rPr lang="zh-CN" altLang="zh-CN" sz="2400" dirty="0"/>
              <a:t>得</a:t>
            </a:r>
            <a:r>
              <a:rPr lang="zh-CN" altLang="en-US" sz="2400" dirty="0"/>
              <a:t>方程组</a:t>
            </a:r>
            <a:r>
              <a:rPr lang="zh-CN" altLang="zh-CN" sz="2400" dirty="0"/>
              <a:t>的</a:t>
            </a:r>
            <a:r>
              <a:rPr lang="zh-CN" altLang="en-US" sz="2400" dirty="0"/>
              <a:t>一个基础解系为                 </a:t>
            </a:r>
            <a:r>
              <a:rPr lang="en-US" altLang="zh-CN" sz="2400" dirty="0"/>
              <a:t>.</a:t>
            </a:r>
            <a:endParaRPr lang="zh-CN" altLang="en-US" sz="2400" dirty="0"/>
          </a:p>
        </p:txBody>
      </p:sp>
      <p:graphicFrame>
        <p:nvGraphicFramePr>
          <p:cNvPr id="4" name="对象 3"/>
          <p:cNvGraphicFramePr>
            <a:graphicFrameLocks noChangeAspect="1"/>
          </p:cNvGraphicFramePr>
          <p:nvPr/>
        </p:nvGraphicFramePr>
        <p:xfrm>
          <a:off x="4932040" y="2204864"/>
          <a:ext cx="1814513" cy="628650"/>
        </p:xfrm>
        <a:graphic>
          <a:graphicData uri="http://schemas.openxmlformats.org/presentationml/2006/ole">
            <mc:AlternateContent xmlns:mc="http://schemas.openxmlformats.org/markup-compatibility/2006">
              <mc:Choice xmlns:v="urn:schemas-microsoft-com:vml" Requires="v">
                <p:oleObj spid="_x0000_s6150" name="Equation" r:id="rId3" imgW="27127200" imgH="6705600" progId="Equation.DSMT4">
                  <p:embed/>
                </p:oleObj>
              </mc:Choice>
              <mc:Fallback>
                <p:oleObj name="Equation" r:id="rId3" imgW="27127200" imgH="6705600" progId="Equation.DSMT4">
                  <p:embed/>
                  <p:pic>
                    <p:nvPicPr>
                      <p:cNvPr id="0" name="图片 31801"/>
                      <p:cNvPicPr>
                        <a:picLocks noChangeAspect="1" noChangeArrowheads="1"/>
                      </p:cNvPicPr>
                      <p:nvPr/>
                    </p:nvPicPr>
                    <p:blipFill>
                      <a:blip r:embed="rId4"/>
                      <a:srcRect/>
                      <a:stretch>
                        <a:fillRect/>
                      </a:stretch>
                    </p:blipFill>
                    <p:spPr bwMode="auto">
                      <a:xfrm>
                        <a:off x="4932040" y="2204864"/>
                        <a:ext cx="1814513" cy="628650"/>
                      </a:xfrm>
                      <a:prstGeom prst="rect">
                        <a:avLst/>
                      </a:prstGeom>
                      <a:noFill/>
                      <a:ln>
                        <a:noFill/>
                      </a:ln>
                    </p:spPr>
                  </p:pic>
                </p:oleObj>
              </mc:Fallback>
            </mc:AlternateContent>
          </a:graphicData>
        </a:graphic>
      </p:graphicFrame>
      <p:sp>
        <p:nvSpPr>
          <p:cNvPr id="10" name="内容占位符 2"/>
          <p:cNvSpPr txBox="1"/>
          <p:nvPr/>
        </p:nvSpPr>
        <p:spPr>
          <a:xfrm>
            <a:off x="899592" y="2780928"/>
            <a:ext cx="7848872" cy="252028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2400" dirty="0">
                <a:latin typeface="Times New Roman" panose="02020603050405020304" pitchFamily="18" charset="0"/>
                <a:cs typeface="Times New Roman" panose="02020603050405020304" pitchFamily="18" charset="0"/>
              </a:rPr>
              <a:t>由于方阵</a:t>
            </a:r>
            <a:r>
              <a:rPr lang="en-US" altLang="zh-CN" sz="2400" b="1" i="1" dirty="0">
                <a:latin typeface="Times New Roman" panose="02020603050405020304" pitchFamily="18" charset="0"/>
                <a:cs typeface="Times New Roman" panose="02020603050405020304" pitchFamily="18" charset="0"/>
              </a:rPr>
              <a:t>A </a:t>
            </a:r>
            <a:r>
              <a:rPr lang="zh-CN" altLang="en-US" sz="2400" dirty="0"/>
              <a:t>的特征值</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所对应的线性无关顶特征向量的个数是</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，而特征值</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的重数是</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，两者不相等，所以</a:t>
            </a:r>
            <a:r>
              <a:rPr lang="en-US" altLang="zh-CN" sz="2400" b="1" i="1"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不能对角化。</a:t>
            </a:r>
            <a:endParaRPr lang="en-US" altLang="zh-CN" sz="2400" dirty="0">
              <a:latin typeface="Times New Roman" panose="02020603050405020304" pitchFamily="18" charset="0"/>
              <a:cs typeface="Times New Roman" panose="02020603050405020304" pitchFamily="18" charset="0"/>
            </a:endParaRPr>
          </a:p>
        </p:txBody>
      </p:sp>
      <p:sp>
        <p:nvSpPr>
          <p:cNvPr id="6" name="直角三角形 5"/>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直角三角形 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内容占位符 2"/>
          <p:cNvSpPr txBox="1"/>
          <p:nvPr/>
        </p:nvSpPr>
        <p:spPr>
          <a:xfrm>
            <a:off x="395536" y="476672"/>
            <a:ext cx="8640960" cy="108267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200000"/>
              </a:lnSpc>
              <a:buNone/>
            </a:pPr>
            <a:r>
              <a:rPr lang="zh-CN" altLang="en-US" sz="2400" b="1" dirty="0"/>
              <a:t>例</a:t>
            </a:r>
            <a:r>
              <a:rPr lang="en-US" altLang="zh-CN" sz="2400" b="1" dirty="0"/>
              <a:t>3</a:t>
            </a:r>
            <a:r>
              <a:rPr lang="en-US" altLang="zh-CN" sz="2400" dirty="0"/>
              <a:t>   </a:t>
            </a:r>
            <a:r>
              <a:rPr lang="zh-CN" altLang="en-US" sz="2400" dirty="0"/>
              <a:t>判断矩阵                    能否对角化？若能，将其对角化，并求</a:t>
            </a:r>
            <a:r>
              <a:rPr lang="en-US" altLang="zh-CN" sz="2400" b="1" i="1" dirty="0">
                <a:latin typeface="Times New Roman" panose="02020603050405020304" pitchFamily="18" charset="0"/>
                <a:cs typeface="Times New Roman" panose="02020603050405020304" pitchFamily="18" charset="0"/>
              </a:rPr>
              <a:t>A</a:t>
            </a:r>
            <a:r>
              <a:rPr lang="en-US" altLang="zh-CN" sz="2400" i="1" baseline="30000" dirty="0">
                <a:latin typeface="Times New Roman" panose="02020603050405020304" pitchFamily="18" charset="0"/>
                <a:cs typeface="Times New Roman" panose="02020603050405020304" pitchFamily="18" charset="0"/>
              </a:rPr>
              <a:t>n</a:t>
            </a:r>
            <a:r>
              <a:rPr lang="en-US" altLang="zh-CN" sz="2400" dirty="0"/>
              <a:t>.</a:t>
            </a:r>
            <a:endParaRPr lang="zh-CN" altLang="en-US" sz="2400" dirty="0"/>
          </a:p>
        </p:txBody>
      </p:sp>
      <p:sp>
        <p:nvSpPr>
          <p:cNvPr id="16" name="内容占位符 2"/>
          <p:cNvSpPr txBox="1"/>
          <p:nvPr/>
        </p:nvSpPr>
        <p:spPr>
          <a:xfrm>
            <a:off x="467544" y="1988840"/>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解</a:t>
            </a:r>
          </a:p>
        </p:txBody>
      </p:sp>
      <p:sp>
        <p:nvSpPr>
          <p:cNvPr id="23" name="内容占位符 2"/>
          <p:cNvSpPr txBox="1"/>
          <p:nvPr/>
        </p:nvSpPr>
        <p:spPr>
          <a:xfrm>
            <a:off x="1102436" y="1983821"/>
            <a:ext cx="3744416"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400" dirty="0"/>
              <a:t>矩阵</a:t>
            </a:r>
            <a:r>
              <a:rPr lang="en-US" altLang="zh-CN" sz="2400" b="1" i="1" dirty="0">
                <a:latin typeface="Times New Roman" panose="02020603050405020304" pitchFamily="18" charset="0"/>
                <a:cs typeface="Times New Roman" panose="02020603050405020304" pitchFamily="18" charset="0"/>
              </a:rPr>
              <a:t>A</a:t>
            </a:r>
            <a:r>
              <a:rPr lang="zh-CN" altLang="zh-CN" sz="2400" dirty="0"/>
              <a:t>的特征</a:t>
            </a:r>
            <a:r>
              <a:rPr lang="zh-CN" altLang="en-US" sz="2400" dirty="0"/>
              <a:t>方程为：</a:t>
            </a:r>
          </a:p>
        </p:txBody>
      </p:sp>
      <p:graphicFrame>
        <p:nvGraphicFramePr>
          <p:cNvPr id="3" name="对象 2"/>
          <p:cNvGraphicFramePr>
            <a:graphicFrameLocks noChangeAspect="1"/>
          </p:cNvGraphicFramePr>
          <p:nvPr/>
        </p:nvGraphicFramePr>
        <p:xfrm>
          <a:off x="938213" y="2492375"/>
          <a:ext cx="6478587" cy="1455738"/>
        </p:xfrm>
        <a:graphic>
          <a:graphicData uri="http://schemas.openxmlformats.org/presentationml/2006/ole">
            <mc:AlternateContent xmlns:mc="http://schemas.openxmlformats.org/markup-compatibility/2006">
              <mc:Choice xmlns:v="urn:schemas-microsoft-com:vml" Requires="v">
                <p:oleObj spid="_x0000_s7182" name="Equation" r:id="rId3" imgW="75895200" imgH="17068800" progId="Equation.DSMT4">
                  <p:embed/>
                </p:oleObj>
              </mc:Choice>
              <mc:Fallback>
                <p:oleObj name="Equation" r:id="rId3" imgW="75895200" imgH="17068800" progId="Equation.DSMT4">
                  <p:embed/>
                  <p:pic>
                    <p:nvPicPr>
                      <p:cNvPr id="0" name="图片 32931"/>
                      <p:cNvPicPr>
                        <a:picLocks noChangeAspect="1" noChangeArrowheads="1"/>
                      </p:cNvPicPr>
                      <p:nvPr/>
                    </p:nvPicPr>
                    <p:blipFill>
                      <a:blip r:embed="rId4"/>
                      <a:srcRect/>
                      <a:stretch>
                        <a:fillRect/>
                      </a:stretch>
                    </p:blipFill>
                    <p:spPr bwMode="auto">
                      <a:xfrm>
                        <a:off x="938213" y="2492375"/>
                        <a:ext cx="6478587" cy="145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内容占位符 2"/>
          <p:cNvSpPr txBox="1"/>
          <p:nvPr/>
        </p:nvSpPr>
        <p:spPr>
          <a:xfrm>
            <a:off x="1102436" y="4149080"/>
            <a:ext cx="6791268" cy="67835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400" dirty="0"/>
              <a:t>解得</a:t>
            </a:r>
            <a:r>
              <a:rPr lang="en-US" altLang="zh-CN" sz="2400" b="1" i="1" dirty="0">
                <a:latin typeface="Times New Roman" panose="02020603050405020304" pitchFamily="18" charset="0"/>
                <a:cs typeface="Times New Roman" panose="02020603050405020304" pitchFamily="18" charset="0"/>
              </a:rPr>
              <a:t>A</a:t>
            </a:r>
            <a:r>
              <a:rPr lang="zh-CN" altLang="zh-CN" sz="2400" dirty="0"/>
              <a:t>的</a:t>
            </a:r>
            <a:r>
              <a:rPr lang="zh-CN" altLang="en-US" sz="2400" dirty="0"/>
              <a:t>所有</a:t>
            </a:r>
            <a:r>
              <a:rPr lang="zh-CN" altLang="zh-CN" sz="2400" dirty="0"/>
              <a:t>特征值</a:t>
            </a:r>
            <a:r>
              <a:rPr lang="zh-CN" altLang="en-US" sz="2400" dirty="0"/>
              <a:t>为：</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1</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=1</a:t>
            </a:r>
            <a:r>
              <a:rPr lang="zh-CN" altLang="en-US" sz="2400" dirty="0"/>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3</a:t>
            </a:r>
            <a:r>
              <a:rPr lang="en-US" altLang="zh-CN" sz="2400" dirty="0">
                <a:latin typeface="Times New Roman" panose="02020603050405020304" pitchFamily="18" charset="0"/>
                <a:cs typeface="Times New Roman" panose="02020603050405020304" pitchFamily="18" charset="0"/>
              </a:rPr>
              <a:t>=-2</a:t>
            </a:r>
            <a:r>
              <a:rPr lang="en-US" altLang="zh-CN" sz="2400" baseline="-25000" dirty="0"/>
              <a:t> </a:t>
            </a:r>
            <a:endParaRPr lang="zh-CN" altLang="en-US" sz="2400" dirty="0"/>
          </a:p>
        </p:txBody>
      </p:sp>
      <p:sp>
        <p:nvSpPr>
          <p:cNvPr id="29" name="内容占位符 2"/>
          <p:cNvSpPr txBox="1"/>
          <p:nvPr/>
        </p:nvSpPr>
        <p:spPr>
          <a:xfrm>
            <a:off x="1115616" y="4797152"/>
            <a:ext cx="7848872" cy="10801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2400" dirty="0"/>
              <a:t>将</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1</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代入方程组</a:t>
            </a:r>
            <a:r>
              <a:rPr lang="zh-CN" altLang="en-US" sz="2400" dirty="0"/>
              <a:t>解方程组</a:t>
            </a:r>
            <a:r>
              <a:rPr lang="en-US" altLang="zh-CN" sz="2400" dirty="0"/>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t>1</a:t>
            </a:r>
            <a:r>
              <a:rPr lang="en-US" altLang="zh-CN" sz="2400" b="1" i="1" dirty="0">
                <a:latin typeface="Times New Roman" panose="02020603050405020304" pitchFamily="18" charset="0"/>
                <a:cs typeface="Times New Roman" panose="02020603050405020304" pitchFamily="18" charset="0"/>
              </a:rPr>
              <a:t>I</a:t>
            </a:r>
            <a:r>
              <a:rPr lang="en-US" altLang="zh-CN" sz="2400" dirty="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A</a:t>
            </a:r>
            <a:r>
              <a:rPr lang="en-US" altLang="zh-CN" sz="2400" dirty="0"/>
              <a:t>)</a:t>
            </a:r>
            <a:r>
              <a:rPr lang="en-US" altLang="zh-CN" sz="2400" b="1" i="1" dirty="0">
                <a:latin typeface="Times New Roman" panose="02020603050405020304" pitchFamily="18" charset="0"/>
                <a:cs typeface="Times New Roman" panose="02020603050405020304" pitchFamily="18" charset="0"/>
              </a:rPr>
              <a:t>X</a:t>
            </a:r>
            <a:r>
              <a:rPr lang="en-US" altLang="zh-CN" sz="2400" dirty="0"/>
              <a:t>=</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marL="0" indent="0">
              <a:lnSpc>
                <a:spcPct val="150000"/>
              </a:lnSpc>
              <a:buNone/>
            </a:pPr>
            <a:r>
              <a:rPr lang="zh-CN" altLang="en-US" sz="2400" dirty="0"/>
              <a:t>解</a:t>
            </a:r>
            <a:r>
              <a:rPr lang="zh-CN" altLang="zh-CN" sz="2400" dirty="0"/>
              <a:t>得</a:t>
            </a:r>
            <a:r>
              <a:rPr lang="zh-CN" altLang="en-US" sz="2400" dirty="0"/>
              <a:t>方程组</a:t>
            </a:r>
            <a:r>
              <a:rPr lang="zh-CN" altLang="zh-CN" sz="2400" dirty="0"/>
              <a:t>的</a:t>
            </a:r>
            <a:r>
              <a:rPr lang="zh-CN" altLang="en-US" sz="2400" dirty="0"/>
              <a:t>一个基础解系为</a:t>
            </a:r>
          </a:p>
        </p:txBody>
      </p:sp>
      <p:graphicFrame>
        <p:nvGraphicFramePr>
          <p:cNvPr id="4" name="对象 3"/>
          <p:cNvGraphicFramePr>
            <a:graphicFrameLocks noChangeAspect="1"/>
          </p:cNvGraphicFramePr>
          <p:nvPr/>
        </p:nvGraphicFramePr>
        <p:xfrm>
          <a:off x="5145088" y="5445125"/>
          <a:ext cx="3876675" cy="628650"/>
        </p:xfrm>
        <a:graphic>
          <a:graphicData uri="http://schemas.openxmlformats.org/presentationml/2006/ole">
            <mc:AlternateContent xmlns:mc="http://schemas.openxmlformats.org/markup-compatibility/2006">
              <mc:Choice xmlns:v="urn:schemas-microsoft-com:vml" Requires="v">
                <p:oleObj spid="_x0000_s7183" name="Equation" r:id="rId5" imgW="57912000" imgH="6705600" progId="Equation.DSMT4">
                  <p:embed/>
                </p:oleObj>
              </mc:Choice>
              <mc:Fallback>
                <p:oleObj name="Equation" r:id="rId5" imgW="57912000" imgH="6705600" progId="Equation.DSMT4">
                  <p:embed/>
                  <p:pic>
                    <p:nvPicPr>
                      <p:cNvPr id="0" name="图片 32932"/>
                      <p:cNvPicPr>
                        <a:picLocks noChangeAspect="1" noChangeArrowheads="1"/>
                      </p:cNvPicPr>
                      <p:nvPr/>
                    </p:nvPicPr>
                    <p:blipFill>
                      <a:blip r:embed="rId6"/>
                      <a:srcRect/>
                      <a:stretch>
                        <a:fillRect/>
                      </a:stretch>
                    </p:blipFill>
                    <p:spPr bwMode="auto">
                      <a:xfrm>
                        <a:off x="5145088" y="5445125"/>
                        <a:ext cx="3876675" cy="628650"/>
                      </a:xfrm>
                      <a:prstGeom prst="rect">
                        <a:avLst/>
                      </a:prstGeom>
                      <a:noFill/>
                      <a:ln>
                        <a:noFill/>
                      </a:ln>
                    </p:spPr>
                  </p:pic>
                </p:oleObj>
              </mc:Fallback>
            </mc:AlternateContent>
          </a:graphicData>
        </a:graphic>
      </p:graphicFrame>
      <p:graphicFrame>
        <p:nvGraphicFramePr>
          <p:cNvPr id="14" name="对象 13"/>
          <p:cNvGraphicFramePr>
            <a:graphicFrameLocks noChangeAspect="1"/>
          </p:cNvGraphicFramePr>
          <p:nvPr/>
        </p:nvGraphicFramePr>
        <p:xfrm>
          <a:off x="2555776" y="260648"/>
          <a:ext cx="2047875" cy="1454150"/>
        </p:xfrm>
        <a:graphic>
          <a:graphicData uri="http://schemas.openxmlformats.org/presentationml/2006/ole">
            <mc:AlternateContent xmlns:mc="http://schemas.openxmlformats.org/markup-compatibility/2006">
              <mc:Choice xmlns:v="urn:schemas-microsoft-com:vml" Requires="v">
                <p:oleObj spid="_x0000_s7184" name="Equation" r:id="rId7" imgW="27127200" imgH="17068800" progId="Equation.DSMT4">
                  <p:embed/>
                </p:oleObj>
              </mc:Choice>
              <mc:Fallback>
                <p:oleObj name="Equation" r:id="rId7" imgW="27127200" imgH="17068800" progId="Equation.DSMT4">
                  <p:embed/>
                  <p:pic>
                    <p:nvPicPr>
                      <p:cNvPr id="0" name="图片 32933"/>
                      <p:cNvPicPr>
                        <a:picLocks noChangeAspect="1" noChangeArrowheads="1"/>
                      </p:cNvPicPr>
                      <p:nvPr/>
                    </p:nvPicPr>
                    <p:blipFill>
                      <a:blip r:embed="rId8"/>
                      <a:srcRect/>
                      <a:stretch>
                        <a:fillRect/>
                      </a:stretch>
                    </p:blipFill>
                    <p:spPr bwMode="auto">
                      <a:xfrm>
                        <a:off x="2555776" y="260648"/>
                        <a:ext cx="2047875" cy="1454150"/>
                      </a:xfrm>
                      <a:prstGeom prst="rect">
                        <a:avLst/>
                      </a:prstGeom>
                      <a:noFill/>
                      <a:ln>
                        <a:noFill/>
                      </a:ln>
                    </p:spPr>
                  </p:pic>
                </p:oleObj>
              </mc:Fallback>
            </mc:AlternateContent>
          </a:graphicData>
        </a:graphic>
      </p:graphicFrame>
      <p:sp>
        <p:nvSpPr>
          <p:cNvPr id="10" name="直角三角形 9"/>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直角三角形 10"/>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left)">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left)">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P spid="28" grpId="0"/>
      <p:bldP spid="2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323528" y="404664"/>
            <a:ext cx="8352928" cy="309634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None/>
            </a:pPr>
            <a:r>
              <a:rPr lang="zh-CN" altLang="en-US" sz="2400" dirty="0">
                <a:latin typeface="Times New Roman" panose="02020603050405020304" pitchFamily="18" charset="0"/>
                <a:cs typeface="Times New Roman" panose="02020603050405020304" pitchFamily="18" charset="0"/>
              </a:rPr>
              <a:t>将</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3</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代入方程组</a:t>
            </a:r>
            <a:r>
              <a:rPr lang="en-US" altLang="zh-CN" sz="2400" dirty="0"/>
              <a:t>(</a:t>
            </a:r>
            <a:r>
              <a:rPr lang="en-US" altLang="zh-CN" sz="2400" i="1" dirty="0">
                <a:latin typeface="Times New Roman" panose="02020603050405020304" pitchFamily="18" charset="0"/>
                <a:cs typeface="Times New Roman" panose="02020603050405020304" pitchFamily="18" charset="0"/>
              </a:rPr>
              <a:t>λ</a:t>
            </a:r>
            <a:r>
              <a:rPr lang="en-US" altLang="zh-CN" sz="2400" baseline="-25000" dirty="0">
                <a:latin typeface="Times New Roman" panose="02020603050405020304" pitchFamily="18" charset="0"/>
                <a:cs typeface="Times New Roman" panose="02020603050405020304" pitchFamily="18" charset="0"/>
              </a:rPr>
              <a:t>3</a:t>
            </a:r>
            <a:r>
              <a:rPr lang="en-US" altLang="zh-CN" sz="2400" b="1" i="1" dirty="0">
                <a:latin typeface="Times New Roman" panose="02020603050405020304" pitchFamily="18" charset="0"/>
                <a:cs typeface="Times New Roman" panose="02020603050405020304" pitchFamily="18" charset="0"/>
              </a:rPr>
              <a:t>I</a:t>
            </a:r>
            <a:r>
              <a:rPr lang="en-US" altLang="zh-CN" sz="2400" dirty="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A</a:t>
            </a:r>
            <a:r>
              <a:rPr lang="en-US" altLang="zh-CN" sz="2400" dirty="0"/>
              <a:t>)</a:t>
            </a:r>
            <a:r>
              <a:rPr lang="en-US" altLang="zh-CN" sz="2400" b="1" i="1" dirty="0">
                <a:latin typeface="Times New Roman" panose="02020603050405020304" pitchFamily="18" charset="0"/>
                <a:cs typeface="Times New Roman" panose="02020603050405020304" pitchFamily="18" charset="0"/>
              </a:rPr>
              <a:t>X</a:t>
            </a:r>
            <a:r>
              <a:rPr lang="en-US" altLang="zh-CN" sz="2400" dirty="0"/>
              <a:t>=</a:t>
            </a:r>
            <a:r>
              <a:rPr lang="en-US" altLang="zh-CN" sz="2400" b="1" dirty="0">
                <a:latin typeface="Times New Roman" panose="02020603050405020304" pitchFamily="18" charset="0"/>
                <a:cs typeface="Times New Roman" panose="02020603050405020304" pitchFamily="18" charset="0"/>
              </a:rPr>
              <a:t>0</a:t>
            </a:r>
            <a:r>
              <a:rPr lang="zh-CN" altLang="en-US" sz="2400" dirty="0"/>
              <a:t>，解得该方程组的一个基础解系为                                    </a:t>
            </a:r>
            <a:endParaRPr lang="en-US" altLang="zh-CN" sz="2400" dirty="0"/>
          </a:p>
          <a:p>
            <a:pPr marL="0" indent="0">
              <a:lnSpc>
                <a:spcPct val="150000"/>
              </a:lnSpc>
              <a:buNone/>
            </a:pPr>
            <a:r>
              <a:rPr lang="zh-CN" altLang="en-US" sz="2400" dirty="0"/>
              <a:t>因为</a:t>
            </a:r>
            <a:r>
              <a:rPr lang="en-US" altLang="zh-CN" sz="2400" b="1"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1</a:t>
            </a:r>
            <a:r>
              <a:rPr lang="zh-CN" altLang="en-US" sz="2400" dirty="0"/>
              <a:t>，</a:t>
            </a:r>
            <a:r>
              <a:rPr lang="en-US" altLang="zh-CN" sz="2400" b="1"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2</a:t>
            </a:r>
            <a:r>
              <a:rPr lang="zh-CN" altLang="en-US" sz="2400" dirty="0"/>
              <a:t>，</a:t>
            </a:r>
            <a:r>
              <a:rPr lang="en-US" altLang="zh-CN" sz="2400" b="1" i="1"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3</a:t>
            </a:r>
            <a:r>
              <a:rPr lang="zh-CN" altLang="en-US" sz="2400" dirty="0"/>
              <a:t>线性无关</a:t>
            </a:r>
            <a:r>
              <a:rPr lang="en-US" altLang="zh-CN" sz="2400" dirty="0"/>
              <a:t>,</a:t>
            </a:r>
            <a:r>
              <a:rPr lang="zh-CN" altLang="en-US" sz="2400" dirty="0"/>
              <a:t>所以</a:t>
            </a:r>
            <a:r>
              <a:rPr lang="en-US" altLang="zh-CN" sz="2400" b="1" i="1" dirty="0">
                <a:latin typeface="Times New Roman" panose="02020603050405020304" pitchFamily="18" charset="0"/>
                <a:cs typeface="Times New Roman" panose="02020603050405020304" pitchFamily="18" charset="0"/>
              </a:rPr>
              <a:t>A</a:t>
            </a:r>
            <a:r>
              <a:rPr lang="zh-CN" altLang="en-US" sz="2400" dirty="0"/>
              <a:t>可对角化</a:t>
            </a:r>
            <a:r>
              <a:rPr lang="en-US" altLang="zh-CN" sz="2400" dirty="0"/>
              <a:t>.</a:t>
            </a:r>
          </a:p>
          <a:p>
            <a:pPr marL="0" indent="0">
              <a:lnSpc>
                <a:spcPct val="150000"/>
              </a:lnSpc>
              <a:buNone/>
            </a:pPr>
            <a:endParaRPr lang="en-US" altLang="zh-CN" sz="2400" dirty="0"/>
          </a:p>
          <a:p>
            <a:pPr marL="0" indent="0">
              <a:lnSpc>
                <a:spcPct val="150000"/>
              </a:lnSpc>
              <a:buNone/>
            </a:pPr>
            <a:r>
              <a:rPr lang="zh-CN" altLang="en-US" sz="2400" dirty="0"/>
              <a:t>令</a:t>
            </a:r>
          </a:p>
        </p:txBody>
      </p:sp>
      <p:graphicFrame>
        <p:nvGraphicFramePr>
          <p:cNvPr id="5" name="对象 4"/>
          <p:cNvGraphicFramePr>
            <a:graphicFrameLocks noChangeAspect="1"/>
          </p:cNvGraphicFramePr>
          <p:nvPr/>
        </p:nvGraphicFramePr>
        <p:xfrm>
          <a:off x="1187624" y="836712"/>
          <a:ext cx="1855788" cy="628650"/>
        </p:xfrm>
        <a:graphic>
          <a:graphicData uri="http://schemas.openxmlformats.org/presentationml/2006/ole">
            <mc:AlternateContent xmlns:mc="http://schemas.openxmlformats.org/markup-compatibility/2006">
              <mc:Choice xmlns:v="urn:schemas-microsoft-com:vml" Requires="v">
                <p:oleObj spid="_x0000_s8210" name="Equation" r:id="rId3" imgW="22860000" imgH="6705600" progId="Equation.DSMT4">
                  <p:embed/>
                </p:oleObj>
              </mc:Choice>
              <mc:Fallback>
                <p:oleObj name="Equation" r:id="rId3" imgW="22860000" imgH="6705600" progId="Equation.DSMT4">
                  <p:embed/>
                  <p:pic>
                    <p:nvPicPr>
                      <p:cNvPr id="0" name="图片 34001"/>
                      <p:cNvPicPr>
                        <a:picLocks noChangeAspect="1" noChangeArrowheads="1"/>
                      </p:cNvPicPr>
                      <p:nvPr/>
                    </p:nvPicPr>
                    <p:blipFill>
                      <a:blip r:embed="rId4"/>
                      <a:srcRect/>
                      <a:stretch>
                        <a:fillRect/>
                      </a:stretch>
                    </p:blipFill>
                    <p:spPr bwMode="auto">
                      <a:xfrm>
                        <a:off x="1187624" y="836712"/>
                        <a:ext cx="1855788" cy="628650"/>
                      </a:xfrm>
                      <a:prstGeom prst="rect">
                        <a:avLst/>
                      </a:prstGeom>
                      <a:noFill/>
                      <a:ln>
                        <a:noFill/>
                      </a:ln>
                    </p:spPr>
                  </p:pic>
                </p:oleObj>
              </mc:Fallback>
            </mc:AlternateContent>
          </a:graphicData>
        </a:graphic>
      </p:graphicFrame>
      <p:graphicFrame>
        <p:nvGraphicFramePr>
          <p:cNvPr id="6" name="对象 5"/>
          <p:cNvGraphicFramePr>
            <a:graphicFrameLocks noChangeAspect="1"/>
          </p:cNvGraphicFramePr>
          <p:nvPr/>
        </p:nvGraphicFramePr>
        <p:xfrm>
          <a:off x="755576" y="2348880"/>
          <a:ext cx="5060950" cy="1771650"/>
        </p:xfrm>
        <a:graphic>
          <a:graphicData uri="http://schemas.openxmlformats.org/presentationml/2006/ole">
            <mc:AlternateContent xmlns:mc="http://schemas.openxmlformats.org/markup-compatibility/2006">
              <mc:Choice xmlns:v="urn:schemas-microsoft-com:vml" Requires="v">
                <p:oleObj spid="_x0000_s8211" name="Equation" r:id="rId5" imgW="48768000" imgH="17068800" progId="Equation.DSMT4">
                  <p:embed/>
                </p:oleObj>
              </mc:Choice>
              <mc:Fallback>
                <p:oleObj name="Equation" r:id="rId5" imgW="48768000" imgH="17068800" progId="Equation.DSMT4">
                  <p:embed/>
                  <p:pic>
                    <p:nvPicPr>
                      <p:cNvPr id="0" name="图片 34002"/>
                      <p:cNvPicPr/>
                      <p:nvPr/>
                    </p:nvPicPr>
                    <p:blipFill>
                      <a:blip r:embed="rId6"/>
                      <a:stretch>
                        <a:fillRect/>
                      </a:stretch>
                    </p:blipFill>
                    <p:spPr>
                      <a:xfrm>
                        <a:off x="755576" y="2348880"/>
                        <a:ext cx="5060950" cy="1771650"/>
                      </a:xfrm>
                      <a:prstGeom prst="rect">
                        <a:avLst/>
                      </a:prstGeom>
                    </p:spPr>
                  </p:pic>
                </p:oleObj>
              </mc:Fallback>
            </mc:AlternateContent>
          </a:graphicData>
        </a:graphic>
      </p:graphicFrame>
      <p:sp>
        <p:nvSpPr>
          <p:cNvPr id="2" name="TextBox 1"/>
          <p:cNvSpPr txBox="1"/>
          <p:nvPr/>
        </p:nvSpPr>
        <p:spPr>
          <a:xfrm>
            <a:off x="538356" y="4811896"/>
            <a:ext cx="800219" cy="461665"/>
          </a:xfrm>
          <a:prstGeom prst="rect">
            <a:avLst/>
          </a:prstGeom>
          <a:noFill/>
        </p:spPr>
        <p:txBody>
          <a:bodyPr wrap="none" rtlCol="0">
            <a:spAutoFit/>
          </a:bodyPr>
          <a:lstStyle/>
          <a:p>
            <a:r>
              <a:rPr lang="zh-CN" altLang="en-US" sz="2400" dirty="0"/>
              <a:t>可得</a:t>
            </a:r>
          </a:p>
        </p:txBody>
      </p:sp>
      <p:graphicFrame>
        <p:nvGraphicFramePr>
          <p:cNvPr id="3" name="对象 2"/>
          <p:cNvGraphicFramePr>
            <a:graphicFrameLocks noChangeAspect="1"/>
          </p:cNvGraphicFramePr>
          <p:nvPr/>
        </p:nvGraphicFramePr>
        <p:xfrm>
          <a:off x="1317838" y="4171744"/>
          <a:ext cx="3067050" cy="1771650"/>
        </p:xfrm>
        <a:graphic>
          <a:graphicData uri="http://schemas.openxmlformats.org/presentationml/2006/ole">
            <mc:AlternateContent xmlns:mc="http://schemas.openxmlformats.org/markup-compatibility/2006">
              <mc:Choice xmlns:v="urn:schemas-microsoft-com:vml" Requires="v">
                <p:oleObj spid="_x0000_s8212" name="Equation" r:id="rId7" imgW="29565600" imgH="17068800" progId="Equation.DSMT4">
                  <p:embed/>
                </p:oleObj>
              </mc:Choice>
              <mc:Fallback>
                <p:oleObj name="Equation" r:id="rId7" imgW="29565600" imgH="17068800" progId="Equation.DSMT4">
                  <p:embed/>
                  <p:pic>
                    <p:nvPicPr>
                      <p:cNvPr id="0" name="对象 5"/>
                      <p:cNvPicPr>
                        <a:picLocks noChangeAspect="1" noChangeArrowheads="1"/>
                      </p:cNvPicPr>
                      <p:nvPr/>
                    </p:nvPicPr>
                    <p:blipFill>
                      <a:blip r:embed="rId8"/>
                      <a:srcRect/>
                      <a:stretch>
                        <a:fillRect/>
                      </a:stretch>
                    </p:blipFill>
                    <p:spPr bwMode="auto">
                      <a:xfrm>
                        <a:off x="1317838" y="4171744"/>
                        <a:ext cx="306705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5396056" y="4221056"/>
          <a:ext cx="3351212" cy="1771650"/>
        </p:xfrm>
        <a:graphic>
          <a:graphicData uri="http://schemas.openxmlformats.org/presentationml/2006/ole">
            <mc:AlternateContent xmlns:mc="http://schemas.openxmlformats.org/markup-compatibility/2006">
              <mc:Choice xmlns:v="urn:schemas-microsoft-com:vml" Requires="v">
                <p:oleObj spid="_x0000_s8213" name="Equation" r:id="rId9" imgW="32308800" imgH="17068800" progId="Equation.DSMT4">
                  <p:embed/>
                </p:oleObj>
              </mc:Choice>
              <mc:Fallback>
                <p:oleObj name="Equation" r:id="rId9" imgW="32308800" imgH="17068800" progId="Equation.DSMT4">
                  <p:embed/>
                  <p:pic>
                    <p:nvPicPr>
                      <p:cNvPr id="0" name="对象 2"/>
                      <p:cNvPicPr>
                        <a:picLocks noChangeAspect="1" noChangeArrowheads="1"/>
                      </p:cNvPicPr>
                      <p:nvPr/>
                    </p:nvPicPr>
                    <p:blipFill>
                      <a:blip r:embed="rId10"/>
                      <a:srcRect/>
                      <a:stretch>
                        <a:fillRect/>
                      </a:stretch>
                    </p:blipFill>
                    <p:spPr bwMode="auto">
                      <a:xfrm>
                        <a:off x="5396056" y="4221056"/>
                        <a:ext cx="3351212"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p:cNvSpPr txBox="1"/>
          <p:nvPr/>
        </p:nvSpPr>
        <p:spPr>
          <a:xfrm>
            <a:off x="4714820" y="4826737"/>
            <a:ext cx="800219" cy="461665"/>
          </a:xfrm>
          <a:prstGeom prst="rect">
            <a:avLst/>
          </a:prstGeom>
          <a:noFill/>
        </p:spPr>
        <p:txBody>
          <a:bodyPr wrap="none" rtlCol="0">
            <a:spAutoFit/>
          </a:bodyPr>
          <a:lstStyle/>
          <a:p>
            <a:r>
              <a:rPr lang="zh-CN" altLang="en-US" sz="2400" dirty="0"/>
              <a:t>则有</a:t>
            </a:r>
          </a:p>
        </p:txBody>
      </p:sp>
      <p:sp>
        <p:nvSpPr>
          <p:cNvPr id="9" name="直角三角形 8"/>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 name="直角三角形 9"/>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left)">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down)">
                                      <p:cBhvr>
                                        <p:cTn id="32" dur="500"/>
                                        <p:tgtEl>
                                          <p:spTgt spid="3"/>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down)">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down)">
                                      <p:cBhvr>
                                        <p:cTn id="40" dur="500"/>
                                        <p:tgtEl>
                                          <p:spTgt spid="12"/>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down)">
                                      <p:cBhvr>
                                        <p:cTn id="4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对象 11"/>
          <p:cNvGraphicFramePr>
            <a:graphicFrameLocks noChangeAspect="1"/>
          </p:cNvGraphicFramePr>
          <p:nvPr/>
        </p:nvGraphicFramePr>
        <p:xfrm>
          <a:off x="827584" y="1484784"/>
          <a:ext cx="7651750" cy="4238625"/>
        </p:xfrm>
        <a:graphic>
          <a:graphicData uri="http://schemas.openxmlformats.org/presentationml/2006/ole">
            <mc:AlternateContent xmlns:mc="http://schemas.openxmlformats.org/markup-compatibility/2006">
              <mc:Choice xmlns:v="urn:schemas-microsoft-com:vml" Requires="v">
                <p:oleObj spid="_x0000_s9222" name="Equation" r:id="rId3" imgW="73761600" imgH="40843200" progId="Equation.DSMT4">
                  <p:embed/>
                </p:oleObj>
              </mc:Choice>
              <mc:Fallback>
                <p:oleObj name="Equation" r:id="rId3" imgW="73761600" imgH="40843200" progId="Equation.DSMT4">
                  <p:embed/>
                  <p:pic>
                    <p:nvPicPr>
                      <p:cNvPr id="0" name="图片 34866"/>
                      <p:cNvPicPr>
                        <a:picLocks noChangeAspect="1" noChangeArrowheads="1"/>
                      </p:cNvPicPr>
                      <p:nvPr/>
                    </p:nvPicPr>
                    <p:blipFill>
                      <a:blip r:embed="rId4"/>
                      <a:srcRect/>
                      <a:stretch>
                        <a:fillRect/>
                      </a:stretch>
                    </p:blipFill>
                    <p:spPr bwMode="auto">
                      <a:xfrm>
                        <a:off x="827584" y="1484784"/>
                        <a:ext cx="765175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p:cNvSpPr txBox="1"/>
          <p:nvPr/>
        </p:nvSpPr>
        <p:spPr>
          <a:xfrm>
            <a:off x="539552" y="908720"/>
            <a:ext cx="800219" cy="461665"/>
          </a:xfrm>
          <a:prstGeom prst="rect">
            <a:avLst/>
          </a:prstGeom>
          <a:noFill/>
        </p:spPr>
        <p:txBody>
          <a:bodyPr wrap="none" rtlCol="0">
            <a:spAutoFit/>
          </a:bodyPr>
          <a:lstStyle/>
          <a:p>
            <a:r>
              <a:rPr lang="zh-CN" altLang="en-US" sz="2400" dirty="0"/>
              <a:t>则有</a:t>
            </a:r>
          </a:p>
        </p:txBody>
      </p:sp>
      <p:sp>
        <p:nvSpPr>
          <p:cNvPr id="4" name="直角三角形 3"/>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直角三角形 4"/>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日期占位符 1">
            <a:extLst>
              <a:ext uri="{FF2B5EF4-FFF2-40B4-BE49-F238E27FC236}">
                <a16:creationId xmlns="" xmlns:a16="http://schemas.microsoft.com/office/drawing/2014/main" id="{C0E1CC39-9FCB-4D5E-9DA1-49947B8EC35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36BE648-5484-4952-85B7-8A9A9B4B5980}" type="datetime3">
              <a:rPr lang="zh-CN" altLang="en-US" smtClean="0"/>
              <a:pPr eaLnBrk="1" hangingPunct="1"/>
              <a:t>2022年2月18日星期五</a:t>
            </a:fld>
            <a:endParaRPr lang="en-US" altLang="zh-CN"/>
          </a:p>
        </p:txBody>
      </p:sp>
      <p:sp>
        <p:nvSpPr>
          <p:cNvPr id="8201" name="页脚占位符 2">
            <a:extLst>
              <a:ext uri="{FF2B5EF4-FFF2-40B4-BE49-F238E27FC236}">
                <a16:creationId xmlns="" xmlns:a16="http://schemas.microsoft.com/office/drawing/2014/main" id="{4345243F-797D-498E-91E9-DF29788E22E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8202" name="灯片编号占位符 3">
            <a:extLst>
              <a:ext uri="{FF2B5EF4-FFF2-40B4-BE49-F238E27FC236}">
                <a16:creationId xmlns="" xmlns:a16="http://schemas.microsoft.com/office/drawing/2014/main" id="{34C2CE64-C385-41F2-A7BB-8B6034A0E2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8DEBBFB-5251-4686-9671-7B8F39F6DECD}" type="slidenum">
              <a:rPr lang="en-US" altLang="zh-CN"/>
              <a:pPr eaLnBrk="1" hangingPunct="1"/>
              <a:t>11</a:t>
            </a:fld>
            <a:endParaRPr lang="en-US" altLang="zh-CN"/>
          </a:p>
        </p:txBody>
      </p:sp>
      <p:graphicFrame>
        <p:nvGraphicFramePr>
          <p:cNvPr id="10244" name="Object 4">
            <a:extLst>
              <a:ext uri="{FF2B5EF4-FFF2-40B4-BE49-F238E27FC236}">
                <a16:creationId xmlns="" xmlns:a16="http://schemas.microsoft.com/office/drawing/2014/main" id="{AB8FBC54-E2E5-4308-BCAB-C2969BA74C30}"/>
              </a:ext>
            </a:extLst>
          </p:cNvPr>
          <p:cNvGraphicFramePr>
            <a:graphicFrameLocks noChangeAspect="1"/>
          </p:cNvGraphicFramePr>
          <p:nvPr/>
        </p:nvGraphicFramePr>
        <p:xfrm>
          <a:off x="6172200" y="152400"/>
          <a:ext cx="2427288" cy="1527175"/>
        </p:xfrm>
        <a:graphic>
          <a:graphicData uri="http://schemas.openxmlformats.org/presentationml/2006/ole">
            <mc:AlternateContent xmlns:mc="http://schemas.openxmlformats.org/markup-compatibility/2006">
              <mc:Choice xmlns:v="urn:schemas-microsoft-com:vml" Requires="v">
                <p:oleObj spid="_x0000_s10266" name="Equation" r:id="rId3" imgW="1130040" imgH="711000" progId="Equation.DSMT4">
                  <p:embed/>
                </p:oleObj>
              </mc:Choice>
              <mc:Fallback>
                <p:oleObj name="Equation" r:id="rId3" imgW="1130040" imgH="711000" progId="Equation.DSMT4">
                  <p:embed/>
                  <p:pic>
                    <p:nvPicPr>
                      <p:cNvPr id="10244" name="Object 4">
                        <a:extLst>
                          <a:ext uri="{FF2B5EF4-FFF2-40B4-BE49-F238E27FC236}">
                            <a16:creationId xmlns="" xmlns:a16="http://schemas.microsoft.com/office/drawing/2014/main" id="{AB8FBC54-E2E5-4308-BCAB-C2969BA74C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152400"/>
                        <a:ext cx="2427288" cy="152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5" name="Text Box 5">
            <a:extLst>
              <a:ext uri="{FF2B5EF4-FFF2-40B4-BE49-F238E27FC236}">
                <a16:creationId xmlns="" xmlns:a16="http://schemas.microsoft.com/office/drawing/2014/main" id="{53C96F8D-5060-4B4B-A5E9-BF8AD8B82FB3}"/>
              </a:ext>
            </a:extLst>
          </p:cNvPr>
          <p:cNvSpPr txBox="1">
            <a:spLocks noChangeArrowheads="1"/>
          </p:cNvSpPr>
          <p:nvPr/>
        </p:nvSpPr>
        <p:spPr bwMode="auto">
          <a:xfrm>
            <a:off x="304800" y="76200"/>
            <a:ext cx="6624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ea typeface="黑体" panose="02010609060101010101" pitchFamily="49" charset="-122"/>
              </a:rPr>
              <a:t>例</a:t>
            </a:r>
            <a:r>
              <a:rPr lang="en-US" altLang="zh-CN" sz="2800" b="1">
                <a:ea typeface="黑体" panose="02010609060101010101" pitchFamily="49" charset="-122"/>
              </a:rPr>
              <a:t>1</a:t>
            </a:r>
            <a:r>
              <a:rPr lang="en-US" altLang="zh-CN" sz="2800" b="1">
                <a:ea typeface="楷体_GB2312" pitchFamily="49" charset="-122"/>
              </a:rPr>
              <a:t>  </a:t>
            </a:r>
            <a:r>
              <a:rPr lang="zh-CN" altLang="en-US" sz="2800" b="1">
                <a:ea typeface="楷体_GB2312" pitchFamily="49" charset="-122"/>
              </a:rPr>
              <a:t>用相似变换化下列矩阵为对角形</a:t>
            </a:r>
          </a:p>
        </p:txBody>
      </p:sp>
      <p:sp>
        <p:nvSpPr>
          <p:cNvPr id="10246" name="Text Box 6">
            <a:extLst>
              <a:ext uri="{FF2B5EF4-FFF2-40B4-BE49-F238E27FC236}">
                <a16:creationId xmlns="" xmlns:a16="http://schemas.microsoft.com/office/drawing/2014/main" id="{9C957AF4-1805-40F2-BFA8-51D70439D64C}"/>
              </a:ext>
            </a:extLst>
          </p:cNvPr>
          <p:cNvSpPr txBox="1">
            <a:spLocks noChangeArrowheads="1"/>
          </p:cNvSpPr>
          <p:nvPr/>
        </p:nvSpPr>
        <p:spPr bwMode="auto">
          <a:xfrm>
            <a:off x="381000" y="9906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solidFill>
                  <a:srgbClr val="0000FF"/>
                </a:solidFill>
              </a:rPr>
              <a:t>解</a:t>
            </a:r>
          </a:p>
        </p:txBody>
      </p:sp>
      <p:sp>
        <p:nvSpPr>
          <p:cNvPr id="10247" name="Text Box 7">
            <a:extLst>
              <a:ext uri="{FF2B5EF4-FFF2-40B4-BE49-F238E27FC236}">
                <a16:creationId xmlns="" xmlns:a16="http://schemas.microsoft.com/office/drawing/2014/main" id="{6BF9B1F0-C241-4F41-B451-DBEB2A1C44C4}"/>
              </a:ext>
            </a:extLst>
          </p:cNvPr>
          <p:cNvSpPr txBox="1">
            <a:spLocks noChangeArrowheads="1"/>
          </p:cNvSpPr>
          <p:nvPr/>
        </p:nvSpPr>
        <p:spPr bwMode="auto">
          <a:xfrm>
            <a:off x="1066800" y="1066800"/>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a:t>A</a:t>
            </a:r>
            <a:r>
              <a:rPr lang="zh-CN" altLang="en-US" sz="2400" b="1"/>
              <a:t>的特征方程为</a:t>
            </a:r>
          </a:p>
        </p:txBody>
      </p:sp>
      <p:graphicFrame>
        <p:nvGraphicFramePr>
          <p:cNvPr id="10248" name="Object 8">
            <a:extLst>
              <a:ext uri="{FF2B5EF4-FFF2-40B4-BE49-F238E27FC236}">
                <a16:creationId xmlns="" xmlns:a16="http://schemas.microsoft.com/office/drawing/2014/main" id="{7785CB09-8773-43C1-A7EF-D1D83FD743A6}"/>
              </a:ext>
            </a:extLst>
          </p:cNvPr>
          <p:cNvGraphicFramePr>
            <a:graphicFrameLocks noChangeAspect="1"/>
          </p:cNvGraphicFramePr>
          <p:nvPr/>
        </p:nvGraphicFramePr>
        <p:xfrm>
          <a:off x="457200" y="1524000"/>
          <a:ext cx="4114800" cy="1484313"/>
        </p:xfrm>
        <a:graphic>
          <a:graphicData uri="http://schemas.openxmlformats.org/presentationml/2006/ole">
            <mc:AlternateContent xmlns:mc="http://schemas.openxmlformats.org/markup-compatibility/2006">
              <mc:Choice xmlns:v="urn:schemas-microsoft-com:vml" Requires="v">
                <p:oleObj spid="_x0000_s10267" r:id="rId5" imgW="1981200" imgH="711200" progId="Equation.DSMT4">
                  <p:embed/>
                </p:oleObj>
              </mc:Choice>
              <mc:Fallback>
                <p:oleObj r:id="rId5" imgW="1981200" imgH="711200" progId="Equation.DSMT4">
                  <p:embed/>
                  <p:pic>
                    <p:nvPicPr>
                      <p:cNvPr id="10248" name="Object 8">
                        <a:extLst>
                          <a:ext uri="{FF2B5EF4-FFF2-40B4-BE49-F238E27FC236}">
                            <a16:creationId xmlns="" xmlns:a16="http://schemas.microsoft.com/office/drawing/2014/main" id="{7785CB09-8773-43C1-A7EF-D1D83FD743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1524000"/>
                        <a:ext cx="4114800" cy="148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9" name="Object 9">
            <a:extLst>
              <a:ext uri="{FF2B5EF4-FFF2-40B4-BE49-F238E27FC236}">
                <a16:creationId xmlns="" xmlns:a16="http://schemas.microsoft.com/office/drawing/2014/main" id="{BE729802-E9E0-450A-979F-F00270A621CF}"/>
              </a:ext>
            </a:extLst>
          </p:cNvPr>
          <p:cNvGraphicFramePr>
            <a:graphicFrameLocks noChangeAspect="1"/>
          </p:cNvGraphicFramePr>
          <p:nvPr/>
        </p:nvGraphicFramePr>
        <p:xfrm>
          <a:off x="4572000" y="1905000"/>
          <a:ext cx="2514600" cy="525463"/>
        </p:xfrm>
        <a:graphic>
          <a:graphicData uri="http://schemas.openxmlformats.org/presentationml/2006/ole">
            <mc:AlternateContent xmlns:mc="http://schemas.openxmlformats.org/markup-compatibility/2006">
              <mc:Choice xmlns:v="urn:schemas-microsoft-com:vml" Requires="v">
                <p:oleObj spid="_x0000_s10268" r:id="rId7" imgW="1091726" imgH="228501" progId="Equation.DSMT4">
                  <p:embed/>
                </p:oleObj>
              </mc:Choice>
              <mc:Fallback>
                <p:oleObj r:id="rId7" imgW="1091726" imgH="228501" progId="Equation.DSMT4">
                  <p:embed/>
                  <p:pic>
                    <p:nvPicPr>
                      <p:cNvPr id="10249" name="Object 9">
                        <a:extLst>
                          <a:ext uri="{FF2B5EF4-FFF2-40B4-BE49-F238E27FC236}">
                            <a16:creationId xmlns="" xmlns:a16="http://schemas.microsoft.com/office/drawing/2014/main" id="{BE729802-E9E0-450A-979F-F00270A621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1905000"/>
                        <a:ext cx="2514600" cy="525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0" name="Text Box 10">
            <a:extLst>
              <a:ext uri="{FF2B5EF4-FFF2-40B4-BE49-F238E27FC236}">
                <a16:creationId xmlns="" xmlns:a16="http://schemas.microsoft.com/office/drawing/2014/main" id="{AB2C5224-0DEC-4634-8E9D-2E995A6C9E33}"/>
              </a:ext>
            </a:extLst>
          </p:cNvPr>
          <p:cNvSpPr txBox="1">
            <a:spLocks noChangeArrowheads="1"/>
          </p:cNvSpPr>
          <p:nvPr/>
        </p:nvSpPr>
        <p:spPr bwMode="auto">
          <a:xfrm>
            <a:off x="457200" y="31242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特征值为</a:t>
            </a:r>
          </a:p>
        </p:txBody>
      </p:sp>
      <p:graphicFrame>
        <p:nvGraphicFramePr>
          <p:cNvPr id="10251" name="Object 11">
            <a:extLst>
              <a:ext uri="{FF2B5EF4-FFF2-40B4-BE49-F238E27FC236}">
                <a16:creationId xmlns="" xmlns:a16="http://schemas.microsoft.com/office/drawing/2014/main" id="{7317DAEC-ADDD-405E-B6D0-DE23DDF8A9D4}"/>
              </a:ext>
            </a:extLst>
          </p:cNvPr>
          <p:cNvGraphicFramePr>
            <a:graphicFrameLocks noChangeAspect="1"/>
          </p:cNvGraphicFramePr>
          <p:nvPr/>
        </p:nvGraphicFramePr>
        <p:xfrm>
          <a:off x="2209800" y="3124200"/>
          <a:ext cx="2895600" cy="514350"/>
        </p:xfrm>
        <a:graphic>
          <a:graphicData uri="http://schemas.openxmlformats.org/presentationml/2006/ole">
            <mc:AlternateContent xmlns:mc="http://schemas.openxmlformats.org/markup-compatibility/2006">
              <mc:Choice xmlns:v="urn:schemas-microsoft-com:vml" Requires="v">
                <p:oleObj spid="_x0000_s10269" r:id="rId9" imgW="1282700" imgH="228600" progId="Equation.DSMT4">
                  <p:embed/>
                </p:oleObj>
              </mc:Choice>
              <mc:Fallback>
                <p:oleObj r:id="rId9" imgW="1282700" imgH="228600" progId="Equation.DSMT4">
                  <p:embed/>
                  <p:pic>
                    <p:nvPicPr>
                      <p:cNvPr id="10251" name="Object 11">
                        <a:extLst>
                          <a:ext uri="{FF2B5EF4-FFF2-40B4-BE49-F238E27FC236}">
                            <a16:creationId xmlns="" xmlns:a16="http://schemas.microsoft.com/office/drawing/2014/main" id="{7317DAEC-ADDD-405E-B6D0-DE23DDF8A9D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09800" y="3124200"/>
                        <a:ext cx="289560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2" name="Text Box 12">
            <a:extLst>
              <a:ext uri="{FF2B5EF4-FFF2-40B4-BE49-F238E27FC236}">
                <a16:creationId xmlns="" xmlns:a16="http://schemas.microsoft.com/office/drawing/2014/main" id="{A95CFF2D-6E74-4340-AB4F-CC2A0E4BC02F}"/>
              </a:ext>
            </a:extLst>
          </p:cNvPr>
          <p:cNvSpPr txBox="1">
            <a:spLocks noChangeArrowheads="1"/>
          </p:cNvSpPr>
          <p:nvPr/>
        </p:nvSpPr>
        <p:spPr bwMode="auto">
          <a:xfrm>
            <a:off x="609600" y="3657600"/>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对于</a:t>
            </a:r>
          </a:p>
        </p:txBody>
      </p:sp>
      <p:graphicFrame>
        <p:nvGraphicFramePr>
          <p:cNvPr id="10253" name="Object 13">
            <a:extLst>
              <a:ext uri="{FF2B5EF4-FFF2-40B4-BE49-F238E27FC236}">
                <a16:creationId xmlns="" xmlns:a16="http://schemas.microsoft.com/office/drawing/2014/main" id="{8336B5A8-FFE9-4EBA-94BC-3433565C93BC}"/>
              </a:ext>
            </a:extLst>
          </p:cNvPr>
          <p:cNvGraphicFramePr>
            <a:graphicFrameLocks noChangeAspect="1"/>
          </p:cNvGraphicFramePr>
          <p:nvPr/>
        </p:nvGraphicFramePr>
        <p:xfrm>
          <a:off x="1295400" y="3657600"/>
          <a:ext cx="1219200" cy="531813"/>
        </p:xfrm>
        <a:graphic>
          <a:graphicData uri="http://schemas.openxmlformats.org/presentationml/2006/ole">
            <mc:AlternateContent xmlns:mc="http://schemas.openxmlformats.org/markup-compatibility/2006">
              <mc:Choice xmlns:v="urn:schemas-microsoft-com:vml" Requires="v">
                <p:oleObj spid="_x0000_s10270" r:id="rId11" imgW="520700" imgH="228600" progId="Equation.DSMT4">
                  <p:embed/>
                </p:oleObj>
              </mc:Choice>
              <mc:Fallback>
                <p:oleObj r:id="rId11" imgW="520700" imgH="228600" progId="Equation.DSMT4">
                  <p:embed/>
                  <p:pic>
                    <p:nvPicPr>
                      <p:cNvPr id="10253" name="Object 13">
                        <a:extLst>
                          <a:ext uri="{FF2B5EF4-FFF2-40B4-BE49-F238E27FC236}">
                            <a16:creationId xmlns="" xmlns:a16="http://schemas.microsoft.com/office/drawing/2014/main" id="{8336B5A8-FFE9-4EBA-94BC-3433565C93B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95400" y="3657600"/>
                        <a:ext cx="1219200" cy="531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4" name="Text Box 14">
            <a:extLst>
              <a:ext uri="{FF2B5EF4-FFF2-40B4-BE49-F238E27FC236}">
                <a16:creationId xmlns="" xmlns:a16="http://schemas.microsoft.com/office/drawing/2014/main" id="{CFFC6761-A586-47CE-9434-92A0FBCFEFE5}"/>
              </a:ext>
            </a:extLst>
          </p:cNvPr>
          <p:cNvSpPr txBox="1">
            <a:spLocks noChangeArrowheads="1"/>
          </p:cNvSpPr>
          <p:nvPr/>
        </p:nvSpPr>
        <p:spPr bwMode="auto">
          <a:xfrm>
            <a:off x="2667000" y="36576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解 </a:t>
            </a:r>
            <a:r>
              <a:rPr lang="en-US" altLang="zh-CN" sz="2400" b="1"/>
              <a:t>(A+2E)x=0,</a:t>
            </a:r>
          </a:p>
        </p:txBody>
      </p:sp>
      <p:sp>
        <p:nvSpPr>
          <p:cNvPr id="10261" name="Text Box 21">
            <a:extLst>
              <a:ext uri="{FF2B5EF4-FFF2-40B4-BE49-F238E27FC236}">
                <a16:creationId xmlns="" xmlns:a16="http://schemas.microsoft.com/office/drawing/2014/main" id="{AA3F7E5B-91AF-4E12-8B84-B23D346CC3CC}"/>
              </a:ext>
            </a:extLst>
          </p:cNvPr>
          <p:cNvSpPr txBox="1">
            <a:spLocks noChangeArrowheads="1"/>
          </p:cNvSpPr>
          <p:nvPr/>
        </p:nvSpPr>
        <p:spPr bwMode="auto">
          <a:xfrm>
            <a:off x="381000" y="4191000"/>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对系数矩阵作初等行变换</a:t>
            </a:r>
          </a:p>
        </p:txBody>
      </p:sp>
      <p:graphicFrame>
        <p:nvGraphicFramePr>
          <p:cNvPr id="10262" name="Object 22">
            <a:extLst>
              <a:ext uri="{FF2B5EF4-FFF2-40B4-BE49-F238E27FC236}">
                <a16:creationId xmlns="" xmlns:a16="http://schemas.microsoft.com/office/drawing/2014/main" id="{95EA98D3-5D8F-4E3F-B232-B551D775C0A1}"/>
              </a:ext>
            </a:extLst>
          </p:cNvPr>
          <p:cNvGraphicFramePr>
            <a:graphicFrameLocks noChangeAspect="1"/>
          </p:cNvGraphicFramePr>
          <p:nvPr/>
        </p:nvGraphicFramePr>
        <p:xfrm>
          <a:off x="609600" y="4724400"/>
          <a:ext cx="8121650" cy="1589088"/>
        </p:xfrm>
        <a:graphic>
          <a:graphicData uri="http://schemas.openxmlformats.org/presentationml/2006/ole">
            <mc:AlternateContent xmlns:mc="http://schemas.openxmlformats.org/markup-compatibility/2006">
              <mc:Choice xmlns:v="urn:schemas-microsoft-com:vml" Requires="v">
                <p:oleObj spid="_x0000_s10271" name="Equation" r:id="rId13" imgW="3911400" imgH="761760" progId="Equation.DSMT4">
                  <p:embed/>
                </p:oleObj>
              </mc:Choice>
              <mc:Fallback>
                <p:oleObj name="Equation" r:id="rId13" imgW="3911400" imgH="761760" progId="Equation.DSMT4">
                  <p:embed/>
                  <p:pic>
                    <p:nvPicPr>
                      <p:cNvPr id="10262" name="Object 22">
                        <a:extLst>
                          <a:ext uri="{FF2B5EF4-FFF2-40B4-BE49-F238E27FC236}">
                            <a16:creationId xmlns="" xmlns:a16="http://schemas.microsoft.com/office/drawing/2014/main" id="{95EA98D3-5D8F-4E3F-B232-B551D775C0A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9600" y="4724400"/>
                        <a:ext cx="8121650" cy="1589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barn(outHorizontal)">
                                      <p:cBhvr>
                                        <p:cTn id="7" dur="500"/>
                                        <p:tgtEl>
                                          <p:spTgt spid="102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244"/>
                                        </p:tgtEl>
                                        <p:attrNameLst>
                                          <p:attrName>style.visibility</p:attrName>
                                        </p:attrNameLst>
                                      </p:cBhvr>
                                      <p:to>
                                        <p:strVal val="visible"/>
                                      </p:to>
                                    </p:set>
                                    <p:animEffect transition="in" filter="blinds(horizontal)">
                                      <p:cBhvr>
                                        <p:cTn id="12" dur="500"/>
                                        <p:tgtEl>
                                          <p:spTgt spid="102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1" fill="hold" grpId="0" nodeType="clickEffect">
                                  <p:stCondLst>
                                    <p:cond delay="0"/>
                                  </p:stCondLst>
                                  <p:iterate type="wd">
                                    <p:tmPct val="100000"/>
                                  </p:iterate>
                                  <p:childTnLst>
                                    <p:set>
                                      <p:cBhvr>
                                        <p:cTn id="16" dur="1" fill="hold">
                                          <p:stCondLst>
                                            <p:cond delay="0"/>
                                          </p:stCondLst>
                                        </p:cTn>
                                        <p:tgtEl>
                                          <p:spTgt spid="10246">
                                            <p:txEl>
                                              <p:pRg st="0" end="0"/>
                                            </p:txEl>
                                          </p:spTgt>
                                        </p:tgtEl>
                                        <p:attrNameLst>
                                          <p:attrName>style.visibility</p:attrName>
                                        </p:attrNameLst>
                                      </p:cBhvr>
                                      <p:to>
                                        <p:strVal val="visible"/>
                                      </p:to>
                                    </p:set>
                                    <p:anim calcmode="lin" valueType="num">
                                      <p:cBhvr additive="base">
                                        <p:cTn id="17" dur="300" fill="hold"/>
                                        <p:tgtEl>
                                          <p:spTgt spid="10246">
                                            <p:txEl>
                                              <p:pRg st="0" end="0"/>
                                            </p:txEl>
                                          </p:spTgt>
                                        </p:tgtEl>
                                        <p:attrNameLst>
                                          <p:attrName>ppt_x</p:attrName>
                                        </p:attrNameLst>
                                      </p:cBhvr>
                                      <p:tavLst>
                                        <p:tav tm="0">
                                          <p:val>
                                            <p:strVal val="#ppt_x"/>
                                          </p:val>
                                        </p:tav>
                                        <p:tav tm="100000">
                                          <p:val>
                                            <p:strVal val="#ppt_x"/>
                                          </p:val>
                                        </p:tav>
                                      </p:tavLst>
                                    </p:anim>
                                    <p:anim calcmode="lin" valueType="num">
                                      <p:cBhvr additive="base">
                                        <p:cTn id="18" dur="300" fill="hold"/>
                                        <p:tgtEl>
                                          <p:spTgt spid="10246">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42" fill="hold" grpId="0" nodeType="clickEffect">
                                  <p:stCondLst>
                                    <p:cond delay="0"/>
                                  </p:stCondLst>
                                  <p:childTnLst>
                                    <p:set>
                                      <p:cBhvr>
                                        <p:cTn id="22" dur="1" fill="hold">
                                          <p:stCondLst>
                                            <p:cond delay="0"/>
                                          </p:stCondLst>
                                        </p:cTn>
                                        <p:tgtEl>
                                          <p:spTgt spid="10247"/>
                                        </p:tgtEl>
                                        <p:attrNameLst>
                                          <p:attrName>style.visibility</p:attrName>
                                        </p:attrNameLst>
                                      </p:cBhvr>
                                      <p:to>
                                        <p:strVal val="visible"/>
                                      </p:to>
                                    </p:set>
                                    <p:animEffect transition="in" filter="barn(outHorizontal)">
                                      <p:cBhvr>
                                        <p:cTn id="23" dur="500"/>
                                        <p:tgtEl>
                                          <p:spTgt spid="1024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10248"/>
                                        </p:tgtEl>
                                        <p:attrNameLst>
                                          <p:attrName>style.visibility</p:attrName>
                                        </p:attrNameLst>
                                      </p:cBhvr>
                                      <p:to>
                                        <p:strVal val="visible"/>
                                      </p:to>
                                    </p:set>
                                    <p:animEffect transition="in" filter="blinds(horizontal)">
                                      <p:cBhvr>
                                        <p:cTn id="28" dur="500"/>
                                        <p:tgtEl>
                                          <p:spTgt spid="1024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6" presetClass="entr" presetSubtype="42" fill="hold" nodeType="clickEffect">
                                  <p:stCondLst>
                                    <p:cond delay="0"/>
                                  </p:stCondLst>
                                  <p:childTnLst>
                                    <p:set>
                                      <p:cBhvr>
                                        <p:cTn id="32" dur="1" fill="hold">
                                          <p:stCondLst>
                                            <p:cond delay="0"/>
                                          </p:stCondLst>
                                        </p:cTn>
                                        <p:tgtEl>
                                          <p:spTgt spid="10249"/>
                                        </p:tgtEl>
                                        <p:attrNameLst>
                                          <p:attrName>style.visibility</p:attrName>
                                        </p:attrNameLst>
                                      </p:cBhvr>
                                      <p:to>
                                        <p:strVal val="visible"/>
                                      </p:to>
                                    </p:set>
                                    <p:animEffect transition="in" filter="barn(outHorizontal)">
                                      <p:cBhvr>
                                        <p:cTn id="33" dur="500"/>
                                        <p:tgtEl>
                                          <p:spTgt spid="1024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250">
                                            <p:txEl>
                                              <p:pRg st="0" end="0"/>
                                            </p:txEl>
                                          </p:spTgt>
                                        </p:tgtEl>
                                        <p:attrNameLst>
                                          <p:attrName>style.visibility</p:attrName>
                                        </p:attrNameLst>
                                      </p:cBhvr>
                                      <p:to>
                                        <p:strVal val="visible"/>
                                      </p:to>
                                    </p:set>
                                    <p:animEffect transition="in" filter="wipe(left)">
                                      <p:cBhvr>
                                        <p:cTn id="38" dur="500"/>
                                        <p:tgtEl>
                                          <p:spTgt spid="10250">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0251"/>
                                        </p:tgtEl>
                                        <p:attrNameLst>
                                          <p:attrName>style.visibility</p:attrName>
                                        </p:attrNameLst>
                                      </p:cBhvr>
                                      <p:to>
                                        <p:strVal val="visible"/>
                                      </p:to>
                                    </p:set>
                                    <p:animEffect transition="in" filter="wipe(left)">
                                      <p:cBhvr>
                                        <p:cTn id="43" dur="500"/>
                                        <p:tgtEl>
                                          <p:spTgt spid="1025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0252">
                                            <p:txEl>
                                              <p:pRg st="0" end="0"/>
                                            </p:txEl>
                                          </p:spTgt>
                                        </p:tgtEl>
                                        <p:attrNameLst>
                                          <p:attrName>style.visibility</p:attrName>
                                        </p:attrNameLst>
                                      </p:cBhvr>
                                      <p:to>
                                        <p:strVal val="visible"/>
                                      </p:to>
                                    </p:set>
                                    <p:animEffect transition="in" filter="wipe(left)">
                                      <p:cBhvr>
                                        <p:cTn id="48" dur="500"/>
                                        <p:tgtEl>
                                          <p:spTgt spid="10252">
                                            <p:txEl>
                                              <p:pRg st="0" end="0"/>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0253"/>
                                        </p:tgtEl>
                                        <p:attrNameLst>
                                          <p:attrName>style.visibility</p:attrName>
                                        </p:attrNameLst>
                                      </p:cBhvr>
                                      <p:to>
                                        <p:strVal val="visible"/>
                                      </p:to>
                                    </p:set>
                                    <p:animEffect transition="in" filter="wipe(left)">
                                      <p:cBhvr>
                                        <p:cTn id="53" dur="500"/>
                                        <p:tgtEl>
                                          <p:spTgt spid="1025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0254">
                                            <p:txEl>
                                              <p:pRg st="0" end="0"/>
                                            </p:txEl>
                                          </p:spTgt>
                                        </p:tgtEl>
                                        <p:attrNameLst>
                                          <p:attrName>style.visibility</p:attrName>
                                        </p:attrNameLst>
                                      </p:cBhvr>
                                      <p:to>
                                        <p:strVal val="visible"/>
                                      </p:to>
                                    </p:set>
                                    <p:animEffect transition="in" filter="wipe(left)">
                                      <p:cBhvr>
                                        <p:cTn id="58" dur="500"/>
                                        <p:tgtEl>
                                          <p:spTgt spid="10254">
                                            <p:txEl>
                                              <p:pRg st="0" end="0"/>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0261">
                                            <p:txEl>
                                              <p:pRg st="0" end="0"/>
                                            </p:txEl>
                                          </p:spTgt>
                                        </p:tgtEl>
                                        <p:attrNameLst>
                                          <p:attrName>style.visibility</p:attrName>
                                        </p:attrNameLst>
                                      </p:cBhvr>
                                      <p:to>
                                        <p:strVal val="visible"/>
                                      </p:to>
                                    </p:set>
                                    <p:animEffect transition="in" filter="wipe(left)">
                                      <p:cBhvr>
                                        <p:cTn id="63" dur="500"/>
                                        <p:tgtEl>
                                          <p:spTgt spid="10261">
                                            <p:txEl>
                                              <p:pRg st="0" end="0"/>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nodeType="clickEffect">
                                  <p:stCondLst>
                                    <p:cond delay="0"/>
                                  </p:stCondLst>
                                  <p:childTnLst>
                                    <p:set>
                                      <p:cBhvr>
                                        <p:cTn id="67" dur="1" fill="hold">
                                          <p:stCondLst>
                                            <p:cond delay="0"/>
                                          </p:stCondLst>
                                        </p:cTn>
                                        <p:tgtEl>
                                          <p:spTgt spid="10262"/>
                                        </p:tgtEl>
                                        <p:attrNameLst>
                                          <p:attrName>style.visibility</p:attrName>
                                        </p:attrNameLst>
                                      </p:cBhvr>
                                      <p:to>
                                        <p:strVal val="visible"/>
                                      </p:to>
                                    </p:set>
                                    <p:animEffect transition="in" filter="blinds(horizontal)">
                                      <p:cBhvr>
                                        <p:cTn id="68" dur="500"/>
                                        <p:tgtEl>
                                          <p:spTgt spid="10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autoUpdateAnimBg="0"/>
      <p:bldP spid="10246" grpId="0" build="p" autoUpdateAnimBg="0"/>
      <p:bldP spid="10247" grpId="0" autoUpdateAnimBg="0"/>
      <p:bldP spid="10250" grpId="0" build="p" autoUpdateAnimBg="0"/>
      <p:bldP spid="10252" grpId="0" build="p" autoUpdateAnimBg="0"/>
      <p:bldP spid="10254" grpId="0" build="p" autoUpdateAnimBg="0"/>
      <p:bldP spid="10261"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日期占位符 1">
            <a:extLst>
              <a:ext uri="{FF2B5EF4-FFF2-40B4-BE49-F238E27FC236}">
                <a16:creationId xmlns="" xmlns:a16="http://schemas.microsoft.com/office/drawing/2014/main" id="{529BA967-0A9E-48D2-9E76-0B6B9641F33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4C9B336-AEBB-4554-A869-E6541CC217F9}" type="datetime3">
              <a:rPr lang="zh-CN" altLang="en-US" smtClean="0"/>
              <a:pPr eaLnBrk="1" hangingPunct="1"/>
              <a:t>2022年2月18日星期五</a:t>
            </a:fld>
            <a:endParaRPr lang="en-US" altLang="zh-CN"/>
          </a:p>
        </p:txBody>
      </p:sp>
      <p:sp>
        <p:nvSpPr>
          <p:cNvPr id="9224" name="页脚占位符 2">
            <a:extLst>
              <a:ext uri="{FF2B5EF4-FFF2-40B4-BE49-F238E27FC236}">
                <a16:creationId xmlns="" xmlns:a16="http://schemas.microsoft.com/office/drawing/2014/main" id="{BBBE2B89-DE48-4479-8E87-042C84B8933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9225" name="灯片编号占位符 3">
            <a:extLst>
              <a:ext uri="{FF2B5EF4-FFF2-40B4-BE49-F238E27FC236}">
                <a16:creationId xmlns="" xmlns:a16="http://schemas.microsoft.com/office/drawing/2014/main" id="{67CC7FD5-E420-4CDB-AA5D-B346453D29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BF5C78C-34B5-4073-98A5-2223775296A9}" type="slidenum">
              <a:rPr lang="en-US" altLang="zh-CN"/>
              <a:pPr eaLnBrk="1" hangingPunct="1"/>
              <a:t>12</a:t>
            </a:fld>
            <a:endParaRPr lang="en-US" altLang="zh-CN"/>
          </a:p>
        </p:txBody>
      </p:sp>
      <p:graphicFrame>
        <p:nvGraphicFramePr>
          <p:cNvPr id="38927" name="Object 15">
            <a:extLst>
              <a:ext uri="{FF2B5EF4-FFF2-40B4-BE49-F238E27FC236}">
                <a16:creationId xmlns="" xmlns:a16="http://schemas.microsoft.com/office/drawing/2014/main" id="{C9B4115A-C25D-4F10-ADD0-4A37D28A6E45}"/>
              </a:ext>
            </a:extLst>
          </p:cNvPr>
          <p:cNvGraphicFramePr>
            <a:graphicFrameLocks noChangeAspect="1"/>
          </p:cNvGraphicFramePr>
          <p:nvPr/>
        </p:nvGraphicFramePr>
        <p:xfrm>
          <a:off x="609600" y="3352800"/>
          <a:ext cx="2239963" cy="482600"/>
        </p:xfrm>
        <a:graphic>
          <a:graphicData uri="http://schemas.openxmlformats.org/presentationml/2006/ole">
            <mc:AlternateContent xmlns:mc="http://schemas.openxmlformats.org/markup-compatibility/2006">
              <mc:Choice xmlns:v="urn:schemas-microsoft-com:vml" Requires="v">
                <p:oleObj spid="_x0000_s11286" name="Equation" r:id="rId3" imgW="1041120" imgH="228600" progId="Equation.DSMT4">
                  <p:embed/>
                </p:oleObj>
              </mc:Choice>
              <mc:Fallback>
                <p:oleObj name="Equation" r:id="rId3" imgW="1041120" imgH="228600" progId="Equation.DSMT4">
                  <p:embed/>
                  <p:pic>
                    <p:nvPicPr>
                      <p:cNvPr id="38927" name="Object 15">
                        <a:extLst>
                          <a:ext uri="{FF2B5EF4-FFF2-40B4-BE49-F238E27FC236}">
                            <a16:creationId xmlns="" xmlns:a16="http://schemas.microsoft.com/office/drawing/2014/main" id="{C9B4115A-C25D-4F10-ADD0-4A37D28A6E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352800"/>
                        <a:ext cx="2239963"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31" name="Object 19">
            <a:extLst>
              <a:ext uri="{FF2B5EF4-FFF2-40B4-BE49-F238E27FC236}">
                <a16:creationId xmlns="" xmlns:a16="http://schemas.microsoft.com/office/drawing/2014/main" id="{1E1B09E7-C055-4228-8E36-5F2216763770}"/>
              </a:ext>
            </a:extLst>
          </p:cNvPr>
          <p:cNvGraphicFramePr>
            <a:graphicFrameLocks noChangeAspect="1"/>
          </p:cNvGraphicFramePr>
          <p:nvPr/>
        </p:nvGraphicFramePr>
        <p:xfrm>
          <a:off x="457200" y="228600"/>
          <a:ext cx="4648200" cy="1430338"/>
        </p:xfrm>
        <a:graphic>
          <a:graphicData uri="http://schemas.openxmlformats.org/presentationml/2006/ole">
            <mc:AlternateContent xmlns:mc="http://schemas.openxmlformats.org/markup-compatibility/2006">
              <mc:Choice xmlns:v="urn:schemas-microsoft-com:vml" Requires="v">
                <p:oleObj spid="_x0000_s11287" name="Equation" r:id="rId5" imgW="2323800" imgH="711000" progId="Equation.DSMT4">
                  <p:embed/>
                </p:oleObj>
              </mc:Choice>
              <mc:Fallback>
                <p:oleObj name="Equation" r:id="rId5" imgW="2323800" imgH="711000" progId="Equation.DSMT4">
                  <p:embed/>
                  <p:pic>
                    <p:nvPicPr>
                      <p:cNvPr id="38931" name="Object 19">
                        <a:extLst>
                          <a:ext uri="{FF2B5EF4-FFF2-40B4-BE49-F238E27FC236}">
                            <a16:creationId xmlns="" xmlns:a16="http://schemas.microsoft.com/office/drawing/2014/main" id="{1E1B09E7-C055-4228-8E36-5F22167637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228600"/>
                        <a:ext cx="4648200" cy="1430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26">
            <a:extLst>
              <a:ext uri="{FF2B5EF4-FFF2-40B4-BE49-F238E27FC236}">
                <a16:creationId xmlns="" xmlns:a16="http://schemas.microsoft.com/office/drawing/2014/main" id="{DFBED735-2E96-440F-9CBF-48312CB37508}"/>
              </a:ext>
            </a:extLst>
          </p:cNvPr>
          <p:cNvGrpSpPr>
            <a:grpSpLocks/>
          </p:cNvGrpSpPr>
          <p:nvPr/>
        </p:nvGrpSpPr>
        <p:grpSpPr bwMode="auto">
          <a:xfrm>
            <a:off x="381000" y="1676400"/>
            <a:ext cx="3124200" cy="1430338"/>
            <a:chOff x="240" y="1056"/>
            <a:chExt cx="1968" cy="901"/>
          </a:xfrm>
        </p:grpSpPr>
        <p:sp>
          <p:nvSpPr>
            <p:cNvPr id="9231" name="Rectangle 20">
              <a:extLst>
                <a:ext uri="{FF2B5EF4-FFF2-40B4-BE49-F238E27FC236}">
                  <a16:creationId xmlns="" xmlns:a16="http://schemas.microsoft.com/office/drawing/2014/main" id="{DFCD7600-E548-4753-AE21-4894C41C1FA0}"/>
                </a:ext>
              </a:extLst>
            </p:cNvPr>
            <p:cNvSpPr>
              <a:spLocks noChangeArrowheads="1"/>
            </p:cNvSpPr>
            <p:nvPr/>
          </p:nvSpPr>
          <p:spPr bwMode="auto">
            <a:xfrm>
              <a:off x="240" y="1248"/>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解方程组</a:t>
              </a:r>
            </a:p>
          </p:txBody>
        </p:sp>
        <p:graphicFrame>
          <p:nvGraphicFramePr>
            <p:cNvPr id="9222" name="Object 21">
              <a:extLst>
                <a:ext uri="{FF2B5EF4-FFF2-40B4-BE49-F238E27FC236}">
                  <a16:creationId xmlns="" xmlns:a16="http://schemas.microsoft.com/office/drawing/2014/main" id="{E25D7F6F-C4E9-477E-909F-B8903DC035F6}"/>
                </a:ext>
              </a:extLst>
            </p:cNvPr>
            <p:cNvGraphicFramePr>
              <a:graphicFrameLocks noChangeAspect="1"/>
            </p:cNvGraphicFramePr>
            <p:nvPr/>
          </p:nvGraphicFramePr>
          <p:xfrm>
            <a:off x="1200" y="1056"/>
            <a:ext cx="1008" cy="901"/>
          </p:xfrm>
          <a:graphic>
            <a:graphicData uri="http://schemas.openxmlformats.org/presentationml/2006/ole">
              <mc:AlternateContent xmlns:mc="http://schemas.openxmlformats.org/markup-compatibility/2006">
                <mc:Choice xmlns:v="urn:schemas-microsoft-com:vml" Requires="v">
                  <p:oleObj spid="_x0000_s11288" name="Equation" r:id="rId7" imgW="799920" imgH="711000" progId="Equation.DSMT4">
                    <p:embed/>
                  </p:oleObj>
                </mc:Choice>
                <mc:Fallback>
                  <p:oleObj name="Equation" r:id="rId7" imgW="799920" imgH="711000" progId="Equation.DSMT4">
                    <p:embed/>
                    <p:pic>
                      <p:nvPicPr>
                        <p:cNvPr id="9222" name="Object 21">
                          <a:extLst>
                            <a:ext uri="{FF2B5EF4-FFF2-40B4-BE49-F238E27FC236}">
                              <a16:creationId xmlns="" xmlns:a16="http://schemas.microsoft.com/office/drawing/2014/main" id="{E25D7F6F-C4E9-477E-909F-B8903DC035F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0" y="1056"/>
                          <a:ext cx="1008" cy="9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27">
            <a:extLst>
              <a:ext uri="{FF2B5EF4-FFF2-40B4-BE49-F238E27FC236}">
                <a16:creationId xmlns="" xmlns:a16="http://schemas.microsoft.com/office/drawing/2014/main" id="{EEDACAB8-A133-4F01-B565-C714D2D35436}"/>
              </a:ext>
            </a:extLst>
          </p:cNvPr>
          <p:cNvGrpSpPr>
            <a:grpSpLocks/>
          </p:cNvGrpSpPr>
          <p:nvPr/>
        </p:nvGrpSpPr>
        <p:grpSpPr bwMode="auto">
          <a:xfrm>
            <a:off x="3810000" y="2133600"/>
            <a:ext cx="4953000" cy="538163"/>
            <a:chOff x="2400" y="1344"/>
            <a:chExt cx="3120" cy="339"/>
          </a:xfrm>
        </p:grpSpPr>
        <p:graphicFrame>
          <p:nvGraphicFramePr>
            <p:cNvPr id="9221" name="Object 13">
              <a:extLst>
                <a:ext uri="{FF2B5EF4-FFF2-40B4-BE49-F238E27FC236}">
                  <a16:creationId xmlns="" xmlns:a16="http://schemas.microsoft.com/office/drawing/2014/main" id="{5E8AD7FB-1238-4313-8552-05044F23E593}"/>
                </a:ext>
              </a:extLst>
            </p:cNvPr>
            <p:cNvGraphicFramePr>
              <a:graphicFrameLocks noChangeAspect="1"/>
            </p:cNvGraphicFramePr>
            <p:nvPr/>
          </p:nvGraphicFramePr>
          <p:xfrm>
            <a:off x="4320" y="1344"/>
            <a:ext cx="1200" cy="339"/>
          </p:xfrm>
          <a:graphic>
            <a:graphicData uri="http://schemas.openxmlformats.org/presentationml/2006/ole">
              <mc:AlternateContent xmlns:mc="http://schemas.openxmlformats.org/markup-compatibility/2006">
                <mc:Choice xmlns:v="urn:schemas-microsoft-com:vml" Requires="v">
                  <p:oleObj spid="_x0000_s11289" r:id="rId9" imgW="812447" imgH="228501" progId="Equation.DSMT4">
                    <p:embed/>
                  </p:oleObj>
                </mc:Choice>
                <mc:Fallback>
                  <p:oleObj r:id="rId9" imgW="812447" imgH="228501" progId="Equation.DSMT4">
                    <p:embed/>
                    <p:pic>
                      <p:nvPicPr>
                        <p:cNvPr id="9221" name="Object 13">
                          <a:extLst>
                            <a:ext uri="{FF2B5EF4-FFF2-40B4-BE49-F238E27FC236}">
                              <a16:creationId xmlns="" xmlns:a16="http://schemas.microsoft.com/office/drawing/2014/main" id="{5E8AD7FB-1238-4313-8552-05044F23E59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20" y="1344"/>
                          <a:ext cx="1200"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0" name="Rectangle 22">
              <a:extLst>
                <a:ext uri="{FF2B5EF4-FFF2-40B4-BE49-F238E27FC236}">
                  <a16:creationId xmlns="" xmlns:a16="http://schemas.microsoft.com/office/drawing/2014/main" id="{C59ED006-B4F3-4E72-A600-7C1C596785AB}"/>
                </a:ext>
              </a:extLst>
            </p:cNvPr>
            <p:cNvSpPr>
              <a:spLocks noChangeArrowheads="1"/>
            </p:cNvSpPr>
            <p:nvPr/>
          </p:nvSpPr>
          <p:spPr bwMode="auto">
            <a:xfrm>
              <a:off x="2400" y="1344"/>
              <a:ext cx="18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可求得一个特征向量</a:t>
              </a:r>
            </a:p>
          </p:txBody>
        </p:sp>
      </p:grpSp>
      <p:sp>
        <p:nvSpPr>
          <p:cNvPr id="38935" name="Text Box 23">
            <a:extLst>
              <a:ext uri="{FF2B5EF4-FFF2-40B4-BE49-F238E27FC236}">
                <a16:creationId xmlns="" xmlns:a16="http://schemas.microsoft.com/office/drawing/2014/main" id="{CC8D6264-7947-4830-B0AE-4BBA56543E4D}"/>
              </a:ext>
            </a:extLst>
          </p:cNvPr>
          <p:cNvSpPr txBox="1">
            <a:spLocks noChangeArrowheads="1"/>
          </p:cNvSpPr>
          <p:nvPr/>
        </p:nvSpPr>
        <p:spPr bwMode="auto">
          <a:xfrm>
            <a:off x="2895600" y="34290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解 </a:t>
            </a:r>
            <a:r>
              <a:rPr lang="en-US" altLang="zh-CN" sz="2400" b="1"/>
              <a:t>(A-E)x=0,</a:t>
            </a:r>
          </a:p>
        </p:txBody>
      </p:sp>
      <p:sp>
        <p:nvSpPr>
          <p:cNvPr id="38936" name="Text Box 24">
            <a:extLst>
              <a:ext uri="{FF2B5EF4-FFF2-40B4-BE49-F238E27FC236}">
                <a16:creationId xmlns="" xmlns:a16="http://schemas.microsoft.com/office/drawing/2014/main" id="{A0295F1A-B222-4405-85FD-AA8021F3108B}"/>
              </a:ext>
            </a:extLst>
          </p:cNvPr>
          <p:cNvSpPr txBox="1">
            <a:spLocks noChangeArrowheads="1"/>
          </p:cNvSpPr>
          <p:nvPr/>
        </p:nvSpPr>
        <p:spPr bwMode="auto">
          <a:xfrm>
            <a:off x="381000" y="4038600"/>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对系数矩阵作初等行变换</a:t>
            </a:r>
          </a:p>
        </p:txBody>
      </p:sp>
      <p:graphicFrame>
        <p:nvGraphicFramePr>
          <p:cNvPr id="38937" name="Object 25">
            <a:extLst>
              <a:ext uri="{FF2B5EF4-FFF2-40B4-BE49-F238E27FC236}">
                <a16:creationId xmlns="" xmlns:a16="http://schemas.microsoft.com/office/drawing/2014/main" id="{D83BA861-13C3-4601-A63F-67089819133A}"/>
              </a:ext>
            </a:extLst>
          </p:cNvPr>
          <p:cNvGraphicFramePr>
            <a:graphicFrameLocks noChangeAspect="1"/>
          </p:cNvGraphicFramePr>
          <p:nvPr/>
        </p:nvGraphicFramePr>
        <p:xfrm>
          <a:off x="685800" y="4572000"/>
          <a:ext cx="7648575" cy="1589088"/>
        </p:xfrm>
        <a:graphic>
          <a:graphicData uri="http://schemas.openxmlformats.org/presentationml/2006/ole">
            <mc:AlternateContent xmlns:mc="http://schemas.openxmlformats.org/markup-compatibility/2006">
              <mc:Choice xmlns:v="urn:schemas-microsoft-com:vml" Requires="v">
                <p:oleObj spid="_x0000_s11290" name="Equation" r:id="rId11" imgW="3682800" imgH="761760" progId="Equation.DSMT4">
                  <p:embed/>
                </p:oleObj>
              </mc:Choice>
              <mc:Fallback>
                <p:oleObj name="Equation" r:id="rId11" imgW="3682800" imgH="761760" progId="Equation.DSMT4">
                  <p:embed/>
                  <p:pic>
                    <p:nvPicPr>
                      <p:cNvPr id="38937" name="Object 25">
                        <a:extLst>
                          <a:ext uri="{FF2B5EF4-FFF2-40B4-BE49-F238E27FC236}">
                            <a16:creationId xmlns="" xmlns:a16="http://schemas.microsoft.com/office/drawing/2014/main" id="{D83BA861-13C3-4601-A63F-67089819133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5800" y="4572000"/>
                        <a:ext cx="7648575" cy="1589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8931"/>
                                        </p:tgtEl>
                                        <p:attrNameLst>
                                          <p:attrName>style.visibility</p:attrName>
                                        </p:attrNameLst>
                                      </p:cBhvr>
                                      <p:to>
                                        <p:strVal val="visible"/>
                                      </p:to>
                                    </p:set>
                                    <p:animEffect transition="in" filter="blinds(horizontal)">
                                      <p:cBhvr>
                                        <p:cTn id="7" dur="500"/>
                                        <p:tgtEl>
                                          <p:spTgt spid="389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38927"/>
                                        </p:tgtEl>
                                        <p:attrNameLst>
                                          <p:attrName>style.visibility</p:attrName>
                                        </p:attrNameLst>
                                      </p:cBhvr>
                                      <p:to>
                                        <p:strVal val="visible"/>
                                      </p:to>
                                    </p:set>
                                    <p:animEffect transition="in" filter="wipe(left)">
                                      <p:cBhvr>
                                        <p:cTn id="24" dur="500"/>
                                        <p:tgtEl>
                                          <p:spTgt spid="3892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8935">
                                            <p:txEl>
                                              <p:pRg st="0" end="0"/>
                                            </p:txEl>
                                          </p:spTgt>
                                        </p:tgtEl>
                                        <p:attrNameLst>
                                          <p:attrName>style.visibility</p:attrName>
                                        </p:attrNameLst>
                                      </p:cBhvr>
                                      <p:to>
                                        <p:strVal val="visible"/>
                                      </p:to>
                                    </p:set>
                                    <p:animEffect transition="in" filter="wipe(left)">
                                      <p:cBhvr>
                                        <p:cTn id="29" dur="500"/>
                                        <p:tgtEl>
                                          <p:spTgt spid="38935">
                                            <p:txEl>
                                              <p:pRg st="0" end="0"/>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8936">
                                            <p:txEl>
                                              <p:pRg st="0" end="0"/>
                                            </p:txEl>
                                          </p:spTgt>
                                        </p:tgtEl>
                                        <p:attrNameLst>
                                          <p:attrName>style.visibility</p:attrName>
                                        </p:attrNameLst>
                                      </p:cBhvr>
                                      <p:to>
                                        <p:strVal val="visible"/>
                                      </p:to>
                                    </p:set>
                                    <p:animEffect transition="in" filter="wipe(left)">
                                      <p:cBhvr>
                                        <p:cTn id="34" dur="500"/>
                                        <p:tgtEl>
                                          <p:spTgt spid="38936">
                                            <p:txEl>
                                              <p:pRg st="0" end="0"/>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38937"/>
                                        </p:tgtEl>
                                        <p:attrNameLst>
                                          <p:attrName>style.visibility</p:attrName>
                                        </p:attrNameLst>
                                      </p:cBhvr>
                                      <p:to>
                                        <p:strVal val="visible"/>
                                      </p:to>
                                    </p:set>
                                    <p:animEffect transition="in" filter="blinds(horizontal)">
                                      <p:cBhvr>
                                        <p:cTn id="39" dur="500"/>
                                        <p:tgtEl>
                                          <p:spTgt spid="38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35" grpId="0" build="p" autoUpdateAnimBg="0"/>
      <p:bldP spid="38936"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日期占位符 1">
            <a:extLst>
              <a:ext uri="{FF2B5EF4-FFF2-40B4-BE49-F238E27FC236}">
                <a16:creationId xmlns="" xmlns:a16="http://schemas.microsoft.com/office/drawing/2014/main" id="{493C841F-9277-413F-A7CB-19147F82BAC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8C26520-F659-4355-98D6-76D7E20ECBB3}" type="datetime3">
              <a:rPr lang="zh-CN" altLang="en-US" smtClean="0"/>
              <a:pPr eaLnBrk="1" hangingPunct="1"/>
              <a:t>2022年2月18日星期五</a:t>
            </a:fld>
            <a:endParaRPr lang="en-US" altLang="zh-CN"/>
          </a:p>
        </p:txBody>
      </p:sp>
      <p:sp>
        <p:nvSpPr>
          <p:cNvPr id="10248" name="页脚占位符 2">
            <a:extLst>
              <a:ext uri="{FF2B5EF4-FFF2-40B4-BE49-F238E27FC236}">
                <a16:creationId xmlns="" xmlns:a16="http://schemas.microsoft.com/office/drawing/2014/main" id="{BF749504-061E-40B5-94F2-A5BD66406E6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10249" name="灯片编号占位符 3">
            <a:extLst>
              <a:ext uri="{FF2B5EF4-FFF2-40B4-BE49-F238E27FC236}">
                <a16:creationId xmlns="" xmlns:a16="http://schemas.microsoft.com/office/drawing/2014/main" id="{B53EAF72-379E-4610-961F-A7E9C090B21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08703E4-97D0-4767-8819-BF107B663EF8}" type="slidenum">
              <a:rPr lang="en-US" altLang="zh-CN"/>
              <a:pPr eaLnBrk="1" hangingPunct="1"/>
              <a:t>13</a:t>
            </a:fld>
            <a:endParaRPr lang="en-US" altLang="zh-CN"/>
          </a:p>
        </p:txBody>
      </p:sp>
      <p:grpSp>
        <p:nvGrpSpPr>
          <p:cNvPr id="2" name="Group 18">
            <a:extLst>
              <a:ext uri="{FF2B5EF4-FFF2-40B4-BE49-F238E27FC236}">
                <a16:creationId xmlns="" xmlns:a16="http://schemas.microsoft.com/office/drawing/2014/main" id="{22687066-D64F-403C-8A98-55C3DEDBC8BC}"/>
              </a:ext>
            </a:extLst>
          </p:cNvPr>
          <p:cNvGrpSpPr>
            <a:grpSpLocks/>
          </p:cNvGrpSpPr>
          <p:nvPr/>
        </p:nvGrpSpPr>
        <p:grpSpPr bwMode="auto">
          <a:xfrm>
            <a:off x="304800" y="228600"/>
            <a:ext cx="3200400" cy="1368425"/>
            <a:chOff x="192" y="144"/>
            <a:chExt cx="2016" cy="862"/>
          </a:xfrm>
        </p:grpSpPr>
        <p:sp>
          <p:nvSpPr>
            <p:cNvPr id="10253" name="Rectangle 9">
              <a:extLst>
                <a:ext uri="{FF2B5EF4-FFF2-40B4-BE49-F238E27FC236}">
                  <a16:creationId xmlns="" xmlns:a16="http://schemas.microsoft.com/office/drawing/2014/main" id="{7B376616-77EE-4A8C-A072-C49DD1B81FB5}"/>
                </a:ext>
              </a:extLst>
            </p:cNvPr>
            <p:cNvSpPr>
              <a:spLocks noChangeArrowheads="1"/>
            </p:cNvSpPr>
            <p:nvPr/>
          </p:nvSpPr>
          <p:spPr bwMode="auto">
            <a:xfrm>
              <a:off x="192" y="336"/>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解方程组</a:t>
              </a:r>
            </a:p>
          </p:txBody>
        </p:sp>
        <p:graphicFrame>
          <p:nvGraphicFramePr>
            <p:cNvPr id="10246" name="Object 10">
              <a:extLst>
                <a:ext uri="{FF2B5EF4-FFF2-40B4-BE49-F238E27FC236}">
                  <a16:creationId xmlns="" xmlns:a16="http://schemas.microsoft.com/office/drawing/2014/main" id="{F2BB8E90-3F04-4C07-B982-A2FC2EE0BF71}"/>
                </a:ext>
              </a:extLst>
            </p:cNvPr>
            <p:cNvGraphicFramePr>
              <a:graphicFrameLocks noChangeAspect="1"/>
            </p:cNvGraphicFramePr>
            <p:nvPr/>
          </p:nvGraphicFramePr>
          <p:xfrm>
            <a:off x="1152" y="144"/>
            <a:ext cx="1056" cy="862"/>
          </p:xfrm>
          <a:graphic>
            <a:graphicData uri="http://schemas.openxmlformats.org/presentationml/2006/ole">
              <mc:AlternateContent xmlns:mc="http://schemas.openxmlformats.org/markup-compatibility/2006">
                <mc:Choice xmlns:v="urn:schemas-microsoft-com:vml" Requires="v">
                  <p:oleObj spid="_x0000_s12310" name="Equation" r:id="rId3" imgW="876240" imgH="711000" progId="Equation.DSMT4">
                    <p:embed/>
                  </p:oleObj>
                </mc:Choice>
                <mc:Fallback>
                  <p:oleObj name="Equation" r:id="rId3" imgW="876240" imgH="711000" progId="Equation.DSMT4">
                    <p:embed/>
                    <p:pic>
                      <p:nvPicPr>
                        <p:cNvPr id="10246" name="Object 10">
                          <a:extLst>
                            <a:ext uri="{FF2B5EF4-FFF2-40B4-BE49-F238E27FC236}">
                              <a16:creationId xmlns="" xmlns:a16="http://schemas.microsoft.com/office/drawing/2014/main" id="{F2BB8E90-3F04-4C07-B982-A2FC2EE0BF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2" y="144"/>
                          <a:ext cx="1056" cy="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19">
            <a:extLst>
              <a:ext uri="{FF2B5EF4-FFF2-40B4-BE49-F238E27FC236}">
                <a16:creationId xmlns="" xmlns:a16="http://schemas.microsoft.com/office/drawing/2014/main" id="{C3C3F3A8-8121-41FE-9C4C-599351E2E0D1}"/>
              </a:ext>
            </a:extLst>
          </p:cNvPr>
          <p:cNvGrpSpPr>
            <a:grpSpLocks/>
          </p:cNvGrpSpPr>
          <p:nvPr/>
        </p:nvGrpSpPr>
        <p:grpSpPr bwMode="auto">
          <a:xfrm>
            <a:off x="3886200" y="381000"/>
            <a:ext cx="4473575" cy="1046163"/>
            <a:chOff x="2448" y="240"/>
            <a:chExt cx="2818" cy="659"/>
          </a:xfrm>
        </p:grpSpPr>
        <p:graphicFrame>
          <p:nvGraphicFramePr>
            <p:cNvPr id="10245" name="Object 6">
              <a:extLst>
                <a:ext uri="{FF2B5EF4-FFF2-40B4-BE49-F238E27FC236}">
                  <a16:creationId xmlns="" xmlns:a16="http://schemas.microsoft.com/office/drawing/2014/main" id="{51B47873-479D-4E63-8787-66B43BFF4C33}"/>
                </a:ext>
              </a:extLst>
            </p:cNvPr>
            <p:cNvGraphicFramePr>
              <a:graphicFrameLocks noChangeAspect="1"/>
            </p:cNvGraphicFramePr>
            <p:nvPr/>
          </p:nvGraphicFramePr>
          <p:xfrm>
            <a:off x="2544" y="576"/>
            <a:ext cx="2496" cy="323"/>
          </p:xfrm>
          <a:graphic>
            <a:graphicData uri="http://schemas.openxmlformats.org/presentationml/2006/ole">
              <mc:AlternateContent xmlns:mc="http://schemas.openxmlformats.org/markup-compatibility/2006">
                <mc:Choice xmlns:v="urn:schemas-microsoft-com:vml" Requires="v">
                  <p:oleObj spid="_x0000_s12311" r:id="rId5" imgW="1765300" imgH="228600" progId="Equation.DSMT4">
                    <p:embed/>
                  </p:oleObj>
                </mc:Choice>
                <mc:Fallback>
                  <p:oleObj r:id="rId5" imgW="1765300" imgH="228600" progId="Equation.DSMT4">
                    <p:embed/>
                    <p:pic>
                      <p:nvPicPr>
                        <p:cNvPr id="10245" name="Object 6">
                          <a:extLst>
                            <a:ext uri="{FF2B5EF4-FFF2-40B4-BE49-F238E27FC236}">
                              <a16:creationId xmlns="" xmlns:a16="http://schemas.microsoft.com/office/drawing/2014/main" id="{51B47873-479D-4E63-8787-66B43BFF4C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4" y="576"/>
                          <a:ext cx="2496" cy="3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2" name="Rectangle 11">
              <a:extLst>
                <a:ext uri="{FF2B5EF4-FFF2-40B4-BE49-F238E27FC236}">
                  <a16:creationId xmlns="" xmlns:a16="http://schemas.microsoft.com/office/drawing/2014/main" id="{EA5582C9-3580-433D-BE38-E7E44790022C}"/>
                </a:ext>
              </a:extLst>
            </p:cNvPr>
            <p:cNvSpPr>
              <a:spLocks noChangeArrowheads="1"/>
            </p:cNvSpPr>
            <p:nvPr/>
          </p:nvSpPr>
          <p:spPr bwMode="auto">
            <a:xfrm>
              <a:off x="2448" y="240"/>
              <a:ext cx="28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可求得两个线性无关的特征向量</a:t>
              </a:r>
            </a:p>
          </p:txBody>
        </p:sp>
      </p:grpSp>
      <p:graphicFrame>
        <p:nvGraphicFramePr>
          <p:cNvPr id="39951" name="Object 15">
            <a:extLst>
              <a:ext uri="{FF2B5EF4-FFF2-40B4-BE49-F238E27FC236}">
                <a16:creationId xmlns="" xmlns:a16="http://schemas.microsoft.com/office/drawing/2014/main" id="{BCDF03B4-9CFF-4C74-9474-157C5CD93028}"/>
              </a:ext>
            </a:extLst>
          </p:cNvPr>
          <p:cNvGraphicFramePr>
            <a:graphicFrameLocks noChangeAspect="1"/>
          </p:cNvGraphicFramePr>
          <p:nvPr/>
        </p:nvGraphicFramePr>
        <p:xfrm>
          <a:off x="228600" y="1828800"/>
          <a:ext cx="4648200" cy="1449388"/>
        </p:xfrm>
        <a:graphic>
          <a:graphicData uri="http://schemas.openxmlformats.org/presentationml/2006/ole">
            <mc:AlternateContent xmlns:mc="http://schemas.openxmlformats.org/markup-compatibility/2006">
              <mc:Choice xmlns:v="urn:schemas-microsoft-com:vml" Requires="v">
                <p:oleObj spid="_x0000_s12312" name="Equation" r:id="rId7" imgW="2286000" imgH="711000" progId="Equation.DSMT4">
                  <p:embed/>
                </p:oleObj>
              </mc:Choice>
              <mc:Fallback>
                <p:oleObj name="Equation" r:id="rId7" imgW="2286000" imgH="711000" progId="Equation.DSMT4">
                  <p:embed/>
                  <p:pic>
                    <p:nvPicPr>
                      <p:cNvPr id="39951" name="Object 15">
                        <a:extLst>
                          <a:ext uri="{FF2B5EF4-FFF2-40B4-BE49-F238E27FC236}">
                            <a16:creationId xmlns="" xmlns:a16="http://schemas.microsoft.com/office/drawing/2014/main" id="{BCDF03B4-9CFF-4C74-9474-157C5CD9302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1828800"/>
                        <a:ext cx="4648200" cy="1449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52" name="Object 16">
            <a:extLst>
              <a:ext uri="{FF2B5EF4-FFF2-40B4-BE49-F238E27FC236}">
                <a16:creationId xmlns="" xmlns:a16="http://schemas.microsoft.com/office/drawing/2014/main" id="{DD471F54-0D96-43B2-8BDC-1DE3C2D0B37C}"/>
              </a:ext>
            </a:extLst>
          </p:cNvPr>
          <p:cNvGraphicFramePr>
            <a:graphicFrameLocks noChangeAspect="1"/>
          </p:cNvGraphicFramePr>
          <p:nvPr/>
        </p:nvGraphicFramePr>
        <p:xfrm>
          <a:off x="457200" y="3733800"/>
          <a:ext cx="3465513" cy="1652588"/>
        </p:xfrm>
        <a:graphic>
          <a:graphicData uri="http://schemas.openxmlformats.org/presentationml/2006/ole">
            <mc:AlternateContent xmlns:mc="http://schemas.openxmlformats.org/markup-compatibility/2006">
              <mc:Choice xmlns:v="urn:schemas-microsoft-com:vml" Requires="v">
                <p:oleObj spid="_x0000_s12313" name="Equation" r:id="rId9" imgW="1498320" imgH="711000" progId="Equation.DSMT4">
                  <p:embed/>
                </p:oleObj>
              </mc:Choice>
              <mc:Fallback>
                <p:oleObj name="Equation" r:id="rId9" imgW="1498320" imgH="711000" progId="Equation.DSMT4">
                  <p:embed/>
                  <p:pic>
                    <p:nvPicPr>
                      <p:cNvPr id="39952" name="Object 16">
                        <a:extLst>
                          <a:ext uri="{FF2B5EF4-FFF2-40B4-BE49-F238E27FC236}">
                            <a16:creationId xmlns="" xmlns:a16="http://schemas.microsoft.com/office/drawing/2014/main" id="{DD471F54-0D96-43B2-8BDC-1DE3C2D0B37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 y="3733800"/>
                        <a:ext cx="3465513" cy="1652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53" name="Object 17">
            <a:extLst>
              <a:ext uri="{FF2B5EF4-FFF2-40B4-BE49-F238E27FC236}">
                <a16:creationId xmlns="" xmlns:a16="http://schemas.microsoft.com/office/drawing/2014/main" id="{F613071E-AE27-4F9A-915C-1ED0C61A9037}"/>
              </a:ext>
            </a:extLst>
          </p:cNvPr>
          <p:cNvGraphicFramePr>
            <a:graphicFrameLocks noChangeAspect="1"/>
          </p:cNvGraphicFramePr>
          <p:nvPr/>
        </p:nvGraphicFramePr>
        <p:xfrm>
          <a:off x="4648200" y="3810000"/>
          <a:ext cx="3276600" cy="1743075"/>
        </p:xfrm>
        <a:graphic>
          <a:graphicData uri="http://schemas.openxmlformats.org/presentationml/2006/ole">
            <mc:AlternateContent xmlns:mc="http://schemas.openxmlformats.org/markup-compatibility/2006">
              <mc:Choice xmlns:v="urn:schemas-microsoft-com:vml" Requires="v">
                <p:oleObj spid="_x0000_s12314" r:id="rId11" imgW="1346200" imgH="711200" progId="Equation.DSMT4">
                  <p:embed/>
                </p:oleObj>
              </mc:Choice>
              <mc:Fallback>
                <p:oleObj r:id="rId11" imgW="1346200" imgH="711200" progId="Equation.DSMT4">
                  <p:embed/>
                  <p:pic>
                    <p:nvPicPr>
                      <p:cNvPr id="39953" name="Object 17">
                        <a:extLst>
                          <a:ext uri="{FF2B5EF4-FFF2-40B4-BE49-F238E27FC236}">
                            <a16:creationId xmlns="" xmlns:a16="http://schemas.microsoft.com/office/drawing/2014/main" id="{F613071E-AE27-4F9A-915C-1ED0C61A903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48200" y="3810000"/>
                        <a:ext cx="3276600" cy="174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39951"/>
                                        </p:tgtEl>
                                        <p:attrNameLst>
                                          <p:attrName>style.visibility</p:attrName>
                                        </p:attrNameLst>
                                      </p:cBhvr>
                                      <p:to>
                                        <p:strVal val="visible"/>
                                      </p:to>
                                    </p:set>
                                    <p:animEffect transition="in" filter="blinds(horizontal)">
                                      <p:cBhvr>
                                        <p:cTn id="19" dur="500"/>
                                        <p:tgtEl>
                                          <p:spTgt spid="3995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39952"/>
                                        </p:tgtEl>
                                        <p:attrNameLst>
                                          <p:attrName>style.visibility</p:attrName>
                                        </p:attrNameLst>
                                      </p:cBhvr>
                                      <p:to>
                                        <p:strVal val="visible"/>
                                      </p:to>
                                    </p:set>
                                    <p:animEffect transition="in" filter="blinds(horizontal)">
                                      <p:cBhvr>
                                        <p:cTn id="24" dur="500"/>
                                        <p:tgtEl>
                                          <p:spTgt spid="3995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39953"/>
                                        </p:tgtEl>
                                        <p:attrNameLst>
                                          <p:attrName>style.visibility</p:attrName>
                                        </p:attrNameLst>
                                      </p:cBhvr>
                                      <p:to>
                                        <p:strVal val="visible"/>
                                      </p:to>
                                    </p:set>
                                    <p:animEffect transition="in" filter="blinds(horizontal)">
                                      <p:cBhvr>
                                        <p:cTn id="29" dur="500"/>
                                        <p:tgtEl>
                                          <p:spTgt spid="399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5" name="日期占位符 1">
            <a:extLst>
              <a:ext uri="{FF2B5EF4-FFF2-40B4-BE49-F238E27FC236}">
                <a16:creationId xmlns="" xmlns:a16="http://schemas.microsoft.com/office/drawing/2014/main" id="{ED33BE7A-FF6B-4E0C-977B-D7F23414F45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DB691E6-C3B5-49A4-B3DC-6E641FD50970}" type="datetime3">
              <a:rPr lang="zh-CN" altLang="en-US" smtClean="0"/>
              <a:pPr eaLnBrk="1" hangingPunct="1"/>
              <a:t>2022年2月18日星期五</a:t>
            </a:fld>
            <a:endParaRPr lang="en-US" altLang="zh-CN"/>
          </a:p>
        </p:txBody>
      </p:sp>
      <p:sp>
        <p:nvSpPr>
          <p:cNvPr id="14346" name="页脚占位符 2">
            <a:extLst>
              <a:ext uri="{FF2B5EF4-FFF2-40B4-BE49-F238E27FC236}">
                <a16:creationId xmlns="" xmlns:a16="http://schemas.microsoft.com/office/drawing/2014/main" id="{DFDA0AE4-B2AD-481B-B56B-89BF6E2FAFC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14347" name="灯片编号占位符 3">
            <a:extLst>
              <a:ext uri="{FF2B5EF4-FFF2-40B4-BE49-F238E27FC236}">
                <a16:creationId xmlns="" xmlns:a16="http://schemas.microsoft.com/office/drawing/2014/main" id="{2C0A29C7-D92D-4262-B4FD-58FA3A26DD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CD52AD0-EC8A-4B50-B0AE-89B5772ADDF4}" type="slidenum">
              <a:rPr lang="en-US" altLang="zh-CN"/>
              <a:pPr eaLnBrk="1" hangingPunct="1"/>
              <a:t>14</a:t>
            </a:fld>
            <a:endParaRPr lang="en-US" altLang="zh-CN"/>
          </a:p>
        </p:txBody>
      </p:sp>
      <p:graphicFrame>
        <p:nvGraphicFramePr>
          <p:cNvPr id="13316" name="Object 4">
            <a:extLst>
              <a:ext uri="{FF2B5EF4-FFF2-40B4-BE49-F238E27FC236}">
                <a16:creationId xmlns="" xmlns:a16="http://schemas.microsoft.com/office/drawing/2014/main" id="{ED3EFEA3-F9D8-4360-99FD-84D4F8AF4F55}"/>
              </a:ext>
            </a:extLst>
          </p:cNvPr>
          <p:cNvGraphicFramePr>
            <a:graphicFrameLocks noChangeAspect="1"/>
          </p:cNvGraphicFramePr>
          <p:nvPr/>
        </p:nvGraphicFramePr>
        <p:xfrm>
          <a:off x="1752600" y="152400"/>
          <a:ext cx="1792288" cy="1041400"/>
        </p:xfrm>
        <a:graphic>
          <a:graphicData uri="http://schemas.openxmlformats.org/presentationml/2006/ole">
            <mc:AlternateContent xmlns:mc="http://schemas.openxmlformats.org/markup-compatibility/2006">
              <mc:Choice xmlns:v="urn:schemas-microsoft-com:vml" Requires="v">
                <p:oleObj spid="_x0000_s13342" name="Equation" r:id="rId3" imgW="787320" imgH="457200" progId="Equation.DSMT4">
                  <p:embed/>
                </p:oleObj>
              </mc:Choice>
              <mc:Fallback>
                <p:oleObj name="Equation" r:id="rId3" imgW="787320" imgH="457200" progId="Equation.DSMT4">
                  <p:embed/>
                  <p:pic>
                    <p:nvPicPr>
                      <p:cNvPr id="13316" name="Object 4">
                        <a:extLst>
                          <a:ext uri="{FF2B5EF4-FFF2-40B4-BE49-F238E27FC236}">
                            <a16:creationId xmlns="" xmlns:a16="http://schemas.microsoft.com/office/drawing/2014/main" id="{ED3EFEA3-F9D8-4360-99FD-84D4F8AF4F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52400"/>
                        <a:ext cx="1792288"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7" name="Text Box 5">
            <a:extLst>
              <a:ext uri="{FF2B5EF4-FFF2-40B4-BE49-F238E27FC236}">
                <a16:creationId xmlns="" xmlns:a16="http://schemas.microsoft.com/office/drawing/2014/main" id="{D834475F-8108-43DD-A153-C3E2256D4F36}"/>
              </a:ext>
            </a:extLst>
          </p:cNvPr>
          <p:cNvSpPr txBox="1">
            <a:spLocks noChangeArrowheads="1"/>
          </p:cNvSpPr>
          <p:nvPr/>
        </p:nvSpPr>
        <p:spPr bwMode="auto">
          <a:xfrm>
            <a:off x="209550" y="355600"/>
            <a:ext cx="167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a:t>例</a:t>
            </a:r>
            <a:r>
              <a:rPr lang="en-US" altLang="zh-CN" sz="3200"/>
              <a:t>3   </a:t>
            </a:r>
            <a:r>
              <a:rPr lang="zh-CN" altLang="en-US" sz="3200"/>
              <a:t>设</a:t>
            </a:r>
          </a:p>
        </p:txBody>
      </p:sp>
      <p:graphicFrame>
        <p:nvGraphicFramePr>
          <p:cNvPr id="13318" name="Object 6">
            <a:extLst>
              <a:ext uri="{FF2B5EF4-FFF2-40B4-BE49-F238E27FC236}">
                <a16:creationId xmlns="" xmlns:a16="http://schemas.microsoft.com/office/drawing/2014/main" id="{64524C5C-D137-4AE0-9BBC-94123497B7B2}"/>
              </a:ext>
            </a:extLst>
          </p:cNvPr>
          <p:cNvGraphicFramePr>
            <a:graphicFrameLocks noChangeAspect="1"/>
          </p:cNvGraphicFramePr>
          <p:nvPr/>
        </p:nvGraphicFramePr>
        <p:xfrm>
          <a:off x="3714750" y="355600"/>
          <a:ext cx="990600" cy="560388"/>
        </p:xfrm>
        <a:graphic>
          <a:graphicData uri="http://schemas.openxmlformats.org/presentationml/2006/ole">
            <mc:AlternateContent xmlns:mc="http://schemas.openxmlformats.org/markup-compatibility/2006">
              <mc:Choice xmlns:v="urn:schemas-microsoft-com:vml" Requires="v">
                <p:oleObj spid="_x0000_s13343" name="Equation" r:id="rId5" imgW="380880" imgH="215640" progId="Equation.DSMT4">
                  <p:embed/>
                </p:oleObj>
              </mc:Choice>
              <mc:Fallback>
                <p:oleObj name="Equation" r:id="rId5" imgW="380880" imgH="215640" progId="Equation.DSMT4">
                  <p:embed/>
                  <p:pic>
                    <p:nvPicPr>
                      <p:cNvPr id="13318" name="Object 6">
                        <a:extLst>
                          <a:ext uri="{FF2B5EF4-FFF2-40B4-BE49-F238E27FC236}">
                            <a16:creationId xmlns="" xmlns:a16="http://schemas.microsoft.com/office/drawing/2014/main" id="{64524C5C-D137-4AE0-9BBC-94123497B7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4750" y="355600"/>
                        <a:ext cx="9906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9" name="Text Box 7">
            <a:extLst>
              <a:ext uri="{FF2B5EF4-FFF2-40B4-BE49-F238E27FC236}">
                <a16:creationId xmlns="" xmlns:a16="http://schemas.microsoft.com/office/drawing/2014/main" id="{8EA25A95-4B78-4AC7-B989-2BC0AACF110E}"/>
              </a:ext>
            </a:extLst>
          </p:cNvPr>
          <p:cNvSpPr txBox="1">
            <a:spLocks noChangeArrowheads="1"/>
          </p:cNvSpPr>
          <p:nvPr/>
        </p:nvSpPr>
        <p:spPr bwMode="auto">
          <a:xfrm>
            <a:off x="533400" y="122555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solidFill>
                  <a:srgbClr val="0000FF"/>
                </a:solidFill>
              </a:rPr>
              <a:t>解</a:t>
            </a:r>
          </a:p>
        </p:txBody>
      </p:sp>
      <p:sp>
        <p:nvSpPr>
          <p:cNvPr id="13320" name="Text Box 8">
            <a:extLst>
              <a:ext uri="{FF2B5EF4-FFF2-40B4-BE49-F238E27FC236}">
                <a16:creationId xmlns="" xmlns:a16="http://schemas.microsoft.com/office/drawing/2014/main" id="{A638159B-8DFA-49DD-9038-666546CA9C14}"/>
              </a:ext>
            </a:extLst>
          </p:cNvPr>
          <p:cNvSpPr txBox="1">
            <a:spLocks noChangeArrowheads="1"/>
          </p:cNvSpPr>
          <p:nvPr/>
        </p:nvSpPr>
        <p:spPr bwMode="auto">
          <a:xfrm>
            <a:off x="1447800" y="1225550"/>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a:t>A</a:t>
            </a:r>
            <a:r>
              <a:rPr lang="zh-CN" altLang="en-US" sz="2400"/>
              <a:t>的特征方程为</a:t>
            </a:r>
          </a:p>
        </p:txBody>
      </p:sp>
      <p:graphicFrame>
        <p:nvGraphicFramePr>
          <p:cNvPr id="13321" name="Object 9">
            <a:extLst>
              <a:ext uri="{FF2B5EF4-FFF2-40B4-BE49-F238E27FC236}">
                <a16:creationId xmlns="" xmlns:a16="http://schemas.microsoft.com/office/drawing/2014/main" id="{33FD2705-6C85-46DF-A402-46780739B353}"/>
              </a:ext>
            </a:extLst>
          </p:cNvPr>
          <p:cNvGraphicFramePr>
            <a:graphicFrameLocks noChangeAspect="1"/>
          </p:cNvGraphicFramePr>
          <p:nvPr/>
        </p:nvGraphicFramePr>
        <p:xfrm>
          <a:off x="304800" y="1682750"/>
          <a:ext cx="3276600" cy="1014413"/>
        </p:xfrm>
        <a:graphic>
          <a:graphicData uri="http://schemas.openxmlformats.org/presentationml/2006/ole">
            <mc:AlternateContent xmlns:mc="http://schemas.openxmlformats.org/markup-compatibility/2006">
              <mc:Choice xmlns:v="urn:schemas-microsoft-com:vml" Requires="v">
                <p:oleObj spid="_x0000_s13344" r:id="rId7" imgW="1473200" imgH="457200" progId="Equation.DSMT4">
                  <p:embed/>
                </p:oleObj>
              </mc:Choice>
              <mc:Fallback>
                <p:oleObj r:id="rId7" imgW="1473200" imgH="457200" progId="Equation.DSMT4">
                  <p:embed/>
                  <p:pic>
                    <p:nvPicPr>
                      <p:cNvPr id="13321" name="Object 9">
                        <a:extLst>
                          <a:ext uri="{FF2B5EF4-FFF2-40B4-BE49-F238E27FC236}">
                            <a16:creationId xmlns="" xmlns:a16="http://schemas.microsoft.com/office/drawing/2014/main" id="{33FD2705-6C85-46DF-A402-46780739B35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1682750"/>
                        <a:ext cx="3276600" cy="1014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2" name="Object 10">
            <a:extLst>
              <a:ext uri="{FF2B5EF4-FFF2-40B4-BE49-F238E27FC236}">
                <a16:creationId xmlns="" xmlns:a16="http://schemas.microsoft.com/office/drawing/2014/main" id="{2EED1793-8AD8-4990-9254-70222B3363C4}"/>
              </a:ext>
            </a:extLst>
          </p:cNvPr>
          <p:cNvGraphicFramePr>
            <a:graphicFrameLocks noChangeAspect="1"/>
          </p:cNvGraphicFramePr>
          <p:nvPr/>
        </p:nvGraphicFramePr>
        <p:xfrm>
          <a:off x="3581400" y="1911350"/>
          <a:ext cx="3962400" cy="508000"/>
        </p:xfrm>
        <a:graphic>
          <a:graphicData uri="http://schemas.openxmlformats.org/presentationml/2006/ole">
            <mc:AlternateContent xmlns:mc="http://schemas.openxmlformats.org/markup-compatibility/2006">
              <mc:Choice xmlns:v="urn:schemas-microsoft-com:vml" Requires="v">
                <p:oleObj spid="_x0000_s13345" r:id="rId9" imgW="1778000" imgH="228600" progId="Equation.DSMT4">
                  <p:embed/>
                </p:oleObj>
              </mc:Choice>
              <mc:Fallback>
                <p:oleObj r:id="rId9" imgW="1778000" imgH="228600" progId="Equation.DSMT4">
                  <p:embed/>
                  <p:pic>
                    <p:nvPicPr>
                      <p:cNvPr id="13322" name="Object 10">
                        <a:extLst>
                          <a:ext uri="{FF2B5EF4-FFF2-40B4-BE49-F238E27FC236}">
                            <a16:creationId xmlns="" xmlns:a16="http://schemas.microsoft.com/office/drawing/2014/main" id="{2EED1793-8AD8-4990-9254-70222B3363C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81400" y="1911350"/>
                        <a:ext cx="39624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3" name="Text Box 11">
            <a:extLst>
              <a:ext uri="{FF2B5EF4-FFF2-40B4-BE49-F238E27FC236}">
                <a16:creationId xmlns="" xmlns:a16="http://schemas.microsoft.com/office/drawing/2014/main" id="{750C64F1-578C-44A8-9BF7-613197B0EA71}"/>
              </a:ext>
            </a:extLst>
          </p:cNvPr>
          <p:cNvSpPr txBox="1">
            <a:spLocks noChangeArrowheads="1"/>
          </p:cNvSpPr>
          <p:nvPr/>
        </p:nvSpPr>
        <p:spPr bwMode="auto">
          <a:xfrm>
            <a:off x="304800" y="274955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a:t>特征值为</a:t>
            </a:r>
          </a:p>
        </p:txBody>
      </p:sp>
      <p:graphicFrame>
        <p:nvGraphicFramePr>
          <p:cNvPr id="13324" name="Object 12">
            <a:extLst>
              <a:ext uri="{FF2B5EF4-FFF2-40B4-BE49-F238E27FC236}">
                <a16:creationId xmlns="" xmlns:a16="http://schemas.microsoft.com/office/drawing/2014/main" id="{31784EB7-C8E4-4C5D-A1EB-87CEAB17135E}"/>
              </a:ext>
            </a:extLst>
          </p:cNvPr>
          <p:cNvGraphicFramePr>
            <a:graphicFrameLocks noChangeAspect="1"/>
          </p:cNvGraphicFramePr>
          <p:nvPr/>
        </p:nvGraphicFramePr>
        <p:xfrm>
          <a:off x="1752600" y="2749550"/>
          <a:ext cx="1828800" cy="517525"/>
        </p:xfrm>
        <a:graphic>
          <a:graphicData uri="http://schemas.openxmlformats.org/presentationml/2006/ole">
            <mc:AlternateContent xmlns:mc="http://schemas.openxmlformats.org/markup-compatibility/2006">
              <mc:Choice xmlns:v="urn:schemas-microsoft-com:vml" Requires="v">
                <p:oleObj spid="_x0000_s13346" r:id="rId11" imgW="812447" imgH="228501" progId="Equation.DSMT4">
                  <p:embed/>
                </p:oleObj>
              </mc:Choice>
              <mc:Fallback>
                <p:oleObj r:id="rId11" imgW="812447" imgH="228501" progId="Equation.DSMT4">
                  <p:embed/>
                  <p:pic>
                    <p:nvPicPr>
                      <p:cNvPr id="13324" name="Object 12">
                        <a:extLst>
                          <a:ext uri="{FF2B5EF4-FFF2-40B4-BE49-F238E27FC236}">
                            <a16:creationId xmlns="" xmlns:a16="http://schemas.microsoft.com/office/drawing/2014/main" id="{31784EB7-C8E4-4C5D-A1EB-87CEAB17135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52600" y="2749550"/>
                        <a:ext cx="1828800"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5" name="Object 13">
            <a:extLst>
              <a:ext uri="{FF2B5EF4-FFF2-40B4-BE49-F238E27FC236}">
                <a16:creationId xmlns="" xmlns:a16="http://schemas.microsoft.com/office/drawing/2014/main" id="{BD694836-03B7-45C4-AA4A-DF04EE4F6A9F}"/>
              </a:ext>
            </a:extLst>
          </p:cNvPr>
          <p:cNvGraphicFramePr>
            <a:graphicFrameLocks noChangeAspect="1"/>
          </p:cNvGraphicFramePr>
          <p:nvPr/>
        </p:nvGraphicFramePr>
        <p:xfrm>
          <a:off x="304800" y="3352800"/>
          <a:ext cx="1676400" cy="515938"/>
        </p:xfrm>
        <a:graphic>
          <a:graphicData uri="http://schemas.openxmlformats.org/presentationml/2006/ole">
            <mc:AlternateContent xmlns:mc="http://schemas.openxmlformats.org/markup-compatibility/2006">
              <mc:Choice xmlns:v="urn:schemas-microsoft-com:vml" Requires="v">
                <p:oleObj spid="_x0000_s13347" name="Equation" r:id="rId13" imgW="736560" imgH="228600" progId="Equation.DSMT4">
                  <p:embed/>
                </p:oleObj>
              </mc:Choice>
              <mc:Fallback>
                <p:oleObj name="Equation" r:id="rId13" imgW="736560" imgH="228600" progId="Equation.DSMT4">
                  <p:embed/>
                  <p:pic>
                    <p:nvPicPr>
                      <p:cNvPr id="13325" name="Object 13">
                        <a:extLst>
                          <a:ext uri="{FF2B5EF4-FFF2-40B4-BE49-F238E27FC236}">
                            <a16:creationId xmlns="" xmlns:a16="http://schemas.microsoft.com/office/drawing/2014/main" id="{BD694836-03B7-45C4-AA4A-DF04EE4F6A9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800" y="3352800"/>
                        <a:ext cx="1676400" cy="515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36" name="Text Box 24">
            <a:extLst>
              <a:ext uri="{FF2B5EF4-FFF2-40B4-BE49-F238E27FC236}">
                <a16:creationId xmlns="" xmlns:a16="http://schemas.microsoft.com/office/drawing/2014/main" id="{BBC33FCE-3D12-4D12-94DF-8442C51F5A55}"/>
              </a:ext>
            </a:extLst>
          </p:cNvPr>
          <p:cNvSpPr txBox="1">
            <a:spLocks noChangeArrowheads="1"/>
          </p:cNvSpPr>
          <p:nvPr/>
        </p:nvSpPr>
        <p:spPr bwMode="auto">
          <a:xfrm>
            <a:off x="2133600" y="33528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解 </a:t>
            </a:r>
            <a:r>
              <a:rPr lang="en-US" altLang="zh-CN" sz="2400" b="1"/>
              <a:t>(A-E)x=0,</a:t>
            </a:r>
          </a:p>
        </p:txBody>
      </p:sp>
      <p:sp>
        <p:nvSpPr>
          <p:cNvPr id="13337" name="Text Box 25">
            <a:extLst>
              <a:ext uri="{FF2B5EF4-FFF2-40B4-BE49-F238E27FC236}">
                <a16:creationId xmlns="" xmlns:a16="http://schemas.microsoft.com/office/drawing/2014/main" id="{4A7E7885-7CE0-407D-934B-85A1CE97DFCF}"/>
              </a:ext>
            </a:extLst>
          </p:cNvPr>
          <p:cNvSpPr txBox="1">
            <a:spLocks noChangeArrowheads="1"/>
          </p:cNvSpPr>
          <p:nvPr/>
        </p:nvSpPr>
        <p:spPr bwMode="auto">
          <a:xfrm>
            <a:off x="304800" y="4038600"/>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对系数矩阵作初等行变换</a:t>
            </a:r>
          </a:p>
        </p:txBody>
      </p:sp>
      <p:graphicFrame>
        <p:nvGraphicFramePr>
          <p:cNvPr id="13338" name="Object 26">
            <a:extLst>
              <a:ext uri="{FF2B5EF4-FFF2-40B4-BE49-F238E27FC236}">
                <a16:creationId xmlns="" xmlns:a16="http://schemas.microsoft.com/office/drawing/2014/main" id="{DC0A1DC2-BFA2-441A-A59A-849FAB870F3D}"/>
              </a:ext>
            </a:extLst>
          </p:cNvPr>
          <p:cNvGraphicFramePr>
            <a:graphicFrameLocks noChangeAspect="1"/>
          </p:cNvGraphicFramePr>
          <p:nvPr/>
        </p:nvGraphicFramePr>
        <p:xfrm>
          <a:off x="457200" y="4800600"/>
          <a:ext cx="5875338" cy="1071563"/>
        </p:xfrm>
        <a:graphic>
          <a:graphicData uri="http://schemas.openxmlformats.org/presentationml/2006/ole">
            <mc:AlternateContent xmlns:mc="http://schemas.openxmlformats.org/markup-compatibility/2006">
              <mc:Choice xmlns:v="urn:schemas-microsoft-com:vml" Requires="v">
                <p:oleObj spid="_x0000_s13348" name="Equation" r:id="rId15" imgW="2641320" imgH="482400" progId="Equation.DSMT4">
                  <p:embed/>
                </p:oleObj>
              </mc:Choice>
              <mc:Fallback>
                <p:oleObj name="Equation" r:id="rId15" imgW="2641320" imgH="482400" progId="Equation.DSMT4">
                  <p:embed/>
                  <p:pic>
                    <p:nvPicPr>
                      <p:cNvPr id="13338" name="Object 26">
                        <a:extLst>
                          <a:ext uri="{FF2B5EF4-FFF2-40B4-BE49-F238E27FC236}">
                            <a16:creationId xmlns="" xmlns:a16="http://schemas.microsoft.com/office/drawing/2014/main" id="{DC0A1DC2-BFA2-441A-A59A-849FAB870F3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7200" y="4800600"/>
                        <a:ext cx="5875338" cy="1071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1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13316"/>
                                        </p:tgtEl>
                                        <p:attrNameLst>
                                          <p:attrName>style.visibility</p:attrName>
                                        </p:attrNameLst>
                                      </p:cBhvr>
                                      <p:to>
                                        <p:strVal val="visible"/>
                                      </p:to>
                                    </p:set>
                                    <p:animEffect transition="in" filter="blinds(horizontal)">
                                      <p:cBhvr>
                                        <p:cTn id="11" dur="500"/>
                                        <p:tgtEl>
                                          <p:spTgt spid="1331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1" fill="hold" nodeType="clickEffect">
                                  <p:stCondLst>
                                    <p:cond delay="0"/>
                                  </p:stCondLst>
                                  <p:childTnLst>
                                    <p:set>
                                      <p:cBhvr>
                                        <p:cTn id="15" dur="1" fill="hold">
                                          <p:stCondLst>
                                            <p:cond delay="0"/>
                                          </p:stCondLst>
                                        </p:cTn>
                                        <p:tgtEl>
                                          <p:spTgt spid="13318"/>
                                        </p:tgtEl>
                                        <p:attrNameLst>
                                          <p:attrName>style.visibility</p:attrName>
                                        </p:attrNameLst>
                                      </p:cBhvr>
                                      <p:to>
                                        <p:strVal val="visible"/>
                                      </p:to>
                                    </p:set>
                                    <p:anim calcmode="lin" valueType="num">
                                      <p:cBhvr additive="base">
                                        <p:cTn id="16" dur="500" fill="hold"/>
                                        <p:tgtEl>
                                          <p:spTgt spid="13318"/>
                                        </p:tgtEl>
                                        <p:attrNameLst>
                                          <p:attrName>ppt_x</p:attrName>
                                        </p:attrNameLst>
                                      </p:cBhvr>
                                      <p:tavLst>
                                        <p:tav tm="0">
                                          <p:val>
                                            <p:strVal val="#ppt_x"/>
                                          </p:val>
                                        </p:tav>
                                        <p:tav tm="100000">
                                          <p:val>
                                            <p:strVal val="#ppt_x"/>
                                          </p:val>
                                        </p:tav>
                                      </p:tavLst>
                                    </p:anim>
                                    <p:anim calcmode="lin" valueType="num">
                                      <p:cBhvr additive="base">
                                        <p:cTn id="17" dur="500" fill="hold"/>
                                        <p:tgtEl>
                                          <p:spTgt spid="13318"/>
                                        </p:tgtEl>
                                        <p:attrNameLst>
                                          <p:attrName>ppt_y</p:attrName>
                                        </p:attrNameLst>
                                      </p:cBhvr>
                                      <p:tavLst>
                                        <p:tav tm="0">
                                          <p:val>
                                            <p:strVal val="0-#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1" fill="hold" grpId="0" nodeType="clickEffect">
                                  <p:stCondLst>
                                    <p:cond delay="0"/>
                                  </p:stCondLst>
                                  <p:iterate type="wd">
                                    <p:tmPct val="100000"/>
                                  </p:iterate>
                                  <p:childTnLst>
                                    <p:set>
                                      <p:cBhvr>
                                        <p:cTn id="21" dur="1" fill="hold">
                                          <p:stCondLst>
                                            <p:cond delay="0"/>
                                          </p:stCondLst>
                                        </p:cTn>
                                        <p:tgtEl>
                                          <p:spTgt spid="13319">
                                            <p:txEl>
                                              <p:pRg st="0" end="0"/>
                                            </p:txEl>
                                          </p:spTgt>
                                        </p:tgtEl>
                                        <p:attrNameLst>
                                          <p:attrName>style.visibility</p:attrName>
                                        </p:attrNameLst>
                                      </p:cBhvr>
                                      <p:to>
                                        <p:strVal val="visible"/>
                                      </p:to>
                                    </p:set>
                                    <p:anim calcmode="lin" valueType="num">
                                      <p:cBhvr additive="base">
                                        <p:cTn id="22" dur="300" fill="hold"/>
                                        <p:tgtEl>
                                          <p:spTgt spid="13319">
                                            <p:txEl>
                                              <p:pRg st="0" end="0"/>
                                            </p:txEl>
                                          </p:spTgt>
                                        </p:tgtEl>
                                        <p:attrNameLst>
                                          <p:attrName>ppt_x</p:attrName>
                                        </p:attrNameLst>
                                      </p:cBhvr>
                                      <p:tavLst>
                                        <p:tav tm="0">
                                          <p:val>
                                            <p:strVal val="#ppt_x"/>
                                          </p:val>
                                        </p:tav>
                                        <p:tav tm="100000">
                                          <p:val>
                                            <p:strVal val="#ppt_x"/>
                                          </p:val>
                                        </p:tav>
                                      </p:tavLst>
                                    </p:anim>
                                    <p:anim calcmode="lin" valueType="num">
                                      <p:cBhvr additive="base">
                                        <p:cTn id="23" dur="300" fill="hold"/>
                                        <p:tgtEl>
                                          <p:spTgt spid="13319">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320">
                                            <p:txEl>
                                              <p:pRg st="0" end="0"/>
                                            </p:txEl>
                                          </p:spTgt>
                                        </p:tgtEl>
                                        <p:attrNameLst>
                                          <p:attrName>style.visibility</p:attrName>
                                        </p:attrNameLst>
                                      </p:cBhvr>
                                      <p:to>
                                        <p:strVal val="visible"/>
                                      </p:to>
                                    </p:set>
                                    <p:animEffect transition="in" filter="wipe(left)">
                                      <p:cBhvr>
                                        <p:cTn id="28" dur="500"/>
                                        <p:tgtEl>
                                          <p:spTgt spid="13320">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13321"/>
                                        </p:tgtEl>
                                        <p:attrNameLst>
                                          <p:attrName>style.visibility</p:attrName>
                                        </p:attrNameLst>
                                      </p:cBhvr>
                                      <p:to>
                                        <p:strVal val="visible"/>
                                      </p:to>
                                    </p:set>
                                    <p:animEffect transition="in" filter="blinds(horizontal)">
                                      <p:cBhvr>
                                        <p:cTn id="33" dur="500"/>
                                        <p:tgtEl>
                                          <p:spTgt spid="1332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6" presetClass="entr" presetSubtype="42" fill="hold" nodeType="clickEffect">
                                  <p:stCondLst>
                                    <p:cond delay="0"/>
                                  </p:stCondLst>
                                  <p:childTnLst>
                                    <p:set>
                                      <p:cBhvr>
                                        <p:cTn id="37" dur="1" fill="hold">
                                          <p:stCondLst>
                                            <p:cond delay="0"/>
                                          </p:stCondLst>
                                        </p:cTn>
                                        <p:tgtEl>
                                          <p:spTgt spid="13322"/>
                                        </p:tgtEl>
                                        <p:attrNameLst>
                                          <p:attrName>style.visibility</p:attrName>
                                        </p:attrNameLst>
                                      </p:cBhvr>
                                      <p:to>
                                        <p:strVal val="visible"/>
                                      </p:to>
                                    </p:set>
                                    <p:animEffect transition="in" filter="barn(outHorizontal)">
                                      <p:cBhvr>
                                        <p:cTn id="38" dur="500"/>
                                        <p:tgtEl>
                                          <p:spTgt spid="1332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323"/>
                                        </p:tgtEl>
                                        <p:attrNameLst>
                                          <p:attrName>style.visibility</p:attrName>
                                        </p:attrNameLst>
                                      </p:cBhvr>
                                      <p:to>
                                        <p:strVal val="visible"/>
                                      </p:to>
                                    </p:set>
                                    <p:animEffect transition="in" filter="wipe(left)">
                                      <p:cBhvr>
                                        <p:cTn id="43" dur="500"/>
                                        <p:tgtEl>
                                          <p:spTgt spid="1332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6" presetClass="entr" presetSubtype="42" fill="hold" nodeType="clickEffect">
                                  <p:stCondLst>
                                    <p:cond delay="0"/>
                                  </p:stCondLst>
                                  <p:childTnLst>
                                    <p:set>
                                      <p:cBhvr>
                                        <p:cTn id="47" dur="1" fill="hold">
                                          <p:stCondLst>
                                            <p:cond delay="0"/>
                                          </p:stCondLst>
                                        </p:cTn>
                                        <p:tgtEl>
                                          <p:spTgt spid="13324"/>
                                        </p:tgtEl>
                                        <p:attrNameLst>
                                          <p:attrName>style.visibility</p:attrName>
                                        </p:attrNameLst>
                                      </p:cBhvr>
                                      <p:to>
                                        <p:strVal val="visible"/>
                                      </p:to>
                                    </p:set>
                                    <p:animEffect transition="in" filter="barn(outHorizontal)">
                                      <p:cBhvr>
                                        <p:cTn id="48" dur="500"/>
                                        <p:tgtEl>
                                          <p:spTgt spid="1332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9" fill="hold" nodeType="clickEffect">
                                  <p:stCondLst>
                                    <p:cond delay="0"/>
                                  </p:stCondLst>
                                  <p:childTnLst>
                                    <p:set>
                                      <p:cBhvr>
                                        <p:cTn id="52" dur="1" fill="hold">
                                          <p:stCondLst>
                                            <p:cond delay="0"/>
                                          </p:stCondLst>
                                        </p:cTn>
                                        <p:tgtEl>
                                          <p:spTgt spid="13325"/>
                                        </p:tgtEl>
                                        <p:attrNameLst>
                                          <p:attrName>style.visibility</p:attrName>
                                        </p:attrNameLst>
                                      </p:cBhvr>
                                      <p:to>
                                        <p:strVal val="visible"/>
                                      </p:to>
                                    </p:set>
                                    <p:anim calcmode="lin" valueType="num">
                                      <p:cBhvr additive="base">
                                        <p:cTn id="53" dur="500" fill="hold"/>
                                        <p:tgtEl>
                                          <p:spTgt spid="13325"/>
                                        </p:tgtEl>
                                        <p:attrNameLst>
                                          <p:attrName>ppt_x</p:attrName>
                                        </p:attrNameLst>
                                      </p:cBhvr>
                                      <p:tavLst>
                                        <p:tav tm="0">
                                          <p:val>
                                            <p:strVal val="0-#ppt_w/2"/>
                                          </p:val>
                                        </p:tav>
                                        <p:tav tm="100000">
                                          <p:val>
                                            <p:strVal val="#ppt_x"/>
                                          </p:val>
                                        </p:tav>
                                      </p:tavLst>
                                    </p:anim>
                                    <p:anim calcmode="lin" valueType="num">
                                      <p:cBhvr additive="base">
                                        <p:cTn id="54" dur="500" fill="hold"/>
                                        <p:tgtEl>
                                          <p:spTgt spid="13325"/>
                                        </p:tgtEl>
                                        <p:attrNameLst>
                                          <p:attrName>ppt_y</p:attrName>
                                        </p:attrNameLst>
                                      </p:cBhvr>
                                      <p:tavLst>
                                        <p:tav tm="0">
                                          <p:val>
                                            <p:strVal val="0-#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3336">
                                            <p:txEl>
                                              <p:pRg st="0" end="0"/>
                                            </p:txEl>
                                          </p:spTgt>
                                        </p:tgtEl>
                                        <p:attrNameLst>
                                          <p:attrName>style.visibility</p:attrName>
                                        </p:attrNameLst>
                                      </p:cBhvr>
                                      <p:to>
                                        <p:strVal val="visible"/>
                                      </p:to>
                                    </p:set>
                                    <p:animEffect transition="in" filter="wipe(left)">
                                      <p:cBhvr>
                                        <p:cTn id="59" dur="500"/>
                                        <p:tgtEl>
                                          <p:spTgt spid="13336">
                                            <p:txEl>
                                              <p:pRg st="0" end="0"/>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3337">
                                            <p:txEl>
                                              <p:pRg st="0" end="0"/>
                                            </p:txEl>
                                          </p:spTgt>
                                        </p:tgtEl>
                                        <p:attrNameLst>
                                          <p:attrName>style.visibility</p:attrName>
                                        </p:attrNameLst>
                                      </p:cBhvr>
                                      <p:to>
                                        <p:strVal val="visible"/>
                                      </p:to>
                                    </p:set>
                                    <p:animEffect transition="in" filter="wipe(left)">
                                      <p:cBhvr>
                                        <p:cTn id="64" dur="500"/>
                                        <p:tgtEl>
                                          <p:spTgt spid="13337">
                                            <p:txEl>
                                              <p:pRg st="0" end="0"/>
                                            </p:txEl>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nodeType="clickEffect">
                                  <p:stCondLst>
                                    <p:cond delay="0"/>
                                  </p:stCondLst>
                                  <p:childTnLst>
                                    <p:set>
                                      <p:cBhvr>
                                        <p:cTn id="68" dur="1" fill="hold">
                                          <p:stCondLst>
                                            <p:cond delay="0"/>
                                          </p:stCondLst>
                                        </p:cTn>
                                        <p:tgtEl>
                                          <p:spTgt spid="13338"/>
                                        </p:tgtEl>
                                        <p:attrNameLst>
                                          <p:attrName>style.visibility</p:attrName>
                                        </p:attrNameLst>
                                      </p:cBhvr>
                                      <p:to>
                                        <p:strVal val="visible"/>
                                      </p:to>
                                    </p:set>
                                    <p:animEffect transition="in" filter="blinds(horizontal)">
                                      <p:cBhvr>
                                        <p:cTn id="69" dur="500"/>
                                        <p:tgtEl>
                                          <p:spTgt spid="13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build="p" autoUpdateAnimBg="0"/>
      <p:bldP spid="13319" grpId="0" build="p" autoUpdateAnimBg="0"/>
      <p:bldP spid="13320" grpId="0" build="p" autoUpdateAnimBg="0"/>
      <p:bldP spid="13323" grpId="0" autoUpdateAnimBg="0"/>
      <p:bldP spid="13336" grpId="0" build="p" autoUpdateAnimBg="0"/>
      <p:bldP spid="13337"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8" name="日期占位符 1">
            <a:extLst>
              <a:ext uri="{FF2B5EF4-FFF2-40B4-BE49-F238E27FC236}">
                <a16:creationId xmlns="" xmlns:a16="http://schemas.microsoft.com/office/drawing/2014/main" id="{ABD58B54-59A4-430B-8289-1AEC25F44DF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A644035-36FE-46C3-9C58-BEB41EAC687A}" type="datetime3">
              <a:rPr lang="zh-CN" altLang="en-US" smtClean="0"/>
              <a:pPr eaLnBrk="1" hangingPunct="1"/>
              <a:t>2022年2月18日星期五</a:t>
            </a:fld>
            <a:endParaRPr lang="en-US" altLang="zh-CN"/>
          </a:p>
        </p:txBody>
      </p:sp>
      <p:sp>
        <p:nvSpPr>
          <p:cNvPr id="15369" name="页脚占位符 2">
            <a:extLst>
              <a:ext uri="{FF2B5EF4-FFF2-40B4-BE49-F238E27FC236}">
                <a16:creationId xmlns="" xmlns:a16="http://schemas.microsoft.com/office/drawing/2014/main" id="{1D0EEB87-35F7-4F00-89C9-0D8032A9E4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15370" name="灯片编号占位符 3">
            <a:extLst>
              <a:ext uri="{FF2B5EF4-FFF2-40B4-BE49-F238E27FC236}">
                <a16:creationId xmlns="" xmlns:a16="http://schemas.microsoft.com/office/drawing/2014/main" id="{E5D5A83E-C56F-4E3D-9BDB-252A436F9A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D59D469-4508-4EF9-91E7-451A69D62784}" type="slidenum">
              <a:rPr lang="en-US" altLang="zh-CN"/>
              <a:pPr eaLnBrk="1" hangingPunct="1"/>
              <a:t>15</a:t>
            </a:fld>
            <a:endParaRPr lang="en-US" altLang="zh-CN"/>
          </a:p>
        </p:txBody>
      </p:sp>
      <p:grpSp>
        <p:nvGrpSpPr>
          <p:cNvPr id="2" name="Group 22">
            <a:extLst>
              <a:ext uri="{FF2B5EF4-FFF2-40B4-BE49-F238E27FC236}">
                <a16:creationId xmlns="" xmlns:a16="http://schemas.microsoft.com/office/drawing/2014/main" id="{E0000213-12BE-4A38-BDDB-D12BB9669FE9}"/>
              </a:ext>
            </a:extLst>
          </p:cNvPr>
          <p:cNvGrpSpPr>
            <a:grpSpLocks/>
          </p:cNvGrpSpPr>
          <p:nvPr/>
        </p:nvGrpSpPr>
        <p:grpSpPr bwMode="auto">
          <a:xfrm>
            <a:off x="228600" y="304800"/>
            <a:ext cx="3124200" cy="971550"/>
            <a:chOff x="240" y="1200"/>
            <a:chExt cx="1968" cy="612"/>
          </a:xfrm>
        </p:grpSpPr>
        <p:sp>
          <p:nvSpPr>
            <p:cNvPr id="15380" name="Rectangle 23">
              <a:extLst>
                <a:ext uri="{FF2B5EF4-FFF2-40B4-BE49-F238E27FC236}">
                  <a16:creationId xmlns="" xmlns:a16="http://schemas.microsoft.com/office/drawing/2014/main" id="{A043AB6B-538E-455E-97E2-95366AE0BC7F}"/>
                </a:ext>
              </a:extLst>
            </p:cNvPr>
            <p:cNvSpPr>
              <a:spLocks noChangeArrowheads="1"/>
            </p:cNvSpPr>
            <p:nvPr/>
          </p:nvSpPr>
          <p:spPr bwMode="auto">
            <a:xfrm>
              <a:off x="240" y="1248"/>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解方程组</a:t>
              </a:r>
            </a:p>
          </p:txBody>
        </p:sp>
        <p:graphicFrame>
          <p:nvGraphicFramePr>
            <p:cNvPr id="15367" name="Object 24">
              <a:extLst>
                <a:ext uri="{FF2B5EF4-FFF2-40B4-BE49-F238E27FC236}">
                  <a16:creationId xmlns="" xmlns:a16="http://schemas.microsoft.com/office/drawing/2014/main" id="{901611B1-7DE5-4E12-9760-C135446C890D}"/>
                </a:ext>
              </a:extLst>
            </p:cNvPr>
            <p:cNvGraphicFramePr>
              <a:graphicFrameLocks noChangeAspect="1"/>
            </p:cNvGraphicFramePr>
            <p:nvPr/>
          </p:nvGraphicFramePr>
          <p:xfrm>
            <a:off x="1200" y="1200"/>
            <a:ext cx="1008" cy="612"/>
          </p:xfrm>
          <a:graphic>
            <a:graphicData uri="http://schemas.openxmlformats.org/presentationml/2006/ole">
              <mc:AlternateContent xmlns:mc="http://schemas.openxmlformats.org/markup-compatibility/2006">
                <mc:Choice xmlns:v="urn:schemas-microsoft-com:vml" Requires="v">
                  <p:oleObj spid="_x0000_s14362" name="Equation" r:id="rId3" imgW="799920" imgH="482400" progId="Equation.DSMT4">
                    <p:embed/>
                  </p:oleObj>
                </mc:Choice>
                <mc:Fallback>
                  <p:oleObj name="Equation" r:id="rId3" imgW="799920" imgH="482400" progId="Equation.DSMT4">
                    <p:embed/>
                    <p:pic>
                      <p:nvPicPr>
                        <p:cNvPr id="15367" name="Object 24">
                          <a:extLst>
                            <a:ext uri="{FF2B5EF4-FFF2-40B4-BE49-F238E27FC236}">
                              <a16:creationId xmlns="" xmlns:a16="http://schemas.microsoft.com/office/drawing/2014/main" id="{901611B1-7DE5-4E12-9760-C135446C89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200"/>
                          <a:ext cx="1008" cy="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28">
            <a:extLst>
              <a:ext uri="{FF2B5EF4-FFF2-40B4-BE49-F238E27FC236}">
                <a16:creationId xmlns="" xmlns:a16="http://schemas.microsoft.com/office/drawing/2014/main" id="{834E4A0A-ED1D-4A1E-B22B-3FC2FD2E9380}"/>
              </a:ext>
            </a:extLst>
          </p:cNvPr>
          <p:cNvGrpSpPr>
            <a:grpSpLocks/>
          </p:cNvGrpSpPr>
          <p:nvPr/>
        </p:nvGrpSpPr>
        <p:grpSpPr bwMode="auto">
          <a:xfrm>
            <a:off x="3581400" y="533400"/>
            <a:ext cx="4648200" cy="550863"/>
            <a:chOff x="2304" y="576"/>
            <a:chExt cx="2928" cy="347"/>
          </a:xfrm>
        </p:grpSpPr>
        <p:graphicFrame>
          <p:nvGraphicFramePr>
            <p:cNvPr id="15366" name="Object 13">
              <a:extLst>
                <a:ext uri="{FF2B5EF4-FFF2-40B4-BE49-F238E27FC236}">
                  <a16:creationId xmlns="" xmlns:a16="http://schemas.microsoft.com/office/drawing/2014/main" id="{C71F34E1-968E-4EBB-8F9A-36EAD6A2C385}"/>
                </a:ext>
              </a:extLst>
            </p:cNvPr>
            <p:cNvGraphicFramePr>
              <a:graphicFrameLocks noChangeAspect="1"/>
            </p:cNvGraphicFramePr>
            <p:nvPr/>
          </p:nvGraphicFramePr>
          <p:xfrm>
            <a:off x="4176" y="576"/>
            <a:ext cx="1056" cy="347"/>
          </p:xfrm>
          <a:graphic>
            <a:graphicData uri="http://schemas.openxmlformats.org/presentationml/2006/ole">
              <mc:AlternateContent xmlns:mc="http://schemas.openxmlformats.org/markup-compatibility/2006">
                <mc:Choice xmlns:v="urn:schemas-microsoft-com:vml" Requires="v">
                  <p:oleObj spid="_x0000_s14363" r:id="rId5" imgW="698500" imgH="228600" progId="Equation.DSMT4">
                    <p:embed/>
                  </p:oleObj>
                </mc:Choice>
                <mc:Fallback>
                  <p:oleObj r:id="rId5" imgW="698500" imgH="228600" progId="Equation.DSMT4">
                    <p:embed/>
                    <p:pic>
                      <p:nvPicPr>
                        <p:cNvPr id="15366" name="Object 13">
                          <a:extLst>
                            <a:ext uri="{FF2B5EF4-FFF2-40B4-BE49-F238E27FC236}">
                              <a16:creationId xmlns="" xmlns:a16="http://schemas.microsoft.com/office/drawing/2014/main" id="{C71F34E1-968E-4EBB-8F9A-36EAD6A2C3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6" y="576"/>
                          <a:ext cx="1056" cy="3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9" name="Rectangle 27">
              <a:extLst>
                <a:ext uri="{FF2B5EF4-FFF2-40B4-BE49-F238E27FC236}">
                  <a16:creationId xmlns="" xmlns:a16="http://schemas.microsoft.com/office/drawing/2014/main" id="{F721FE71-4CEB-4133-9CAE-BC188B7CD856}"/>
                </a:ext>
              </a:extLst>
            </p:cNvPr>
            <p:cNvSpPr>
              <a:spLocks noChangeArrowheads="1"/>
            </p:cNvSpPr>
            <p:nvPr/>
          </p:nvSpPr>
          <p:spPr bwMode="auto">
            <a:xfrm>
              <a:off x="2304" y="576"/>
              <a:ext cx="18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可求得一个特征向量</a:t>
              </a:r>
            </a:p>
          </p:txBody>
        </p:sp>
      </p:grpSp>
      <p:graphicFrame>
        <p:nvGraphicFramePr>
          <p:cNvPr id="42013" name="Object 29">
            <a:extLst>
              <a:ext uri="{FF2B5EF4-FFF2-40B4-BE49-F238E27FC236}">
                <a16:creationId xmlns="" xmlns:a16="http://schemas.microsoft.com/office/drawing/2014/main" id="{F7FB9C43-BE60-40C8-BA9D-DB82F50EFD2F}"/>
              </a:ext>
            </a:extLst>
          </p:cNvPr>
          <p:cNvGraphicFramePr>
            <a:graphicFrameLocks noChangeAspect="1"/>
          </p:cNvGraphicFramePr>
          <p:nvPr/>
        </p:nvGraphicFramePr>
        <p:xfrm>
          <a:off x="457200" y="1371600"/>
          <a:ext cx="1792288" cy="515938"/>
        </p:xfrm>
        <a:graphic>
          <a:graphicData uri="http://schemas.openxmlformats.org/presentationml/2006/ole">
            <mc:AlternateContent xmlns:mc="http://schemas.openxmlformats.org/markup-compatibility/2006">
              <mc:Choice xmlns:v="urn:schemas-microsoft-com:vml" Requires="v">
                <p:oleObj spid="_x0000_s14364" name="Equation" r:id="rId7" imgW="787320" imgH="228600" progId="Equation.DSMT4">
                  <p:embed/>
                </p:oleObj>
              </mc:Choice>
              <mc:Fallback>
                <p:oleObj name="Equation" r:id="rId7" imgW="787320" imgH="228600" progId="Equation.DSMT4">
                  <p:embed/>
                  <p:pic>
                    <p:nvPicPr>
                      <p:cNvPr id="42013" name="Object 29">
                        <a:extLst>
                          <a:ext uri="{FF2B5EF4-FFF2-40B4-BE49-F238E27FC236}">
                            <a16:creationId xmlns="" xmlns:a16="http://schemas.microsoft.com/office/drawing/2014/main" id="{F7FB9C43-BE60-40C8-BA9D-DB82F50EFD2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1371600"/>
                        <a:ext cx="1792288" cy="515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14" name="Text Box 30">
            <a:extLst>
              <a:ext uri="{FF2B5EF4-FFF2-40B4-BE49-F238E27FC236}">
                <a16:creationId xmlns="" xmlns:a16="http://schemas.microsoft.com/office/drawing/2014/main" id="{137CF1B1-29E5-4C49-8CB4-4B526DEF4A55}"/>
              </a:ext>
            </a:extLst>
          </p:cNvPr>
          <p:cNvSpPr txBox="1">
            <a:spLocks noChangeArrowheads="1"/>
          </p:cNvSpPr>
          <p:nvPr/>
        </p:nvSpPr>
        <p:spPr bwMode="auto">
          <a:xfrm>
            <a:off x="2438400" y="14478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解 </a:t>
            </a:r>
            <a:r>
              <a:rPr lang="en-US" altLang="zh-CN" sz="2400" b="1"/>
              <a:t>(A-6E)x=0,</a:t>
            </a:r>
          </a:p>
        </p:txBody>
      </p:sp>
      <p:sp>
        <p:nvSpPr>
          <p:cNvPr id="42015" name="Text Box 31">
            <a:extLst>
              <a:ext uri="{FF2B5EF4-FFF2-40B4-BE49-F238E27FC236}">
                <a16:creationId xmlns="" xmlns:a16="http://schemas.microsoft.com/office/drawing/2014/main" id="{FB153E4E-0A6D-4C21-9FA8-570A119CD3A6}"/>
              </a:ext>
            </a:extLst>
          </p:cNvPr>
          <p:cNvSpPr txBox="1">
            <a:spLocks noChangeArrowheads="1"/>
          </p:cNvSpPr>
          <p:nvPr/>
        </p:nvSpPr>
        <p:spPr bwMode="auto">
          <a:xfrm>
            <a:off x="304800" y="1981200"/>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对系数矩阵作初等行变换</a:t>
            </a:r>
          </a:p>
        </p:txBody>
      </p:sp>
      <p:graphicFrame>
        <p:nvGraphicFramePr>
          <p:cNvPr id="42016" name="Object 32">
            <a:extLst>
              <a:ext uri="{FF2B5EF4-FFF2-40B4-BE49-F238E27FC236}">
                <a16:creationId xmlns="" xmlns:a16="http://schemas.microsoft.com/office/drawing/2014/main" id="{1FD72350-41FF-4537-A2E5-F28BFF08AAEF}"/>
              </a:ext>
            </a:extLst>
          </p:cNvPr>
          <p:cNvGraphicFramePr>
            <a:graphicFrameLocks noChangeAspect="1"/>
          </p:cNvGraphicFramePr>
          <p:nvPr/>
        </p:nvGraphicFramePr>
        <p:xfrm>
          <a:off x="457200" y="2514600"/>
          <a:ext cx="7543800" cy="985838"/>
        </p:xfrm>
        <a:graphic>
          <a:graphicData uri="http://schemas.openxmlformats.org/presentationml/2006/ole">
            <mc:AlternateContent xmlns:mc="http://schemas.openxmlformats.org/markup-compatibility/2006">
              <mc:Choice xmlns:v="urn:schemas-microsoft-com:vml" Requires="v">
                <p:oleObj spid="_x0000_s14365" name="Equation" r:id="rId9" imgW="3492360" imgH="457200" progId="Equation.DSMT4">
                  <p:embed/>
                </p:oleObj>
              </mc:Choice>
              <mc:Fallback>
                <p:oleObj name="Equation" r:id="rId9" imgW="3492360" imgH="457200" progId="Equation.DSMT4">
                  <p:embed/>
                  <p:pic>
                    <p:nvPicPr>
                      <p:cNvPr id="42016" name="Object 32">
                        <a:extLst>
                          <a:ext uri="{FF2B5EF4-FFF2-40B4-BE49-F238E27FC236}">
                            <a16:creationId xmlns="" xmlns:a16="http://schemas.microsoft.com/office/drawing/2014/main" id="{1FD72350-41FF-4537-A2E5-F28BFF08AAE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 y="2514600"/>
                        <a:ext cx="7543800" cy="985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33">
            <a:extLst>
              <a:ext uri="{FF2B5EF4-FFF2-40B4-BE49-F238E27FC236}">
                <a16:creationId xmlns="" xmlns:a16="http://schemas.microsoft.com/office/drawing/2014/main" id="{B2A93C97-F317-4634-A201-41B6384F8172}"/>
              </a:ext>
            </a:extLst>
          </p:cNvPr>
          <p:cNvGrpSpPr>
            <a:grpSpLocks/>
          </p:cNvGrpSpPr>
          <p:nvPr/>
        </p:nvGrpSpPr>
        <p:grpSpPr bwMode="auto">
          <a:xfrm>
            <a:off x="381000" y="3657600"/>
            <a:ext cx="3238500" cy="1328738"/>
            <a:chOff x="240" y="1088"/>
            <a:chExt cx="2040" cy="837"/>
          </a:xfrm>
        </p:grpSpPr>
        <p:sp>
          <p:nvSpPr>
            <p:cNvPr id="15378" name="Rectangle 34">
              <a:extLst>
                <a:ext uri="{FF2B5EF4-FFF2-40B4-BE49-F238E27FC236}">
                  <a16:creationId xmlns="" xmlns:a16="http://schemas.microsoft.com/office/drawing/2014/main" id="{AF263483-8B30-48FB-BB4F-5AE8AE487153}"/>
                </a:ext>
              </a:extLst>
            </p:cNvPr>
            <p:cNvSpPr>
              <a:spLocks noChangeArrowheads="1"/>
            </p:cNvSpPr>
            <p:nvPr/>
          </p:nvSpPr>
          <p:spPr bwMode="auto">
            <a:xfrm>
              <a:off x="240" y="1248"/>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解方程组</a:t>
              </a:r>
            </a:p>
          </p:txBody>
        </p:sp>
        <p:graphicFrame>
          <p:nvGraphicFramePr>
            <p:cNvPr id="15365" name="Object 35">
              <a:extLst>
                <a:ext uri="{FF2B5EF4-FFF2-40B4-BE49-F238E27FC236}">
                  <a16:creationId xmlns="" xmlns:a16="http://schemas.microsoft.com/office/drawing/2014/main" id="{77E7A82F-7E68-4C8A-A604-EA47A730FE63}"/>
                </a:ext>
              </a:extLst>
            </p:cNvPr>
            <p:cNvGraphicFramePr>
              <a:graphicFrameLocks noChangeAspect="1"/>
            </p:cNvGraphicFramePr>
            <p:nvPr/>
          </p:nvGraphicFramePr>
          <p:xfrm>
            <a:off x="1128" y="1088"/>
            <a:ext cx="1152" cy="837"/>
          </p:xfrm>
          <a:graphic>
            <a:graphicData uri="http://schemas.openxmlformats.org/presentationml/2006/ole">
              <mc:AlternateContent xmlns:mc="http://schemas.openxmlformats.org/markup-compatibility/2006">
                <mc:Choice xmlns:v="urn:schemas-microsoft-com:vml" Requires="v">
                  <p:oleObj spid="_x0000_s14366" name="Equation" r:id="rId11" imgW="914400" imgH="660240" progId="Equation.DSMT4">
                    <p:embed/>
                  </p:oleObj>
                </mc:Choice>
                <mc:Fallback>
                  <p:oleObj name="Equation" r:id="rId11" imgW="914400" imgH="660240" progId="Equation.DSMT4">
                    <p:embed/>
                    <p:pic>
                      <p:nvPicPr>
                        <p:cNvPr id="15365" name="Object 35">
                          <a:extLst>
                            <a:ext uri="{FF2B5EF4-FFF2-40B4-BE49-F238E27FC236}">
                              <a16:creationId xmlns="" xmlns:a16="http://schemas.microsoft.com/office/drawing/2014/main" id="{77E7A82F-7E68-4C8A-A604-EA47A730FE6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28" y="1088"/>
                          <a:ext cx="1152" cy="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39">
            <a:extLst>
              <a:ext uri="{FF2B5EF4-FFF2-40B4-BE49-F238E27FC236}">
                <a16:creationId xmlns="" xmlns:a16="http://schemas.microsoft.com/office/drawing/2014/main" id="{8D5C8240-D422-4342-8E4F-18ECB548BFA3}"/>
              </a:ext>
            </a:extLst>
          </p:cNvPr>
          <p:cNvGrpSpPr>
            <a:grpSpLocks/>
          </p:cNvGrpSpPr>
          <p:nvPr/>
        </p:nvGrpSpPr>
        <p:grpSpPr bwMode="auto">
          <a:xfrm>
            <a:off x="3810000" y="4114800"/>
            <a:ext cx="4648200" cy="566738"/>
            <a:chOff x="2400" y="2592"/>
            <a:chExt cx="2928" cy="357"/>
          </a:xfrm>
        </p:grpSpPr>
        <p:graphicFrame>
          <p:nvGraphicFramePr>
            <p:cNvPr id="15364" name="Object 16">
              <a:extLst>
                <a:ext uri="{FF2B5EF4-FFF2-40B4-BE49-F238E27FC236}">
                  <a16:creationId xmlns="" xmlns:a16="http://schemas.microsoft.com/office/drawing/2014/main" id="{0601BAE3-5B68-4106-B679-67E37940AFCE}"/>
                </a:ext>
              </a:extLst>
            </p:cNvPr>
            <p:cNvGraphicFramePr>
              <a:graphicFrameLocks noChangeAspect="1"/>
            </p:cNvGraphicFramePr>
            <p:nvPr/>
          </p:nvGraphicFramePr>
          <p:xfrm>
            <a:off x="4272" y="2592"/>
            <a:ext cx="1056" cy="357"/>
          </p:xfrm>
          <a:graphic>
            <a:graphicData uri="http://schemas.openxmlformats.org/presentationml/2006/ole">
              <mc:AlternateContent xmlns:mc="http://schemas.openxmlformats.org/markup-compatibility/2006">
                <mc:Choice xmlns:v="urn:schemas-microsoft-com:vml" Requires="v">
                  <p:oleObj spid="_x0000_s14367" r:id="rId13" imgW="672808" imgH="228501" progId="Equation.DSMT4">
                    <p:embed/>
                  </p:oleObj>
                </mc:Choice>
                <mc:Fallback>
                  <p:oleObj r:id="rId13" imgW="672808" imgH="228501" progId="Equation.DSMT4">
                    <p:embed/>
                    <p:pic>
                      <p:nvPicPr>
                        <p:cNvPr id="15364" name="Object 16">
                          <a:extLst>
                            <a:ext uri="{FF2B5EF4-FFF2-40B4-BE49-F238E27FC236}">
                              <a16:creationId xmlns="" xmlns:a16="http://schemas.microsoft.com/office/drawing/2014/main" id="{0601BAE3-5B68-4106-B679-67E37940AFC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72" y="2592"/>
                          <a:ext cx="1056" cy="3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7" name="Rectangle 38">
              <a:extLst>
                <a:ext uri="{FF2B5EF4-FFF2-40B4-BE49-F238E27FC236}">
                  <a16:creationId xmlns="" xmlns:a16="http://schemas.microsoft.com/office/drawing/2014/main" id="{D32D66EC-B371-4122-9DE2-433F84B404A5}"/>
                </a:ext>
              </a:extLst>
            </p:cNvPr>
            <p:cNvSpPr>
              <a:spLocks noChangeArrowheads="1"/>
            </p:cNvSpPr>
            <p:nvPr/>
          </p:nvSpPr>
          <p:spPr bwMode="auto">
            <a:xfrm>
              <a:off x="2400" y="2592"/>
              <a:ext cx="18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可求得一个特征向量</a:t>
              </a:r>
            </a:p>
          </p:txBody>
        </p:sp>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9" fill="hold" nodeType="clickEffect">
                                  <p:stCondLst>
                                    <p:cond delay="0"/>
                                  </p:stCondLst>
                                  <p:childTnLst>
                                    <p:set>
                                      <p:cBhvr>
                                        <p:cTn id="18" dur="1" fill="hold">
                                          <p:stCondLst>
                                            <p:cond delay="0"/>
                                          </p:stCondLst>
                                        </p:cTn>
                                        <p:tgtEl>
                                          <p:spTgt spid="42013"/>
                                        </p:tgtEl>
                                        <p:attrNameLst>
                                          <p:attrName>style.visibility</p:attrName>
                                        </p:attrNameLst>
                                      </p:cBhvr>
                                      <p:to>
                                        <p:strVal val="visible"/>
                                      </p:to>
                                    </p:set>
                                    <p:anim calcmode="lin" valueType="num">
                                      <p:cBhvr additive="base">
                                        <p:cTn id="19" dur="500" fill="hold"/>
                                        <p:tgtEl>
                                          <p:spTgt spid="42013"/>
                                        </p:tgtEl>
                                        <p:attrNameLst>
                                          <p:attrName>ppt_x</p:attrName>
                                        </p:attrNameLst>
                                      </p:cBhvr>
                                      <p:tavLst>
                                        <p:tav tm="0">
                                          <p:val>
                                            <p:strVal val="0-#ppt_w/2"/>
                                          </p:val>
                                        </p:tav>
                                        <p:tav tm="100000">
                                          <p:val>
                                            <p:strVal val="#ppt_x"/>
                                          </p:val>
                                        </p:tav>
                                      </p:tavLst>
                                    </p:anim>
                                    <p:anim calcmode="lin" valueType="num">
                                      <p:cBhvr additive="base">
                                        <p:cTn id="20" dur="500" fill="hold"/>
                                        <p:tgtEl>
                                          <p:spTgt spid="42013"/>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2014">
                                            <p:txEl>
                                              <p:pRg st="0" end="0"/>
                                            </p:txEl>
                                          </p:spTgt>
                                        </p:tgtEl>
                                        <p:attrNameLst>
                                          <p:attrName>style.visibility</p:attrName>
                                        </p:attrNameLst>
                                      </p:cBhvr>
                                      <p:to>
                                        <p:strVal val="visible"/>
                                      </p:to>
                                    </p:set>
                                    <p:animEffect transition="in" filter="wipe(left)">
                                      <p:cBhvr>
                                        <p:cTn id="25" dur="500"/>
                                        <p:tgtEl>
                                          <p:spTgt spid="42014">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2015">
                                            <p:txEl>
                                              <p:pRg st="0" end="0"/>
                                            </p:txEl>
                                          </p:spTgt>
                                        </p:tgtEl>
                                        <p:attrNameLst>
                                          <p:attrName>style.visibility</p:attrName>
                                        </p:attrNameLst>
                                      </p:cBhvr>
                                      <p:to>
                                        <p:strVal val="visible"/>
                                      </p:to>
                                    </p:set>
                                    <p:animEffect transition="in" filter="wipe(left)">
                                      <p:cBhvr>
                                        <p:cTn id="30" dur="500"/>
                                        <p:tgtEl>
                                          <p:spTgt spid="42015">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42016"/>
                                        </p:tgtEl>
                                        <p:attrNameLst>
                                          <p:attrName>style.visibility</p:attrName>
                                        </p:attrNameLst>
                                      </p:cBhvr>
                                      <p:to>
                                        <p:strVal val="visible"/>
                                      </p:to>
                                    </p:set>
                                    <p:animEffect transition="in" filter="blinds(horizontal)">
                                      <p:cBhvr>
                                        <p:cTn id="35" dur="500"/>
                                        <p:tgtEl>
                                          <p:spTgt spid="4201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additive="base">
                                        <p:cTn id="40" dur="500" fill="hold"/>
                                        <p:tgtEl>
                                          <p:spTgt spid="4"/>
                                        </p:tgtEl>
                                        <p:attrNameLst>
                                          <p:attrName>ppt_x</p:attrName>
                                        </p:attrNameLst>
                                      </p:cBhvr>
                                      <p:tavLst>
                                        <p:tav tm="0">
                                          <p:val>
                                            <p:strVal val="#ppt_x"/>
                                          </p:val>
                                        </p:tav>
                                        <p:tav tm="100000">
                                          <p:val>
                                            <p:strVal val="#ppt_x"/>
                                          </p:val>
                                        </p:tav>
                                      </p:tavLst>
                                    </p:anim>
                                    <p:anim calcmode="lin" valueType="num">
                                      <p:cBhvr additive="base">
                                        <p:cTn id="4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nodeType="clickEffect">
                                  <p:stCondLst>
                                    <p:cond delay="0"/>
                                  </p:stCondLst>
                                  <p:childTnLst>
                                    <p:set>
                                      <p:cBhvr>
                                        <p:cTn id="45" dur="1" fill="hold">
                                          <p:stCondLst>
                                            <p:cond delay="0"/>
                                          </p:stCondLst>
                                        </p:cTn>
                                        <p:tgtEl>
                                          <p:spTgt spid="5"/>
                                        </p:tgtEl>
                                        <p:attrNameLst>
                                          <p:attrName>style.visibility</p:attrName>
                                        </p:attrNameLst>
                                      </p:cBhvr>
                                      <p:to>
                                        <p:strVal val="visible"/>
                                      </p:to>
                                    </p:set>
                                    <p:anim calcmode="lin" valueType="num">
                                      <p:cBhvr additive="base">
                                        <p:cTn id="46" dur="500" fill="hold"/>
                                        <p:tgtEl>
                                          <p:spTgt spid="5"/>
                                        </p:tgtEl>
                                        <p:attrNameLst>
                                          <p:attrName>ppt_x</p:attrName>
                                        </p:attrNameLst>
                                      </p:cBhvr>
                                      <p:tavLst>
                                        <p:tav tm="0">
                                          <p:val>
                                            <p:strVal val="#ppt_x"/>
                                          </p:val>
                                        </p:tav>
                                        <p:tav tm="100000">
                                          <p:val>
                                            <p:strVal val="#ppt_x"/>
                                          </p:val>
                                        </p:tav>
                                      </p:tavLst>
                                    </p:anim>
                                    <p:anim calcmode="lin" valueType="num">
                                      <p:cBhvr additive="base">
                                        <p:cTn id="4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14" grpId="0" build="p" autoUpdateAnimBg="0"/>
      <p:bldP spid="42015"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3" name="日期占位符 1">
            <a:extLst>
              <a:ext uri="{FF2B5EF4-FFF2-40B4-BE49-F238E27FC236}">
                <a16:creationId xmlns="" xmlns:a16="http://schemas.microsoft.com/office/drawing/2014/main" id="{6C9E7F1A-5BA0-447F-90E1-BAC8FA7EF65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8B028F3-0F5B-49A5-8A92-595B359B7F6D}" type="datetime3">
              <a:rPr lang="zh-CN" altLang="en-US" smtClean="0"/>
              <a:pPr eaLnBrk="1" hangingPunct="1"/>
              <a:t>2022年2月18日星期五</a:t>
            </a:fld>
            <a:endParaRPr lang="en-US" altLang="zh-CN"/>
          </a:p>
        </p:txBody>
      </p:sp>
      <p:sp>
        <p:nvSpPr>
          <p:cNvPr id="16394" name="页脚占位符 2">
            <a:extLst>
              <a:ext uri="{FF2B5EF4-FFF2-40B4-BE49-F238E27FC236}">
                <a16:creationId xmlns="" xmlns:a16="http://schemas.microsoft.com/office/drawing/2014/main" id="{8613A5AC-D608-4977-A5A7-1E868D74527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16395" name="灯片编号占位符 3">
            <a:extLst>
              <a:ext uri="{FF2B5EF4-FFF2-40B4-BE49-F238E27FC236}">
                <a16:creationId xmlns="" xmlns:a16="http://schemas.microsoft.com/office/drawing/2014/main" id="{FEBC206F-5B5D-4A14-A272-80A715676FE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40E19C8-64F8-4AEA-8C61-13CBAB25DDA9}" type="slidenum">
              <a:rPr lang="en-US" altLang="zh-CN"/>
              <a:pPr eaLnBrk="1" hangingPunct="1"/>
              <a:t>16</a:t>
            </a:fld>
            <a:endParaRPr lang="en-US" altLang="zh-CN"/>
          </a:p>
        </p:txBody>
      </p:sp>
      <p:graphicFrame>
        <p:nvGraphicFramePr>
          <p:cNvPr id="43013" name="Object 5">
            <a:extLst>
              <a:ext uri="{FF2B5EF4-FFF2-40B4-BE49-F238E27FC236}">
                <a16:creationId xmlns="" xmlns:a16="http://schemas.microsoft.com/office/drawing/2014/main" id="{B73538E3-1CDB-47F3-846F-FF66DEB35C70}"/>
              </a:ext>
            </a:extLst>
          </p:cNvPr>
          <p:cNvGraphicFramePr>
            <a:graphicFrameLocks noChangeAspect="1"/>
          </p:cNvGraphicFramePr>
          <p:nvPr/>
        </p:nvGraphicFramePr>
        <p:xfrm>
          <a:off x="228600" y="304800"/>
          <a:ext cx="3779838" cy="1011238"/>
        </p:xfrm>
        <a:graphic>
          <a:graphicData uri="http://schemas.openxmlformats.org/presentationml/2006/ole">
            <mc:AlternateContent xmlns:mc="http://schemas.openxmlformats.org/markup-compatibility/2006">
              <mc:Choice xmlns:v="urn:schemas-microsoft-com:vml" Requires="v">
                <p:oleObj spid="_x0000_s15390" name="Equation" r:id="rId3" imgW="1714320" imgH="457200" progId="Equation.DSMT4">
                  <p:embed/>
                </p:oleObj>
              </mc:Choice>
              <mc:Fallback>
                <p:oleObj name="Equation" r:id="rId3" imgW="1714320" imgH="457200" progId="Equation.DSMT4">
                  <p:embed/>
                  <p:pic>
                    <p:nvPicPr>
                      <p:cNvPr id="43013" name="Object 5">
                        <a:extLst>
                          <a:ext uri="{FF2B5EF4-FFF2-40B4-BE49-F238E27FC236}">
                            <a16:creationId xmlns="" xmlns:a16="http://schemas.microsoft.com/office/drawing/2014/main" id="{B73538E3-1CDB-47F3-846F-FF66DEB35C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04800"/>
                        <a:ext cx="3779838" cy="1011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4" name="Object 6">
            <a:extLst>
              <a:ext uri="{FF2B5EF4-FFF2-40B4-BE49-F238E27FC236}">
                <a16:creationId xmlns="" xmlns:a16="http://schemas.microsoft.com/office/drawing/2014/main" id="{20B83420-335F-4ACB-B7CF-FB026EBBACE2}"/>
              </a:ext>
            </a:extLst>
          </p:cNvPr>
          <p:cNvGraphicFramePr>
            <a:graphicFrameLocks noChangeAspect="1"/>
          </p:cNvGraphicFramePr>
          <p:nvPr/>
        </p:nvGraphicFramePr>
        <p:xfrm>
          <a:off x="457200" y="1447800"/>
          <a:ext cx="2482850" cy="1006475"/>
        </p:xfrm>
        <a:graphic>
          <a:graphicData uri="http://schemas.openxmlformats.org/presentationml/2006/ole">
            <mc:AlternateContent xmlns:mc="http://schemas.openxmlformats.org/markup-compatibility/2006">
              <mc:Choice xmlns:v="urn:schemas-microsoft-com:vml" Requires="v">
                <p:oleObj spid="_x0000_s15391" name="Equation" r:id="rId5" imgW="1130040" imgH="457200" progId="Equation.DSMT4">
                  <p:embed/>
                </p:oleObj>
              </mc:Choice>
              <mc:Fallback>
                <p:oleObj name="Equation" r:id="rId5" imgW="1130040" imgH="457200" progId="Equation.DSMT4">
                  <p:embed/>
                  <p:pic>
                    <p:nvPicPr>
                      <p:cNvPr id="43014" name="Object 6">
                        <a:extLst>
                          <a:ext uri="{FF2B5EF4-FFF2-40B4-BE49-F238E27FC236}">
                            <a16:creationId xmlns="" xmlns:a16="http://schemas.microsoft.com/office/drawing/2014/main" id="{20B83420-335F-4ACB-B7CF-FB026EBBAC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1447800"/>
                        <a:ext cx="2482850" cy="1006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5" name="Object 7">
            <a:extLst>
              <a:ext uri="{FF2B5EF4-FFF2-40B4-BE49-F238E27FC236}">
                <a16:creationId xmlns="" xmlns:a16="http://schemas.microsoft.com/office/drawing/2014/main" id="{8DB98874-04D9-4715-8586-0A3BF97F2F73}"/>
              </a:ext>
            </a:extLst>
          </p:cNvPr>
          <p:cNvGraphicFramePr>
            <a:graphicFrameLocks noChangeAspect="1"/>
          </p:cNvGraphicFramePr>
          <p:nvPr/>
        </p:nvGraphicFramePr>
        <p:xfrm>
          <a:off x="3200400" y="1524000"/>
          <a:ext cx="2473325" cy="1003300"/>
        </p:xfrm>
        <a:graphic>
          <a:graphicData uri="http://schemas.openxmlformats.org/presentationml/2006/ole">
            <mc:AlternateContent xmlns:mc="http://schemas.openxmlformats.org/markup-compatibility/2006">
              <mc:Choice xmlns:v="urn:schemas-microsoft-com:vml" Requires="v">
                <p:oleObj spid="_x0000_s15392" name="Equation" r:id="rId7" imgW="1130040" imgH="457200" progId="Equation.DSMT4">
                  <p:embed/>
                </p:oleObj>
              </mc:Choice>
              <mc:Fallback>
                <p:oleObj name="Equation" r:id="rId7" imgW="1130040" imgH="457200" progId="Equation.DSMT4">
                  <p:embed/>
                  <p:pic>
                    <p:nvPicPr>
                      <p:cNvPr id="43015" name="Object 7">
                        <a:extLst>
                          <a:ext uri="{FF2B5EF4-FFF2-40B4-BE49-F238E27FC236}">
                            <a16:creationId xmlns="" xmlns:a16="http://schemas.microsoft.com/office/drawing/2014/main" id="{8DB98874-04D9-4715-8586-0A3BF97F2F7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0400" y="1524000"/>
                        <a:ext cx="2473325"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6" name="Object 8">
            <a:extLst>
              <a:ext uri="{FF2B5EF4-FFF2-40B4-BE49-F238E27FC236}">
                <a16:creationId xmlns="" xmlns:a16="http://schemas.microsoft.com/office/drawing/2014/main" id="{84E4A589-9136-46E2-9A17-B599E451884E}"/>
              </a:ext>
            </a:extLst>
          </p:cNvPr>
          <p:cNvGraphicFramePr>
            <a:graphicFrameLocks noChangeAspect="1"/>
          </p:cNvGraphicFramePr>
          <p:nvPr/>
        </p:nvGraphicFramePr>
        <p:xfrm>
          <a:off x="381000" y="2743200"/>
          <a:ext cx="3730625" cy="1077913"/>
        </p:xfrm>
        <a:graphic>
          <a:graphicData uri="http://schemas.openxmlformats.org/presentationml/2006/ole">
            <mc:AlternateContent xmlns:mc="http://schemas.openxmlformats.org/markup-compatibility/2006">
              <mc:Choice xmlns:v="urn:schemas-microsoft-com:vml" Requires="v">
                <p:oleObj spid="_x0000_s15393" name="Equation" r:id="rId9" imgW="1714320" imgH="495000" progId="Equation.DSMT4">
                  <p:embed/>
                </p:oleObj>
              </mc:Choice>
              <mc:Fallback>
                <p:oleObj name="Equation" r:id="rId9" imgW="1714320" imgH="495000" progId="Equation.DSMT4">
                  <p:embed/>
                  <p:pic>
                    <p:nvPicPr>
                      <p:cNvPr id="43016" name="Object 8">
                        <a:extLst>
                          <a:ext uri="{FF2B5EF4-FFF2-40B4-BE49-F238E27FC236}">
                            <a16:creationId xmlns="" xmlns:a16="http://schemas.microsoft.com/office/drawing/2014/main" id="{84E4A589-9136-46E2-9A17-B599E451884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743200"/>
                        <a:ext cx="3730625" cy="1077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7" name="Object 9">
            <a:extLst>
              <a:ext uri="{FF2B5EF4-FFF2-40B4-BE49-F238E27FC236}">
                <a16:creationId xmlns="" xmlns:a16="http://schemas.microsoft.com/office/drawing/2014/main" id="{5670B44A-6672-44DC-833F-DE33A8D8122C}"/>
              </a:ext>
            </a:extLst>
          </p:cNvPr>
          <p:cNvGraphicFramePr>
            <a:graphicFrameLocks noChangeAspect="1"/>
          </p:cNvGraphicFramePr>
          <p:nvPr/>
        </p:nvGraphicFramePr>
        <p:xfrm>
          <a:off x="4191000" y="2819400"/>
          <a:ext cx="4419600" cy="1060450"/>
        </p:xfrm>
        <a:graphic>
          <a:graphicData uri="http://schemas.openxmlformats.org/presentationml/2006/ole">
            <mc:AlternateContent xmlns:mc="http://schemas.openxmlformats.org/markup-compatibility/2006">
              <mc:Choice xmlns:v="urn:schemas-microsoft-com:vml" Requires="v">
                <p:oleObj spid="_x0000_s15394" name="Equation" r:id="rId11" imgW="1905000" imgH="457200" progId="Equation.DSMT4">
                  <p:embed/>
                </p:oleObj>
              </mc:Choice>
              <mc:Fallback>
                <p:oleObj name="Equation" r:id="rId11" imgW="1905000" imgH="457200" progId="Equation.DSMT4">
                  <p:embed/>
                  <p:pic>
                    <p:nvPicPr>
                      <p:cNvPr id="43017" name="Object 9">
                        <a:extLst>
                          <a:ext uri="{FF2B5EF4-FFF2-40B4-BE49-F238E27FC236}">
                            <a16:creationId xmlns="" xmlns:a16="http://schemas.microsoft.com/office/drawing/2014/main" id="{5670B44A-6672-44DC-833F-DE33A8D8122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91000" y="2819400"/>
                        <a:ext cx="4419600" cy="1060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25" name="Object 17">
            <a:extLst>
              <a:ext uri="{FF2B5EF4-FFF2-40B4-BE49-F238E27FC236}">
                <a16:creationId xmlns="" xmlns:a16="http://schemas.microsoft.com/office/drawing/2014/main" id="{172F0B3E-7CBB-4B14-9D30-B6C0E8D248C1}"/>
              </a:ext>
            </a:extLst>
          </p:cNvPr>
          <p:cNvGraphicFramePr>
            <a:graphicFrameLocks noChangeAspect="1"/>
          </p:cNvGraphicFramePr>
          <p:nvPr/>
        </p:nvGraphicFramePr>
        <p:xfrm>
          <a:off x="1828800" y="4114800"/>
          <a:ext cx="4648200" cy="1217613"/>
        </p:xfrm>
        <a:graphic>
          <a:graphicData uri="http://schemas.openxmlformats.org/presentationml/2006/ole">
            <mc:AlternateContent xmlns:mc="http://schemas.openxmlformats.org/markup-compatibility/2006">
              <mc:Choice xmlns:v="urn:schemas-microsoft-com:vml" Requires="v">
                <p:oleObj spid="_x0000_s15395" name="Equation" r:id="rId13" imgW="1841400" imgH="482400" progId="Equation.DSMT4">
                  <p:embed/>
                </p:oleObj>
              </mc:Choice>
              <mc:Fallback>
                <p:oleObj name="Equation" r:id="rId13" imgW="1841400" imgH="482400" progId="Equation.DSMT4">
                  <p:embed/>
                  <p:pic>
                    <p:nvPicPr>
                      <p:cNvPr id="43025" name="Object 17">
                        <a:extLst>
                          <a:ext uri="{FF2B5EF4-FFF2-40B4-BE49-F238E27FC236}">
                            <a16:creationId xmlns="" xmlns:a16="http://schemas.microsoft.com/office/drawing/2014/main" id="{172F0B3E-7CBB-4B14-9D30-B6C0E8D248C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28800" y="4114800"/>
                        <a:ext cx="4648200" cy="1217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20">
            <a:extLst>
              <a:ext uri="{FF2B5EF4-FFF2-40B4-BE49-F238E27FC236}">
                <a16:creationId xmlns="" xmlns:a16="http://schemas.microsoft.com/office/drawing/2014/main" id="{E50E2E97-27CE-4CBC-AA14-0FF4AA68C837}"/>
              </a:ext>
            </a:extLst>
          </p:cNvPr>
          <p:cNvGrpSpPr>
            <a:grpSpLocks/>
          </p:cNvGrpSpPr>
          <p:nvPr/>
        </p:nvGrpSpPr>
        <p:grpSpPr bwMode="auto">
          <a:xfrm>
            <a:off x="4648200" y="457200"/>
            <a:ext cx="3295650" cy="1023938"/>
            <a:chOff x="2928" y="288"/>
            <a:chExt cx="2076" cy="645"/>
          </a:xfrm>
        </p:grpSpPr>
        <p:sp>
          <p:nvSpPr>
            <p:cNvPr id="16397" name="Rectangle 18">
              <a:extLst>
                <a:ext uri="{FF2B5EF4-FFF2-40B4-BE49-F238E27FC236}">
                  <a16:creationId xmlns="" xmlns:a16="http://schemas.microsoft.com/office/drawing/2014/main" id="{EB8366F2-291E-4032-8677-9AFCA004582A}"/>
                </a:ext>
              </a:extLst>
            </p:cNvPr>
            <p:cNvSpPr>
              <a:spLocks noChangeArrowheads="1"/>
            </p:cNvSpPr>
            <p:nvPr/>
          </p:nvSpPr>
          <p:spPr bwMode="auto">
            <a:xfrm>
              <a:off x="2928" y="384"/>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可得</a:t>
              </a:r>
            </a:p>
          </p:txBody>
        </p:sp>
        <p:graphicFrame>
          <p:nvGraphicFramePr>
            <p:cNvPr id="16392" name="Object 19">
              <a:extLst>
                <a:ext uri="{FF2B5EF4-FFF2-40B4-BE49-F238E27FC236}">
                  <a16:creationId xmlns="" xmlns:a16="http://schemas.microsoft.com/office/drawing/2014/main" id="{497320EB-4348-4F96-A8BC-800D5686AB51}"/>
                </a:ext>
              </a:extLst>
            </p:cNvPr>
            <p:cNvGraphicFramePr>
              <a:graphicFrameLocks noChangeAspect="1"/>
            </p:cNvGraphicFramePr>
            <p:nvPr/>
          </p:nvGraphicFramePr>
          <p:xfrm>
            <a:off x="3552" y="288"/>
            <a:ext cx="1452" cy="645"/>
          </p:xfrm>
          <a:graphic>
            <a:graphicData uri="http://schemas.openxmlformats.org/presentationml/2006/ole">
              <mc:AlternateContent xmlns:mc="http://schemas.openxmlformats.org/markup-compatibility/2006">
                <mc:Choice xmlns:v="urn:schemas-microsoft-com:vml" Requires="v">
                  <p:oleObj spid="_x0000_s15396" name="Equation" r:id="rId15" imgW="1028520" imgH="457200" progId="Equation.DSMT4">
                    <p:embed/>
                  </p:oleObj>
                </mc:Choice>
                <mc:Fallback>
                  <p:oleObj name="Equation" r:id="rId15" imgW="1028520" imgH="457200" progId="Equation.DSMT4">
                    <p:embed/>
                    <p:pic>
                      <p:nvPicPr>
                        <p:cNvPr id="16392" name="Object 19">
                          <a:extLst>
                            <a:ext uri="{FF2B5EF4-FFF2-40B4-BE49-F238E27FC236}">
                              <a16:creationId xmlns="" xmlns:a16="http://schemas.microsoft.com/office/drawing/2014/main" id="{497320EB-4348-4F96-A8BC-800D5686AB5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52" y="288"/>
                          <a:ext cx="1452" cy="6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3013"/>
                                        </p:tgtEl>
                                        <p:attrNameLst>
                                          <p:attrName>style.visibility</p:attrName>
                                        </p:attrNameLst>
                                      </p:cBhvr>
                                      <p:to>
                                        <p:strVal val="visible"/>
                                      </p:to>
                                    </p:set>
                                    <p:animEffect transition="in" filter="blinds(horizontal)">
                                      <p:cBhvr>
                                        <p:cTn id="7" dur="500"/>
                                        <p:tgtEl>
                                          <p:spTgt spid="430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43014"/>
                                        </p:tgtEl>
                                        <p:attrNameLst>
                                          <p:attrName>style.visibility</p:attrName>
                                        </p:attrNameLst>
                                      </p:cBhvr>
                                      <p:to>
                                        <p:strVal val="visible"/>
                                      </p:to>
                                    </p:set>
                                    <p:animEffect transition="in" filter="blinds(horizontal)">
                                      <p:cBhvr>
                                        <p:cTn id="18" dur="500"/>
                                        <p:tgtEl>
                                          <p:spTgt spid="4301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43015"/>
                                        </p:tgtEl>
                                        <p:attrNameLst>
                                          <p:attrName>style.visibility</p:attrName>
                                        </p:attrNameLst>
                                      </p:cBhvr>
                                      <p:to>
                                        <p:strVal val="visible"/>
                                      </p:to>
                                    </p:set>
                                    <p:animEffect transition="in" filter="blinds(horizontal)">
                                      <p:cBhvr>
                                        <p:cTn id="23" dur="500"/>
                                        <p:tgtEl>
                                          <p:spTgt spid="430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43016"/>
                                        </p:tgtEl>
                                        <p:attrNameLst>
                                          <p:attrName>style.visibility</p:attrName>
                                        </p:attrNameLst>
                                      </p:cBhvr>
                                      <p:to>
                                        <p:strVal val="visible"/>
                                      </p:to>
                                    </p:set>
                                    <p:animEffect transition="in" filter="blinds(horizontal)">
                                      <p:cBhvr>
                                        <p:cTn id="28" dur="500"/>
                                        <p:tgtEl>
                                          <p:spTgt spid="4301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43017"/>
                                        </p:tgtEl>
                                        <p:attrNameLst>
                                          <p:attrName>style.visibility</p:attrName>
                                        </p:attrNameLst>
                                      </p:cBhvr>
                                      <p:to>
                                        <p:strVal val="visible"/>
                                      </p:to>
                                    </p:set>
                                    <p:animEffect transition="in" filter="blinds(horizontal)">
                                      <p:cBhvr>
                                        <p:cTn id="33" dur="500"/>
                                        <p:tgtEl>
                                          <p:spTgt spid="4301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43025"/>
                                        </p:tgtEl>
                                        <p:attrNameLst>
                                          <p:attrName>style.visibility</p:attrName>
                                        </p:attrNameLst>
                                      </p:cBhvr>
                                      <p:to>
                                        <p:strVal val="visible"/>
                                      </p:to>
                                    </p:set>
                                    <p:anim calcmode="lin" valueType="num">
                                      <p:cBhvr additive="base">
                                        <p:cTn id="38" dur="500" fill="hold"/>
                                        <p:tgtEl>
                                          <p:spTgt spid="43025"/>
                                        </p:tgtEl>
                                        <p:attrNameLst>
                                          <p:attrName>ppt_x</p:attrName>
                                        </p:attrNameLst>
                                      </p:cBhvr>
                                      <p:tavLst>
                                        <p:tav tm="0">
                                          <p:val>
                                            <p:strVal val="#ppt_x"/>
                                          </p:val>
                                        </p:tav>
                                        <p:tav tm="100000">
                                          <p:val>
                                            <p:strVal val="#ppt_x"/>
                                          </p:val>
                                        </p:tav>
                                      </p:tavLst>
                                    </p:anim>
                                    <p:anim calcmode="lin" valueType="num">
                                      <p:cBhvr additive="base">
                                        <p:cTn id="39" dur="500" fill="hold"/>
                                        <p:tgtEl>
                                          <p:spTgt spid="430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日期占位符 1">
            <a:extLst>
              <a:ext uri="{FF2B5EF4-FFF2-40B4-BE49-F238E27FC236}">
                <a16:creationId xmlns="" xmlns:a16="http://schemas.microsoft.com/office/drawing/2014/main" id="{3273C4D2-5463-42BE-BBA7-4C399DB5CC9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EF7078C-9175-43C8-8996-DBF40F4E4475}" type="datetime3">
              <a:rPr lang="zh-CN" altLang="en-US" smtClean="0"/>
              <a:pPr eaLnBrk="1" hangingPunct="1"/>
              <a:t>2022年2月18日星期五</a:t>
            </a:fld>
            <a:endParaRPr lang="en-US" altLang="zh-CN"/>
          </a:p>
        </p:txBody>
      </p:sp>
      <p:sp>
        <p:nvSpPr>
          <p:cNvPr id="17414" name="页脚占位符 2">
            <a:extLst>
              <a:ext uri="{FF2B5EF4-FFF2-40B4-BE49-F238E27FC236}">
                <a16:creationId xmlns="" xmlns:a16="http://schemas.microsoft.com/office/drawing/2014/main" id="{EE88D402-7D71-48D0-99DC-F41103368BD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17415" name="灯片编号占位符 3">
            <a:extLst>
              <a:ext uri="{FF2B5EF4-FFF2-40B4-BE49-F238E27FC236}">
                <a16:creationId xmlns="" xmlns:a16="http://schemas.microsoft.com/office/drawing/2014/main" id="{B7D2F473-6475-4283-9C51-736C1412D9C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843AF4-A936-45E1-BF59-5C82FE3DF61D}" type="slidenum">
              <a:rPr lang="en-US" altLang="zh-CN"/>
              <a:pPr eaLnBrk="1" hangingPunct="1"/>
              <a:t>17</a:t>
            </a:fld>
            <a:endParaRPr lang="en-US" altLang="zh-CN"/>
          </a:p>
        </p:txBody>
      </p:sp>
      <p:sp>
        <p:nvSpPr>
          <p:cNvPr id="14340" name="Text Box 4">
            <a:extLst>
              <a:ext uri="{FF2B5EF4-FFF2-40B4-BE49-F238E27FC236}">
                <a16:creationId xmlns="" xmlns:a16="http://schemas.microsoft.com/office/drawing/2014/main" id="{B3A1ACE1-D80D-46B4-9506-BB9A7B3B1063}"/>
              </a:ext>
            </a:extLst>
          </p:cNvPr>
          <p:cNvSpPr txBox="1">
            <a:spLocks noChangeArrowheads="1"/>
          </p:cNvSpPr>
          <p:nvPr/>
        </p:nvSpPr>
        <p:spPr bwMode="auto">
          <a:xfrm>
            <a:off x="304800" y="381000"/>
            <a:ext cx="5799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将一个方阵</a:t>
            </a:r>
            <a:r>
              <a:rPr lang="en-US" altLang="zh-CN" sz="2400" b="1"/>
              <a:t>A</a:t>
            </a:r>
            <a:r>
              <a:rPr lang="zh-CN" altLang="en-US" sz="2400" b="1"/>
              <a:t>对角化</a:t>
            </a:r>
            <a:r>
              <a:rPr lang="en-US" altLang="zh-CN" sz="2400" b="1"/>
              <a:t>,</a:t>
            </a:r>
            <a:r>
              <a:rPr lang="zh-CN" altLang="en-US" sz="2400" b="1"/>
              <a:t>可以按如下步骤进行</a:t>
            </a:r>
            <a:r>
              <a:rPr lang="en-US" altLang="zh-CN" sz="2400" b="1"/>
              <a:t>:</a:t>
            </a:r>
          </a:p>
        </p:txBody>
      </p:sp>
      <p:graphicFrame>
        <p:nvGraphicFramePr>
          <p:cNvPr id="14341" name="Object 5">
            <a:extLst>
              <a:ext uri="{FF2B5EF4-FFF2-40B4-BE49-F238E27FC236}">
                <a16:creationId xmlns="" xmlns:a16="http://schemas.microsoft.com/office/drawing/2014/main" id="{0604586E-904C-4D18-A0F3-9FC03847CCEC}"/>
              </a:ext>
            </a:extLst>
          </p:cNvPr>
          <p:cNvGraphicFramePr>
            <a:graphicFrameLocks noChangeAspect="1"/>
          </p:cNvGraphicFramePr>
          <p:nvPr/>
        </p:nvGraphicFramePr>
        <p:xfrm>
          <a:off x="381000" y="1066800"/>
          <a:ext cx="8077200" cy="517525"/>
        </p:xfrm>
        <a:graphic>
          <a:graphicData uri="http://schemas.openxmlformats.org/presentationml/2006/ole">
            <mc:AlternateContent xmlns:mc="http://schemas.openxmlformats.org/markup-compatibility/2006">
              <mc:Choice xmlns:v="urn:schemas-microsoft-com:vml" Requires="v">
                <p:oleObj spid="_x0000_s16398" name="Equation" r:id="rId3" imgW="3568680" imgH="228600" progId="Equation.DSMT4">
                  <p:embed/>
                </p:oleObj>
              </mc:Choice>
              <mc:Fallback>
                <p:oleObj name="Equation" r:id="rId3" imgW="3568680" imgH="228600" progId="Equation.DSMT4">
                  <p:embed/>
                  <p:pic>
                    <p:nvPicPr>
                      <p:cNvPr id="14341" name="Object 5">
                        <a:extLst>
                          <a:ext uri="{FF2B5EF4-FFF2-40B4-BE49-F238E27FC236}">
                            <a16:creationId xmlns="" xmlns:a16="http://schemas.microsoft.com/office/drawing/2014/main" id="{0604586E-904C-4D18-A0F3-9FC03847CC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66800"/>
                        <a:ext cx="8077200"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2" name="Object 6">
            <a:extLst>
              <a:ext uri="{FF2B5EF4-FFF2-40B4-BE49-F238E27FC236}">
                <a16:creationId xmlns="" xmlns:a16="http://schemas.microsoft.com/office/drawing/2014/main" id="{FE096C8A-BE47-4306-A240-604B6CC2CE22}"/>
              </a:ext>
            </a:extLst>
          </p:cNvPr>
          <p:cNvGraphicFramePr>
            <a:graphicFrameLocks noChangeAspect="1"/>
          </p:cNvGraphicFramePr>
          <p:nvPr/>
        </p:nvGraphicFramePr>
        <p:xfrm>
          <a:off x="381000" y="1905000"/>
          <a:ext cx="8458200" cy="901700"/>
        </p:xfrm>
        <a:graphic>
          <a:graphicData uri="http://schemas.openxmlformats.org/presentationml/2006/ole">
            <mc:AlternateContent xmlns:mc="http://schemas.openxmlformats.org/markup-compatibility/2006">
              <mc:Choice xmlns:v="urn:schemas-microsoft-com:vml" Requires="v">
                <p:oleObj spid="_x0000_s16399" name="Equation" r:id="rId5" imgW="4051080" imgH="431640" progId="Equation.DSMT4">
                  <p:embed/>
                </p:oleObj>
              </mc:Choice>
              <mc:Fallback>
                <p:oleObj name="Equation" r:id="rId5" imgW="4051080" imgH="431640" progId="Equation.DSMT4">
                  <p:embed/>
                  <p:pic>
                    <p:nvPicPr>
                      <p:cNvPr id="14342" name="Object 6">
                        <a:extLst>
                          <a:ext uri="{FF2B5EF4-FFF2-40B4-BE49-F238E27FC236}">
                            <a16:creationId xmlns="" xmlns:a16="http://schemas.microsoft.com/office/drawing/2014/main" id="{FE096C8A-BE47-4306-A240-604B6CC2CE2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1905000"/>
                        <a:ext cx="8458200"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3" name="Object 7">
            <a:extLst>
              <a:ext uri="{FF2B5EF4-FFF2-40B4-BE49-F238E27FC236}">
                <a16:creationId xmlns="" xmlns:a16="http://schemas.microsoft.com/office/drawing/2014/main" id="{744B02A5-FB66-485C-9790-44392DD89B48}"/>
              </a:ext>
            </a:extLst>
          </p:cNvPr>
          <p:cNvGraphicFramePr>
            <a:graphicFrameLocks noChangeAspect="1"/>
          </p:cNvGraphicFramePr>
          <p:nvPr/>
        </p:nvGraphicFramePr>
        <p:xfrm>
          <a:off x="381000" y="3124200"/>
          <a:ext cx="8229600" cy="2917825"/>
        </p:xfrm>
        <a:graphic>
          <a:graphicData uri="http://schemas.openxmlformats.org/presentationml/2006/ole">
            <mc:AlternateContent xmlns:mc="http://schemas.openxmlformats.org/markup-compatibility/2006">
              <mc:Choice xmlns:v="urn:schemas-microsoft-com:vml" Requires="v">
                <p:oleObj spid="_x0000_s16400" name="Equation" r:id="rId7" imgW="3974760" imgH="1409400" progId="Equation.DSMT4">
                  <p:embed/>
                </p:oleObj>
              </mc:Choice>
              <mc:Fallback>
                <p:oleObj name="Equation" r:id="rId7" imgW="3974760" imgH="1409400" progId="Equation.DSMT4">
                  <p:embed/>
                  <p:pic>
                    <p:nvPicPr>
                      <p:cNvPr id="14343" name="Object 7">
                        <a:extLst>
                          <a:ext uri="{FF2B5EF4-FFF2-40B4-BE49-F238E27FC236}">
                            <a16:creationId xmlns="" xmlns:a16="http://schemas.microsoft.com/office/drawing/2014/main" id="{744B02A5-FB66-485C-9790-44392DD89B4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3124200"/>
                        <a:ext cx="8229600" cy="291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 calcmode="lin" valueType="num">
                                      <p:cBhvr additive="base">
                                        <p:cTn id="7" dur="500" fill="hold"/>
                                        <p:tgtEl>
                                          <p:spTgt spid="14340"/>
                                        </p:tgtEl>
                                        <p:attrNameLst>
                                          <p:attrName>ppt_x</p:attrName>
                                        </p:attrNameLst>
                                      </p:cBhvr>
                                      <p:tavLst>
                                        <p:tav tm="0">
                                          <p:val>
                                            <p:strVal val="0-#ppt_w/2"/>
                                          </p:val>
                                        </p:tav>
                                        <p:tav tm="100000">
                                          <p:val>
                                            <p:strVal val="#ppt_x"/>
                                          </p:val>
                                        </p:tav>
                                      </p:tavLst>
                                    </p:anim>
                                    <p:anim calcmode="lin" valueType="num">
                                      <p:cBhvr additive="base">
                                        <p:cTn id="8" dur="500" fill="hold"/>
                                        <p:tgtEl>
                                          <p:spTgt spid="1434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nodeType="clickEffect">
                                  <p:stCondLst>
                                    <p:cond delay="0"/>
                                  </p:stCondLst>
                                  <p:childTnLst>
                                    <p:set>
                                      <p:cBhvr>
                                        <p:cTn id="12" dur="1" fill="hold">
                                          <p:stCondLst>
                                            <p:cond delay="0"/>
                                          </p:stCondLst>
                                        </p:cTn>
                                        <p:tgtEl>
                                          <p:spTgt spid="14341"/>
                                        </p:tgtEl>
                                        <p:attrNameLst>
                                          <p:attrName>style.visibility</p:attrName>
                                        </p:attrNameLst>
                                      </p:cBhvr>
                                      <p:to>
                                        <p:strVal val="visible"/>
                                      </p:to>
                                    </p:set>
                                    <p:animEffect transition="in" filter="box(in)">
                                      <p:cBhvr>
                                        <p:cTn id="13" dur="500"/>
                                        <p:tgtEl>
                                          <p:spTgt spid="1434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8" presetClass="entr" presetSubtype="16" fill="hold" nodeType="clickEffect">
                                  <p:stCondLst>
                                    <p:cond delay="0"/>
                                  </p:stCondLst>
                                  <p:childTnLst>
                                    <p:set>
                                      <p:cBhvr>
                                        <p:cTn id="17" dur="1" fill="hold">
                                          <p:stCondLst>
                                            <p:cond delay="0"/>
                                          </p:stCondLst>
                                        </p:cTn>
                                        <p:tgtEl>
                                          <p:spTgt spid="14342"/>
                                        </p:tgtEl>
                                        <p:attrNameLst>
                                          <p:attrName>style.visibility</p:attrName>
                                        </p:attrNameLst>
                                      </p:cBhvr>
                                      <p:to>
                                        <p:strVal val="visible"/>
                                      </p:to>
                                    </p:set>
                                    <p:animEffect transition="in" filter="diamond(in)">
                                      <p:cBhvr>
                                        <p:cTn id="18" dur="1000"/>
                                        <p:tgtEl>
                                          <p:spTgt spid="1434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nodeType="clickEffect">
                                  <p:stCondLst>
                                    <p:cond delay="0"/>
                                  </p:stCondLst>
                                  <p:childTnLst>
                                    <p:set>
                                      <p:cBhvr>
                                        <p:cTn id="22" dur="1" fill="hold">
                                          <p:stCondLst>
                                            <p:cond delay="0"/>
                                          </p:stCondLst>
                                        </p:cTn>
                                        <p:tgtEl>
                                          <p:spTgt spid="14343"/>
                                        </p:tgtEl>
                                        <p:attrNameLst>
                                          <p:attrName>style.visibility</p:attrName>
                                        </p:attrNameLst>
                                      </p:cBhvr>
                                      <p:to>
                                        <p:strVal val="visible"/>
                                      </p:to>
                                    </p:set>
                                    <p:animEffect transition="in" filter="checkerboard(across)">
                                      <p:cBhvr>
                                        <p:cTn id="23" dur="500"/>
                                        <p:tgtEl>
                                          <p:spTgt spid="14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日期占位符 1">
            <a:extLst>
              <a:ext uri="{FF2B5EF4-FFF2-40B4-BE49-F238E27FC236}">
                <a16:creationId xmlns="" xmlns:a16="http://schemas.microsoft.com/office/drawing/2014/main" id="{C653B79D-2C19-4F99-B1E9-EF0E7C608C9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BBED0DE-B525-4C96-BE91-DDA7DE2B77EE}" type="datetime3">
              <a:rPr lang="zh-CN" altLang="en-US" smtClean="0"/>
              <a:pPr eaLnBrk="1" hangingPunct="1"/>
              <a:t>2022年2月18日星期五</a:t>
            </a:fld>
            <a:endParaRPr lang="en-US" altLang="zh-CN"/>
          </a:p>
        </p:txBody>
      </p:sp>
      <p:sp>
        <p:nvSpPr>
          <p:cNvPr id="18436" name="页脚占位符 2">
            <a:extLst>
              <a:ext uri="{FF2B5EF4-FFF2-40B4-BE49-F238E27FC236}">
                <a16:creationId xmlns="" xmlns:a16="http://schemas.microsoft.com/office/drawing/2014/main" id="{3E24BDBE-ADBB-4D5E-8435-2D944256BD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18437" name="灯片编号占位符 3">
            <a:extLst>
              <a:ext uri="{FF2B5EF4-FFF2-40B4-BE49-F238E27FC236}">
                <a16:creationId xmlns="" xmlns:a16="http://schemas.microsoft.com/office/drawing/2014/main" id="{B239CE6B-6D5A-440C-B573-7BA5B4016E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297771B-B458-4E42-9130-65AB9FB52EEC}" type="slidenum">
              <a:rPr lang="en-US" altLang="zh-CN"/>
              <a:pPr eaLnBrk="1" hangingPunct="1"/>
              <a:t>18</a:t>
            </a:fld>
            <a:endParaRPr lang="en-US" altLang="zh-CN"/>
          </a:p>
        </p:txBody>
      </p:sp>
      <p:sp>
        <p:nvSpPr>
          <p:cNvPr id="40966" name="Text Box 6">
            <a:extLst>
              <a:ext uri="{FF2B5EF4-FFF2-40B4-BE49-F238E27FC236}">
                <a16:creationId xmlns="" xmlns:a16="http://schemas.microsoft.com/office/drawing/2014/main" id="{E6C9F25E-42E0-4E8A-9796-0E17ECE58DB9}"/>
              </a:ext>
            </a:extLst>
          </p:cNvPr>
          <p:cNvSpPr txBox="1">
            <a:spLocks noChangeArrowheads="1"/>
          </p:cNvSpPr>
          <p:nvPr/>
        </p:nvSpPr>
        <p:spPr bwMode="auto">
          <a:xfrm>
            <a:off x="304800" y="1752600"/>
            <a:ext cx="80994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rPr>
              <a:t>注</a:t>
            </a:r>
            <a:r>
              <a:rPr lang="en-US" altLang="zh-CN" sz="2800" b="1">
                <a:solidFill>
                  <a:srgbClr val="0000FF"/>
                </a:solidFill>
                <a:sym typeface="Wingdings" panose="05000000000000000000" pitchFamily="2" charset="2"/>
              </a:rPr>
              <a:t>(1):</a:t>
            </a:r>
            <a:r>
              <a:rPr lang="zh-CN" altLang="en-US" sz="2800" b="1">
                <a:solidFill>
                  <a:srgbClr val="0000FF"/>
                </a:solidFill>
                <a:sym typeface="Wingdings" panose="05000000000000000000" pitchFamily="2" charset="2"/>
              </a:rPr>
              <a:t>若</a:t>
            </a:r>
            <a:r>
              <a:rPr lang="en-US" altLang="zh-CN" sz="2800" b="1">
                <a:solidFill>
                  <a:srgbClr val="0000FF"/>
                </a:solidFill>
                <a:sym typeface="Wingdings" panose="05000000000000000000" pitchFamily="2" charset="2"/>
              </a:rPr>
              <a:t>A</a:t>
            </a:r>
            <a:r>
              <a:rPr lang="zh-CN" altLang="en-US" sz="2800" b="1">
                <a:solidFill>
                  <a:srgbClr val="0000FF"/>
                </a:solidFill>
                <a:sym typeface="Wingdings" panose="05000000000000000000" pitchFamily="2" charset="2"/>
              </a:rPr>
              <a:t>的全部线性无关特征向量个数小于</a:t>
            </a:r>
            <a:r>
              <a:rPr lang="en-US" altLang="zh-CN" sz="2800" b="1">
                <a:solidFill>
                  <a:srgbClr val="0000FF"/>
                </a:solidFill>
                <a:sym typeface="Wingdings" panose="05000000000000000000" pitchFamily="2" charset="2"/>
              </a:rPr>
              <a:t>n</a:t>
            </a:r>
            <a:r>
              <a:rPr lang="zh-CN" altLang="en-US" sz="2800" b="1">
                <a:solidFill>
                  <a:srgbClr val="0000FF"/>
                </a:solidFill>
                <a:sym typeface="Wingdings" panose="05000000000000000000" pitchFamily="2" charset="2"/>
              </a:rPr>
              <a:t>个</a:t>
            </a:r>
            <a:r>
              <a:rPr lang="en-US" altLang="zh-CN" sz="2800" b="1">
                <a:solidFill>
                  <a:srgbClr val="0000FF"/>
                </a:solidFill>
                <a:sym typeface="Wingdings" panose="05000000000000000000" pitchFamily="2" charset="2"/>
              </a:rPr>
              <a:t>,</a:t>
            </a:r>
            <a:r>
              <a:rPr lang="zh-CN" altLang="en-US" sz="2800" b="1">
                <a:solidFill>
                  <a:srgbClr val="0000FF"/>
                </a:solidFill>
                <a:sym typeface="Wingdings" panose="05000000000000000000" pitchFamily="2" charset="2"/>
              </a:rPr>
              <a:t>则</a:t>
            </a:r>
          </a:p>
          <a:p>
            <a:pPr eaLnBrk="1" hangingPunct="1"/>
            <a:r>
              <a:rPr lang="zh-CN" altLang="en-US" sz="2800" b="1">
                <a:solidFill>
                  <a:srgbClr val="0000FF"/>
                </a:solidFill>
                <a:sym typeface="Wingdings" panose="05000000000000000000" pitchFamily="2" charset="2"/>
              </a:rPr>
              <a:t>不能对角化</a:t>
            </a:r>
            <a:r>
              <a:rPr lang="en-US" altLang="zh-CN" sz="2800" b="1">
                <a:solidFill>
                  <a:srgbClr val="0000FF"/>
                </a:solidFill>
                <a:sym typeface="Wingdings" panose="05000000000000000000" pitchFamily="2" charset="2"/>
              </a:rPr>
              <a:t>,</a:t>
            </a:r>
            <a:r>
              <a:rPr lang="zh-CN" altLang="en-US" sz="2800" b="1">
                <a:solidFill>
                  <a:srgbClr val="0000FF"/>
                </a:solidFill>
                <a:sym typeface="Wingdings" panose="05000000000000000000" pitchFamily="2" charset="2"/>
              </a:rPr>
              <a:t>此时</a:t>
            </a:r>
            <a:r>
              <a:rPr lang="en-US" altLang="zh-CN" sz="2800" b="1">
                <a:solidFill>
                  <a:srgbClr val="0000FF"/>
                </a:solidFill>
                <a:sym typeface="Wingdings" panose="05000000000000000000" pitchFamily="2" charset="2"/>
              </a:rPr>
              <a:t>A</a:t>
            </a:r>
            <a:r>
              <a:rPr lang="zh-CN" altLang="en-US" sz="2800" b="1">
                <a:solidFill>
                  <a:srgbClr val="0000FF"/>
                </a:solidFill>
                <a:sym typeface="Wingdings" panose="05000000000000000000" pitchFamily="2" charset="2"/>
              </a:rPr>
              <a:t>只能化为若当标准形</a:t>
            </a:r>
            <a:r>
              <a:rPr lang="en-US" altLang="zh-CN" sz="2800" b="1">
                <a:solidFill>
                  <a:srgbClr val="0000FF"/>
                </a:solidFill>
                <a:sym typeface="Wingdings" panose="05000000000000000000" pitchFamily="2" charset="2"/>
              </a:rPr>
              <a:t>.</a:t>
            </a:r>
            <a:endParaRPr lang="en-US" altLang="zh-CN" sz="2800" b="1">
              <a:solidFill>
                <a:srgbClr val="0000FF"/>
              </a:solidFill>
            </a:endParaRPr>
          </a:p>
        </p:txBody>
      </p:sp>
      <p:graphicFrame>
        <p:nvGraphicFramePr>
          <p:cNvPr id="40967" name="Object 7">
            <a:extLst>
              <a:ext uri="{FF2B5EF4-FFF2-40B4-BE49-F238E27FC236}">
                <a16:creationId xmlns="" xmlns:a16="http://schemas.microsoft.com/office/drawing/2014/main" id="{9C90EE98-2E41-4112-956F-964CE57CB032}"/>
              </a:ext>
            </a:extLst>
          </p:cNvPr>
          <p:cNvGraphicFramePr>
            <a:graphicFrameLocks noChangeAspect="1"/>
          </p:cNvGraphicFramePr>
          <p:nvPr/>
        </p:nvGraphicFramePr>
        <p:xfrm>
          <a:off x="533400" y="3048000"/>
          <a:ext cx="8305800" cy="1123950"/>
        </p:xfrm>
        <a:graphic>
          <a:graphicData uri="http://schemas.openxmlformats.org/presentationml/2006/ole">
            <mc:AlternateContent xmlns:mc="http://schemas.openxmlformats.org/markup-compatibility/2006">
              <mc:Choice xmlns:v="urn:schemas-microsoft-com:vml" Requires="v">
                <p:oleObj spid="_x0000_s17414" name="Equation" r:id="rId3" imgW="3377880" imgH="457200" progId="Equation.DSMT4">
                  <p:embed/>
                </p:oleObj>
              </mc:Choice>
              <mc:Fallback>
                <p:oleObj name="Equation" r:id="rId3" imgW="3377880" imgH="457200" progId="Equation.DSMT4">
                  <p:embed/>
                  <p:pic>
                    <p:nvPicPr>
                      <p:cNvPr id="40967" name="Object 7">
                        <a:extLst>
                          <a:ext uri="{FF2B5EF4-FFF2-40B4-BE49-F238E27FC236}">
                            <a16:creationId xmlns="" xmlns:a16="http://schemas.microsoft.com/office/drawing/2014/main" id="{9C90EE98-2E41-4112-956F-964CE57CB0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048000"/>
                        <a:ext cx="8305800" cy="1123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0966"/>
                                        </p:tgtEl>
                                        <p:attrNameLst>
                                          <p:attrName>style.visibility</p:attrName>
                                        </p:attrNameLst>
                                      </p:cBhvr>
                                      <p:to>
                                        <p:strVal val="visible"/>
                                      </p:to>
                                    </p:set>
                                    <p:animEffect transition="in" filter="blinds(vertical)">
                                      <p:cBhvr>
                                        <p:cTn id="7" dur="500"/>
                                        <p:tgtEl>
                                          <p:spTgt spid="409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40967"/>
                                        </p:tgtEl>
                                        <p:attrNameLst>
                                          <p:attrName>style.visibility</p:attrName>
                                        </p:attrNameLst>
                                      </p:cBhvr>
                                      <p:to>
                                        <p:strVal val="visible"/>
                                      </p:to>
                                    </p:set>
                                    <p:anim calcmode="lin" valueType="num">
                                      <p:cBhvr additive="base">
                                        <p:cTn id="12" dur="500" fill="hold"/>
                                        <p:tgtEl>
                                          <p:spTgt spid="40967"/>
                                        </p:tgtEl>
                                        <p:attrNameLst>
                                          <p:attrName>ppt_x</p:attrName>
                                        </p:attrNameLst>
                                      </p:cBhvr>
                                      <p:tavLst>
                                        <p:tav tm="0">
                                          <p:val>
                                            <p:strVal val="0-#ppt_w/2"/>
                                          </p:val>
                                        </p:tav>
                                        <p:tav tm="100000">
                                          <p:val>
                                            <p:strVal val="#ppt_x"/>
                                          </p:val>
                                        </p:tav>
                                      </p:tavLst>
                                    </p:anim>
                                    <p:anim calcmode="lin" valueType="num">
                                      <p:cBhvr additive="base">
                                        <p:cTn id="13" dur="500" fill="hold"/>
                                        <p:tgtEl>
                                          <p:spTgt spid="409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日期占位符 1">
            <a:extLst>
              <a:ext uri="{FF2B5EF4-FFF2-40B4-BE49-F238E27FC236}">
                <a16:creationId xmlns="" xmlns:a16="http://schemas.microsoft.com/office/drawing/2014/main" id="{D132CA67-3BEE-49C9-B2E7-BEB48200F2F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4A99EC1-555A-4445-9A71-9844A03BB4C3}" type="datetime3">
              <a:rPr lang="zh-CN" altLang="en-US" smtClean="0"/>
              <a:pPr eaLnBrk="1" hangingPunct="1"/>
              <a:t>2022年2月18日星期五</a:t>
            </a:fld>
            <a:endParaRPr lang="en-US" altLang="zh-CN"/>
          </a:p>
        </p:txBody>
      </p:sp>
      <p:sp>
        <p:nvSpPr>
          <p:cNvPr id="19464" name="页脚占位符 2">
            <a:extLst>
              <a:ext uri="{FF2B5EF4-FFF2-40B4-BE49-F238E27FC236}">
                <a16:creationId xmlns="" xmlns:a16="http://schemas.microsoft.com/office/drawing/2014/main" id="{EDDD4F31-D5F6-419D-ADA1-2185C1A0616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19465" name="灯片编号占位符 3">
            <a:extLst>
              <a:ext uri="{FF2B5EF4-FFF2-40B4-BE49-F238E27FC236}">
                <a16:creationId xmlns="" xmlns:a16="http://schemas.microsoft.com/office/drawing/2014/main" id="{64184A3B-143D-4A1C-B3D9-9C7CB5604D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4175CD9-4BB0-4AC3-9238-E2E96378D3B9}" type="slidenum">
              <a:rPr lang="en-US" altLang="zh-CN"/>
              <a:pPr eaLnBrk="1" hangingPunct="1"/>
              <a:t>19</a:t>
            </a:fld>
            <a:endParaRPr lang="en-US" altLang="zh-CN"/>
          </a:p>
        </p:txBody>
      </p:sp>
      <p:sp>
        <p:nvSpPr>
          <p:cNvPr id="33796" name="Rectangle 4">
            <a:extLst>
              <a:ext uri="{FF2B5EF4-FFF2-40B4-BE49-F238E27FC236}">
                <a16:creationId xmlns="" xmlns:a16="http://schemas.microsoft.com/office/drawing/2014/main" id="{24EE2008-B420-4C20-89B4-FB74F848339F}"/>
              </a:ext>
            </a:extLst>
          </p:cNvPr>
          <p:cNvSpPr>
            <a:spLocks noChangeArrowheads="1"/>
          </p:cNvSpPr>
          <p:nvPr/>
        </p:nvSpPr>
        <p:spPr bwMode="auto">
          <a:xfrm>
            <a:off x="0" y="381000"/>
            <a:ext cx="4914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Times New Roman" panose="02020603050405020304" pitchFamily="18" charset="0"/>
                <a:ea typeface="楷体_GB2312" pitchFamily="49" charset="-122"/>
              </a:rPr>
              <a:t>练习</a:t>
            </a:r>
            <a:r>
              <a:rPr lang="en-US" altLang="zh-CN" sz="2800" b="1">
                <a:solidFill>
                  <a:srgbClr val="FF0000"/>
                </a:solidFill>
                <a:latin typeface="Times New Roman" panose="02020603050405020304" pitchFamily="18" charset="0"/>
                <a:ea typeface="楷体_GB2312" pitchFamily="49" charset="-122"/>
              </a:rPr>
              <a:t>1</a:t>
            </a:r>
            <a:r>
              <a:rPr lang="en-US" altLang="zh-CN" sz="2800" b="1">
                <a:latin typeface="Times New Roman" panose="02020603050405020304" pitchFamily="18" charset="0"/>
                <a:ea typeface="楷体_GB2312" pitchFamily="49" charset="-122"/>
              </a:rPr>
              <a:t>  </a:t>
            </a:r>
            <a:r>
              <a:rPr lang="zh-CN" altLang="en-US" sz="2800" b="1">
                <a:latin typeface="Times New Roman" panose="02020603050405020304" pitchFamily="18" charset="0"/>
                <a:ea typeface="楷体_GB2312" pitchFamily="49" charset="-122"/>
              </a:rPr>
              <a:t>下列矩阵是否可对角化 </a:t>
            </a:r>
          </a:p>
        </p:txBody>
      </p:sp>
      <p:graphicFrame>
        <p:nvGraphicFramePr>
          <p:cNvPr id="33797" name="Object 5">
            <a:extLst>
              <a:ext uri="{FF2B5EF4-FFF2-40B4-BE49-F238E27FC236}">
                <a16:creationId xmlns="" xmlns:a16="http://schemas.microsoft.com/office/drawing/2014/main" id="{1DE9CB08-19D7-442E-91DF-EE80E5C3F9EA}"/>
              </a:ext>
            </a:extLst>
          </p:cNvPr>
          <p:cNvGraphicFramePr>
            <a:graphicFrameLocks noChangeAspect="1"/>
          </p:cNvGraphicFramePr>
          <p:nvPr/>
        </p:nvGraphicFramePr>
        <p:xfrm>
          <a:off x="5029200" y="0"/>
          <a:ext cx="2895600" cy="1530350"/>
        </p:xfrm>
        <a:graphic>
          <a:graphicData uri="http://schemas.openxmlformats.org/presentationml/2006/ole">
            <mc:AlternateContent xmlns:mc="http://schemas.openxmlformats.org/markup-compatibility/2006">
              <mc:Choice xmlns:v="urn:schemas-microsoft-com:vml" Requires="v">
                <p:oleObj spid="_x0000_s18454" name="公式" r:id="rId3" imgW="2234880" imgH="1180800" progId="Equation.3">
                  <p:embed/>
                </p:oleObj>
              </mc:Choice>
              <mc:Fallback>
                <p:oleObj name="公式" r:id="rId3" imgW="2234880" imgH="1180800" progId="Equation.3">
                  <p:embed/>
                  <p:pic>
                    <p:nvPicPr>
                      <p:cNvPr id="33797" name="Object 5">
                        <a:extLst>
                          <a:ext uri="{FF2B5EF4-FFF2-40B4-BE49-F238E27FC236}">
                            <a16:creationId xmlns="" xmlns:a16="http://schemas.microsoft.com/office/drawing/2014/main" id="{1DE9CB08-19D7-442E-91DF-EE80E5C3F9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0"/>
                        <a:ext cx="2895600" cy="1530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798" name="Rectangle 6">
            <a:extLst>
              <a:ext uri="{FF2B5EF4-FFF2-40B4-BE49-F238E27FC236}">
                <a16:creationId xmlns="" xmlns:a16="http://schemas.microsoft.com/office/drawing/2014/main" id="{FD03DC4E-DFEF-4A80-A097-ED428B48197E}"/>
              </a:ext>
            </a:extLst>
          </p:cNvPr>
          <p:cNvSpPr>
            <a:spLocks noChangeArrowheads="1"/>
          </p:cNvSpPr>
          <p:nvPr/>
        </p:nvSpPr>
        <p:spPr bwMode="auto">
          <a:xfrm>
            <a:off x="0" y="1295400"/>
            <a:ext cx="2414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Times New Roman" panose="02020603050405020304" pitchFamily="18" charset="0"/>
                <a:ea typeface="楷体_GB2312" pitchFamily="49" charset="-122"/>
              </a:rPr>
              <a:t>解</a:t>
            </a:r>
            <a:r>
              <a:rPr lang="zh-CN" altLang="en-US" sz="2800" b="1">
                <a:latin typeface="Times New Roman" panose="02020603050405020304" pitchFamily="18" charset="0"/>
                <a:ea typeface="楷体_GB2312" pitchFamily="49" charset="-122"/>
              </a:rPr>
              <a:t>    已知矩阵 </a:t>
            </a:r>
          </a:p>
        </p:txBody>
      </p:sp>
      <p:graphicFrame>
        <p:nvGraphicFramePr>
          <p:cNvPr id="33799" name="Object 7">
            <a:extLst>
              <a:ext uri="{FF2B5EF4-FFF2-40B4-BE49-F238E27FC236}">
                <a16:creationId xmlns="" xmlns:a16="http://schemas.microsoft.com/office/drawing/2014/main" id="{C4EFFEE9-0339-4B2F-A0E8-E302B3B44FEB}"/>
              </a:ext>
            </a:extLst>
          </p:cNvPr>
          <p:cNvGraphicFramePr>
            <a:graphicFrameLocks noChangeAspect="1"/>
          </p:cNvGraphicFramePr>
          <p:nvPr/>
        </p:nvGraphicFramePr>
        <p:xfrm>
          <a:off x="2514600" y="1365250"/>
          <a:ext cx="2895600" cy="1530350"/>
        </p:xfrm>
        <a:graphic>
          <a:graphicData uri="http://schemas.openxmlformats.org/presentationml/2006/ole">
            <mc:AlternateContent xmlns:mc="http://schemas.openxmlformats.org/markup-compatibility/2006">
              <mc:Choice xmlns:v="urn:schemas-microsoft-com:vml" Requires="v">
                <p:oleObj spid="_x0000_s18455" name="公式" r:id="rId5" imgW="2234880" imgH="1180800" progId="Equation.3">
                  <p:embed/>
                </p:oleObj>
              </mc:Choice>
              <mc:Fallback>
                <p:oleObj name="公式" r:id="rId5" imgW="2234880" imgH="1180800" progId="Equation.3">
                  <p:embed/>
                  <p:pic>
                    <p:nvPicPr>
                      <p:cNvPr id="33799" name="Object 7">
                        <a:extLst>
                          <a:ext uri="{FF2B5EF4-FFF2-40B4-BE49-F238E27FC236}">
                            <a16:creationId xmlns="" xmlns:a16="http://schemas.microsoft.com/office/drawing/2014/main" id="{C4EFFEE9-0339-4B2F-A0E8-E302B3B44F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1365250"/>
                        <a:ext cx="2895600" cy="1530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00" name="Rectangle 8">
            <a:extLst>
              <a:ext uri="{FF2B5EF4-FFF2-40B4-BE49-F238E27FC236}">
                <a16:creationId xmlns="" xmlns:a16="http://schemas.microsoft.com/office/drawing/2014/main" id="{66868645-A058-4EBC-85D0-C577E3F17E21}"/>
              </a:ext>
            </a:extLst>
          </p:cNvPr>
          <p:cNvSpPr>
            <a:spLocks noChangeArrowheads="1"/>
          </p:cNvSpPr>
          <p:nvPr/>
        </p:nvSpPr>
        <p:spPr bwMode="auto">
          <a:xfrm>
            <a:off x="0" y="2971800"/>
            <a:ext cx="8069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有特征值 </a:t>
            </a:r>
            <a:r>
              <a:rPr lang="en-US" altLang="zh-CN" sz="2800" b="1">
                <a:latin typeface="Times New Roman" panose="02020603050405020304" pitchFamily="18" charset="0"/>
                <a:ea typeface="楷体_GB2312" pitchFamily="49" charset="-122"/>
              </a:rPr>
              <a:t>0</a:t>
            </a:r>
            <a:r>
              <a:rPr lang="zh-CN" altLang="en-US" sz="2800" b="1">
                <a:latin typeface="Times New Roman" panose="02020603050405020304" pitchFamily="18" charset="0"/>
                <a:ea typeface="楷体_GB2312" pitchFamily="49" charset="-122"/>
              </a:rPr>
              <a:t>（二重）和 </a:t>
            </a:r>
            <a:r>
              <a:rPr lang="en-US" altLang="zh-CN" sz="2800" b="1">
                <a:latin typeface="Times New Roman" panose="02020603050405020304" pitchFamily="18" charset="0"/>
                <a:ea typeface="楷体_GB2312" pitchFamily="49" charset="-122"/>
              </a:rPr>
              <a:t>-2</a:t>
            </a:r>
            <a:r>
              <a:rPr lang="zh-CN" altLang="en-US" sz="2800" b="1">
                <a:latin typeface="Times New Roman" panose="02020603050405020304" pitchFamily="18" charset="0"/>
                <a:ea typeface="楷体_GB2312" pitchFamily="49" charset="-122"/>
              </a:rPr>
              <a:t>，对应的特征向量分别为 </a:t>
            </a:r>
          </a:p>
        </p:txBody>
      </p:sp>
      <p:graphicFrame>
        <p:nvGraphicFramePr>
          <p:cNvPr id="33801" name="Object 9">
            <a:extLst>
              <a:ext uri="{FF2B5EF4-FFF2-40B4-BE49-F238E27FC236}">
                <a16:creationId xmlns="" xmlns:a16="http://schemas.microsoft.com/office/drawing/2014/main" id="{59CA988D-5482-4A5C-872D-8209C28B991F}"/>
              </a:ext>
            </a:extLst>
          </p:cNvPr>
          <p:cNvGraphicFramePr>
            <a:graphicFrameLocks noChangeAspect="1"/>
          </p:cNvGraphicFramePr>
          <p:nvPr/>
        </p:nvGraphicFramePr>
        <p:xfrm>
          <a:off x="1766888" y="3733800"/>
          <a:ext cx="3097212" cy="568325"/>
        </p:xfrm>
        <a:graphic>
          <a:graphicData uri="http://schemas.openxmlformats.org/presentationml/2006/ole">
            <mc:AlternateContent xmlns:mc="http://schemas.openxmlformats.org/markup-compatibility/2006">
              <mc:Choice xmlns:v="urn:schemas-microsoft-com:vml" Requires="v">
                <p:oleObj spid="_x0000_s18456" name="公式" r:id="rId6" imgW="2197080" imgH="406080" progId="Equation.3">
                  <p:embed/>
                </p:oleObj>
              </mc:Choice>
              <mc:Fallback>
                <p:oleObj name="公式" r:id="rId6" imgW="2197080" imgH="406080" progId="Equation.3">
                  <p:embed/>
                  <p:pic>
                    <p:nvPicPr>
                      <p:cNvPr id="33801" name="Object 9">
                        <a:extLst>
                          <a:ext uri="{FF2B5EF4-FFF2-40B4-BE49-F238E27FC236}">
                            <a16:creationId xmlns="" xmlns:a16="http://schemas.microsoft.com/office/drawing/2014/main" id="{59CA988D-5482-4A5C-872D-8209C28B99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6888" y="3733800"/>
                        <a:ext cx="3097212" cy="568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2" name="Object 10">
            <a:extLst>
              <a:ext uri="{FF2B5EF4-FFF2-40B4-BE49-F238E27FC236}">
                <a16:creationId xmlns="" xmlns:a16="http://schemas.microsoft.com/office/drawing/2014/main" id="{A7A6C97A-667C-4DF9-8A93-70921B313769}"/>
              </a:ext>
            </a:extLst>
          </p:cNvPr>
          <p:cNvGraphicFramePr>
            <a:graphicFrameLocks noChangeAspect="1"/>
          </p:cNvGraphicFramePr>
          <p:nvPr/>
        </p:nvGraphicFramePr>
        <p:xfrm>
          <a:off x="5029200" y="3733800"/>
          <a:ext cx="1708150" cy="571500"/>
        </p:xfrm>
        <a:graphic>
          <a:graphicData uri="http://schemas.openxmlformats.org/presentationml/2006/ole">
            <mc:AlternateContent xmlns:mc="http://schemas.openxmlformats.org/markup-compatibility/2006">
              <mc:Choice xmlns:v="urn:schemas-microsoft-com:vml" Requires="v">
                <p:oleObj spid="_x0000_s18457" name="公式" r:id="rId8" imgW="1206360" imgH="406080" progId="Equation.3">
                  <p:embed/>
                </p:oleObj>
              </mc:Choice>
              <mc:Fallback>
                <p:oleObj name="公式" r:id="rId8" imgW="1206360" imgH="406080" progId="Equation.3">
                  <p:embed/>
                  <p:pic>
                    <p:nvPicPr>
                      <p:cNvPr id="33802" name="Object 10">
                        <a:extLst>
                          <a:ext uri="{FF2B5EF4-FFF2-40B4-BE49-F238E27FC236}">
                            <a16:creationId xmlns="" xmlns:a16="http://schemas.microsoft.com/office/drawing/2014/main" id="{A7A6C97A-667C-4DF9-8A93-70921B31376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29200" y="3733800"/>
                        <a:ext cx="170815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03" name="Rectangle 11">
            <a:extLst>
              <a:ext uri="{FF2B5EF4-FFF2-40B4-BE49-F238E27FC236}">
                <a16:creationId xmlns="" xmlns:a16="http://schemas.microsoft.com/office/drawing/2014/main" id="{067AB7CC-10F5-4915-9FD7-3113DCBA9508}"/>
              </a:ext>
            </a:extLst>
          </p:cNvPr>
          <p:cNvSpPr>
            <a:spLocks noChangeArrowheads="1"/>
          </p:cNvSpPr>
          <p:nvPr/>
        </p:nvSpPr>
        <p:spPr bwMode="auto">
          <a:xfrm>
            <a:off x="685800" y="4495800"/>
            <a:ext cx="5984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因</a:t>
            </a:r>
            <a:r>
              <a:rPr lang="zh-CN" altLang="en-US">
                <a:latin typeface="Times New Roman" panose="02020603050405020304" pitchFamily="18" charset="0"/>
                <a:ea typeface="楷体_GB2312" pitchFamily="49" charset="-122"/>
              </a:rPr>
              <a:t> </a:t>
            </a:r>
          </a:p>
        </p:txBody>
      </p:sp>
      <p:graphicFrame>
        <p:nvGraphicFramePr>
          <p:cNvPr id="33804" name="Object 12">
            <a:extLst>
              <a:ext uri="{FF2B5EF4-FFF2-40B4-BE49-F238E27FC236}">
                <a16:creationId xmlns="" xmlns:a16="http://schemas.microsoft.com/office/drawing/2014/main" id="{C96D39D8-370C-4DD6-9B22-0472072AAA87}"/>
              </a:ext>
            </a:extLst>
          </p:cNvPr>
          <p:cNvGraphicFramePr>
            <a:graphicFrameLocks noChangeAspect="1"/>
          </p:cNvGraphicFramePr>
          <p:nvPr/>
        </p:nvGraphicFramePr>
        <p:xfrm>
          <a:off x="3048000" y="4572000"/>
          <a:ext cx="2819400" cy="1685925"/>
        </p:xfrm>
        <a:graphic>
          <a:graphicData uri="http://schemas.openxmlformats.org/presentationml/2006/ole">
            <mc:AlternateContent xmlns:mc="http://schemas.openxmlformats.org/markup-compatibility/2006">
              <mc:Choice xmlns:v="urn:schemas-microsoft-com:vml" Requires="v">
                <p:oleObj spid="_x0000_s18458" name="公式" r:id="rId10" imgW="1790640" imgH="1180800" progId="Equation.3">
                  <p:embed/>
                </p:oleObj>
              </mc:Choice>
              <mc:Fallback>
                <p:oleObj name="公式" r:id="rId10" imgW="1790640" imgH="1180800" progId="Equation.3">
                  <p:embed/>
                  <p:pic>
                    <p:nvPicPr>
                      <p:cNvPr id="33804" name="Object 12">
                        <a:extLst>
                          <a:ext uri="{FF2B5EF4-FFF2-40B4-BE49-F238E27FC236}">
                            <a16:creationId xmlns="" xmlns:a16="http://schemas.microsoft.com/office/drawing/2014/main" id="{C96D39D8-370C-4DD6-9B22-0472072AAA8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48000" y="4572000"/>
                        <a:ext cx="2819400" cy="168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3796"/>
                                        </p:tgtEl>
                                        <p:attrNameLst>
                                          <p:attrName>style.visibility</p:attrName>
                                        </p:attrNameLst>
                                      </p:cBhvr>
                                      <p:to>
                                        <p:strVal val="visible"/>
                                      </p:to>
                                    </p:set>
                                    <p:anim calcmode="discrete" valueType="clr">
                                      <p:cBhvr override="childStyle">
                                        <p:cTn id="7" dur="80"/>
                                        <p:tgtEl>
                                          <p:spTgt spid="33796"/>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3796"/>
                                        </p:tgtEl>
                                        <p:attrNameLst>
                                          <p:attrName>fillcolor</p:attrName>
                                        </p:attrNameLst>
                                      </p:cBhvr>
                                      <p:tavLst>
                                        <p:tav tm="0">
                                          <p:val>
                                            <p:clrVal>
                                              <a:schemeClr val="accent2"/>
                                            </p:clrVal>
                                          </p:val>
                                        </p:tav>
                                        <p:tav tm="50000">
                                          <p:val>
                                            <p:clrVal>
                                              <a:schemeClr val="hlink"/>
                                            </p:clrVal>
                                          </p:val>
                                        </p:tav>
                                      </p:tavLst>
                                    </p:anim>
                                    <p:set>
                                      <p:cBhvr>
                                        <p:cTn id="9" dur="80"/>
                                        <p:tgtEl>
                                          <p:spTgt spid="33796"/>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ntr" presetSubtype="10" fill="hold" nodeType="clickEffect">
                                  <p:stCondLst>
                                    <p:cond delay="0"/>
                                  </p:stCondLst>
                                  <p:childTnLst>
                                    <p:set>
                                      <p:cBhvr>
                                        <p:cTn id="13" dur="1" fill="hold">
                                          <p:stCondLst>
                                            <p:cond delay="0"/>
                                          </p:stCondLst>
                                        </p:cTn>
                                        <p:tgtEl>
                                          <p:spTgt spid="33797"/>
                                        </p:tgtEl>
                                        <p:attrNameLst>
                                          <p:attrName>style.visibility</p:attrName>
                                        </p:attrNameLst>
                                      </p:cBhvr>
                                      <p:to>
                                        <p:strVal val="visible"/>
                                      </p:to>
                                    </p:set>
                                    <p:animEffect transition="in" filter="blinds(horizontal)">
                                      <p:cBhvr>
                                        <p:cTn id="14" dur="500"/>
                                        <p:tgtEl>
                                          <p:spTgt spid="3379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33798"/>
                                        </p:tgtEl>
                                        <p:attrNameLst>
                                          <p:attrName>style.visibility</p:attrName>
                                        </p:attrNameLst>
                                      </p:cBhvr>
                                      <p:to>
                                        <p:strVal val="visible"/>
                                      </p:to>
                                    </p:set>
                                    <p:anim calcmode="discrete" valueType="clr">
                                      <p:cBhvr override="childStyle">
                                        <p:cTn id="19" dur="80"/>
                                        <p:tgtEl>
                                          <p:spTgt spid="33798"/>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33798"/>
                                        </p:tgtEl>
                                        <p:attrNameLst>
                                          <p:attrName>fillcolor</p:attrName>
                                        </p:attrNameLst>
                                      </p:cBhvr>
                                      <p:tavLst>
                                        <p:tav tm="0">
                                          <p:val>
                                            <p:clrVal>
                                              <a:schemeClr val="accent2"/>
                                            </p:clrVal>
                                          </p:val>
                                        </p:tav>
                                        <p:tav tm="50000">
                                          <p:val>
                                            <p:clrVal>
                                              <a:schemeClr val="hlink"/>
                                            </p:clrVal>
                                          </p:val>
                                        </p:tav>
                                      </p:tavLst>
                                    </p:anim>
                                    <p:set>
                                      <p:cBhvr>
                                        <p:cTn id="21" dur="80"/>
                                        <p:tgtEl>
                                          <p:spTgt spid="33798"/>
                                        </p:tgtEl>
                                        <p:attrNameLst>
                                          <p:attrName>fill.type</p:attrName>
                                        </p:attrNameLst>
                                      </p:cBhvr>
                                      <p:to>
                                        <p:strVal val="solid"/>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33799"/>
                                        </p:tgtEl>
                                        <p:attrNameLst>
                                          <p:attrName>style.visibility</p:attrName>
                                        </p:attrNameLst>
                                      </p:cBhvr>
                                      <p:to>
                                        <p:strVal val="visible"/>
                                      </p:to>
                                    </p:set>
                                    <p:animEffect transition="in" filter="blinds(horizontal)">
                                      <p:cBhvr>
                                        <p:cTn id="26" dur="500"/>
                                        <p:tgtEl>
                                          <p:spTgt spid="3379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7" presetClass="entr" presetSubtype="0" fill="hold" grpId="0" nodeType="clickEffect">
                                  <p:stCondLst>
                                    <p:cond delay="0"/>
                                  </p:stCondLst>
                                  <p:iterate type="lt">
                                    <p:tmPct val="50000"/>
                                  </p:iterate>
                                  <p:childTnLst>
                                    <p:set>
                                      <p:cBhvr>
                                        <p:cTn id="30" dur="1" fill="hold">
                                          <p:stCondLst>
                                            <p:cond delay="0"/>
                                          </p:stCondLst>
                                        </p:cTn>
                                        <p:tgtEl>
                                          <p:spTgt spid="33800"/>
                                        </p:tgtEl>
                                        <p:attrNameLst>
                                          <p:attrName>style.visibility</p:attrName>
                                        </p:attrNameLst>
                                      </p:cBhvr>
                                      <p:to>
                                        <p:strVal val="visible"/>
                                      </p:to>
                                    </p:set>
                                    <p:anim calcmode="discrete" valueType="clr">
                                      <p:cBhvr override="childStyle">
                                        <p:cTn id="31" dur="80"/>
                                        <p:tgtEl>
                                          <p:spTgt spid="33800"/>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33800"/>
                                        </p:tgtEl>
                                        <p:attrNameLst>
                                          <p:attrName>fillcolor</p:attrName>
                                        </p:attrNameLst>
                                      </p:cBhvr>
                                      <p:tavLst>
                                        <p:tav tm="0">
                                          <p:val>
                                            <p:clrVal>
                                              <a:schemeClr val="accent2"/>
                                            </p:clrVal>
                                          </p:val>
                                        </p:tav>
                                        <p:tav tm="50000">
                                          <p:val>
                                            <p:clrVal>
                                              <a:schemeClr val="hlink"/>
                                            </p:clrVal>
                                          </p:val>
                                        </p:tav>
                                      </p:tavLst>
                                    </p:anim>
                                    <p:set>
                                      <p:cBhvr>
                                        <p:cTn id="33" dur="80"/>
                                        <p:tgtEl>
                                          <p:spTgt spid="33800"/>
                                        </p:tgtEl>
                                        <p:attrNameLst>
                                          <p:attrName>fill.type</p:attrName>
                                        </p:attrNameLst>
                                      </p:cBhvr>
                                      <p:to>
                                        <p:strVal val="solid"/>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33801"/>
                                        </p:tgtEl>
                                        <p:attrNameLst>
                                          <p:attrName>style.visibility</p:attrName>
                                        </p:attrNameLst>
                                      </p:cBhvr>
                                      <p:to>
                                        <p:strVal val="visible"/>
                                      </p:to>
                                    </p:set>
                                    <p:animEffect transition="in" filter="blinds(horizontal)">
                                      <p:cBhvr>
                                        <p:cTn id="38" dur="500"/>
                                        <p:tgtEl>
                                          <p:spTgt spid="3380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33802"/>
                                        </p:tgtEl>
                                        <p:attrNameLst>
                                          <p:attrName>style.visibility</p:attrName>
                                        </p:attrNameLst>
                                      </p:cBhvr>
                                      <p:to>
                                        <p:strVal val="visible"/>
                                      </p:to>
                                    </p:set>
                                    <p:animEffect transition="in" filter="blinds(horizontal)">
                                      <p:cBhvr>
                                        <p:cTn id="43" dur="500"/>
                                        <p:tgtEl>
                                          <p:spTgt spid="3380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7" presetClass="entr" presetSubtype="0" fill="hold" grpId="0" nodeType="clickEffect">
                                  <p:stCondLst>
                                    <p:cond delay="0"/>
                                  </p:stCondLst>
                                  <p:iterate type="lt">
                                    <p:tmPct val="50000"/>
                                  </p:iterate>
                                  <p:childTnLst>
                                    <p:set>
                                      <p:cBhvr>
                                        <p:cTn id="47" dur="1" fill="hold">
                                          <p:stCondLst>
                                            <p:cond delay="0"/>
                                          </p:stCondLst>
                                        </p:cTn>
                                        <p:tgtEl>
                                          <p:spTgt spid="33803"/>
                                        </p:tgtEl>
                                        <p:attrNameLst>
                                          <p:attrName>style.visibility</p:attrName>
                                        </p:attrNameLst>
                                      </p:cBhvr>
                                      <p:to>
                                        <p:strVal val="visible"/>
                                      </p:to>
                                    </p:set>
                                    <p:anim calcmode="discrete" valueType="clr">
                                      <p:cBhvr override="childStyle">
                                        <p:cTn id="48" dur="80"/>
                                        <p:tgtEl>
                                          <p:spTgt spid="33803"/>
                                        </p:tgtEl>
                                        <p:attrNameLst>
                                          <p:attrName>style.color</p:attrName>
                                        </p:attrNameLst>
                                      </p:cBhvr>
                                      <p:tavLst>
                                        <p:tav tm="0">
                                          <p:val>
                                            <p:clrVal>
                                              <a:schemeClr val="accent2"/>
                                            </p:clrVal>
                                          </p:val>
                                        </p:tav>
                                        <p:tav tm="50000">
                                          <p:val>
                                            <p:clrVal>
                                              <a:schemeClr val="hlink"/>
                                            </p:clrVal>
                                          </p:val>
                                        </p:tav>
                                      </p:tavLst>
                                    </p:anim>
                                    <p:anim calcmode="discrete" valueType="clr">
                                      <p:cBhvr>
                                        <p:cTn id="49" dur="80"/>
                                        <p:tgtEl>
                                          <p:spTgt spid="33803"/>
                                        </p:tgtEl>
                                        <p:attrNameLst>
                                          <p:attrName>fillcolor</p:attrName>
                                        </p:attrNameLst>
                                      </p:cBhvr>
                                      <p:tavLst>
                                        <p:tav tm="0">
                                          <p:val>
                                            <p:clrVal>
                                              <a:schemeClr val="accent2"/>
                                            </p:clrVal>
                                          </p:val>
                                        </p:tav>
                                        <p:tav tm="50000">
                                          <p:val>
                                            <p:clrVal>
                                              <a:schemeClr val="hlink"/>
                                            </p:clrVal>
                                          </p:val>
                                        </p:tav>
                                      </p:tavLst>
                                    </p:anim>
                                    <p:set>
                                      <p:cBhvr>
                                        <p:cTn id="50" dur="80"/>
                                        <p:tgtEl>
                                          <p:spTgt spid="33803"/>
                                        </p:tgtEl>
                                        <p:attrNameLst>
                                          <p:attrName>fill.type</p:attrName>
                                        </p:attrNameLst>
                                      </p:cBhvr>
                                      <p:to>
                                        <p:strVal val="solid"/>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33804"/>
                                        </p:tgtEl>
                                        <p:attrNameLst>
                                          <p:attrName>style.visibility</p:attrName>
                                        </p:attrNameLst>
                                      </p:cBhvr>
                                      <p:to>
                                        <p:strVal val="visible"/>
                                      </p:to>
                                    </p:set>
                                    <p:animEffect transition="in" filter="blinds(horizontal)">
                                      <p:cBhvr>
                                        <p:cTn id="55" dur="500"/>
                                        <p:tgtEl>
                                          <p:spTgt spid="33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p:bldP spid="33798" grpId="0"/>
      <p:bldP spid="33800" grpId="0"/>
      <p:bldP spid="3380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日期占位符 1">
            <a:extLst>
              <a:ext uri="{FF2B5EF4-FFF2-40B4-BE49-F238E27FC236}">
                <a16:creationId xmlns="" xmlns:a16="http://schemas.microsoft.com/office/drawing/2014/main" id="{6D4386B9-B7B1-40E7-B739-0B1E3B64CB7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3FCF893-3813-48C7-A5A7-6F1F40E12949}" type="datetime3">
              <a:rPr lang="zh-CN" altLang="en-US" smtClean="0"/>
              <a:pPr eaLnBrk="1" hangingPunct="1"/>
              <a:t>2022年2月18日星期五</a:t>
            </a:fld>
            <a:endParaRPr lang="en-US" altLang="zh-CN"/>
          </a:p>
        </p:txBody>
      </p:sp>
      <p:sp>
        <p:nvSpPr>
          <p:cNvPr id="20485" name="页脚占位符 2">
            <a:extLst>
              <a:ext uri="{FF2B5EF4-FFF2-40B4-BE49-F238E27FC236}">
                <a16:creationId xmlns="" xmlns:a16="http://schemas.microsoft.com/office/drawing/2014/main" id="{43EE7334-8A61-4D4F-81DC-B93BD90E10F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20486" name="灯片编号占位符 3">
            <a:extLst>
              <a:ext uri="{FF2B5EF4-FFF2-40B4-BE49-F238E27FC236}">
                <a16:creationId xmlns="" xmlns:a16="http://schemas.microsoft.com/office/drawing/2014/main" id="{4167646E-AA78-4ABC-B852-E7711084431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5AE1EC-02E9-4C82-9FE9-E3E481ED5E62}" type="slidenum">
              <a:rPr lang="en-US" altLang="zh-CN"/>
              <a:pPr eaLnBrk="1" hangingPunct="1"/>
              <a:t>20</a:t>
            </a:fld>
            <a:endParaRPr lang="en-US" altLang="zh-CN"/>
          </a:p>
        </p:txBody>
      </p:sp>
      <p:sp>
        <p:nvSpPr>
          <p:cNvPr id="35845" name="Rectangle 5">
            <a:extLst>
              <a:ext uri="{FF2B5EF4-FFF2-40B4-BE49-F238E27FC236}">
                <a16:creationId xmlns="" xmlns:a16="http://schemas.microsoft.com/office/drawing/2014/main" id="{2B19578C-54A8-44D9-B3DF-97F1DF3ABEEA}"/>
              </a:ext>
            </a:extLst>
          </p:cNvPr>
          <p:cNvSpPr>
            <a:spLocks noChangeArrowheads="1"/>
          </p:cNvSpPr>
          <p:nvPr/>
        </p:nvSpPr>
        <p:spPr bwMode="auto">
          <a:xfrm>
            <a:off x="381000" y="609600"/>
            <a:ext cx="8278813"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故这三个特征向量线性无关。于是</a:t>
            </a:r>
            <a:r>
              <a:rPr lang="en-US" altLang="zh-CN" sz="2800" b="1" i="1">
                <a:latin typeface="Times New Roman" panose="02020603050405020304" pitchFamily="18" charset="0"/>
                <a:ea typeface="楷体_GB2312" pitchFamily="49" charset="-122"/>
              </a:rPr>
              <a:t>A</a:t>
            </a:r>
            <a:r>
              <a:rPr lang="zh-CN" altLang="en-US" sz="2800" b="1">
                <a:latin typeface="Times New Roman" panose="02020603050405020304" pitchFamily="18" charset="0"/>
                <a:ea typeface="楷体_GB2312" pitchFamily="49" charset="-122"/>
              </a:rPr>
              <a:t>可相似对角化。</a:t>
            </a:r>
          </a:p>
          <a:p>
            <a:pPr eaLnBrk="1" hangingPunct="1"/>
            <a:endParaRPr lang="zh-CN" altLang="en-US" sz="800" b="1">
              <a:latin typeface="Times New Roman" panose="02020603050405020304" pitchFamily="18" charset="0"/>
              <a:ea typeface="楷体_GB2312" pitchFamily="49" charset="-122"/>
            </a:endParaRPr>
          </a:p>
          <a:p>
            <a:pPr eaLnBrk="1" hangingPunct="1"/>
            <a:r>
              <a:rPr lang="zh-CN" altLang="en-US" sz="2800" b="1">
                <a:latin typeface="Times New Roman" panose="02020603050405020304" pitchFamily="18" charset="0"/>
                <a:ea typeface="楷体_GB2312" pitchFamily="49" charset="-122"/>
              </a:rPr>
              <a:t>       以三个特征向量为列构造矩阵 </a:t>
            </a:r>
          </a:p>
        </p:txBody>
      </p:sp>
      <p:graphicFrame>
        <p:nvGraphicFramePr>
          <p:cNvPr id="35847" name="Object 7">
            <a:extLst>
              <a:ext uri="{FF2B5EF4-FFF2-40B4-BE49-F238E27FC236}">
                <a16:creationId xmlns="" xmlns:a16="http://schemas.microsoft.com/office/drawing/2014/main" id="{A812D660-A38F-4787-B15A-77DF1378CB1E}"/>
              </a:ext>
            </a:extLst>
          </p:cNvPr>
          <p:cNvGraphicFramePr>
            <a:graphicFrameLocks noChangeAspect="1"/>
          </p:cNvGraphicFramePr>
          <p:nvPr/>
        </p:nvGraphicFramePr>
        <p:xfrm>
          <a:off x="3200400" y="2032000"/>
          <a:ext cx="2971800" cy="1701800"/>
        </p:xfrm>
        <a:graphic>
          <a:graphicData uri="http://schemas.openxmlformats.org/presentationml/2006/ole">
            <mc:AlternateContent xmlns:mc="http://schemas.openxmlformats.org/markup-compatibility/2006">
              <mc:Choice xmlns:v="urn:schemas-microsoft-com:vml" Requires="v">
                <p:oleObj spid="_x0000_s19466" name="公式" r:id="rId3" imgW="2057400" imgH="1180800" progId="Equation.3">
                  <p:embed/>
                </p:oleObj>
              </mc:Choice>
              <mc:Fallback>
                <p:oleObj name="公式" r:id="rId3" imgW="2057400" imgH="1180800" progId="Equation.3">
                  <p:embed/>
                  <p:pic>
                    <p:nvPicPr>
                      <p:cNvPr id="35847" name="Object 7">
                        <a:extLst>
                          <a:ext uri="{FF2B5EF4-FFF2-40B4-BE49-F238E27FC236}">
                            <a16:creationId xmlns="" xmlns:a16="http://schemas.microsoft.com/office/drawing/2014/main" id="{A812D660-A38F-4787-B15A-77DF1378CB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2032000"/>
                        <a:ext cx="2971800" cy="170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8" name="Rectangle 8">
            <a:extLst>
              <a:ext uri="{FF2B5EF4-FFF2-40B4-BE49-F238E27FC236}">
                <a16:creationId xmlns="" xmlns:a16="http://schemas.microsoft.com/office/drawing/2014/main" id="{B2257E3D-7E4E-4CA1-B947-C90BBA85FAF3}"/>
              </a:ext>
            </a:extLst>
          </p:cNvPr>
          <p:cNvSpPr>
            <a:spLocks noChangeArrowheads="1"/>
          </p:cNvSpPr>
          <p:nvPr/>
        </p:nvSpPr>
        <p:spPr bwMode="auto">
          <a:xfrm>
            <a:off x="457200" y="3429000"/>
            <a:ext cx="5984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则</a:t>
            </a:r>
            <a:r>
              <a:rPr lang="zh-CN" altLang="en-US">
                <a:latin typeface="Times New Roman" panose="02020603050405020304" pitchFamily="18" charset="0"/>
                <a:ea typeface="楷体_GB2312" pitchFamily="49" charset="-122"/>
              </a:rPr>
              <a:t> </a:t>
            </a:r>
          </a:p>
        </p:txBody>
      </p:sp>
      <p:graphicFrame>
        <p:nvGraphicFramePr>
          <p:cNvPr id="35850" name="Object 10">
            <a:extLst>
              <a:ext uri="{FF2B5EF4-FFF2-40B4-BE49-F238E27FC236}">
                <a16:creationId xmlns="" xmlns:a16="http://schemas.microsoft.com/office/drawing/2014/main" id="{EBFCD410-7DE7-4ECA-AD0B-F059C443BF03}"/>
              </a:ext>
            </a:extLst>
          </p:cNvPr>
          <p:cNvGraphicFramePr>
            <a:graphicFrameLocks noChangeAspect="1"/>
          </p:cNvGraphicFramePr>
          <p:nvPr/>
        </p:nvGraphicFramePr>
        <p:xfrm>
          <a:off x="2514600" y="4114800"/>
          <a:ext cx="3886200" cy="1836738"/>
        </p:xfrm>
        <a:graphic>
          <a:graphicData uri="http://schemas.openxmlformats.org/presentationml/2006/ole">
            <mc:AlternateContent xmlns:mc="http://schemas.openxmlformats.org/markup-compatibility/2006">
              <mc:Choice xmlns:v="urn:schemas-microsoft-com:vml" Requires="v">
                <p:oleObj spid="_x0000_s19467" name="公式" r:id="rId5" imgW="2489040" imgH="1180800" progId="Equation.3">
                  <p:embed/>
                </p:oleObj>
              </mc:Choice>
              <mc:Fallback>
                <p:oleObj name="公式" r:id="rId5" imgW="2489040" imgH="1180800" progId="Equation.3">
                  <p:embed/>
                  <p:pic>
                    <p:nvPicPr>
                      <p:cNvPr id="35850" name="Object 10">
                        <a:extLst>
                          <a:ext uri="{FF2B5EF4-FFF2-40B4-BE49-F238E27FC236}">
                            <a16:creationId xmlns="" xmlns:a16="http://schemas.microsoft.com/office/drawing/2014/main" id="{EBFCD410-7DE7-4ECA-AD0B-F059C443BF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4114800"/>
                        <a:ext cx="3886200" cy="1836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5845"/>
                                        </p:tgtEl>
                                        <p:attrNameLst>
                                          <p:attrName>style.visibility</p:attrName>
                                        </p:attrNameLst>
                                      </p:cBhvr>
                                      <p:to>
                                        <p:strVal val="visible"/>
                                      </p:to>
                                    </p:set>
                                    <p:anim calcmode="discrete" valueType="clr">
                                      <p:cBhvr override="childStyle">
                                        <p:cTn id="7" dur="80"/>
                                        <p:tgtEl>
                                          <p:spTgt spid="35845"/>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5845"/>
                                        </p:tgtEl>
                                        <p:attrNameLst>
                                          <p:attrName>fillcolor</p:attrName>
                                        </p:attrNameLst>
                                      </p:cBhvr>
                                      <p:tavLst>
                                        <p:tav tm="0">
                                          <p:val>
                                            <p:clrVal>
                                              <a:schemeClr val="accent2"/>
                                            </p:clrVal>
                                          </p:val>
                                        </p:tav>
                                        <p:tav tm="50000">
                                          <p:val>
                                            <p:clrVal>
                                              <a:schemeClr val="hlink"/>
                                            </p:clrVal>
                                          </p:val>
                                        </p:tav>
                                      </p:tavLst>
                                    </p:anim>
                                    <p:set>
                                      <p:cBhvr>
                                        <p:cTn id="9" dur="80"/>
                                        <p:tgtEl>
                                          <p:spTgt spid="35845"/>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ntr" presetSubtype="10" fill="hold" nodeType="clickEffect">
                                  <p:stCondLst>
                                    <p:cond delay="0"/>
                                  </p:stCondLst>
                                  <p:childTnLst>
                                    <p:set>
                                      <p:cBhvr>
                                        <p:cTn id="13" dur="1" fill="hold">
                                          <p:stCondLst>
                                            <p:cond delay="0"/>
                                          </p:stCondLst>
                                        </p:cTn>
                                        <p:tgtEl>
                                          <p:spTgt spid="35847"/>
                                        </p:tgtEl>
                                        <p:attrNameLst>
                                          <p:attrName>style.visibility</p:attrName>
                                        </p:attrNameLst>
                                      </p:cBhvr>
                                      <p:to>
                                        <p:strVal val="visible"/>
                                      </p:to>
                                    </p:set>
                                    <p:animEffect transition="in" filter="blinds(horizontal)">
                                      <p:cBhvr>
                                        <p:cTn id="14" dur="500"/>
                                        <p:tgtEl>
                                          <p:spTgt spid="3584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35848"/>
                                        </p:tgtEl>
                                        <p:attrNameLst>
                                          <p:attrName>style.visibility</p:attrName>
                                        </p:attrNameLst>
                                      </p:cBhvr>
                                      <p:to>
                                        <p:strVal val="visible"/>
                                      </p:to>
                                    </p:set>
                                    <p:anim calcmode="discrete" valueType="clr">
                                      <p:cBhvr override="childStyle">
                                        <p:cTn id="19" dur="80"/>
                                        <p:tgtEl>
                                          <p:spTgt spid="35848"/>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35848"/>
                                        </p:tgtEl>
                                        <p:attrNameLst>
                                          <p:attrName>fillcolor</p:attrName>
                                        </p:attrNameLst>
                                      </p:cBhvr>
                                      <p:tavLst>
                                        <p:tav tm="0">
                                          <p:val>
                                            <p:clrVal>
                                              <a:schemeClr val="accent2"/>
                                            </p:clrVal>
                                          </p:val>
                                        </p:tav>
                                        <p:tav tm="50000">
                                          <p:val>
                                            <p:clrVal>
                                              <a:schemeClr val="hlink"/>
                                            </p:clrVal>
                                          </p:val>
                                        </p:tav>
                                      </p:tavLst>
                                    </p:anim>
                                    <p:set>
                                      <p:cBhvr>
                                        <p:cTn id="21" dur="80"/>
                                        <p:tgtEl>
                                          <p:spTgt spid="35848"/>
                                        </p:tgtEl>
                                        <p:attrNameLst>
                                          <p:attrName>fill.type</p:attrName>
                                        </p:attrNameLst>
                                      </p:cBhvr>
                                      <p:to>
                                        <p:strVal val="solid"/>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35850"/>
                                        </p:tgtEl>
                                        <p:attrNameLst>
                                          <p:attrName>style.visibility</p:attrName>
                                        </p:attrNameLst>
                                      </p:cBhvr>
                                      <p:to>
                                        <p:strVal val="visible"/>
                                      </p:to>
                                    </p:set>
                                    <p:animEffect transition="in" filter="blinds(horizontal)">
                                      <p:cBhvr>
                                        <p:cTn id="26" dur="500"/>
                                        <p:tgtEl>
                                          <p:spTgt spid="35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p:bldP spid="3584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日期占位符 1">
            <a:extLst>
              <a:ext uri="{FF2B5EF4-FFF2-40B4-BE49-F238E27FC236}">
                <a16:creationId xmlns="" xmlns:a16="http://schemas.microsoft.com/office/drawing/2014/main" id="{007A6FC4-7A0F-45AB-B867-D81B37328A4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256184-A4CE-455A-8F58-EC7AF46623AA}" type="datetime3">
              <a:rPr lang="zh-CN" altLang="en-US" smtClean="0"/>
              <a:pPr eaLnBrk="1" hangingPunct="1"/>
              <a:t>2022年2月18日星期五</a:t>
            </a:fld>
            <a:endParaRPr lang="en-US" altLang="zh-CN"/>
          </a:p>
        </p:txBody>
      </p:sp>
      <p:sp>
        <p:nvSpPr>
          <p:cNvPr id="21510" name="页脚占位符 2">
            <a:extLst>
              <a:ext uri="{FF2B5EF4-FFF2-40B4-BE49-F238E27FC236}">
                <a16:creationId xmlns="" xmlns:a16="http://schemas.microsoft.com/office/drawing/2014/main" id="{CD7542D3-4629-42D2-8734-B70F2E80300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21511" name="灯片编号占位符 3">
            <a:extLst>
              <a:ext uri="{FF2B5EF4-FFF2-40B4-BE49-F238E27FC236}">
                <a16:creationId xmlns="" xmlns:a16="http://schemas.microsoft.com/office/drawing/2014/main" id="{9D153FB5-F9E6-45D7-98D1-361B841F995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44CFF51-C11C-4CA8-B8E0-B64310012E74}" type="slidenum">
              <a:rPr lang="en-US" altLang="zh-CN"/>
              <a:pPr eaLnBrk="1" hangingPunct="1"/>
              <a:t>21</a:t>
            </a:fld>
            <a:endParaRPr lang="en-US" altLang="zh-CN"/>
          </a:p>
        </p:txBody>
      </p:sp>
      <p:sp>
        <p:nvSpPr>
          <p:cNvPr id="31748" name="Rectangle 4">
            <a:extLst>
              <a:ext uri="{FF2B5EF4-FFF2-40B4-BE49-F238E27FC236}">
                <a16:creationId xmlns="" xmlns:a16="http://schemas.microsoft.com/office/drawing/2014/main" id="{0FF0A9BF-763C-4DC1-B4E8-6629881C8ADF}"/>
              </a:ext>
            </a:extLst>
          </p:cNvPr>
          <p:cNvSpPr>
            <a:spLocks noChangeArrowheads="1"/>
          </p:cNvSpPr>
          <p:nvPr/>
        </p:nvSpPr>
        <p:spPr bwMode="auto">
          <a:xfrm>
            <a:off x="533400" y="381000"/>
            <a:ext cx="1936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Times New Roman" panose="02020603050405020304" pitchFamily="18" charset="0"/>
                <a:ea typeface="楷体_GB2312" pitchFamily="49" charset="-122"/>
              </a:rPr>
              <a:t>练习</a:t>
            </a:r>
            <a:r>
              <a:rPr lang="en-US" altLang="zh-CN" sz="2800" b="1">
                <a:solidFill>
                  <a:srgbClr val="FF0000"/>
                </a:solidFill>
                <a:latin typeface="Times New Roman" panose="02020603050405020304" pitchFamily="18" charset="0"/>
                <a:ea typeface="楷体_GB2312" pitchFamily="49" charset="-122"/>
              </a:rPr>
              <a:t>2</a:t>
            </a:r>
            <a:r>
              <a:rPr lang="en-US" altLang="zh-CN" sz="2800" b="1">
                <a:latin typeface="Times New Roman" panose="02020603050405020304" pitchFamily="18" charset="0"/>
                <a:ea typeface="楷体_GB2312" pitchFamily="49" charset="-122"/>
              </a:rPr>
              <a:t> </a:t>
            </a:r>
            <a:r>
              <a:rPr lang="zh-CN" altLang="en-US" sz="2800" b="1">
                <a:latin typeface="Times New Roman" panose="02020603050405020304" pitchFamily="18" charset="0"/>
                <a:ea typeface="楷体_GB2312" pitchFamily="49" charset="-122"/>
              </a:rPr>
              <a:t>已知</a:t>
            </a:r>
            <a:r>
              <a:rPr lang="zh-CN" altLang="en-US">
                <a:latin typeface="Times New Roman" panose="02020603050405020304" pitchFamily="18" charset="0"/>
                <a:ea typeface="楷体_GB2312" pitchFamily="49" charset="-122"/>
              </a:rPr>
              <a:t> </a:t>
            </a:r>
          </a:p>
        </p:txBody>
      </p:sp>
      <p:graphicFrame>
        <p:nvGraphicFramePr>
          <p:cNvPr id="31749" name="Object 5">
            <a:extLst>
              <a:ext uri="{FF2B5EF4-FFF2-40B4-BE49-F238E27FC236}">
                <a16:creationId xmlns="" xmlns:a16="http://schemas.microsoft.com/office/drawing/2014/main" id="{DD23EF1C-11C2-47BD-B2EF-4E7C65A478CF}"/>
              </a:ext>
            </a:extLst>
          </p:cNvPr>
          <p:cNvGraphicFramePr>
            <a:graphicFrameLocks noChangeAspect="1"/>
          </p:cNvGraphicFramePr>
          <p:nvPr/>
        </p:nvGraphicFramePr>
        <p:xfrm>
          <a:off x="2743200" y="914400"/>
          <a:ext cx="2971800" cy="1968500"/>
        </p:xfrm>
        <a:graphic>
          <a:graphicData uri="http://schemas.openxmlformats.org/presentationml/2006/ole">
            <mc:AlternateContent xmlns:mc="http://schemas.openxmlformats.org/markup-compatibility/2006">
              <mc:Choice xmlns:v="urn:schemas-microsoft-com:vml" Requires="v">
                <p:oleObj spid="_x0000_s20494" name="Equation" r:id="rId3" imgW="1066680" imgH="711000" progId="Equation.DSMT4">
                  <p:embed/>
                </p:oleObj>
              </mc:Choice>
              <mc:Fallback>
                <p:oleObj name="Equation" r:id="rId3" imgW="1066680" imgH="711000" progId="Equation.DSMT4">
                  <p:embed/>
                  <p:pic>
                    <p:nvPicPr>
                      <p:cNvPr id="31749" name="Object 5">
                        <a:extLst>
                          <a:ext uri="{FF2B5EF4-FFF2-40B4-BE49-F238E27FC236}">
                            <a16:creationId xmlns="" xmlns:a16="http://schemas.microsoft.com/office/drawing/2014/main" id="{DD23EF1C-11C2-47BD-B2EF-4E7C65A478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914400"/>
                        <a:ext cx="2971800" cy="196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0" name="Text Box 6">
            <a:extLst>
              <a:ext uri="{FF2B5EF4-FFF2-40B4-BE49-F238E27FC236}">
                <a16:creationId xmlns="" xmlns:a16="http://schemas.microsoft.com/office/drawing/2014/main" id="{53B5F578-CEE2-4112-B91F-18481FCFF7ED}"/>
              </a:ext>
            </a:extLst>
          </p:cNvPr>
          <p:cNvSpPr txBox="1">
            <a:spLocks noChangeArrowheads="1"/>
          </p:cNvSpPr>
          <p:nvPr/>
        </p:nvSpPr>
        <p:spPr bwMode="auto">
          <a:xfrm>
            <a:off x="533400" y="2897188"/>
            <a:ext cx="60436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问      满足什么条件时，</a:t>
            </a:r>
            <a:r>
              <a:rPr lang="en-US" altLang="zh-CN" sz="2800" b="1" i="1">
                <a:latin typeface="Times New Roman" panose="02020603050405020304" pitchFamily="18" charset="0"/>
                <a:ea typeface="楷体_GB2312" pitchFamily="49" charset="-122"/>
              </a:rPr>
              <a:t>A</a:t>
            </a:r>
            <a:r>
              <a:rPr lang="zh-CN" altLang="en-US" sz="2800" b="1">
                <a:latin typeface="Times New Roman" panose="02020603050405020304" pitchFamily="18" charset="0"/>
                <a:ea typeface="楷体_GB2312" pitchFamily="49" charset="-122"/>
              </a:rPr>
              <a:t>可对角化？ </a:t>
            </a:r>
          </a:p>
        </p:txBody>
      </p:sp>
      <p:graphicFrame>
        <p:nvGraphicFramePr>
          <p:cNvPr id="31751" name="Object 7">
            <a:extLst>
              <a:ext uri="{FF2B5EF4-FFF2-40B4-BE49-F238E27FC236}">
                <a16:creationId xmlns="" xmlns:a16="http://schemas.microsoft.com/office/drawing/2014/main" id="{F5D76D46-9DF1-4958-AD7C-A9FF09BF548F}"/>
              </a:ext>
            </a:extLst>
          </p:cNvPr>
          <p:cNvGraphicFramePr>
            <a:graphicFrameLocks noChangeAspect="1"/>
          </p:cNvGraphicFramePr>
          <p:nvPr/>
        </p:nvGraphicFramePr>
        <p:xfrm>
          <a:off x="1066800" y="2971800"/>
          <a:ext cx="412750" cy="457200"/>
        </p:xfrm>
        <a:graphic>
          <a:graphicData uri="http://schemas.openxmlformats.org/presentationml/2006/ole">
            <mc:AlternateContent xmlns:mc="http://schemas.openxmlformats.org/markup-compatibility/2006">
              <mc:Choice xmlns:v="urn:schemas-microsoft-com:vml" Requires="v">
                <p:oleObj spid="_x0000_s20495" name="Equation" r:id="rId5" imgW="126720" imgH="139680" progId="Equation.DSMT4">
                  <p:embed/>
                </p:oleObj>
              </mc:Choice>
              <mc:Fallback>
                <p:oleObj name="Equation" r:id="rId5" imgW="126720" imgH="139680" progId="Equation.DSMT4">
                  <p:embed/>
                  <p:pic>
                    <p:nvPicPr>
                      <p:cNvPr id="31751" name="Object 7">
                        <a:extLst>
                          <a:ext uri="{FF2B5EF4-FFF2-40B4-BE49-F238E27FC236}">
                            <a16:creationId xmlns="" xmlns:a16="http://schemas.microsoft.com/office/drawing/2014/main" id="{F5D76D46-9DF1-4958-AD7C-A9FF09BF54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2971800"/>
                        <a:ext cx="41275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2" name="Rectangle 8">
            <a:extLst>
              <a:ext uri="{FF2B5EF4-FFF2-40B4-BE49-F238E27FC236}">
                <a16:creationId xmlns="" xmlns:a16="http://schemas.microsoft.com/office/drawing/2014/main" id="{27ABAE10-1E75-4F50-8222-AF2731BFF84B}"/>
              </a:ext>
            </a:extLst>
          </p:cNvPr>
          <p:cNvSpPr>
            <a:spLocks noChangeArrowheads="1"/>
          </p:cNvSpPr>
          <p:nvPr/>
        </p:nvSpPr>
        <p:spPr bwMode="auto">
          <a:xfrm>
            <a:off x="1371600" y="3581400"/>
            <a:ext cx="1579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Times New Roman" panose="02020603050405020304" pitchFamily="18" charset="0"/>
                <a:ea typeface="楷体_GB2312" pitchFamily="49" charset="-122"/>
              </a:rPr>
              <a:t>解   </a:t>
            </a:r>
            <a:r>
              <a:rPr lang="zh-CN" altLang="en-US" sz="2800" b="1">
                <a:latin typeface="Times New Roman" panose="02020603050405020304" pitchFamily="18" charset="0"/>
                <a:ea typeface="楷体_GB2312" pitchFamily="49" charset="-122"/>
              </a:rPr>
              <a:t>首先</a:t>
            </a:r>
            <a:r>
              <a:rPr lang="zh-CN" altLang="en-US">
                <a:latin typeface="Times New Roman" panose="02020603050405020304" pitchFamily="18" charset="0"/>
                <a:ea typeface="楷体_GB2312" pitchFamily="49" charset="-122"/>
              </a:rPr>
              <a:t> </a:t>
            </a:r>
          </a:p>
        </p:txBody>
      </p:sp>
      <p:graphicFrame>
        <p:nvGraphicFramePr>
          <p:cNvPr id="31753" name="Object 9">
            <a:extLst>
              <a:ext uri="{FF2B5EF4-FFF2-40B4-BE49-F238E27FC236}">
                <a16:creationId xmlns="" xmlns:a16="http://schemas.microsoft.com/office/drawing/2014/main" id="{5352B4F9-111E-4460-A312-B9C14EFA28B9}"/>
              </a:ext>
            </a:extLst>
          </p:cNvPr>
          <p:cNvGraphicFramePr>
            <a:graphicFrameLocks noChangeAspect="1"/>
          </p:cNvGraphicFramePr>
          <p:nvPr/>
        </p:nvGraphicFramePr>
        <p:xfrm>
          <a:off x="2362200" y="4191000"/>
          <a:ext cx="4532313" cy="660400"/>
        </p:xfrm>
        <a:graphic>
          <a:graphicData uri="http://schemas.openxmlformats.org/presentationml/2006/ole">
            <mc:AlternateContent xmlns:mc="http://schemas.openxmlformats.org/markup-compatibility/2006">
              <mc:Choice xmlns:v="urn:schemas-microsoft-com:vml" Requires="v">
                <p:oleObj spid="_x0000_s20496" name="Equation" r:id="rId7" imgW="2768400" imgH="406080" progId="Equation.DSMT4">
                  <p:embed/>
                </p:oleObj>
              </mc:Choice>
              <mc:Fallback>
                <p:oleObj name="Equation" r:id="rId7" imgW="2768400" imgH="406080" progId="Equation.DSMT4">
                  <p:embed/>
                  <p:pic>
                    <p:nvPicPr>
                      <p:cNvPr id="31753" name="Object 9">
                        <a:extLst>
                          <a:ext uri="{FF2B5EF4-FFF2-40B4-BE49-F238E27FC236}">
                            <a16:creationId xmlns="" xmlns:a16="http://schemas.microsoft.com/office/drawing/2014/main" id="{5352B4F9-111E-4460-A312-B9C14EFA28B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4191000"/>
                        <a:ext cx="4532313"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4" name="Rectangle 10">
            <a:extLst>
              <a:ext uri="{FF2B5EF4-FFF2-40B4-BE49-F238E27FC236}">
                <a16:creationId xmlns="" xmlns:a16="http://schemas.microsoft.com/office/drawing/2014/main" id="{E3299F9F-1180-4BCE-8848-7A2EEC8432E0}"/>
              </a:ext>
            </a:extLst>
          </p:cNvPr>
          <p:cNvSpPr>
            <a:spLocks noChangeArrowheads="1"/>
          </p:cNvSpPr>
          <p:nvPr/>
        </p:nvSpPr>
        <p:spPr bwMode="auto">
          <a:xfrm>
            <a:off x="609600" y="5029200"/>
            <a:ext cx="853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所以，</a:t>
            </a:r>
            <a:r>
              <a:rPr lang="en-US" altLang="zh-CN" sz="2800" b="1" i="1">
                <a:latin typeface="Times New Roman" panose="02020603050405020304" pitchFamily="18" charset="0"/>
                <a:ea typeface="楷体_GB2312" pitchFamily="49" charset="-122"/>
              </a:rPr>
              <a:t>A</a:t>
            </a:r>
            <a:r>
              <a:rPr lang="zh-CN" altLang="en-US" sz="2800" b="1">
                <a:latin typeface="Times New Roman" panose="02020603050405020304" pitchFamily="18" charset="0"/>
                <a:ea typeface="楷体_GB2312" pitchFamily="49" charset="-122"/>
              </a:rPr>
              <a:t>的特征值为</a:t>
            </a:r>
            <a:r>
              <a:rPr lang="en-US" altLang="zh-CN" sz="2800" b="1">
                <a:latin typeface="Times New Roman" panose="02020603050405020304" pitchFamily="18" charset="0"/>
                <a:ea typeface="楷体_GB2312" pitchFamily="49" charset="-122"/>
              </a:rPr>
              <a:t>2</a:t>
            </a:r>
            <a:r>
              <a:rPr lang="zh-CN" altLang="en-US" sz="2800" b="1">
                <a:latin typeface="Times New Roman" panose="02020603050405020304" pitchFamily="18" charset="0"/>
                <a:ea typeface="楷体_GB2312" pitchFamily="49" charset="-122"/>
              </a:rPr>
              <a:t>（重数为</a:t>
            </a:r>
            <a:r>
              <a:rPr lang="en-US" altLang="zh-CN" sz="2800">
                <a:latin typeface="Times New Roman" panose="02020603050405020304" pitchFamily="18" charset="0"/>
                <a:ea typeface="楷体_GB2312" pitchFamily="49" charset="-122"/>
              </a:rPr>
              <a:t>1</a:t>
            </a:r>
            <a:r>
              <a:rPr lang="zh-CN" altLang="en-US" sz="2800" b="1">
                <a:latin typeface="Times New Roman" panose="02020603050405020304" pitchFamily="18" charset="0"/>
                <a:ea typeface="楷体_GB2312" pitchFamily="49" charset="-122"/>
              </a:rPr>
              <a:t>）和</a:t>
            </a:r>
            <a:r>
              <a:rPr lang="en-US" altLang="zh-CN" sz="2800" b="1">
                <a:latin typeface="Times New Roman" panose="02020603050405020304" pitchFamily="18" charset="0"/>
                <a:ea typeface="楷体_GB2312" pitchFamily="49" charset="-122"/>
              </a:rPr>
              <a:t>1</a:t>
            </a:r>
            <a:r>
              <a:rPr lang="zh-CN" altLang="en-US" sz="2800" b="1">
                <a:latin typeface="Times New Roman" panose="02020603050405020304" pitchFamily="18" charset="0"/>
                <a:ea typeface="楷体_GB2312" pitchFamily="49" charset="-122"/>
              </a:rPr>
              <a:t>（重数为</a:t>
            </a:r>
            <a:r>
              <a:rPr lang="en-US" altLang="zh-CN" sz="2800">
                <a:latin typeface="Times New Roman" panose="02020603050405020304" pitchFamily="18" charset="0"/>
                <a:ea typeface="楷体_GB2312" pitchFamily="49" charset="-122"/>
              </a:rPr>
              <a:t>2</a:t>
            </a:r>
            <a:r>
              <a:rPr lang="zh-CN" altLang="en-US" sz="2800" b="1">
                <a:latin typeface="Times New Roman" panose="02020603050405020304" pitchFamily="18" charset="0"/>
                <a:ea typeface="楷体_GB2312" pitchFamily="49" charset="-122"/>
              </a:rPr>
              <a: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1748"/>
                                        </p:tgtEl>
                                        <p:attrNameLst>
                                          <p:attrName>style.visibility</p:attrName>
                                        </p:attrNameLst>
                                      </p:cBhvr>
                                      <p:to>
                                        <p:strVal val="visible"/>
                                      </p:to>
                                    </p:set>
                                    <p:anim calcmode="discrete" valueType="clr">
                                      <p:cBhvr override="childStyle">
                                        <p:cTn id="7" dur="80"/>
                                        <p:tgtEl>
                                          <p:spTgt spid="31748"/>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1748"/>
                                        </p:tgtEl>
                                        <p:attrNameLst>
                                          <p:attrName>fillcolor</p:attrName>
                                        </p:attrNameLst>
                                      </p:cBhvr>
                                      <p:tavLst>
                                        <p:tav tm="0">
                                          <p:val>
                                            <p:clrVal>
                                              <a:schemeClr val="accent2"/>
                                            </p:clrVal>
                                          </p:val>
                                        </p:tav>
                                        <p:tav tm="50000">
                                          <p:val>
                                            <p:clrVal>
                                              <a:schemeClr val="hlink"/>
                                            </p:clrVal>
                                          </p:val>
                                        </p:tav>
                                      </p:tavLst>
                                    </p:anim>
                                    <p:set>
                                      <p:cBhvr>
                                        <p:cTn id="9" dur="80"/>
                                        <p:tgtEl>
                                          <p:spTgt spid="31748"/>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ntr" presetSubtype="10" fill="hold" nodeType="clickEffect">
                                  <p:stCondLst>
                                    <p:cond delay="0"/>
                                  </p:stCondLst>
                                  <p:childTnLst>
                                    <p:set>
                                      <p:cBhvr>
                                        <p:cTn id="13" dur="1" fill="hold">
                                          <p:stCondLst>
                                            <p:cond delay="0"/>
                                          </p:stCondLst>
                                        </p:cTn>
                                        <p:tgtEl>
                                          <p:spTgt spid="31749"/>
                                        </p:tgtEl>
                                        <p:attrNameLst>
                                          <p:attrName>style.visibility</p:attrName>
                                        </p:attrNameLst>
                                      </p:cBhvr>
                                      <p:to>
                                        <p:strVal val="visible"/>
                                      </p:to>
                                    </p:set>
                                    <p:animEffect transition="in" filter="blinds(horizontal)">
                                      <p:cBhvr>
                                        <p:cTn id="14" dur="500"/>
                                        <p:tgtEl>
                                          <p:spTgt spid="31749"/>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1750"/>
                                        </p:tgtEl>
                                        <p:attrNameLst>
                                          <p:attrName>style.visibility</p:attrName>
                                        </p:attrNameLst>
                                      </p:cBhvr>
                                      <p:to>
                                        <p:strVal val="visible"/>
                                      </p:to>
                                    </p:set>
                                    <p:animEffect transition="in" filter="blinds(horizontal)">
                                      <p:cBhvr>
                                        <p:cTn id="19" dur="500"/>
                                        <p:tgtEl>
                                          <p:spTgt spid="31750"/>
                                        </p:tgtEl>
                                      </p:cBhvr>
                                    </p:animEffect>
                                  </p:childTnLst>
                                </p:cTn>
                              </p:par>
                              <p:par>
                                <p:cTn id="20" presetID="3" presetClass="entr" presetSubtype="10" fill="hold" nodeType="withEffect">
                                  <p:stCondLst>
                                    <p:cond delay="0"/>
                                  </p:stCondLst>
                                  <p:childTnLst>
                                    <p:set>
                                      <p:cBhvr>
                                        <p:cTn id="21" dur="1" fill="hold">
                                          <p:stCondLst>
                                            <p:cond delay="0"/>
                                          </p:stCondLst>
                                        </p:cTn>
                                        <p:tgtEl>
                                          <p:spTgt spid="31751"/>
                                        </p:tgtEl>
                                        <p:attrNameLst>
                                          <p:attrName>style.visibility</p:attrName>
                                        </p:attrNameLst>
                                      </p:cBhvr>
                                      <p:to>
                                        <p:strVal val="visible"/>
                                      </p:to>
                                    </p:set>
                                    <p:animEffect transition="in" filter="blinds(horizontal)">
                                      <p:cBhvr>
                                        <p:cTn id="22" dur="500"/>
                                        <p:tgtEl>
                                          <p:spTgt spid="317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7" presetClass="entr" presetSubtype="0" fill="hold" grpId="0" nodeType="clickEffect">
                                  <p:stCondLst>
                                    <p:cond delay="0"/>
                                  </p:stCondLst>
                                  <p:iterate type="lt">
                                    <p:tmPct val="50000"/>
                                  </p:iterate>
                                  <p:childTnLst>
                                    <p:set>
                                      <p:cBhvr>
                                        <p:cTn id="26" dur="1" fill="hold">
                                          <p:stCondLst>
                                            <p:cond delay="0"/>
                                          </p:stCondLst>
                                        </p:cTn>
                                        <p:tgtEl>
                                          <p:spTgt spid="31752"/>
                                        </p:tgtEl>
                                        <p:attrNameLst>
                                          <p:attrName>style.visibility</p:attrName>
                                        </p:attrNameLst>
                                      </p:cBhvr>
                                      <p:to>
                                        <p:strVal val="visible"/>
                                      </p:to>
                                    </p:set>
                                    <p:anim calcmode="discrete" valueType="clr">
                                      <p:cBhvr override="childStyle">
                                        <p:cTn id="27" dur="80"/>
                                        <p:tgtEl>
                                          <p:spTgt spid="31752"/>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31752"/>
                                        </p:tgtEl>
                                        <p:attrNameLst>
                                          <p:attrName>fillcolor</p:attrName>
                                        </p:attrNameLst>
                                      </p:cBhvr>
                                      <p:tavLst>
                                        <p:tav tm="0">
                                          <p:val>
                                            <p:clrVal>
                                              <a:schemeClr val="accent2"/>
                                            </p:clrVal>
                                          </p:val>
                                        </p:tav>
                                        <p:tav tm="50000">
                                          <p:val>
                                            <p:clrVal>
                                              <a:schemeClr val="hlink"/>
                                            </p:clrVal>
                                          </p:val>
                                        </p:tav>
                                      </p:tavLst>
                                    </p:anim>
                                    <p:set>
                                      <p:cBhvr>
                                        <p:cTn id="29" dur="80"/>
                                        <p:tgtEl>
                                          <p:spTgt spid="31752"/>
                                        </p:tgtEl>
                                        <p:attrNameLst>
                                          <p:attrName>fill.type</p:attrName>
                                        </p:attrNameLst>
                                      </p:cBhvr>
                                      <p:to>
                                        <p:strVal val="solid"/>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31753"/>
                                        </p:tgtEl>
                                        <p:attrNameLst>
                                          <p:attrName>style.visibility</p:attrName>
                                        </p:attrNameLst>
                                      </p:cBhvr>
                                      <p:to>
                                        <p:strVal val="visible"/>
                                      </p:to>
                                    </p:set>
                                    <p:animEffect transition="in" filter="blinds(horizontal)">
                                      <p:cBhvr>
                                        <p:cTn id="34" dur="500"/>
                                        <p:tgtEl>
                                          <p:spTgt spid="3175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1754"/>
                                        </p:tgtEl>
                                        <p:attrNameLst>
                                          <p:attrName>style.visibility</p:attrName>
                                        </p:attrNameLst>
                                      </p:cBhvr>
                                      <p:to>
                                        <p:strVal val="visible"/>
                                      </p:to>
                                    </p:set>
                                    <p:animEffect transition="in" filter="blinds(horizontal)">
                                      <p:cBhvr>
                                        <p:cTn id="39" dur="500"/>
                                        <p:tgtEl>
                                          <p:spTgt spid="31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p:bldP spid="31750" grpId="0"/>
      <p:bldP spid="31752" grpId="0"/>
      <p:bldP spid="3175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5" name="日期占位符 1">
            <a:extLst>
              <a:ext uri="{FF2B5EF4-FFF2-40B4-BE49-F238E27FC236}">
                <a16:creationId xmlns="" xmlns:a16="http://schemas.microsoft.com/office/drawing/2014/main" id="{B7DA6A5B-3B8A-4A4B-BC7F-BD1F5149B83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C8D3931-43F4-40CA-BC1C-F1EA3C8DCFE2}" type="datetime3">
              <a:rPr lang="zh-CN" altLang="en-US" smtClean="0"/>
              <a:pPr eaLnBrk="1" hangingPunct="1"/>
              <a:t>2022年2月18日星期五</a:t>
            </a:fld>
            <a:endParaRPr lang="en-US" altLang="zh-CN"/>
          </a:p>
        </p:txBody>
      </p:sp>
      <p:sp>
        <p:nvSpPr>
          <p:cNvPr id="22536" name="页脚占位符 2">
            <a:extLst>
              <a:ext uri="{FF2B5EF4-FFF2-40B4-BE49-F238E27FC236}">
                <a16:creationId xmlns="" xmlns:a16="http://schemas.microsoft.com/office/drawing/2014/main" id="{3761DFE4-9622-4278-9C2F-F5527C0AD40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22537" name="灯片编号占位符 3">
            <a:extLst>
              <a:ext uri="{FF2B5EF4-FFF2-40B4-BE49-F238E27FC236}">
                <a16:creationId xmlns="" xmlns:a16="http://schemas.microsoft.com/office/drawing/2014/main" id="{3DB6B65C-82E6-4111-B767-AC0B58C328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73A0583-26D9-4712-8584-54ED3DBAC521}" type="slidenum">
              <a:rPr lang="en-US" altLang="zh-CN"/>
              <a:pPr eaLnBrk="1" hangingPunct="1"/>
              <a:t>22</a:t>
            </a:fld>
            <a:endParaRPr lang="en-US" altLang="zh-CN"/>
          </a:p>
        </p:txBody>
      </p:sp>
      <p:sp>
        <p:nvSpPr>
          <p:cNvPr id="22538" name="Rectangle 5">
            <a:extLst>
              <a:ext uri="{FF2B5EF4-FFF2-40B4-BE49-F238E27FC236}">
                <a16:creationId xmlns="" xmlns:a16="http://schemas.microsoft.com/office/drawing/2014/main" id="{A1A40C10-6BEF-49EB-9D90-979D814BAD8E}"/>
              </a:ext>
            </a:extLst>
          </p:cNvPr>
          <p:cNvSpPr>
            <a:spLocks noChangeArrowheads="1"/>
          </p:cNvSpPr>
          <p:nvPr/>
        </p:nvSpPr>
        <p:spPr bwMode="auto">
          <a:xfrm>
            <a:off x="4479925" y="315118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latin typeface="Times New Roman" panose="02020603050405020304" pitchFamily="18" charset="0"/>
              <a:ea typeface="楷体_GB2312" pitchFamily="49" charset="-122"/>
            </a:endParaRPr>
          </a:p>
        </p:txBody>
      </p:sp>
      <p:sp>
        <p:nvSpPr>
          <p:cNvPr id="32774" name="Text Box 6">
            <a:extLst>
              <a:ext uri="{FF2B5EF4-FFF2-40B4-BE49-F238E27FC236}">
                <a16:creationId xmlns="" xmlns:a16="http://schemas.microsoft.com/office/drawing/2014/main" id="{B8942199-EEE4-4C02-B9C1-46A367916C4B}"/>
              </a:ext>
            </a:extLst>
          </p:cNvPr>
          <p:cNvSpPr txBox="1">
            <a:spLocks noChangeArrowheads="1"/>
          </p:cNvSpPr>
          <p:nvPr/>
        </p:nvSpPr>
        <p:spPr bwMode="auto">
          <a:xfrm>
            <a:off x="381000" y="763588"/>
            <a:ext cx="8174038"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i="1">
                <a:latin typeface="Times New Roman" panose="02020603050405020304" pitchFamily="18" charset="0"/>
                <a:ea typeface="楷体_GB2312" pitchFamily="49" charset="-122"/>
              </a:rPr>
              <a:t>        </a:t>
            </a:r>
            <a:r>
              <a:rPr lang="zh-CN" altLang="en-US" sz="2800" b="1">
                <a:latin typeface="Times New Roman" panose="02020603050405020304" pitchFamily="18" charset="0"/>
                <a:ea typeface="楷体_GB2312" pitchFamily="49" charset="-122"/>
              </a:rPr>
              <a:t>考虑 </a:t>
            </a:r>
            <a:r>
              <a:rPr lang="en-US" altLang="zh-CN" sz="2800" b="1" i="1">
                <a:latin typeface="Times New Roman" panose="02020603050405020304" pitchFamily="18" charset="0"/>
                <a:ea typeface="楷体_GB2312" pitchFamily="49" charset="-122"/>
              </a:rPr>
              <a:t>A</a:t>
            </a:r>
            <a:r>
              <a:rPr lang="zh-CN" altLang="en-US" sz="2800" b="1">
                <a:latin typeface="Times New Roman" panose="02020603050405020304" pitchFamily="18" charset="0"/>
                <a:ea typeface="楷体_GB2312" pitchFamily="49" charset="-122"/>
              </a:rPr>
              <a:t>的特征值 </a:t>
            </a:r>
            <a:r>
              <a:rPr lang="en-US" altLang="zh-CN" sz="2800" b="1">
                <a:latin typeface="Times New Roman" panose="02020603050405020304" pitchFamily="18" charset="0"/>
                <a:ea typeface="楷体_GB2312" pitchFamily="49" charset="-122"/>
              </a:rPr>
              <a:t>1</a:t>
            </a:r>
            <a:r>
              <a:rPr lang="zh-CN" altLang="en-US" sz="2800" b="1">
                <a:latin typeface="Times New Roman" panose="02020603050405020304" pitchFamily="18" charset="0"/>
                <a:ea typeface="楷体_GB2312" pitchFamily="49" charset="-122"/>
              </a:rPr>
              <a:t>。对方程组                           ，</a:t>
            </a:r>
          </a:p>
          <a:p>
            <a:pPr eaLnBrk="1" hangingPunct="1"/>
            <a:endParaRPr lang="zh-CN" altLang="en-US" sz="1200" b="1">
              <a:latin typeface="Times New Roman" panose="02020603050405020304" pitchFamily="18" charset="0"/>
              <a:ea typeface="楷体_GB2312" pitchFamily="49" charset="-122"/>
            </a:endParaRPr>
          </a:p>
          <a:p>
            <a:pPr eaLnBrk="1" hangingPunct="1"/>
            <a:r>
              <a:rPr lang="zh-CN" altLang="en-US" sz="2800" b="1">
                <a:latin typeface="Times New Roman" panose="02020603050405020304" pitchFamily="18" charset="0"/>
                <a:ea typeface="楷体_GB2312" pitchFamily="49" charset="-122"/>
              </a:rPr>
              <a:t>仅当  秩                  时，才能使基础解系含 </a:t>
            </a:r>
            <a:r>
              <a:rPr lang="en-US" altLang="zh-CN" sz="2800">
                <a:latin typeface="Times New Roman" panose="02020603050405020304" pitchFamily="18" charset="0"/>
                <a:ea typeface="楷体_GB2312" pitchFamily="49" charset="-122"/>
              </a:rPr>
              <a:t>2</a:t>
            </a:r>
            <a:r>
              <a:rPr lang="zh-CN" altLang="en-US" sz="2800" b="1">
                <a:latin typeface="Times New Roman" panose="02020603050405020304" pitchFamily="18" charset="0"/>
                <a:ea typeface="楷体_GB2312" pitchFamily="49" charset="-122"/>
              </a:rPr>
              <a:t>个解。</a:t>
            </a:r>
          </a:p>
        </p:txBody>
      </p:sp>
      <p:graphicFrame>
        <p:nvGraphicFramePr>
          <p:cNvPr id="32776" name="Object 8">
            <a:extLst>
              <a:ext uri="{FF2B5EF4-FFF2-40B4-BE49-F238E27FC236}">
                <a16:creationId xmlns="" xmlns:a16="http://schemas.microsoft.com/office/drawing/2014/main" id="{67F58E0B-E493-4CF5-B873-E5025C61E011}"/>
              </a:ext>
            </a:extLst>
          </p:cNvPr>
          <p:cNvGraphicFramePr>
            <a:graphicFrameLocks noChangeAspect="1"/>
          </p:cNvGraphicFramePr>
          <p:nvPr/>
        </p:nvGraphicFramePr>
        <p:xfrm>
          <a:off x="5867400" y="838200"/>
          <a:ext cx="2244725" cy="465138"/>
        </p:xfrm>
        <a:graphic>
          <a:graphicData uri="http://schemas.openxmlformats.org/presentationml/2006/ole">
            <mc:AlternateContent xmlns:mc="http://schemas.openxmlformats.org/markup-compatibility/2006">
              <mc:Choice xmlns:v="urn:schemas-microsoft-com:vml" Requires="v">
                <p:oleObj spid="_x0000_s21526" name="Equation" r:id="rId3" imgW="1473120" imgH="304560" progId="Equation.DSMT4">
                  <p:embed/>
                </p:oleObj>
              </mc:Choice>
              <mc:Fallback>
                <p:oleObj name="Equation" r:id="rId3" imgW="1473120" imgH="304560" progId="Equation.DSMT4">
                  <p:embed/>
                  <p:pic>
                    <p:nvPicPr>
                      <p:cNvPr id="32776" name="Object 8">
                        <a:extLst>
                          <a:ext uri="{FF2B5EF4-FFF2-40B4-BE49-F238E27FC236}">
                            <a16:creationId xmlns="" xmlns:a16="http://schemas.microsoft.com/office/drawing/2014/main" id="{67F58E0B-E493-4CF5-B873-E5025C61E0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838200"/>
                        <a:ext cx="2244725"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78" name="Object 10">
            <a:extLst>
              <a:ext uri="{FF2B5EF4-FFF2-40B4-BE49-F238E27FC236}">
                <a16:creationId xmlns="" xmlns:a16="http://schemas.microsoft.com/office/drawing/2014/main" id="{340891BA-45A0-4E61-BD44-87C5C7CE1A12}"/>
              </a:ext>
            </a:extLst>
          </p:cNvPr>
          <p:cNvGraphicFramePr>
            <a:graphicFrameLocks noChangeAspect="1"/>
          </p:cNvGraphicFramePr>
          <p:nvPr/>
        </p:nvGraphicFramePr>
        <p:xfrm>
          <a:off x="1752600" y="1447800"/>
          <a:ext cx="1606550" cy="409575"/>
        </p:xfrm>
        <a:graphic>
          <a:graphicData uri="http://schemas.openxmlformats.org/presentationml/2006/ole">
            <mc:AlternateContent xmlns:mc="http://schemas.openxmlformats.org/markup-compatibility/2006">
              <mc:Choice xmlns:v="urn:schemas-microsoft-com:vml" Requires="v">
                <p:oleObj spid="_x0000_s21527" name="Equation" r:id="rId5" imgW="1193760" imgH="304560" progId="Equation.DSMT4">
                  <p:embed/>
                </p:oleObj>
              </mc:Choice>
              <mc:Fallback>
                <p:oleObj name="Equation" r:id="rId5" imgW="1193760" imgH="304560" progId="Equation.DSMT4">
                  <p:embed/>
                  <p:pic>
                    <p:nvPicPr>
                      <p:cNvPr id="32778" name="Object 10">
                        <a:extLst>
                          <a:ext uri="{FF2B5EF4-FFF2-40B4-BE49-F238E27FC236}">
                            <a16:creationId xmlns="" xmlns:a16="http://schemas.microsoft.com/office/drawing/2014/main" id="{340891BA-45A0-4E61-BD44-87C5C7CE1A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1447800"/>
                        <a:ext cx="160655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79" name="Rectangle 11">
            <a:extLst>
              <a:ext uri="{FF2B5EF4-FFF2-40B4-BE49-F238E27FC236}">
                <a16:creationId xmlns="" xmlns:a16="http://schemas.microsoft.com/office/drawing/2014/main" id="{CBC88590-30BE-46C3-9C7B-F5B4FB3A1628}"/>
              </a:ext>
            </a:extLst>
          </p:cNvPr>
          <p:cNvSpPr>
            <a:spLocks noChangeArrowheads="1"/>
          </p:cNvSpPr>
          <p:nvPr/>
        </p:nvSpPr>
        <p:spPr bwMode="auto">
          <a:xfrm>
            <a:off x="1219200" y="2286000"/>
            <a:ext cx="630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又 </a:t>
            </a:r>
          </a:p>
        </p:txBody>
      </p:sp>
      <p:graphicFrame>
        <p:nvGraphicFramePr>
          <p:cNvPr id="32781" name="Object 13">
            <a:extLst>
              <a:ext uri="{FF2B5EF4-FFF2-40B4-BE49-F238E27FC236}">
                <a16:creationId xmlns="" xmlns:a16="http://schemas.microsoft.com/office/drawing/2014/main" id="{6DD1F65D-A487-49C0-91DB-9D90A6AEE5F7}"/>
              </a:ext>
            </a:extLst>
          </p:cNvPr>
          <p:cNvGraphicFramePr>
            <a:graphicFrameLocks noChangeAspect="1"/>
          </p:cNvGraphicFramePr>
          <p:nvPr/>
        </p:nvGraphicFramePr>
        <p:xfrm>
          <a:off x="1219200" y="2971800"/>
          <a:ext cx="6478588" cy="1825625"/>
        </p:xfrm>
        <a:graphic>
          <a:graphicData uri="http://schemas.openxmlformats.org/presentationml/2006/ole">
            <mc:AlternateContent xmlns:mc="http://schemas.openxmlformats.org/markup-compatibility/2006">
              <mc:Choice xmlns:v="urn:schemas-microsoft-com:vml" Requires="v">
                <p:oleObj spid="_x0000_s21528" name="Equation" r:id="rId7" imgW="4228920" imgH="1193760" progId="Equation.DSMT4">
                  <p:embed/>
                </p:oleObj>
              </mc:Choice>
              <mc:Fallback>
                <p:oleObj name="Equation" r:id="rId7" imgW="4228920" imgH="1193760" progId="Equation.DSMT4">
                  <p:embed/>
                  <p:pic>
                    <p:nvPicPr>
                      <p:cNvPr id="32781" name="Object 13">
                        <a:extLst>
                          <a:ext uri="{FF2B5EF4-FFF2-40B4-BE49-F238E27FC236}">
                            <a16:creationId xmlns="" xmlns:a16="http://schemas.microsoft.com/office/drawing/2014/main" id="{6DD1F65D-A487-49C0-91DB-9D90A6AEE5F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2971800"/>
                        <a:ext cx="6478588" cy="182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82" name="Text Box 14">
            <a:extLst>
              <a:ext uri="{FF2B5EF4-FFF2-40B4-BE49-F238E27FC236}">
                <a16:creationId xmlns="" xmlns:a16="http://schemas.microsoft.com/office/drawing/2014/main" id="{200D4496-6247-42FA-A0E1-2A9E1F870497}"/>
              </a:ext>
            </a:extLst>
          </p:cNvPr>
          <p:cNvSpPr txBox="1">
            <a:spLocks noChangeArrowheads="1"/>
          </p:cNvSpPr>
          <p:nvPr/>
        </p:nvSpPr>
        <p:spPr bwMode="auto">
          <a:xfrm>
            <a:off x="381000" y="5030788"/>
            <a:ext cx="1933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故           。</a:t>
            </a:r>
            <a:r>
              <a:rPr lang="zh-CN" altLang="en-US">
                <a:latin typeface="Times New Roman" panose="02020603050405020304" pitchFamily="18" charset="0"/>
                <a:ea typeface="楷体_GB2312" pitchFamily="49" charset="-122"/>
              </a:rPr>
              <a:t> </a:t>
            </a:r>
          </a:p>
        </p:txBody>
      </p:sp>
      <p:graphicFrame>
        <p:nvGraphicFramePr>
          <p:cNvPr id="32784" name="Object 16">
            <a:extLst>
              <a:ext uri="{FF2B5EF4-FFF2-40B4-BE49-F238E27FC236}">
                <a16:creationId xmlns="" xmlns:a16="http://schemas.microsoft.com/office/drawing/2014/main" id="{70FCAFEF-2351-45BB-8A5E-F74901F2CA8F}"/>
              </a:ext>
            </a:extLst>
          </p:cNvPr>
          <p:cNvGraphicFramePr>
            <a:graphicFrameLocks noChangeAspect="1"/>
          </p:cNvGraphicFramePr>
          <p:nvPr/>
        </p:nvGraphicFramePr>
        <p:xfrm>
          <a:off x="922338" y="5105400"/>
          <a:ext cx="820737" cy="371475"/>
        </p:xfrm>
        <a:graphic>
          <a:graphicData uri="http://schemas.openxmlformats.org/presentationml/2006/ole">
            <mc:AlternateContent xmlns:mc="http://schemas.openxmlformats.org/markup-compatibility/2006">
              <mc:Choice xmlns:v="urn:schemas-microsoft-com:vml" Requires="v">
                <p:oleObj spid="_x0000_s21529" name="Equation" r:id="rId9" imgW="571320" imgH="253800" progId="Equation.DSMT4">
                  <p:embed/>
                </p:oleObj>
              </mc:Choice>
              <mc:Fallback>
                <p:oleObj name="Equation" r:id="rId9" imgW="571320" imgH="253800" progId="Equation.DSMT4">
                  <p:embed/>
                  <p:pic>
                    <p:nvPicPr>
                      <p:cNvPr id="32784" name="Object 16">
                        <a:extLst>
                          <a:ext uri="{FF2B5EF4-FFF2-40B4-BE49-F238E27FC236}">
                            <a16:creationId xmlns="" xmlns:a16="http://schemas.microsoft.com/office/drawing/2014/main" id="{70FCAFEF-2351-45BB-8A5E-F74901F2CA8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2338" y="5105400"/>
                        <a:ext cx="820737"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89" name="Text Box 21">
            <a:extLst>
              <a:ext uri="{FF2B5EF4-FFF2-40B4-BE49-F238E27FC236}">
                <a16:creationId xmlns="" xmlns:a16="http://schemas.microsoft.com/office/drawing/2014/main" id="{EDEA0598-BEE9-4D8D-A9F3-9F6D06315BDB}"/>
              </a:ext>
            </a:extLst>
          </p:cNvPr>
          <p:cNvSpPr txBox="1">
            <a:spLocks noChangeArrowheads="1"/>
          </p:cNvSpPr>
          <p:nvPr/>
        </p:nvSpPr>
        <p:spPr bwMode="auto">
          <a:xfrm>
            <a:off x="2057400" y="5030788"/>
            <a:ext cx="5327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所以，当          时，</a:t>
            </a:r>
            <a:r>
              <a:rPr lang="en-US" altLang="zh-CN" sz="2800" b="1" i="1">
                <a:latin typeface="Times New Roman" panose="02020603050405020304" pitchFamily="18" charset="0"/>
                <a:ea typeface="楷体_GB2312" pitchFamily="49" charset="-122"/>
              </a:rPr>
              <a:t>A</a:t>
            </a:r>
            <a:r>
              <a:rPr lang="zh-CN" altLang="en-US" sz="2800" b="1">
                <a:latin typeface="Times New Roman" panose="02020603050405020304" pitchFamily="18" charset="0"/>
                <a:ea typeface="楷体_GB2312" pitchFamily="49" charset="-122"/>
              </a:rPr>
              <a:t>可对角化。 </a:t>
            </a:r>
          </a:p>
        </p:txBody>
      </p:sp>
      <p:graphicFrame>
        <p:nvGraphicFramePr>
          <p:cNvPr id="32790" name="Object 22">
            <a:extLst>
              <a:ext uri="{FF2B5EF4-FFF2-40B4-BE49-F238E27FC236}">
                <a16:creationId xmlns="" xmlns:a16="http://schemas.microsoft.com/office/drawing/2014/main" id="{931674F9-DC16-4550-AE85-B539EB48AE00}"/>
              </a:ext>
            </a:extLst>
          </p:cNvPr>
          <p:cNvGraphicFramePr>
            <a:graphicFrameLocks noChangeAspect="1"/>
          </p:cNvGraphicFramePr>
          <p:nvPr/>
        </p:nvGraphicFramePr>
        <p:xfrm>
          <a:off x="3657600" y="5105400"/>
          <a:ext cx="744538" cy="338138"/>
        </p:xfrm>
        <a:graphic>
          <a:graphicData uri="http://schemas.openxmlformats.org/presentationml/2006/ole">
            <mc:AlternateContent xmlns:mc="http://schemas.openxmlformats.org/markup-compatibility/2006">
              <mc:Choice xmlns:v="urn:schemas-microsoft-com:vml" Requires="v">
                <p:oleObj spid="_x0000_s21530" name="Equation" r:id="rId11" imgW="571320" imgH="253800" progId="Equation.DSMT4">
                  <p:embed/>
                </p:oleObj>
              </mc:Choice>
              <mc:Fallback>
                <p:oleObj name="Equation" r:id="rId11" imgW="571320" imgH="253800" progId="Equation.DSMT4">
                  <p:embed/>
                  <p:pic>
                    <p:nvPicPr>
                      <p:cNvPr id="32790" name="Object 22">
                        <a:extLst>
                          <a:ext uri="{FF2B5EF4-FFF2-40B4-BE49-F238E27FC236}">
                            <a16:creationId xmlns="" xmlns:a16="http://schemas.microsoft.com/office/drawing/2014/main" id="{931674F9-DC16-4550-AE85-B539EB48AE0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57600" y="5105400"/>
                        <a:ext cx="744538" cy="338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blinds(horizontal)">
                                      <p:cBhvr>
                                        <p:cTn id="7" dur="500"/>
                                        <p:tgtEl>
                                          <p:spTgt spid="32774"/>
                                        </p:tgtEl>
                                      </p:cBhvr>
                                    </p:animEffect>
                                  </p:childTnLst>
                                </p:cTn>
                              </p:par>
                              <p:par>
                                <p:cTn id="8" presetID="3" presetClass="entr" presetSubtype="10" fill="hold" nodeType="withEffect">
                                  <p:stCondLst>
                                    <p:cond delay="0"/>
                                  </p:stCondLst>
                                  <p:childTnLst>
                                    <p:set>
                                      <p:cBhvr>
                                        <p:cTn id="9" dur="1" fill="hold">
                                          <p:stCondLst>
                                            <p:cond delay="0"/>
                                          </p:stCondLst>
                                        </p:cTn>
                                        <p:tgtEl>
                                          <p:spTgt spid="32776"/>
                                        </p:tgtEl>
                                        <p:attrNameLst>
                                          <p:attrName>style.visibility</p:attrName>
                                        </p:attrNameLst>
                                      </p:cBhvr>
                                      <p:to>
                                        <p:strVal val="visible"/>
                                      </p:to>
                                    </p:set>
                                    <p:animEffect transition="in" filter="blinds(horizontal)">
                                      <p:cBhvr>
                                        <p:cTn id="10" dur="500"/>
                                        <p:tgtEl>
                                          <p:spTgt spid="32776"/>
                                        </p:tgtEl>
                                      </p:cBhvr>
                                    </p:animEffect>
                                  </p:childTnLst>
                                </p:cTn>
                              </p:par>
                              <p:par>
                                <p:cTn id="11" presetID="3" presetClass="entr" presetSubtype="10" fill="hold" nodeType="withEffect">
                                  <p:stCondLst>
                                    <p:cond delay="0"/>
                                  </p:stCondLst>
                                  <p:childTnLst>
                                    <p:set>
                                      <p:cBhvr>
                                        <p:cTn id="12" dur="1" fill="hold">
                                          <p:stCondLst>
                                            <p:cond delay="0"/>
                                          </p:stCondLst>
                                        </p:cTn>
                                        <p:tgtEl>
                                          <p:spTgt spid="32778"/>
                                        </p:tgtEl>
                                        <p:attrNameLst>
                                          <p:attrName>style.visibility</p:attrName>
                                        </p:attrNameLst>
                                      </p:cBhvr>
                                      <p:to>
                                        <p:strVal val="visible"/>
                                      </p:to>
                                    </p:set>
                                    <p:animEffect transition="in" filter="blinds(horizontal)">
                                      <p:cBhvr>
                                        <p:cTn id="13" dur="500"/>
                                        <p:tgtEl>
                                          <p:spTgt spid="3277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7" presetClass="entr" presetSubtype="0" fill="hold" grpId="0" nodeType="clickEffect">
                                  <p:stCondLst>
                                    <p:cond delay="0"/>
                                  </p:stCondLst>
                                  <p:iterate type="lt">
                                    <p:tmPct val="50000"/>
                                  </p:iterate>
                                  <p:childTnLst>
                                    <p:set>
                                      <p:cBhvr>
                                        <p:cTn id="17" dur="1" fill="hold">
                                          <p:stCondLst>
                                            <p:cond delay="0"/>
                                          </p:stCondLst>
                                        </p:cTn>
                                        <p:tgtEl>
                                          <p:spTgt spid="32779"/>
                                        </p:tgtEl>
                                        <p:attrNameLst>
                                          <p:attrName>style.visibility</p:attrName>
                                        </p:attrNameLst>
                                      </p:cBhvr>
                                      <p:to>
                                        <p:strVal val="visible"/>
                                      </p:to>
                                    </p:set>
                                    <p:anim calcmode="discrete" valueType="clr">
                                      <p:cBhvr override="childStyle">
                                        <p:cTn id="18" dur="80"/>
                                        <p:tgtEl>
                                          <p:spTgt spid="32779"/>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32779"/>
                                        </p:tgtEl>
                                        <p:attrNameLst>
                                          <p:attrName>fillcolor</p:attrName>
                                        </p:attrNameLst>
                                      </p:cBhvr>
                                      <p:tavLst>
                                        <p:tav tm="0">
                                          <p:val>
                                            <p:clrVal>
                                              <a:schemeClr val="accent2"/>
                                            </p:clrVal>
                                          </p:val>
                                        </p:tav>
                                        <p:tav tm="50000">
                                          <p:val>
                                            <p:clrVal>
                                              <a:schemeClr val="hlink"/>
                                            </p:clrVal>
                                          </p:val>
                                        </p:tav>
                                      </p:tavLst>
                                    </p:anim>
                                    <p:set>
                                      <p:cBhvr>
                                        <p:cTn id="20" dur="80"/>
                                        <p:tgtEl>
                                          <p:spTgt spid="32779"/>
                                        </p:tgtEl>
                                        <p:attrNameLst>
                                          <p:attrName>fill.type</p:attrName>
                                        </p:attrNameLst>
                                      </p:cBhvr>
                                      <p:to>
                                        <p:strVal val="solid"/>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32781"/>
                                        </p:tgtEl>
                                        <p:attrNameLst>
                                          <p:attrName>style.visibility</p:attrName>
                                        </p:attrNameLst>
                                      </p:cBhvr>
                                      <p:to>
                                        <p:strVal val="visible"/>
                                      </p:to>
                                    </p:set>
                                    <p:animEffect transition="in" filter="blinds(horizontal)">
                                      <p:cBhvr>
                                        <p:cTn id="25" dur="500"/>
                                        <p:tgtEl>
                                          <p:spTgt spid="3278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2782"/>
                                        </p:tgtEl>
                                        <p:attrNameLst>
                                          <p:attrName>style.visibility</p:attrName>
                                        </p:attrNameLst>
                                      </p:cBhvr>
                                      <p:to>
                                        <p:strVal val="visible"/>
                                      </p:to>
                                    </p:set>
                                    <p:animEffect transition="in" filter="blinds(horizontal)">
                                      <p:cBhvr>
                                        <p:cTn id="30" dur="500"/>
                                        <p:tgtEl>
                                          <p:spTgt spid="32782"/>
                                        </p:tgtEl>
                                      </p:cBhvr>
                                    </p:animEffect>
                                  </p:childTnLst>
                                </p:cTn>
                              </p:par>
                              <p:par>
                                <p:cTn id="31" presetID="3" presetClass="entr" presetSubtype="10" fill="hold" nodeType="withEffect">
                                  <p:stCondLst>
                                    <p:cond delay="0"/>
                                  </p:stCondLst>
                                  <p:childTnLst>
                                    <p:set>
                                      <p:cBhvr>
                                        <p:cTn id="32" dur="1" fill="hold">
                                          <p:stCondLst>
                                            <p:cond delay="0"/>
                                          </p:stCondLst>
                                        </p:cTn>
                                        <p:tgtEl>
                                          <p:spTgt spid="32784"/>
                                        </p:tgtEl>
                                        <p:attrNameLst>
                                          <p:attrName>style.visibility</p:attrName>
                                        </p:attrNameLst>
                                      </p:cBhvr>
                                      <p:to>
                                        <p:strVal val="visible"/>
                                      </p:to>
                                    </p:set>
                                    <p:animEffect transition="in" filter="blinds(horizontal)">
                                      <p:cBhvr>
                                        <p:cTn id="33" dur="500"/>
                                        <p:tgtEl>
                                          <p:spTgt spid="3278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2789"/>
                                        </p:tgtEl>
                                        <p:attrNameLst>
                                          <p:attrName>style.visibility</p:attrName>
                                        </p:attrNameLst>
                                      </p:cBhvr>
                                      <p:to>
                                        <p:strVal val="visible"/>
                                      </p:to>
                                    </p:set>
                                    <p:animEffect transition="in" filter="blinds(horizontal)">
                                      <p:cBhvr>
                                        <p:cTn id="38" dur="500"/>
                                        <p:tgtEl>
                                          <p:spTgt spid="32789"/>
                                        </p:tgtEl>
                                      </p:cBhvr>
                                    </p:animEffect>
                                  </p:childTnLst>
                                </p:cTn>
                              </p:par>
                              <p:par>
                                <p:cTn id="39" presetID="3" presetClass="entr" presetSubtype="10" fill="hold" nodeType="withEffect">
                                  <p:stCondLst>
                                    <p:cond delay="0"/>
                                  </p:stCondLst>
                                  <p:childTnLst>
                                    <p:set>
                                      <p:cBhvr>
                                        <p:cTn id="40" dur="1" fill="hold">
                                          <p:stCondLst>
                                            <p:cond delay="0"/>
                                          </p:stCondLst>
                                        </p:cTn>
                                        <p:tgtEl>
                                          <p:spTgt spid="32790"/>
                                        </p:tgtEl>
                                        <p:attrNameLst>
                                          <p:attrName>style.visibility</p:attrName>
                                        </p:attrNameLst>
                                      </p:cBhvr>
                                      <p:to>
                                        <p:strVal val="visible"/>
                                      </p:to>
                                    </p:set>
                                    <p:animEffect transition="in" filter="blinds(horizontal)">
                                      <p:cBhvr>
                                        <p:cTn id="41" dur="500"/>
                                        <p:tgtEl>
                                          <p:spTgt spid="32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p:bldP spid="32779" grpId="0"/>
      <p:bldP spid="32782" grpId="0"/>
      <p:bldP spid="3278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日期占位符 1">
            <a:extLst>
              <a:ext uri="{FF2B5EF4-FFF2-40B4-BE49-F238E27FC236}">
                <a16:creationId xmlns="" xmlns:a16="http://schemas.microsoft.com/office/drawing/2014/main" id="{B9129F84-542C-4B33-AAE8-4FDB2A3CB55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0330711-A361-4DEB-B621-9078CB5157FE}" type="datetime3">
              <a:rPr lang="zh-CN" altLang="en-US" smtClean="0"/>
              <a:pPr eaLnBrk="1" hangingPunct="1"/>
              <a:t>2022年2月18日星期五</a:t>
            </a:fld>
            <a:endParaRPr lang="en-US" altLang="zh-CN"/>
          </a:p>
        </p:txBody>
      </p:sp>
      <p:sp>
        <p:nvSpPr>
          <p:cNvPr id="23558" name="页脚占位符 2">
            <a:extLst>
              <a:ext uri="{FF2B5EF4-FFF2-40B4-BE49-F238E27FC236}">
                <a16:creationId xmlns="" xmlns:a16="http://schemas.microsoft.com/office/drawing/2014/main" id="{563352B5-DEFE-4115-9BB3-A600F971238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23559" name="灯片编号占位符 3">
            <a:extLst>
              <a:ext uri="{FF2B5EF4-FFF2-40B4-BE49-F238E27FC236}">
                <a16:creationId xmlns="" xmlns:a16="http://schemas.microsoft.com/office/drawing/2014/main" id="{C68AC5FA-B2D7-4007-9C0B-9C8C85E243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B87E81D-65EA-4278-AA01-1426BB1BAD26}" type="slidenum">
              <a:rPr lang="en-US" altLang="zh-CN"/>
              <a:pPr eaLnBrk="1" hangingPunct="1"/>
              <a:t>23</a:t>
            </a:fld>
            <a:endParaRPr lang="en-US" altLang="zh-CN"/>
          </a:p>
        </p:txBody>
      </p:sp>
      <p:sp>
        <p:nvSpPr>
          <p:cNvPr id="27656" name="Rectangle 8">
            <a:extLst>
              <a:ext uri="{FF2B5EF4-FFF2-40B4-BE49-F238E27FC236}">
                <a16:creationId xmlns="" xmlns:a16="http://schemas.microsoft.com/office/drawing/2014/main" id="{ED399EB2-CE67-403B-9CCC-2701C457B3B5}"/>
              </a:ext>
            </a:extLst>
          </p:cNvPr>
          <p:cNvSpPr>
            <a:spLocks noChangeArrowheads="1"/>
          </p:cNvSpPr>
          <p:nvPr/>
        </p:nvSpPr>
        <p:spPr bwMode="auto">
          <a:xfrm>
            <a:off x="1022350" y="609600"/>
            <a:ext cx="1668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Times New Roman" panose="02020603050405020304" pitchFamily="18" charset="0"/>
                <a:ea typeface="楷体_GB2312" pitchFamily="49" charset="-122"/>
              </a:rPr>
              <a:t>练习</a:t>
            </a:r>
            <a:r>
              <a:rPr lang="en-US" altLang="zh-CN" sz="2800" b="1">
                <a:solidFill>
                  <a:srgbClr val="FF0000"/>
                </a:solidFill>
                <a:latin typeface="Times New Roman" panose="02020603050405020304" pitchFamily="18" charset="0"/>
                <a:ea typeface="楷体_GB2312" pitchFamily="49" charset="-122"/>
              </a:rPr>
              <a:t>3 </a:t>
            </a:r>
            <a:r>
              <a:rPr lang="en-US" altLang="zh-CN" sz="2800" b="1">
                <a:latin typeface="Times New Roman" panose="02020603050405020304" pitchFamily="18" charset="0"/>
                <a:ea typeface="楷体_GB2312" pitchFamily="49" charset="-122"/>
              </a:rPr>
              <a:t> </a:t>
            </a:r>
            <a:r>
              <a:rPr lang="zh-CN" altLang="en-US" sz="2800" b="1">
                <a:latin typeface="Times New Roman" panose="02020603050405020304" pitchFamily="18" charset="0"/>
                <a:ea typeface="楷体_GB2312" pitchFamily="49" charset="-122"/>
              </a:rPr>
              <a:t>设</a:t>
            </a:r>
            <a:r>
              <a:rPr lang="zh-CN" altLang="en-US">
                <a:latin typeface="Times New Roman" panose="02020603050405020304" pitchFamily="18" charset="0"/>
                <a:ea typeface="楷体_GB2312" pitchFamily="49" charset="-122"/>
              </a:rPr>
              <a:t> </a:t>
            </a:r>
          </a:p>
        </p:txBody>
      </p:sp>
      <p:graphicFrame>
        <p:nvGraphicFramePr>
          <p:cNvPr id="27658" name="Object 10">
            <a:extLst>
              <a:ext uri="{FF2B5EF4-FFF2-40B4-BE49-F238E27FC236}">
                <a16:creationId xmlns="" xmlns:a16="http://schemas.microsoft.com/office/drawing/2014/main" id="{D4B46AAD-60F0-4A81-83A5-BB9CFF2F6E15}"/>
              </a:ext>
            </a:extLst>
          </p:cNvPr>
          <p:cNvGraphicFramePr>
            <a:graphicFrameLocks noChangeAspect="1"/>
          </p:cNvGraphicFramePr>
          <p:nvPr/>
        </p:nvGraphicFramePr>
        <p:xfrm>
          <a:off x="2971800" y="1035050"/>
          <a:ext cx="3613150" cy="2016125"/>
        </p:xfrm>
        <a:graphic>
          <a:graphicData uri="http://schemas.openxmlformats.org/presentationml/2006/ole">
            <mc:AlternateContent xmlns:mc="http://schemas.openxmlformats.org/markup-compatibility/2006">
              <mc:Choice xmlns:v="urn:schemas-microsoft-com:vml" Requires="v">
                <p:oleObj spid="_x0000_s22542" name="公式" r:id="rId3" imgW="2781000" imgH="1549080" progId="Equation.3">
                  <p:embed/>
                </p:oleObj>
              </mc:Choice>
              <mc:Fallback>
                <p:oleObj name="公式" r:id="rId3" imgW="2781000" imgH="1549080" progId="Equation.3">
                  <p:embed/>
                  <p:pic>
                    <p:nvPicPr>
                      <p:cNvPr id="27658" name="Object 10">
                        <a:extLst>
                          <a:ext uri="{FF2B5EF4-FFF2-40B4-BE49-F238E27FC236}">
                            <a16:creationId xmlns="" xmlns:a16="http://schemas.microsoft.com/office/drawing/2014/main" id="{D4B46AAD-60F0-4A81-83A5-BB9CFF2F6E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1035050"/>
                        <a:ext cx="3613150" cy="201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9" name="Text Box 11">
            <a:extLst>
              <a:ext uri="{FF2B5EF4-FFF2-40B4-BE49-F238E27FC236}">
                <a16:creationId xmlns="" xmlns:a16="http://schemas.microsoft.com/office/drawing/2014/main" id="{19AC05F1-5533-43F4-A13E-F7BE5EEEC9C5}"/>
              </a:ext>
            </a:extLst>
          </p:cNvPr>
          <p:cNvSpPr txBox="1">
            <a:spLocks noChangeArrowheads="1"/>
          </p:cNvSpPr>
          <p:nvPr/>
        </p:nvSpPr>
        <p:spPr bwMode="auto">
          <a:xfrm>
            <a:off x="336550" y="3201988"/>
            <a:ext cx="1489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求      。</a:t>
            </a:r>
            <a:r>
              <a:rPr lang="zh-CN" altLang="en-US">
                <a:latin typeface="Times New Roman" panose="02020603050405020304" pitchFamily="18" charset="0"/>
                <a:ea typeface="楷体_GB2312" pitchFamily="49" charset="-122"/>
              </a:rPr>
              <a:t> </a:t>
            </a:r>
          </a:p>
        </p:txBody>
      </p:sp>
      <p:graphicFrame>
        <p:nvGraphicFramePr>
          <p:cNvPr id="27661" name="Object 13">
            <a:extLst>
              <a:ext uri="{FF2B5EF4-FFF2-40B4-BE49-F238E27FC236}">
                <a16:creationId xmlns="" xmlns:a16="http://schemas.microsoft.com/office/drawing/2014/main" id="{792F0321-972C-4295-B4A1-236C2E50CD60}"/>
              </a:ext>
            </a:extLst>
          </p:cNvPr>
          <p:cNvGraphicFramePr>
            <a:graphicFrameLocks noChangeAspect="1"/>
          </p:cNvGraphicFramePr>
          <p:nvPr/>
        </p:nvGraphicFramePr>
        <p:xfrm>
          <a:off x="869950" y="3124200"/>
          <a:ext cx="533400" cy="492125"/>
        </p:xfrm>
        <a:graphic>
          <a:graphicData uri="http://schemas.openxmlformats.org/presentationml/2006/ole">
            <mc:AlternateContent xmlns:mc="http://schemas.openxmlformats.org/markup-compatibility/2006">
              <mc:Choice xmlns:v="urn:schemas-microsoft-com:vml" Requires="v">
                <p:oleObj spid="_x0000_s22543" name="公式" r:id="rId5" imgW="368140" imgH="342751" progId="Equation.3">
                  <p:embed/>
                </p:oleObj>
              </mc:Choice>
              <mc:Fallback>
                <p:oleObj name="公式" r:id="rId5" imgW="368140" imgH="342751" progId="Equation.3">
                  <p:embed/>
                  <p:pic>
                    <p:nvPicPr>
                      <p:cNvPr id="27661" name="Object 13">
                        <a:extLst>
                          <a:ext uri="{FF2B5EF4-FFF2-40B4-BE49-F238E27FC236}">
                            <a16:creationId xmlns="" xmlns:a16="http://schemas.microsoft.com/office/drawing/2014/main" id="{792F0321-972C-4295-B4A1-236C2E50CD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950" y="3124200"/>
                        <a:ext cx="533400"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2" name="Rectangle 14">
            <a:extLst>
              <a:ext uri="{FF2B5EF4-FFF2-40B4-BE49-F238E27FC236}">
                <a16:creationId xmlns="" xmlns:a16="http://schemas.microsoft.com/office/drawing/2014/main" id="{2AE59B9F-4CB9-429E-AF63-439AB0B901A8}"/>
              </a:ext>
            </a:extLst>
          </p:cNvPr>
          <p:cNvSpPr>
            <a:spLocks noChangeArrowheads="1"/>
          </p:cNvSpPr>
          <p:nvPr/>
        </p:nvSpPr>
        <p:spPr bwMode="auto">
          <a:xfrm>
            <a:off x="914400" y="3962400"/>
            <a:ext cx="5984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Times New Roman" panose="02020603050405020304" pitchFamily="18" charset="0"/>
                <a:ea typeface="楷体_GB2312" pitchFamily="49" charset="-122"/>
              </a:rPr>
              <a:t>解</a:t>
            </a:r>
            <a:r>
              <a:rPr lang="zh-CN" altLang="en-US">
                <a:latin typeface="Times New Roman" panose="02020603050405020304" pitchFamily="18" charset="0"/>
                <a:ea typeface="楷体_GB2312" pitchFamily="49" charset="-122"/>
              </a:rPr>
              <a:t> </a:t>
            </a:r>
          </a:p>
        </p:txBody>
      </p:sp>
      <p:sp>
        <p:nvSpPr>
          <p:cNvPr id="27663" name="Rectangle 15">
            <a:extLst>
              <a:ext uri="{FF2B5EF4-FFF2-40B4-BE49-F238E27FC236}">
                <a16:creationId xmlns="" xmlns:a16="http://schemas.microsoft.com/office/drawing/2014/main" id="{D51297D5-0A5F-42A0-88CC-A69956D4993E}"/>
              </a:ext>
            </a:extLst>
          </p:cNvPr>
          <p:cNvSpPr>
            <a:spLocks noChangeArrowheads="1"/>
          </p:cNvSpPr>
          <p:nvPr/>
        </p:nvSpPr>
        <p:spPr bwMode="auto">
          <a:xfrm>
            <a:off x="1828800" y="4038600"/>
            <a:ext cx="630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Times New Roman" panose="02020603050405020304" pitchFamily="18" charset="0"/>
                <a:ea typeface="楷体_GB2312" pitchFamily="49" charset="-122"/>
              </a:rPr>
              <a:t>∵ </a:t>
            </a:r>
          </a:p>
        </p:txBody>
      </p:sp>
      <p:graphicFrame>
        <p:nvGraphicFramePr>
          <p:cNvPr id="27665" name="Object 17">
            <a:extLst>
              <a:ext uri="{FF2B5EF4-FFF2-40B4-BE49-F238E27FC236}">
                <a16:creationId xmlns="" xmlns:a16="http://schemas.microsoft.com/office/drawing/2014/main" id="{3FAE3279-20C7-4983-8DF4-89EF976FBBC3}"/>
              </a:ext>
            </a:extLst>
          </p:cNvPr>
          <p:cNvGraphicFramePr>
            <a:graphicFrameLocks noChangeAspect="1"/>
          </p:cNvGraphicFramePr>
          <p:nvPr/>
        </p:nvGraphicFramePr>
        <p:xfrm>
          <a:off x="2667000" y="3962400"/>
          <a:ext cx="3962400" cy="573088"/>
        </p:xfrm>
        <a:graphic>
          <a:graphicData uri="http://schemas.openxmlformats.org/presentationml/2006/ole">
            <mc:AlternateContent xmlns:mc="http://schemas.openxmlformats.org/markup-compatibility/2006">
              <mc:Choice xmlns:v="urn:schemas-microsoft-com:vml" Requires="v">
                <p:oleObj spid="_x0000_s22544" name="公式" r:id="rId7" imgW="2793960" imgH="406080" progId="Equation.3">
                  <p:embed/>
                </p:oleObj>
              </mc:Choice>
              <mc:Fallback>
                <p:oleObj name="公式" r:id="rId7" imgW="2793960" imgH="406080" progId="Equation.3">
                  <p:embed/>
                  <p:pic>
                    <p:nvPicPr>
                      <p:cNvPr id="27665" name="Object 17">
                        <a:extLst>
                          <a:ext uri="{FF2B5EF4-FFF2-40B4-BE49-F238E27FC236}">
                            <a16:creationId xmlns="" xmlns:a16="http://schemas.microsoft.com/office/drawing/2014/main" id="{3FAE3279-20C7-4983-8DF4-89EF976FBB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7000" y="3962400"/>
                        <a:ext cx="3962400" cy="573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6" name="Text Box 18">
            <a:extLst>
              <a:ext uri="{FF2B5EF4-FFF2-40B4-BE49-F238E27FC236}">
                <a16:creationId xmlns="" xmlns:a16="http://schemas.microsoft.com/office/drawing/2014/main" id="{585361A3-D800-4909-AA98-5DBB9B6624CF}"/>
              </a:ext>
            </a:extLst>
          </p:cNvPr>
          <p:cNvSpPr txBox="1">
            <a:spLocks noChangeArrowheads="1"/>
          </p:cNvSpPr>
          <p:nvPr/>
        </p:nvSpPr>
        <p:spPr bwMode="auto">
          <a:xfrm>
            <a:off x="762000" y="4876800"/>
            <a:ext cx="800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Times New Roman" panose="02020603050405020304" pitchFamily="18" charset="0"/>
                <a:ea typeface="楷体_GB2312" pitchFamily="49" charset="-122"/>
              </a:rPr>
              <a:t>∴   </a:t>
            </a:r>
            <a:r>
              <a:rPr lang="en-US" altLang="zh-CN" sz="2800" b="1" i="1">
                <a:latin typeface="Times New Roman" panose="02020603050405020304" pitchFamily="18" charset="0"/>
                <a:ea typeface="楷体_GB2312" pitchFamily="49" charset="-122"/>
              </a:rPr>
              <a:t>A</a:t>
            </a:r>
            <a:r>
              <a:rPr lang="zh-CN" altLang="en-US" sz="2800" b="1">
                <a:latin typeface="Times New Roman" panose="02020603050405020304" pitchFamily="18" charset="0"/>
                <a:ea typeface="楷体_GB2312" pitchFamily="49" charset="-122"/>
              </a:rPr>
              <a:t>有特征值 </a:t>
            </a:r>
            <a:r>
              <a:rPr lang="en-US" altLang="zh-CN" sz="2800" b="1">
                <a:latin typeface="Times New Roman" panose="02020603050405020304" pitchFamily="18" charset="0"/>
                <a:ea typeface="楷体_GB2312" pitchFamily="49" charset="-122"/>
              </a:rPr>
              <a:t>-2 </a:t>
            </a:r>
            <a:r>
              <a:rPr lang="zh-CN" altLang="en-US" sz="2800" b="1">
                <a:latin typeface="Times New Roman" panose="02020603050405020304" pitchFamily="18" charset="0"/>
                <a:ea typeface="楷体_GB2312" pitchFamily="49" charset="-122"/>
              </a:rPr>
              <a:t>（重数为</a:t>
            </a:r>
            <a:r>
              <a:rPr lang="en-US" altLang="zh-CN" sz="2800">
                <a:latin typeface="Times New Roman" panose="02020603050405020304" pitchFamily="18" charset="0"/>
                <a:ea typeface="楷体_GB2312" pitchFamily="49" charset="-122"/>
              </a:rPr>
              <a:t>1</a:t>
            </a:r>
            <a:r>
              <a:rPr lang="zh-CN" altLang="en-US" sz="2800" b="1">
                <a:latin typeface="Times New Roman" panose="02020603050405020304" pitchFamily="18" charset="0"/>
                <a:ea typeface="楷体_GB2312" pitchFamily="49" charset="-122"/>
              </a:rPr>
              <a:t>）和 </a:t>
            </a:r>
            <a:r>
              <a:rPr lang="en-US" altLang="zh-CN" sz="2800" b="1">
                <a:latin typeface="Times New Roman" panose="02020603050405020304" pitchFamily="18" charset="0"/>
                <a:ea typeface="楷体_GB2312" pitchFamily="49" charset="-122"/>
              </a:rPr>
              <a:t>2</a:t>
            </a:r>
            <a:r>
              <a:rPr lang="zh-CN" altLang="en-US" sz="2800" b="1">
                <a:latin typeface="Times New Roman" panose="02020603050405020304" pitchFamily="18" charset="0"/>
                <a:ea typeface="楷体_GB2312" pitchFamily="49" charset="-122"/>
              </a:rPr>
              <a:t>（重数为</a:t>
            </a:r>
            <a:r>
              <a:rPr lang="en-US" altLang="zh-CN" sz="2800">
                <a:latin typeface="Times New Roman" panose="02020603050405020304" pitchFamily="18" charset="0"/>
                <a:ea typeface="楷体_GB2312" pitchFamily="49" charset="-122"/>
              </a:rPr>
              <a:t>3</a:t>
            </a:r>
            <a:r>
              <a:rPr lang="zh-CN" altLang="en-US" sz="2800" b="1">
                <a:latin typeface="Times New Roman" panose="02020603050405020304" pitchFamily="18" charset="0"/>
                <a:ea typeface="楷体_GB2312" pitchFamily="49" charset="-122"/>
              </a:rPr>
              <a:t>）</a:t>
            </a:r>
            <a:r>
              <a:rPr lang="en-US" altLang="zh-CN" sz="2800" b="1">
                <a:latin typeface="Times New Roman" panose="02020603050405020304" pitchFamily="18" charset="0"/>
                <a:ea typeface="楷体_GB2312" pitchFamily="49" charset="-122"/>
              </a:rPr>
              <a: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7656"/>
                                        </p:tgtEl>
                                        <p:attrNameLst>
                                          <p:attrName>style.visibility</p:attrName>
                                        </p:attrNameLst>
                                      </p:cBhvr>
                                      <p:to>
                                        <p:strVal val="visible"/>
                                      </p:to>
                                    </p:set>
                                    <p:anim calcmode="discrete" valueType="clr">
                                      <p:cBhvr override="childStyle">
                                        <p:cTn id="7" dur="80"/>
                                        <p:tgtEl>
                                          <p:spTgt spid="27656"/>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7656"/>
                                        </p:tgtEl>
                                        <p:attrNameLst>
                                          <p:attrName>fillcolor</p:attrName>
                                        </p:attrNameLst>
                                      </p:cBhvr>
                                      <p:tavLst>
                                        <p:tav tm="0">
                                          <p:val>
                                            <p:clrVal>
                                              <a:schemeClr val="accent2"/>
                                            </p:clrVal>
                                          </p:val>
                                        </p:tav>
                                        <p:tav tm="50000">
                                          <p:val>
                                            <p:clrVal>
                                              <a:schemeClr val="hlink"/>
                                            </p:clrVal>
                                          </p:val>
                                        </p:tav>
                                      </p:tavLst>
                                    </p:anim>
                                    <p:set>
                                      <p:cBhvr>
                                        <p:cTn id="9" dur="80"/>
                                        <p:tgtEl>
                                          <p:spTgt spid="27656"/>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ntr" presetSubtype="10" fill="hold" nodeType="clickEffect">
                                  <p:stCondLst>
                                    <p:cond delay="0"/>
                                  </p:stCondLst>
                                  <p:childTnLst>
                                    <p:set>
                                      <p:cBhvr>
                                        <p:cTn id="13" dur="1" fill="hold">
                                          <p:stCondLst>
                                            <p:cond delay="0"/>
                                          </p:stCondLst>
                                        </p:cTn>
                                        <p:tgtEl>
                                          <p:spTgt spid="27658"/>
                                        </p:tgtEl>
                                        <p:attrNameLst>
                                          <p:attrName>style.visibility</p:attrName>
                                        </p:attrNameLst>
                                      </p:cBhvr>
                                      <p:to>
                                        <p:strVal val="visible"/>
                                      </p:to>
                                    </p:set>
                                    <p:animEffect transition="in" filter="blinds(horizontal)">
                                      <p:cBhvr>
                                        <p:cTn id="14" dur="500"/>
                                        <p:tgtEl>
                                          <p:spTgt spid="27658"/>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7659"/>
                                        </p:tgtEl>
                                        <p:attrNameLst>
                                          <p:attrName>style.visibility</p:attrName>
                                        </p:attrNameLst>
                                      </p:cBhvr>
                                      <p:to>
                                        <p:strVal val="visible"/>
                                      </p:to>
                                    </p:set>
                                    <p:animEffect transition="in" filter="blinds(horizontal)">
                                      <p:cBhvr>
                                        <p:cTn id="19" dur="500"/>
                                        <p:tgtEl>
                                          <p:spTgt spid="27659"/>
                                        </p:tgtEl>
                                      </p:cBhvr>
                                    </p:animEffect>
                                  </p:childTnLst>
                                </p:cTn>
                              </p:par>
                              <p:par>
                                <p:cTn id="20" presetID="3" presetClass="entr" presetSubtype="10" fill="hold" nodeType="withEffect">
                                  <p:stCondLst>
                                    <p:cond delay="0"/>
                                  </p:stCondLst>
                                  <p:childTnLst>
                                    <p:set>
                                      <p:cBhvr>
                                        <p:cTn id="21" dur="1" fill="hold">
                                          <p:stCondLst>
                                            <p:cond delay="0"/>
                                          </p:stCondLst>
                                        </p:cTn>
                                        <p:tgtEl>
                                          <p:spTgt spid="27661"/>
                                        </p:tgtEl>
                                        <p:attrNameLst>
                                          <p:attrName>style.visibility</p:attrName>
                                        </p:attrNameLst>
                                      </p:cBhvr>
                                      <p:to>
                                        <p:strVal val="visible"/>
                                      </p:to>
                                    </p:set>
                                    <p:animEffect transition="in" filter="blinds(horizontal)">
                                      <p:cBhvr>
                                        <p:cTn id="22" dur="500"/>
                                        <p:tgtEl>
                                          <p:spTgt spid="276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7" presetClass="entr" presetSubtype="0" fill="hold" nodeType="clickEffect">
                                  <p:stCondLst>
                                    <p:cond delay="0"/>
                                  </p:stCondLst>
                                  <p:iterate type="lt">
                                    <p:tmPct val="50000"/>
                                  </p:iterate>
                                  <p:childTnLst>
                                    <p:set>
                                      <p:cBhvr>
                                        <p:cTn id="26" dur="1" fill="hold">
                                          <p:stCondLst>
                                            <p:cond delay="0"/>
                                          </p:stCondLst>
                                        </p:cTn>
                                        <p:tgtEl>
                                          <p:spTgt spid="27662">
                                            <p:txEl>
                                              <p:pRg st="0" end="0"/>
                                            </p:txEl>
                                          </p:spTgt>
                                        </p:tgtEl>
                                        <p:attrNameLst>
                                          <p:attrName>style.visibility</p:attrName>
                                        </p:attrNameLst>
                                      </p:cBhvr>
                                      <p:to>
                                        <p:strVal val="visible"/>
                                      </p:to>
                                    </p:set>
                                    <p:anim calcmode="discrete" valueType="clr">
                                      <p:cBhvr override="childStyle">
                                        <p:cTn id="27" dur="80"/>
                                        <p:tgtEl>
                                          <p:spTgt spid="2766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27662">
                                            <p:txEl>
                                              <p:pRg st="0" end="0"/>
                                            </p:txEl>
                                          </p:spTgt>
                                        </p:tgtEl>
                                        <p:attrNameLst>
                                          <p:attrName>fillcolor</p:attrName>
                                        </p:attrNameLst>
                                      </p:cBhvr>
                                      <p:tavLst>
                                        <p:tav tm="0">
                                          <p:val>
                                            <p:clrVal>
                                              <a:schemeClr val="accent2"/>
                                            </p:clrVal>
                                          </p:val>
                                        </p:tav>
                                        <p:tav tm="50000">
                                          <p:val>
                                            <p:clrVal>
                                              <a:schemeClr val="hlink"/>
                                            </p:clrVal>
                                          </p:val>
                                        </p:tav>
                                      </p:tavLst>
                                    </p:anim>
                                    <p:set>
                                      <p:cBhvr>
                                        <p:cTn id="29" dur="80"/>
                                        <p:tgtEl>
                                          <p:spTgt spid="27662">
                                            <p:txEl>
                                              <p:pRg st="0" end="0"/>
                                            </p:txEl>
                                          </p:spTgt>
                                        </p:tgtEl>
                                        <p:attrNameLst>
                                          <p:attrName>fill.type</p:attrName>
                                        </p:attrNameLst>
                                      </p:cBhvr>
                                      <p:to>
                                        <p:strVal val="solid"/>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7663"/>
                                        </p:tgtEl>
                                        <p:attrNameLst>
                                          <p:attrName>style.visibility</p:attrName>
                                        </p:attrNameLst>
                                      </p:cBhvr>
                                      <p:to>
                                        <p:strVal val="visible"/>
                                      </p:to>
                                    </p:set>
                                    <p:animEffect transition="in" filter="blinds(horizontal)">
                                      <p:cBhvr>
                                        <p:cTn id="34" dur="500"/>
                                        <p:tgtEl>
                                          <p:spTgt spid="27663"/>
                                        </p:tgtEl>
                                      </p:cBhvr>
                                    </p:animEffect>
                                  </p:childTnLst>
                                </p:cTn>
                              </p:par>
                              <p:par>
                                <p:cTn id="35" presetID="3" presetClass="entr" presetSubtype="10" fill="hold" nodeType="withEffect">
                                  <p:stCondLst>
                                    <p:cond delay="0"/>
                                  </p:stCondLst>
                                  <p:childTnLst>
                                    <p:set>
                                      <p:cBhvr>
                                        <p:cTn id="36" dur="1" fill="hold">
                                          <p:stCondLst>
                                            <p:cond delay="0"/>
                                          </p:stCondLst>
                                        </p:cTn>
                                        <p:tgtEl>
                                          <p:spTgt spid="27665"/>
                                        </p:tgtEl>
                                        <p:attrNameLst>
                                          <p:attrName>style.visibility</p:attrName>
                                        </p:attrNameLst>
                                      </p:cBhvr>
                                      <p:to>
                                        <p:strVal val="visible"/>
                                      </p:to>
                                    </p:set>
                                    <p:animEffect transition="in" filter="blinds(horizontal)">
                                      <p:cBhvr>
                                        <p:cTn id="37" dur="500"/>
                                        <p:tgtEl>
                                          <p:spTgt spid="27665"/>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7666"/>
                                        </p:tgtEl>
                                        <p:attrNameLst>
                                          <p:attrName>style.visibility</p:attrName>
                                        </p:attrNameLst>
                                      </p:cBhvr>
                                      <p:to>
                                        <p:strVal val="visible"/>
                                      </p:to>
                                    </p:set>
                                    <p:animEffect transition="in" filter="blinds(horizontal)">
                                      <p:cBhvr>
                                        <p:cTn id="40" dur="500"/>
                                        <p:tgtEl>
                                          <p:spTgt spid="27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6" grpId="0"/>
      <p:bldP spid="27659" grpId="0"/>
      <p:bldP spid="27663" grpId="0"/>
      <p:bldP spid="2766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3" name="日期占位符 1">
            <a:extLst>
              <a:ext uri="{FF2B5EF4-FFF2-40B4-BE49-F238E27FC236}">
                <a16:creationId xmlns="" xmlns:a16="http://schemas.microsoft.com/office/drawing/2014/main" id="{85B6E711-3D55-471B-93B0-662DE923B1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AD06F1-F41F-4FF4-8D14-6C85C8344D81}" type="datetime3">
              <a:rPr lang="zh-CN" altLang="en-US" smtClean="0"/>
              <a:pPr eaLnBrk="1" hangingPunct="1"/>
              <a:t>2022年2月18日星期五</a:t>
            </a:fld>
            <a:endParaRPr lang="en-US" altLang="zh-CN"/>
          </a:p>
        </p:txBody>
      </p:sp>
      <p:sp>
        <p:nvSpPr>
          <p:cNvPr id="24584" name="页脚占位符 2">
            <a:extLst>
              <a:ext uri="{FF2B5EF4-FFF2-40B4-BE49-F238E27FC236}">
                <a16:creationId xmlns="" xmlns:a16="http://schemas.microsoft.com/office/drawing/2014/main" id="{C4670D17-34DF-432E-B1FA-18F2808258E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24585" name="灯片编号占位符 3">
            <a:extLst>
              <a:ext uri="{FF2B5EF4-FFF2-40B4-BE49-F238E27FC236}">
                <a16:creationId xmlns="" xmlns:a16="http://schemas.microsoft.com/office/drawing/2014/main" id="{3CB6F1C4-8366-4150-88F1-B58520A9AF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15B61BB-6BD5-4633-91D4-2D08C0F587CC}" type="slidenum">
              <a:rPr lang="en-US" altLang="zh-CN"/>
              <a:pPr eaLnBrk="1" hangingPunct="1"/>
              <a:t>24</a:t>
            </a:fld>
            <a:endParaRPr lang="en-US" altLang="zh-CN"/>
          </a:p>
        </p:txBody>
      </p:sp>
      <p:sp>
        <p:nvSpPr>
          <p:cNvPr id="28676" name="Text Box 4">
            <a:extLst>
              <a:ext uri="{FF2B5EF4-FFF2-40B4-BE49-F238E27FC236}">
                <a16:creationId xmlns="" xmlns:a16="http://schemas.microsoft.com/office/drawing/2014/main" id="{AABF8B8E-2F75-4650-AE4A-368E4D7BF8CD}"/>
              </a:ext>
            </a:extLst>
          </p:cNvPr>
          <p:cNvSpPr txBox="1">
            <a:spLocks noChangeArrowheads="1"/>
          </p:cNvSpPr>
          <p:nvPr/>
        </p:nvSpPr>
        <p:spPr bwMode="auto">
          <a:xfrm>
            <a:off x="914400" y="992188"/>
            <a:ext cx="6864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对           ，解                               得基础解系 </a:t>
            </a:r>
          </a:p>
        </p:txBody>
      </p:sp>
      <p:graphicFrame>
        <p:nvGraphicFramePr>
          <p:cNvPr id="28677" name="Object 5">
            <a:extLst>
              <a:ext uri="{FF2B5EF4-FFF2-40B4-BE49-F238E27FC236}">
                <a16:creationId xmlns="" xmlns:a16="http://schemas.microsoft.com/office/drawing/2014/main" id="{CC125F81-C90D-4389-A4D2-888D3AAC5159}"/>
              </a:ext>
            </a:extLst>
          </p:cNvPr>
          <p:cNvGraphicFramePr>
            <a:graphicFrameLocks noChangeAspect="1"/>
          </p:cNvGraphicFramePr>
          <p:nvPr/>
        </p:nvGraphicFramePr>
        <p:xfrm>
          <a:off x="1447800" y="1066800"/>
          <a:ext cx="914400" cy="379413"/>
        </p:xfrm>
        <a:graphic>
          <a:graphicData uri="http://schemas.openxmlformats.org/presentationml/2006/ole">
            <mc:AlternateContent xmlns:mc="http://schemas.openxmlformats.org/markup-compatibility/2006">
              <mc:Choice xmlns:v="urn:schemas-microsoft-com:vml" Requires="v">
                <p:oleObj spid="_x0000_s23574" name="公式" r:id="rId3" imgW="622030" imgH="253890" progId="Equation.3">
                  <p:embed/>
                </p:oleObj>
              </mc:Choice>
              <mc:Fallback>
                <p:oleObj name="公式" r:id="rId3" imgW="622030" imgH="253890" progId="Equation.3">
                  <p:embed/>
                  <p:pic>
                    <p:nvPicPr>
                      <p:cNvPr id="28677" name="Object 5">
                        <a:extLst>
                          <a:ext uri="{FF2B5EF4-FFF2-40B4-BE49-F238E27FC236}">
                            <a16:creationId xmlns="" xmlns:a16="http://schemas.microsoft.com/office/drawing/2014/main" id="{CC125F81-C90D-4389-A4D2-888D3AAC51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066800"/>
                        <a:ext cx="91440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8" name="Object 6">
            <a:extLst>
              <a:ext uri="{FF2B5EF4-FFF2-40B4-BE49-F238E27FC236}">
                <a16:creationId xmlns="" xmlns:a16="http://schemas.microsoft.com/office/drawing/2014/main" id="{F4B426DA-C246-4391-AAB9-6A8CDCB9D6C1}"/>
              </a:ext>
            </a:extLst>
          </p:cNvPr>
          <p:cNvGraphicFramePr>
            <a:graphicFrameLocks noChangeAspect="1"/>
          </p:cNvGraphicFramePr>
          <p:nvPr/>
        </p:nvGraphicFramePr>
        <p:xfrm>
          <a:off x="3276600" y="1066800"/>
          <a:ext cx="2455863" cy="460375"/>
        </p:xfrm>
        <a:graphic>
          <a:graphicData uri="http://schemas.openxmlformats.org/presentationml/2006/ole">
            <mc:AlternateContent xmlns:mc="http://schemas.openxmlformats.org/markup-compatibility/2006">
              <mc:Choice xmlns:v="urn:schemas-microsoft-com:vml" Requires="v">
                <p:oleObj spid="_x0000_s23575" name="公式" r:id="rId5" imgW="1625400" imgH="304560" progId="Equation.3">
                  <p:embed/>
                </p:oleObj>
              </mc:Choice>
              <mc:Fallback>
                <p:oleObj name="公式" r:id="rId5" imgW="1625400" imgH="304560" progId="Equation.3">
                  <p:embed/>
                  <p:pic>
                    <p:nvPicPr>
                      <p:cNvPr id="28678" name="Object 6">
                        <a:extLst>
                          <a:ext uri="{FF2B5EF4-FFF2-40B4-BE49-F238E27FC236}">
                            <a16:creationId xmlns="" xmlns:a16="http://schemas.microsoft.com/office/drawing/2014/main" id="{F4B426DA-C246-4391-AAB9-6A8CDCB9D6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1066800"/>
                        <a:ext cx="2455863"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9" name="Object 7">
            <a:extLst>
              <a:ext uri="{FF2B5EF4-FFF2-40B4-BE49-F238E27FC236}">
                <a16:creationId xmlns="" xmlns:a16="http://schemas.microsoft.com/office/drawing/2014/main" id="{6A2EF098-8DEE-455A-90CF-9A904971B7DB}"/>
              </a:ext>
            </a:extLst>
          </p:cNvPr>
          <p:cNvGraphicFramePr>
            <a:graphicFrameLocks noChangeAspect="1"/>
          </p:cNvGraphicFramePr>
          <p:nvPr/>
        </p:nvGraphicFramePr>
        <p:xfrm>
          <a:off x="2971800" y="1828800"/>
          <a:ext cx="2692400" cy="608013"/>
        </p:xfrm>
        <a:graphic>
          <a:graphicData uri="http://schemas.openxmlformats.org/presentationml/2006/ole">
            <mc:AlternateContent xmlns:mc="http://schemas.openxmlformats.org/markup-compatibility/2006">
              <mc:Choice xmlns:v="urn:schemas-microsoft-com:vml" Requires="v">
                <p:oleObj spid="_x0000_s23576" name="公式" r:id="rId7" imgW="1866600" imgH="419040" progId="Equation.3">
                  <p:embed/>
                </p:oleObj>
              </mc:Choice>
              <mc:Fallback>
                <p:oleObj name="公式" r:id="rId7" imgW="1866600" imgH="419040" progId="Equation.3">
                  <p:embed/>
                  <p:pic>
                    <p:nvPicPr>
                      <p:cNvPr id="28679" name="Object 7">
                        <a:extLst>
                          <a:ext uri="{FF2B5EF4-FFF2-40B4-BE49-F238E27FC236}">
                            <a16:creationId xmlns="" xmlns:a16="http://schemas.microsoft.com/office/drawing/2014/main" id="{6A2EF098-8DEE-455A-90CF-9A904971B7D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1800" y="1828800"/>
                        <a:ext cx="2692400" cy="608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0" name="Object 8">
            <a:extLst>
              <a:ext uri="{FF2B5EF4-FFF2-40B4-BE49-F238E27FC236}">
                <a16:creationId xmlns="" xmlns:a16="http://schemas.microsoft.com/office/drawing/2014/main" id="{56A852F9-D9A4-488B-84B9-BCD3E5789EF1}"/>
              </a:ext>
            </a:extLst>
          </p:cNvPr>
          <p:cNvGraphicFramePr>
            <a:graphicFrameLocks noChangeAspect="1"/>
          </p:cNvGraphicFramePr>
          <p:nvPr/>
        </p:nvGraphicFramePr>
        <p:xfrm>
          <a:off x="2971800" y="2667000"/>
          <a:ext cx="2743200" cy="611188"/>
        </p:xfrm>
        <a:graphic>
          <a:graphicData uri="http://schemas.openxmlformats.org/presentationml/2006/ole">
            <mc:AlternateContent xmlns:mc="http://schemas.openxmlformats.org/markup-compatibility/2006">
              <mc:Choice xmlns:v="urn:schemas-microsoft-com:vml" Requires="v">
                <p:oleObj spid="_x0000_s23577" name="公式" r:id="rId9" imgW="1892160" imgH="419040" progId="Equation.3">
                  <p:embed/>
                </p:oleObj>
              </mc:Choice>
              <mc:Fallback>
                <p:oleObj name="公式" r:id="rId9" imgW="1892160" imgH="419040" progId="Equation.3">
                  <p:embed/>
                  <p:pic>
                    <p:nvPicPr>
                      <p:cNvPr id="28680" name="Object 8">
                        <a:extLst>
                          <a:ext uri="{FF2B5EF4-FFF2-40B4-BE49-F238E27FC236}">
                            <a16:creationId xmlns="" xmlns:a16="http://schemas.microsoft.com/office/drawing/2014/main" id="{56A852F9-D9A4-488B-84B9-BCD3E5789EF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1800" y="2667000"/>
                        <a:ext cx="2743200" cy="611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1" name="Object 9">
            <a:extLst>
              <a:ext uri="{FF2B5EF4-FFF2-40B4-BE49-F238E27FC236}">
                <a16:creationId xmlns="" xmlns:a16="http://schemas.microsoft.com/office/drawing/2014/main" id="{2B0E3244-AD2B-43F6-BEBB-63B3CF23FBA1}"/>
              </a:ext>
            </a:extLst>
          </p:cNvPr>
          <p:cNvGraphicFramePr>
            <a:graphicFrameLocks noChangeAspect="1"/>
          </p:cNvGraphicFramePr>
          <p:nvPr/>
        </p:nvGraphicFramePr>
        <p:xfrm>
          <a:off x="2971800" y="3505200"/>
          <a:ext cx="2743200" cy="612775"/>
        </p:xfrm>
        <a:graphic>
          <a:graphicData uri="http://schemas.openxmlformats.org/presentationml/2006/ole">
            <mc:AlternateContent xmlns:mc="http://schemas.openxmlformats.org/markup-compatibility/2006">
              <mc:Choice xmlns:v="urn:schemas-microsoft-com:vml" Requires="v">
                <p:oleObj spid="_x0000_s23578" name="公式" r:id="rId11" imgW="1892160" imgH="419040" progId="Equation.3">
                  <p:embed/>
                </p:oleObj>
              </mc:Choice>
              <mc:Fallback>
                <p:oleObj name="公式" r:id="rId11" imgW="1892160" imgH="419040" progId="Equation.3">
                  <p:embed/>
                  <p:pic>
                    <p:nvPicPr>
                      <p:cNvPr id="28681" name="Object 9">
                        <a:extLst>
                          <a:ext uri="{FF2B5EF4-FFF2-40B4-BE49-F238E27FC236}">
                            <a16:creationId xmlns="" xmlns:a16="http://schemas.microsoft.com/office/drawing/2014/main" id="{2B0E3244-AD2B-43F6-BEBB-63B3CF23FBA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1800" y="3505200"/>
                        <a:ext cx="2743200" cy="612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82" name="Rectangle 10">
            <a:extLst>
              <a:ext uri="{FF2B5EF4-FFF2-40B4-BE49-F238E27FC236}">
                <a16:creationId xmlns="" xmlns:a16="http://schemas.microsoft.com/office/drawing/2014/main" id="{C8EEEEE0-F7EF-4BE8-BC76-9BFC9E803DE7}"/>
              </a:ext>
            </a:extLst>
          </p:cNvPr>
          <p:cNvSpPr>
            <a:spLocks noChangeArrowheads="1"/>
          </p:cNvSpPr>
          <p:nvPr/>
        </p:nvSpPr>
        <p:spPr bwMode="auto">
          <a:xfrm>
            <a:off x="381000" y="4692650"/>
            <a:ext cx="8534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457200" algn="l"/>
                <a:tab pos="685800" algn="l"/>
                <a:tab pos="49911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457200" algn="l"/>
                <a:tab pos="685800" algn="l"/>
                <a:tab pos="49911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457200" algn="l"/>
                <a:tab pos="685800" algn="l"/>
                <a:tab pos="49911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457200" algn="l"/>
                <a:tab pos="685800" algn="l"/>
                <a:tab pos="49911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457200" algn="l"/>
                <a:tab pos="685800" algn="l"/>
                <a:tab pos="49911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57200" algn="l"/>
                <a:tab pos="685800" algn="l"/>
                <a:tab pos="49911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57200" algn="l"/>
                <a:tab pos="685800" algn="l"/>
                <a:tab pos="49911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57200" algn="l"/>
                <a:tab pos="685800" algn="l"/>
                <a:tab pos="49911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57200" algn="l"/>
                <a:tab pos="685800" algn="l"/>
                <a:tab pos="4991100" algn="l"/>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Times New Roman" panose="02020603050405020304" pitchFamily="18" charset="0"/>
                <a:ea typeface="楷体_GB2312" pitchFamily="49" charset="-122"/>
              </a:rPr>
              <a:t> </a:t>
            </a:r>
            <a:r>
              <a:rPr lang="zh-CN" altLang="en-US" sz="2800" b="1">
                <a:latin typeface="Times New Roman" panose="02020603050405020304" pitchFamily="18" charset="0"/>
                <a:ea typeface="楷体_GB2312" pitchFamily="49" charset="-122"/>
              </a:rPr>
              <a:t>故特征值</a:t>
            </a:r>
            <a:r>
              <a:rPr lang="en-US" altLang="zh-CN" sz="2800" b="1">
                <a:latin typeface="Times New Roman" panose="02020603050405020304" pitchFamily="18" charset="0"/>
                <a:ea typeface="楷体_GB2312" pitchFamily="49" charset="-122"/>
              </a:rPr>
              <a:t>2</a:t>
            </a:r>
            <a:r>
              <a:rPr lang="zh-CN" altLang="en-US" sz="2800" b="1">
                <a:latin typeface="Times New Roman" panose="02020603050405020304" pitchFamily="18" charset="0"/>
                <a:ea typeface="楷体_GB2312" pitchFamily="49" charset="-122"/>
              </a:rPr>
              <a:t>的线性无关的特征向量为也为</a:t>
            </a:r>
            <a:r>
              <a:rPr lang="en-US" altLang="zh-CN" sz="2800">
                <a:latin typeface="Times New Roman" panose="02020603050405020304" pitchFamily="18" charset="0"/>
                <a:ea typeface="楷体_GB2312" pitchFamily="49" charset="-122"/>
              </a:rPr>
              <a:t>3</a:t>
            </a:r>
            <a:r>
              <a:rPr lang="zh-CN" altLang="en-US" sz="2800" b="1">
                <a:latin typeface="Times New Roman" panose="02020603050405020304" pitchFamily="18" charset="0"/>
                <a:ea typeface="楷体_GB2312" pitchFamily="49" charset="-122"/>
              </a:rPr>
              <a:t>，由此得</a:t>
            </a:r>
            <a:r>
              <a:rPr lang="en-US" altLang="zh-CN" sz="2800" b="1" i="1">
                <a:latin typeface="Times New Roman" panose="02020603050405020304" pitchFamily="18" charset="0"/>
                <a:ea typeface="楷体_GB2312" pitchFamily="49" charset="-122"/>
              </a:rPr>
              <a:t>A</a:t>
            </a:r>
            <a:r>
              <a:rPr lang="zh-CN" altLang="en-US" sz="2800" b="1">
                <a:latin typeface="Times New Roman" panose="02020603050405020304" pitchFamily="18" charset="0"/>
                <a:ea typeface="楷体_GB2312" pitchFamily="49" charset="-122"/>
              </a:rPr>
              <a:t>可对角化。 </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blinds(horizontal)">
                                      <p:cBhvr>
                                        <p:cTn id="7" dur="500"/>
                                        <p:tgtEl>
                                          <p:spTgt spid="28676"/>
                                        </p:tgtEl>
                                      </p:cBhvr>
                                    </p:animEffect>
                                  </p:childTnLst>
                                </p:cTn>
                              </p:par>
                              <p:par>
                                <p:cTn id="8" presetID="3" presetClass="entr" presetSubtype="10" fill="hold" nodeType="withEffect">
                                  <p:stCondLst>
                                    <p:cond delay="0"/>
                                  </p:stCondLst>
                                  <p:childTnLst>
                                    <p:set>
                                      <p:cBhvr>
                                        <p:cTn id="9" dur="1" fill="hold">
                                          <p:stCondLst>
                                            <p:cond delay="0"/>
                                          </p:stCondLst>
                                        </p:cTn>
                                        <p:tgtEl>
                                          <p:spTgt spid="28677"/>
                                        </p:tgtEl>
                                        <p:attrNameLst>
                                          <p:attrName>style.visibility</p:attrName>
                                        </p:attrNameLst>
                                      </p:cBhvr>
                                      <p:to>
                                        <p:strVal val="visible"/>
                                      </p:to>
                                    </p:set>
                                    <p:animEffect transition="in" filter="blinds(horizontal)">
                                      <p:cBhvr>
                                        <p:cTn id="10" dur="500"/>
                                        <p:tgtEl>
                                          <p:spTgt spid="28677"/>
                                        </p:tgtEl>
                                      </p:cBhvr>
                                    </p:animEffect>
                                  </p:childTnLst>
                                </p:cTn>
                              </p:par>
                              <p:par>
                                <p:cTn id="11" presetID="3" presetClass="entr" presetSubtype="10" fill="hold" nodeType="withEffect">
                                  <p:stCondLst>
                                    <p:cond delay="0"/>
                                  </p:stCondLst>
                                  <p:childTnLst>
                                    <p:set>
                                      <p:cBhvr>
                                        <p:cTn id="12" dur="1" fill="hold">
                                          <p:stCondLst>
                                            <p:cond delay="0"/>
                                          </p:stCondLst>
                                        </p:cTn>
                                        <p:tgtEl>
                                          <p:spTgt spid="28678"/>
                                        </p:tgtEl>
                                        <p:attrNameLst>
                                          <p:attrName>style.visibility</p:attrName>
                                        </p:attrNameLst>
                                      </p:cBhvr>
                                      <p:to>
                                        <p:strVal val="visible"/>
                                      </p:to>
                                    </p:set>
                                    <p:animEffect transition="in" filter="blinds(horizontal)">
                                      <p:cBhvr>
                                        <p:cTn id="13" dur="500"/>
                                        <p:tgtEl>
                                          <p:spTgt spid="2867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8679"/>
                                        </p:tgtEl>
                                        <p:attrNameLst>
                                          <p:attrName>style.visibility</p:attrName>
                                        </p:attrNameLst>
                                      </p:cBhvr>
                                      <p:to>
                                        <p:strVal val="visible"/>
                                      </p:to>
                                    </p:set>
                                    <p:animEffect transition="in" filter="blinds(horizontal)">
                                      <p:cBhvr>
                                        <p:cTn id="18" dur="500"/>
                                        <p:tgtEl>
                                          <p:spTgt spid="2867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28680"/>
                                        </p:tgtEl>
                                        <p:attrNameLst>
                                          <p:attrName>style.visibility</p:attrName>
                                        </p:attrNameLst>
                                      </p:cBhvr>
                                      <p:to>
                                        <p:strVal val="visible"/>
                                      </p:to>
                                    </p:set>
                                    <p:animEffect transition="in" filter="blinds(horizontal)">
                                      <p:cBhvr>
                                        <p:cTn id="23" dur="500"/>
                                        <p:tgtEl>
                                          <p:spTgt spid="2868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28681"/>
                                        </p:tgtEl>
                                        <p:attrNameLst>
                                          <p:attrName>style.visibility</p:attrName>
                                        </p:attrNameLst>
                                      </p:cBhvr>
                                      <p:to>
                                        <p:strVal val="visible"/>
                                      </p:to>
                                    </p:set>
                                    <p:animEffect transition="in" filter="blinds(horizontal)">
                                      <p:cBhvr>
                                        <p:cTn id="28" dur="500"/>
                                        <p:tgtEl>
                                          <p:spTgt spid="2868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7" presetClass="entr" presetSubtype="0" fill="hold" grpId="0" nodeType="clickEffect">
                                  <p:stCondLst>
                                    <p:cond delay="0"/>
                                  </p:stCondLst>
                                  <p:iterate type="lt">
                                    <p:tmPct val="50000"/>
                                  </p:iterate>
                                  <p:childTnLst>
                                    <p:set>
                                      <p:cBhvr>
                                        <p:cTn id="32" dur="1" fill="hold">
                                          <p:stCondLst>
                                            <p:cond delay="0"/>
                                          </p:stCondLst>
                                        </p:cTn>
                                        <p:tgtEl>
                                          <p:spTgt spid="28682"/>
                                        </p:tgtEl>
                                        <p:attrNameLst>
                                          <p:attrName>style.visibility</p:attrName>
                                        </p:attrNameLst>
                                      </p:cBhvr>
                                      <p:to>
                                        <p:strVal val="visible"/>
                                      </p:to>
                                    </p:set>
                                    <p:anim calcmode="discrete" valueType="clr">
                                      <p:cBhvr override="childStyle">
                                        <p:cTn id="33" dur="80"/>
                                        <p:tgtEl>
                                          <p:spTgt spid="28682"/>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28682"/>
                                        </p:tgtEl>
                                        <p:attrNameLst>
                                          <p:attrName>fillcolor</p:attrName>
                                        </p:attrNameLst>
                                      </p:cBhvr>
                                      <p:tavLst>
                                        <p:tav tm="0">
                                          <p:val>
                                            <p:clrVal>
                                              <a:schemeClr val="accent2"/>
                                            </p:clrVal>
                                          </p:val>
                                        </p:tav>
                                        <p:tav tm="50000">
                                          <p:val>
                                            <p:clrVal>
                                              <a:schemeClr val="hlink"/>
                                            </p:clrVal>
                                          </p:val>
                                        </p:tav>
                                      </p:tavLst>
                                    </p:anim>
                                    <p:set>
                                      <p:cBhvr>
                                        <p:cTn id="35" dur="80"/>
                                        <p:tgtEl>
                                          <p:spTgt spid="2868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P spid="2868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日期占位符 1">
            <a:extLst>
              <a:ext uri="{FF2B5EF4-FFF2-40B4-BE49-F238E27FC236}">
                <a16:creationId xmlns="" xmlns:a16="http://schemas.microsoft.com/office/drawing/2014/main" id="{DD222BEE-3851-48F6-8E1A-EE62C406CBD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B4742CF-F5B8-49F9-9845-2813B812F969}" type="datetime3">
              <a:rPr lang="zh-CN" altLang="en-US" smtClean="0"/>
              <a:pPr eaLnBrk="1" hangingPunct="1"/>
              <a:t>2022年2月18日星期五</a:t>
            </a:fld>
            <a:endParaRPr lang="en-US" altLang="zh-CN"/>
          </a:p>
        </p:txBody>
      </p:sp>
      <p:sp>
        <p:nvSpPr>
          <p:cNvPr id="25607" name="页脚占位符 2">
            <a:extLst>
              <a:ext uri="{FF2B5EF4-FFF2-40B4-BE49-F238E27FC236}">
                <a16:creationId xmlns="" xmlns:a16="http://schemas.microsoft.com/office/drawing/2014/main" id="{34B2DA21-09C5-47AB-8F40-2C934EEAB3A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25608" name="灯片编号占位符 3">
            <a:extLst>
              <a:ext uri="{FF2B5EF4-FFF2-40B4-BE49-F238E27FC236}">
                <a16:creationId xmlns="" xmlns:a16="http://schemas.microsoft.com/office/drawing/2014/main" id="{D211F787-737A-4A5D-A5C1-686BA7C75F8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43E9129-1E5D-4526-A765-22CEA259868B}" type="slidenum">
              <a:rPr lang="en-US" altLang="zh-CN"/>
              <a:pPr eaLnBrk="1" hangingPunct="1"/>
              <a:t>25</a:t>
            </a:fld>
            <a:endParaRPr lang="en-US" altLang="zh-CN"/>
          </a:p>
        </p:txBody>
      </p:sp>
      <p:sp>
        <p:nvSpPr>
          <p:cNvPr id="29703" name="Text Box 7">
            <a:extLst>
              <a:ext uri="{FF2B5EF4-FFF2-40B4-BE49-F238E27FC236}">
                <a16:creationId xmlns="" xmlns:a16="http://schemas.microsoft.com/office/drawing/2014/main" id="{362A916A-44D2-4BA4-B56E-1B0FFC73F934}"/>
              </a:ext>
            </a:extLst>
          </p:cNvPr>
          <p:cNvSpPr txBox="1">
            <a:spLocks noChangeArrowheads="1"/>
          </p:cNvSpPr>
          <p:nvPr/>
        </p:nvSpPr>
        <p:spPr bwMode="auto">
          <a:xfrm>
            <a:off x="1219200" y="611188"/>
            <a:ext cx="7042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对             ，解                               得基础解系 </a:t>
            </a:r>
          </a:p>
        </p:txBody>
      </p:sp>
      <p:graphicFrame>
        <p:nvGraphicFramePr>
          <p:cNvPr id="29705" name="Object 9">
            <a:extLst>
              <a:ext uri="{FF2B5EF4-FFF2-40B4-BE49-F238E27FC236}">
                <a16:creationId xmlns="" xmlns:a16="http://schemas.microsoft.com/office/drawing/2014/main" id="{AA6C2DDD-0A8F-4A8F-BC0C-DAB6B7552AA2}"/>
              </a:ext>
            </a:extLst>
          </p:cNvPr>
          <p:cNvGraphicFramePr>
            <a:graphicFrameLocks noChangeAspect="1"/>
          </p:cNvGraphicFramePr>
          <p:nvPr/>
        </p:nvGraphicFramePr>
        <p:xfrm>
          <a:off x="1752600" y="685800"/>
          <a:ext cx="1143000" cy="371475"/>
        </p:xfrm>
        <a:graphic>
          <a:graphicData uri="http://schemas.openxmlformats.org/presentationml/2006/ole">
            <mc:AlternateContent xmlns:mc="http://schemas.openxmlformats.org/markup-compatibility/2006">
              <mc:Choice xmlns:v="urn:schemas-microsoft-com:vml" Requires="v">
                <p:oleObj spid="_x0000_s24594" name="公式" r:id="rId3" imgW="787058" imgH="253890" progId="Equation.3">
                  <p:embed/>
                </p:oleObj>
              </mc:Choice>
              <mc:Fallback>
                <p:oleObj name="公式" r:id="rId3" imgW="787058" imgH="253890" progId="Equation.3">
                  <p:embed/>
                  <p:pic>
                    <p:nvPicPr>
                      <p:cNvPr id="29705" name="Object 9">
                        <a:extLst>
                          <a:ext uri="{FF2B5EF4-FFF2-40B4-BE49-F238E27FC236}">
                            <a16:creationId xmlns="" xmlns:a16="http://schemas.microsoft.com/office/drawing/2014/main" id="{AA6C2DDD-0A8F-4A8F-BC0C-DAB6B7552A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685800"/>
                        <a:ext cx="114300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7" name="Object 11">
            <a:extLst>
              <a:ext uri="{FF2B5EF4-FFF2-40B4-BE49-F238E27FC236}">
                <a16:creationId xmlns="" xmlns:a16="http://schemas.microsoft.com/office/drawing/2014/main" id="{704DE883-7613-4B7F-86AA-64518D08AA3C}"/>
              </a:ext>
            </a:extLst>
          </p:cNvPr>
          <p:cNvGraphicFramePr>
            <a:graphicFrameLocks noChangeAspect="1"/>
          </p:cNvGraphicFramePr>
          <p:nvPr/>
        </p:nvGraphicFramePr>
        <p:xfrm>
          <a:off x="3810000" y="685800"/>
          <a:ext cx="2438400" cy="419100"/>
        </p:xfrm>
        <a:graphic>
          <a:graphicData uri="http://schemas.openxmlformats.org/presentationml/2006/ole">
            <mc:AlternateContent xmlns:mc="http://schemas.openxmlformats.org/markup-compatibility/2006">
              <mc:Choice xmlns:v="urn:schemas-microsoft-com:vml" Requires="v">
                <p:oleObj spid="_x0000_s24595" name="公式" r:id="rId5" imgW="1777680" imgH="304560" progId="Equation.3">
                  <p:embed/>
                </p:oleObj>
              </mc:Choice>
              <mc:Fallback>
                <p:oleObj name="公式" r:id="rId5" imgW="1777680" imgH="304560" progId="Equation.3">
                  <p:embed/>
                  <p:pic>
                    <p:nvPicPr>
                      <p:cNvPr id="29707" name="Object 11">
                        <a:extLst>
                          <a:ext uri="{FF2B5EF4-FFF2-40B4-BE49-F238E27FC236}">
                            <a16:creationId xmlns="" xmlns:a16="http://schemas.microsoft.com/office/drawing/2014/main" id="{704DE883-7613-4B7F-86AA-64518D08AA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685800"/>
                        <a:ext cx="24384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9" name="Object 13">
            <a:extLst>
              <a:ext uri="{FF2B5EF4-FFF2-40B4-BE49-F238E27FC236}">
                <a16:creationId xmlns="" xmlns:a16="http://schemas.microsoft.com/office/drawing/2014/main" id="{7909D6D0-E892-4A4E-91B2-10756AA35902}"/>
              </a:ext>
            </a:extLst>
          </p:cNvPr>
          <p:cNvGraphicFramePr>
            <a:graphicFrameLocks noChangeAspect="1"/>
          </p:cNvGraphicFramePr>
          <p:nvPr/>
        </p:nvGraphicFramePr>
        <p:xfrm>
          <a:off x="3276600" y="1371600"/>
          <a:ext cx="2438400" cy="614363"/>
        </p:xfrm>
        <a:graphic>
          <a:graphicData uri="http://schemas.openxmlformats.org/presentationml/2006/ole">
            <mc:AlternateContent xmlns:mc="http://schemas.openxmlformats.org/markup-compatibility/2006">
              <mc:Choice xmlns:v="urn:schemas-microsoft-com:vml" Requires="v">
                <p:oleObj spid="_x0000_s24596" name="公式" r:id="rId7" imgW="1676160" imgH="419040" progId="Equation.3">
                  <p:embed/>
                </p:oleObj>
              </mc:Choice>
              <mc:Fallback>
                <p:oleObj name="公式" r:id="rId7" imgW="1676160" imgH="419040" progId="Equation.3">
                  <p:embed/>
                  <p:pic>
                    <p:nvPicPr>
                      <p:cNvPr id="29709" name="Object 13">
                        <a:extLst>
                          <a:ext uri="{FF2B5EF4-FFF2-40B4-BE49-F238E27FC236}">
                            <a16:creationId xmlns="" xmlns:a16="http://schemas.microsoft.com/office/drawing/2014/main" id="{7909D6D0-E892-4A4E-91B2-10756AA3590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1371600"/>
                        <a:ext cx="2438400" cy="614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10" name="Rectangle 14">
            <a:extLst>
              <a:ext uri="{FF2B5EF4-FFF2-40B4-BE49-F238E27FC236}">
                <a16:creationId xmlns="" xmlns:a16="http://schemas.microsoft.com/office/drawing/2014/main" id="{E82F75F3-10D1-4BE7-8F81-29FEEFBAC51A}"/>
              </a:ext>
            </a:extLst>
          </p:cNvPr>
          <p:cNvSpPr>
            <a:spLocks noChangeArrowheads="1"/>
          </p:cNvSpPr>
          <p:nvPr/>
        </p:nvSpPr>
        <p:spPr bwMode="auto">
          <a:xfrm>
            <a:off x="1219200" y="2286000"/>
            <a:ext cx="630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令 </a:t>
            </a:r>
          </a:p>
        </p:txBody>
      </p:sp>
      <p:graphicFrame>
        <p:nvGraphicFramePr>
          <p:cNvPr id="29712" name="Object 16">
            <a:extLst>
              <a:ext uri="{FF2B5EF4-FFF2-40B4-BE49-F238E27FC236}">
                <a16:creationId xmlns="" xmlns:a16="http://schemas.microsoft.com/office/drawing/2014/main" id="{198222CD-62DA-4780-B0D9-6A5887946545}"/>
              </a:ext>
            </a:extLst>
          </p:cNvPr>
          <p:cNvGraphicFramePr>
            <a:graphicFrameLocks noChangeAspect="1"/>
          </p:cNvGraphicFramePr>
          <p:nvPr/>
        </p:nvGraphicFramePr>
        <p:xfrm>
          <a:off x="990600" y="2895600"/>
          <a:ext cx="7239000" cy="2178050"/>
        </p:xfrm>
        <a:graphic>
          <a:graphicData uri="http://schemas.openxmlformats.org/presentationml/2006/ole">
            <mc:AlternateContent xmlns:mc="http://schemas.openxmlformats.org/markup-compatibility/2006">
              <mc:Choice xmlns:v="urn:schemas-microsoft-com:vml" Requires="v">
                <p:oleObj spid="_x0000_s24597" name="公式" r:id="rId9" imgW="5143320" imgH="1549080" progId="Equation.3">
                  <p:embed/>
                </p:oleObj>
              </mc:Choice>
              <mc:Fallback>
                <p:oleObj name="公式" r:id="rId9" imgW="5143320" imgH="1549080" progId="Equation.3">
                  <p:embed/>
                  <p:pic>
                    <p:nvPicPr>
                      <p:cNvPr id="29712" name="Object 16">
                        <a:extLst>
                          <a:ext uri="{FF2B5EF4-FFF2-40B4-BE49-F238E27FC236}">
                            <a16:creationId xmlns="" xmlns:a16="http://schemas.microsoft.com/office/drawing/2014/main" id="{198222CD-62DA-4780-B0D9-6A588794654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0600" y="2895600"/>
                        <a:ext cx="7239000" cy="217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13" name="Rectangle 17">
            <a:extLst>
              <a:ext uri="{FF2B5EF4-FFF2-40B4-BE49-F238E27FC236}">
                <a16:creationId xmlns="" xmlns:a16="http://schemas.microsoft.com/office/drawing/2014/main" id="{9D9B2F20-A3F3-49FA-9AB5-DB07D81EBC1B}"/>
              </a:ext>
            </a:extLst>
          </p:cNvPr>
          <p:cNvSpPr>
            <a:spLocks noChangeArrowheads="1"/>
          </p:cNvSpPr>
          <p:nvPr/>
        </p:nvSpPr>
        <p:spPr bwMode="auto">
          <a:xfrm>
            <a:off x="914400" y="5181600"/>
            <a:ext cx="5984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则</a:t>
            </a:r>
            <a:r>
              <a:rPr lang="zh-CN" altLang="en-US">
                <a:latin typeface="Times New Roman" panose="02020603050405020304" pitchFamily="18" charset="0"/>
                <a:ea typeface="楷体_GB2312" pitchFamily="49" charset="-122"/>
              </a:rPr>
              <a:t> </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703"/>
                                        </p:tgtEl>
                                        <p:attrNameLst>
                                          <p:attrName>style.visibility</p:attrName>
                                        </p:attrNameLst>
                                      </p:cBhvr>
                                      <p:to>
                                        <p:strVal val="visible"/>
                                      </p:to>
                                    </p:set>
                                    <p:animEffect transition="in" filter="blinds(horizontal)">
                                      <p:cBhvr>
                                        <p:cTn id="7" dur="500"/>
                                        <p:tgtEl>
                                          <p:spTgt spid="29703"/>
                                        </p:tgtEl>
                                      </p:cBhvr>
                                    </p:animEffect>
                                  </p:childTnLst>
                                </p:cTn>
                              </p:par>
                              <p:par>
                                <p:cTn id="8" presetID="3" presetClass="entr" presetSubtype="10" fill="hold" nodeType="withEffect">
                                  <p:stCondLst>
                                    <p:cond delay="0"/>
                                  </p:stCondLst>
                                  <p:childTnLst>
                                    <p:set>
                                      <p:cBhvr>
                                        <p:cTn id="9" dur="1" fill="hold">
                                          <p:stCondLst>
                                            <p:cond delay="0"/>
                                          </p:stCondLst>
                                        </p:cTn>
                                        <p:tgtEl>
                                          <p:spTgt spid="29705"/>
                                        </p:tgtEl>
                                        <p:attrNameLst>
                                          <p:attrName>style.visibility</p:attrName>
                                        </p:attrNameLst>
                                      </p:cBhvr>
                                      <p:to>
                                        <p:strVal val="visible"/>
                                      </p:to>
                                    </p:set>
                                    <p:animEffect transition="in" filter="blinds(horizontal)">
                                      <p:cBhvr>
                                        <p:cTn id="10" dur="500"/>
                                        <p:tgtEl>
                                          <p:spTgt spid="29705"/>
                                        </p:tgtEl>
                                      </p:cBhvr>
                                    </p:animEffect>
                                  </p:childTnLst>
                                </p:cTn>
                              </p:par>
                              <p:par>
                                <p:cTn id="11" presetID="3" presetClass="entr" presetSubtype="10" fill="hold" nodeType="withEffect">
                                  <p:stCondLst>
                                    <p:cond delay="0"/>
                                  </p:stCondLst>
                                  <p:childTnLst>
                                    <p:set>
                                      <p:cBhvr>
                                        <p:cTn id="12" dur="1" fill="hold">
                                          <p:stCondLst>
                                            <p:cond delay="0"/>
                                          </p:stCondLst>
                                        </p:cTn>
                                        <p:tgtEl>
                                          <p:spTgt spid="29707"/>
                                        </p:tgtEl>
                                        <p:attrNameLst>
                                          <p:attrName>style.visibility</p:attrName>
                                        </p:attrNameLst>
                                      </p:cBhvr>
                                      <p:to>
                                        <p:strVal val="visible"/>
                                      </p:to>
                                    </p:set>
                                    <p:animEffect transition="in" filter="blinds(horizontal)">
                                      <p:cBhvr>
                                        <p:cTn id="13" dur="500"/>
                                        <p:tgtEl>
                                          <p:spTgt spid="2970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9709"/>
                                        </p:tgtEl>
                                        <p:attrNameLst>
                                          <p:attrName>style.visibility</p:attrName>
                                        </p:attrNameLst>
                                      </p:cBhvr>
                                      <p:to>
                                        <p:strVal val="visible"/>
                                      </p:to>
                                    </p:set>
                                    <p:animEffect transition="in" filter="blinds(horizontal)">
                                      <p:cBhvr>
                                        <p:cTn id="18" dur="500"/>
                                        <p:tgtEl>
                                          <p:spTgt spid="2970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7" presetClass="entr" presetSubtype="0" fill="hold" grpId="0" nodeType="clickEffect">
                                  <p:stCondLst>
                                    <p:cond delay="0"/>
                                  </p:stCondLst>
                                  <p:iterate type="lt">
                                    <p:tmPct val="50000"/>
                                  </p:iterate>
                                  <p:childTnLst>
                                    <p:set>
                                      <p:cBhvr>
                                        <p:cTn id="22" dur="1" fill="hold">
                                          <p:stCondLst>
                                            <p:cond delay="0"/>
                                          </p:stCondLst>
                                        </p:cTn>
                                        <p:tgtEl>
                                          <p:spTgt spid="29710"/>
                                        </p:tgtEl>
                                        <p:attrNameLst>
                                          <p:attrName>style.visibility</p:attrName>
                                        </p:attrNameLst>
                                      </p:cBhvr>
                                      <p:to>
                                        <p:strVal val="visible"/>
                                      </p:to>
                                    </p:set>
                                    <p:anim calcmode="discrete" valueType="clr">
                                      <p:cBhvr override="childStyle">
                                        <p:cTn id="23" dur="80"/>
                                        <p:tgtEl>
                                          <p:spTgt spid="29710"/>
                                        </p:tgtEl>
                                        <p:attrNameLst>
                                          <p:attrName>style.color</p:attrName>
                                        </p:attrNameLst>
                                      </p:cBhvr>
                                      <p:tavLst>
                                        <p:tav tm="0">
                                          <p:val>
                                            <p:clrVal>
                                              <a:schemeClr val="accent2"/>
                                            </p:clrVal>
                                          </p:val>
                                        </p:tav>
                                        <p:tav tm="50000">
                                          <p:val>
                                            <p:clrVal>
                                              <a:schemeClr val="hlink"/>
                                            </p:clrVal>
                                          </p:val>
                                        </p:tav>
                                      </p:tavLst>
                                    </p:anim>
                                    <p:anim calcmode="discrete" valueType="clr">
                                      <p:cBhvr>
                                        <p:cTn id="24" dur="80"/>
                                        <p:tgtEl>
                                          <p:spTgt spid="29710"/>
                                        </p:tgtEl>
                                        <p:attrNameLst>
                                          <p:attrName>fillcolor</p:attrName>
                                        </p:attrNameLst>
                                      </p:cBhvr>
                                      <p:tavLst>
                                        <p:tav tm="0">
                                          <p:val>
                                            <p:clrVal>
                                              <a:schemeClr val="accent2"/>
                                            </p:clrVal>
                                          </p:val>
                                        </p:tav>
                                        <p:tav tm="50000">
                                          <p:val>
                                            <p:clrVal>
                                              <a:schemeClr val="hlink"/>
                                            </p:clrVal>
                                          </p:val>
                                        </p:tav>
                                      </p:tavLst>
                                    </p:anim>
                                    <p:set>
                                      <p:cBhvr>
                                        <p:cTn id="25" dur="80"/>
                                        <p:tgtEl>
                                          <p:spTgt spid="29710"/>
                                        </p:tgtEl>
                                        <p:attrNameLst>
                                          <p:attrName>fill.type</p:attrName>
                                        </p:attrNameLst>
                                      </p:cBhvr>
                                      <p:to>
                                        <p:strVal val="solid"/>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29712"/>
                                        </p:tgtEl>
                                        <p:attrNameLst>
                                          <p:attrName>style.visibility</p:attrName>
                                        </p:attrNameLst>
                                      </p:cBhvr>
                                      <p:to>
                                        <p:strVal val="visible"/>
                                      </p:to>
                                    </p:set>
                                    <p:animEffect transition="in" filter="blinds(horizontal)">
                                      <p:cBhvr>
                                        <p:cTn id="30" dur="500"/>
                                        <p:tgtEl>
                                          <p:spTgt spid="2971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29713"/>
                                        </p:tgtEl>
                                        <p:attrNameLst>
                                          <p:attrName>style.visibility</p:attrName>
                                        </p:attrNameLst>
                                      </p:cBhvr>
                                      <p:to>
                                        <p:strVal val="visible"/>
                                      </p:to>
                                    </p:set>
                                    <p:anim calcmode="discrete" valueType="clr">
                                      <p:cBhvr override="childStyle">
                                        <p:cTn id="35" dur="80"/>
                                        <p:tgtEl>
                                          <p:spTgt spid="29713"/>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29713"/>
                                        </p:tgtEl>
                                        <p:attrNameLst>
                                          <p:attrName>fillcolor</p:attrName>
                                        </p:attrNameLst>
                                      </p:cBhvr>
                                      <p:tavLst>
                                        <p:tav tm="0">
                                          <p:val>
                                            <p:clrVal>
                                              <a:schemeClr val="accent2"/>
                                            </p:clrVal>
                                          </p:val>
                                        </p:tav>
                                        <p:tav tm="50000">
                                          <p:val>
                                            <p:clrVal>
                                              <a:schemeClr val="hlink"/>
                                            </p:clrVal>
                                          </p:val>
                                        </p:tav>
                                      </p:tavLst>
                                    </p:anim>
                                    <p:set>
                                      <p:cBhvr>
                                        <p:cTn id="37" dur="80"/>
                                        <p:tgtEl>
                                          <p:spTgt spid="2971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p:bldP spid="29710" grpId="0"/>
      <p:bldP spid="297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日期占位符 1">
            <a:extLst>
              <a:ext uri="{FF2B5EF4-FFF2-40B4-BE49-F238E27FC236}">
                <a16:creationId xmlns="" xmlns:a16="http://schemas.microsoft.com/office/drawing/2014/main" id="{369836AB-454F-4133-AA54-C0B465BD012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0A5A933-3FFB-48AE-BC3F-F4207877DD1D}" type="datetime3">
              <a:rPr lang="zh-CN" altLang="en-US" smtClean="0"/>
              <a:pPr eaLnBrk="1" hangingPunct="1"/>
              <a:t>2022年2月18日星期五</a:t>
            </a:fld>
            <a:endParaRPr lang="en-US" altLang="zh-CN"/>
          </a:p>
        </p:txBody>
      </p:sp>
      <p:sp>
        <p:nvSpPr>
          <p:cNvPr id="26631" name="页脚占位符 2">
            <a:extLst>
              <a:ext uri="{FF2B5EF4-FFF2-40B4-BE49-F238E27FC236}">
                <a16:creationId xmlns="" xmlns:a16="http://schemas.microsoft.com/office/drawing/2014/main" id="{61BBE3B6-C9D9-4002-B372-67482C7823E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26632" name="灯片编号占位符 3">
            <a:extLst>
              <a:ext uri="{FF2B5EF4-FFF2-40B4-BE49-F238E27FC236}">
                <a16:creationId xmlns="" xmlns:a16="http://schemas.microsoft.com/office/drawing/2014/main" id="{BBBF35F6-208D-4EED-A2FC-3BD444A1088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30EA1A9-D457-4112-B59B-C0810FED2299}" type="slidenum">
              <a:rPr lang="en-US" altLang="zh-CN"/>
              <a:pPr eaLnBrk="1" hangingPunct="1"/>
              <a:t>26</a:t>
            </a:fld>
            <a:endParaRPr lang="en-US" altLang="zh-CN"/>
          </a:p>
        </p:txBody>
      </p:sp>
      <p:graphicFrame>
        <p:nvGraphicFramePr>
          <p:cNvPr id="30725" name="Object 5">
            <a:extLst>
              <a:ext uri="{FF2B5EF4-FFF2-40B4-BE49-F238E27FC236}">
                <a16:creationId xmlns="" xmlns:a16="http://schemas.microsoft.com/office/drawing/2014/main" id="{70C08BD5-DE30-4CE3-819C-4A8BA13910C9}"/>
              </a:ext>
            </a:extLst>
          </p:cNvPr>
          <p:cNvGraphicFramePr>
            <a:graphicFrameLocks noChangeAspect="1"/>
          </p:cNvGraphicFramePr>
          <p:nvPr/>
        </p:nvGraphicFramePr>
        <p:xfrm>
          <a:off x="2438400" y="533400"/>
          <a:ext cx="4705350" cy="2174875"/>
        </p:xfrm>
        <a:graphic>
          <a:graphicData uri="http://schemas.openxmlformats.org/presentationml/2006/ole">
            <mc:AlternateContent xmlns:mc="http://schemas.openxmlformats.org/markup-compatibility/2006">
              <mc:Choice xmlns:v="urn:schemas-microsoft-com:vml" Requires="v">
                <p:oleObj spid="_x0000_s25618" name="公式" r:id="rId3" imgW="3352680" imgH="1549080" progId="Equation.3">
                  <p:embed/>
                </p:oleObj>
              </mc:Choice>
              <mc:Fallback>
                <p:oleObj name="公式" r:id="rId3" imgW="3352680" imgH="1549080" progId="Equation.3">
                  <p:embed/>
                  <p:pic>
                    <p:nvPicPr>
                      <p:cNvPr id="30725" name="Object 5">
                        <a:extLst>
                          <a:ext uri="{FF2B5EF4-FFF2-40B4-BE49-F238E27FC236}">
                            <a16:creationId xmlns="" xmlns:a16="http://schemas.microsoft.com/office/drawing/2014/main" id="{70C08BD5-DE30-4CE3-819C-4A8BA13910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533400"/>
                        <a:ext cx="4705350" cy="217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26" name="Text Box 6">
            <a:extLst>
              <a:ext uri="{FF2B5EF4-FFF2-40B4-BE49-F238E27FC236}">
                <a16:creationId xmlns="" xmlns:a16="http://schemas.microsoft.com/office/drawing/2014/main" id="{10FBECDD-08F4-4E2B-A6DE-FA9313BD44AA}"/>
              </a:ext>
            </a:extLst>
          </p:cNvPr>
          <p:cNvSpPr txBox="1">
            <a:spLocks noChangeArrowheads="1"/>
          </p:cNvSpPr>
          <p:nvPr/>
        </p:nvSpPr>
        <p:spPr bwMode="auto">
          <a:xfrm>
            <a:off x="381000" y="2820988"/>
            <a:ext cx="3479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由此得                    。 </a:t>
            </a:r>
          </a:p>
        </p:txBody>
      </p:sp>
      <p:graphicFrame>
        <p:nvGraphicFramePr>
          <p:cNvPr id="30728" name="Object 8">
            <a:extLst>
              <a:ext uri="{FF2B5EF4-FFF2-40B4-BE49-F238E27FC236}">
                <a16:creationId xmlns="" xmlns:a16="http://schemas.microsoft.com/office/drawing/2014/main" id="{3BCBEA09-222F-4687-8806-BDF2F0ECBF57}"/>
              </a:ext>
            </a:extLst>
          </p:cNvPr>
          <p:cNvGraphicFramePr>
            <a:graphicFrameLocks noChangeAspect="1"/>
          </p:cNvGraphicFramePr>
          <p:nvPr/>
        </p:nvGraphicFramePr>
        <p:xfrm>
          <a:off x="1676400" y="2743200"/>
          <a:ext cx="1752600" cy="465138"/>
        </p:xfrm>
        <a:graphic>
          <a:graphicData uri="http://schemas.openxmlformats.org/presentationml/2006/ole">
            <mc:AlternateContent xmlns:mc="http://schemas.openxmlformats.org/markup-compatibility/2006">
              <mc:Choice xmlns:v="urn:schemas-microsoft-com:vml" Requires="v">
                <p:oleObj spid="_x0000_s25619" name="公式" r:id="rId5" imgW="1257300" imgH="330200" progId="Equation.3">
                  <p:embed/>
                </p:oleObj>
              </mc:Choice>
              <mc:Fallback>
                <p:oleObj name="公式" r:id="rId5" imgW="1257300" imgH="330200" progId="Equation.3">
                  <p:embed/>
                  <p:pic>
                    <p:nvPicPr>
                      <p:cNvPr id="30728" name="Object 8">
                        <a:extLst>
                          <a:ext uri="{FF2B5EF4-FFF2-40B4-BE49-F238E27FC236}">
                            <a16:creationId xmlns="" xmlns:a16="http://schemas.microsoft.com/office/drawing/2014/main" id="{3BCBEA09-222F-4687-8806-BDF2F0ECBF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2743200"/>
                        <a:ext cx="1752600"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29" name="Rectangle 9">
            <a:extLst>
              <a:ext uri="{FF2B5EF4-FFF2-40B4-BE49-F238E27FC236}">
                <a16:creationId xmlns="" xmlns:a16="http://schemas.microsoft.com/office/drawing/2014/main" id="{3A768689-72A1-4F5D-91AB-ADF8CCC9E6D9}"/>
              </a:ext>
            </a:extLst>
          </p:cNvPr>
          <p:cNvSpPr>
            <a:spLocks noChangeArrowheads="1"/>
          </p:cNvSpPr>
          <p:nvPr/>
        </p:nvSpPr>
        <p:spPr bwMode="auto">
          <a:xfrm>
            <a:off x="1066800" y="3581400"/>
            <a:ext cx="13446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楷体_GB2312" pitchFamily="49" charset="-122"/>
              </a:rPr>
              <a:t>于是， </a:t>
            </a:r>
          </a:p>
        </p:txBody>
      </p:sp>
      <p:graphicFrame>
        <p:nvGraphicFramePr>
          <p:cNvPr id="30730" name="Object 10">
            <a:extLst>
              <a:ext uri="{FF2B5EF4-FFF2-40B4-BE49-F238E27FC236}">
                <a16:creationId xmlns="" xmlns:a16="http://schemas.microsoft.com/office/drawing/2014/main" id="{6B8FE622-7E50-481B-842C-F3DE2D0DEBB4}"/>
              </a:ext>
            </a:extLst>
          </p:cNvPr>
          <p:cNvGraphicFramePr>
            <a:graphicFrameLocks noChangeAspect="1"/>
          </p:cNvGraphicFramePr>
          <p:nvPr/>
        </p:nvGraphicFramePr>
        <p:xfrm>
          <a:off x="1447800" y="4724400"/>
          <a:ext cx="2209800" cy="463550"/>
        </p:xfrm>
        <a:graphic>
          <a:graphicData uri="http://schemas.openxmlformats.org/presentationml/2006/ole">
            <mc:AlternateContent xmlns:mc="http://schemas.openxmlformats.org/markup-compatibility/2006">
              <mc:Choice xmlns:v="urn:schemas-microsoft-com:vml" Requires="v">
                <p:oleObj spid="_x0000_s25620" name="公式" r:id="rId7" imgW="1637589" imgH="342751" progId="Equation.3">
                  <p:embed/>
                </p:oleObj>
              </mc:Choice>
              <mc:Fallback>
                <p:oleObj name="公式" r:id="rId7" imgW="1637589" imgH="342751" progId="Equation.3">
                  <p:embed/>
                  <p:pic>
                    <p:nvPicPr>
                      <p:cNvPr id="30730" name="Object 10">
                        <a:extLst>
                          <a:ext uri="{FF2B5EF4-FFF2-40B4-BE49-F238E27FC236}">
                            <a16:creationId xmlns="" xmlns:a16="http://schemas.microsoft.com/office/drawing/2014/main" id="{6B8FE622-7E50-481B-842C-F3DE2D0DEBB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4724400"/>
                        <a:ext cx="22098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31" name="Object 11">
            <a:extLst>
              <a:ext uri="{FF2B5EF4-FFF2-40B4-BE49-F238E27FC236}">
                <a16:creationId xmlns="" xmlns:a16="http://schemas.microsoft.com/office/drawing/2014/main" id="{5A3A849D-28D2-4EED-8D06-A45605DDF9CE}"/>
              </a:ext>
            </a:extLst>
          </p:cNvPr>
          <p:cNvGraphicFramePr>
            <a:graphicFrameLocks noChangeAspect="1"/>
          </p:cNvGraphicFramePr>
          <p:nvPr/>
        </p:nvGraphicFramePr>
        <p:xfrm>
          <a:off x="3657600" y="4267200"/>
          <a:ext cx="3657600" cy="1539875"/>
        </p:xfrm>
        <a:graphic>
          <a:graphicData uri="http://schemas.openxmlformats.org/presentationml/2006/ole">
            <mc:AlternateContent xmlns:mc="http://schemas.openxmlformats.org/markup-compatibility/2006">
              <mc:Choice xmlns:v="urn:schemas-microsoft-com:vml" Requires="v">
                <p:oleObj spid="_x0000_s25621" name="公式" r:id="rId9" imgW="2895480" imgH="1218960" progId="Equation.3">
                  <p:embed/>
                </p:oleObj>
              </mc:Choice>
              <mc:Fallback>
                <p:oleObj name="公式" r:id="rId9" imgW="2895480" imgH="1218960" progId="Equation.3">
                  <p:embed/>
                  <p:pic>
                    <p:nvPicPr>
                      <p:cNvPr id="30731" name="Object 11">
                        <a:extLst>
                          <a:ext uri="{FF2B5EF4-FFF2-40B4-BE49-F238E27FC236}">
                            <a16:creationId xmlns="" xmlns:a16="http://schemas.microsoft.com/office/drawing/2014/main" id="{5A3A849D-28D2-4EED-8D06-A45605DDF9C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4267200"/>
                        <a:ext cx="3657600" cy="1539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725"/>
                                        </p:tgtEl>
                                        <p:attrNameLst>
                                          <p:attrName>style.visibility</p:attrName>
                                        </p:attrNameLst>
                                      </p:cBhvr>
                                      <p:to>
                                        <p:strVal val="visible"/>
                                      </p:to>
                                    </p:set>
                                    <p:animEffect transition="in" filter="blinds(horizontal)">
                                      <p:cBhvr>
                                        <p:cTn id="7" dur="500"/>
                                        <p:tgtEl>
                                          <p:spTgt spid="307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26"/>
                                        </p:tgtEl>
                                        <p:attrNameLst>
                                          <p:attrName>style.visibility</p:attrName>
                                        </p:attrNameLst>
                                      </p:cBhvr>
                                      <p:to>
                                        <p:strVal val="visible"/>
                                      </p:to>
                                    </p:set>
                                    <p:animEffect transition="in" filter="blinds(horizontal)">
                                      <p:cBhvr>
                                        <p:cTn id="12" dur="500"/>
                                        <p:tgtEl>
                                          <p:spTgt spid="30726"/>
                                        </p:tgtEl>
                                      </p:cBhvr>
                                    </p:animEffect>
                                  </p:childTnLst>
                                </p:cTn>
                              </p:par>
                              <p:par>
                                <p:cTn id="13" presetID="3" presetClass="entr" presetSubtype="10" fill="hold" nodeType="withEffect">
                                  <p:stCondLst>
                                    <p:cond delay="0"/>
                                  </p:stCondLst>
                                  <p:childTnLst>
                                    <p:set>
                                      <p:cBhvr>
                                        <p:cTn id="14" dur="1" fill="hold">
                                          <p:stCondLst>
                                            <p:cond delay="0"/>
                                          </p:stCondLst>
                                        </p:cTn>
                                        <p:tgtEl>
                                          <p:spTgt spid="30728"/>
                                        </p:tgtEl>
                                        <p:attrNameLst>
                                          <p:attrName>style.visibility</p:attrName>
                                        </p:attrNameLst>
                                      </p:cBhvr>
                                      <p:to>
                                        <p:strVal val="visible"/>
                                      </p:to>
                                    </p:set>
                                    <p:animEffect transition="in" filter="blinds(horizontal)">
                                      <p:cBhvr>
                                        <p:cTn id="15" dur="500"/>
                                        <p:tgtEl>
                                          <p:spTgt spid="3072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7" presetClass="entr" presetSubtype="0" fill="hold" grpId="0" nodeType="clickEffect">
                                  <p:stCondLst>
                                    <p:cond delay="0"/>
                                  </p:stCondLst>
                                  <p:iterate type="lt">
                                    <p:tmPct val="50000"/>
                                  </p:iterate>
                                  <p:childTnLst>
                                    <p:set>
                                      <p:cBhvr>
                                        <p:cTn id="19" dur="1" fill="hold">
                                          <p:stCondLst>
                                            <p:cond delay="0"/>
                                          </p:stCondLst>
                                        </p:cTn>
                                        <p:tgtEl>
                                          <p:spTgt spid="30729"/>
                                        </p:tgtEl>
                                        <p:attrNameLst>
                                          <p:attrName>style.visibility</p:attrName>
                                        </p:attrNameLst>
                                      </p:cBhvr>
                                      <p:to>
                                        <p:strVal val="visible"/>
                                      </p:to>
                                    </p:set>
                                    <p:anim calcmode="discrete" valueType="clr">
                                      <p:cBhvr override="childStyle">
                                        <p:cTn id="20" dur="80"/>
                                        <p:tgtEl>
                                          <p:spTgt spid="30729"/>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30729"/>
                                        </p:tgtEl>
                                        <p:attrNameLst>
                                          <p:attrName>fillcolor</p:attrName>
                                        </p:attrNameLst>
                                      </p:cBhvr>
                                      <p:tavLst>
                                        <p:tav tm="0">
                                          <p:val>
                                            <p:clrVal>
                                              <a:schemeClr val="accent2"/>
                                            </p:clrVal>
                                          </p:val>
                                        </p:tav>
                                        <p:tav tm="50000">
                                          <p:val>
                                            <p:clrVal>
                                              <a:schemeClr val="hlink"/>
                                            </p:clrVal>
                                          </p:val>
                                        </p:tav>
                                      </p:tavLst>
                                    </p:anim>
                                    <p:set>
                                      <p:cBhvr>
                                        <p:cTn id="22" dur="80"/>
                                        <p:tgtEl>
                                          <p:spTgt spid="30729"/>
                                        </p:tgtEl>
                                        <p:attrNameLst>
                                          <p:attrName>fill.type</p:attrName>
                                        </p:attrNameLst>
                                      </p:cBhvr>
                                      <p:to>
                                        <p:strVal val="solid"/>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0730"/>
                                        </p:tgtEl>
                                        <p:attrNameLst>
                                          <p:attrName>style.visibility</p:attrName>
                                        </p:attrNameLst>
                                      </p:cBhvr>
                                      <p:to>
                                        <p:strVal val="visible"/>
                                      </p:to>
                                    </p:set>
                                    <p:animEffect transition="in" filter="blinds(horizontal)">
                                      <p:cBhvr>
                                        <p:cTn id="27" dur="500"/>
                                        <p:tgtEl>
                                          <p:spTgt spid="30730"/>
                                        </p:tgtEl>
                                      </p:cBhvr>
                                    </p:animEffect>
                                  </p:childTnLst>
                                </p:cTn>
                              </p:par>
                              <p:par>
                                <p:cTn id="28" presetID="3" presetClass="entr" presetSubtype="10" fill="hold" nodeType="withEffect">
                                  <p:stCondLst>
                                    <p:cond delay="0"/>
                                  </p:stCondLst>
                                  <p:childTnLst>
                                    <p:set>
                                      <p:cBhvr>
                                        <p:cTn id="29" dur="1" fill="hold">
                                          <p:stCondLst>
                                            <p:cond delay="0"/>
                                          </p:stCondLst>
                                        </p:cTn>
                                        <p:tgtEl>
                                          <p:spTgt spid="30731"/>
                                        </p:tgtEl>
                                        <p:attrNameLst>
                                          <p:attrName>style.visibility</p:attrName>
                                        </p:attrNameLst>
                                      </p:cBhvr>
                                      <p:to>
                                        <p:strVal val="visible"/>
                                      </p:to>
                                    </p:set>
                                    <p:animEffect transition="in" filter="blinds(horizontal)">
                                      <p:cBhvr>
                                        <p:cTn id="30" dur="500"/>
                                        <p:tgtEl>
                                          <p:spTgt spid="30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p:bldP spid="3072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占位符 1">
            <a:extLst>
              <a:ext uri="{FF2B5EF4-FFF2-40B4-BE49-F238E27FC236}">
                <a16:creationId xmlns="" xmlns:a16="http://schemas.microsoft.com/office/drawing/2014/main" id="{3A1A2ED0-305E-4F34-B31E-51CFBC80A04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191638F-CD91-445F-8FF0-D06FEDFEAAD7}" type="datetime3">
              <a:rPr lang="zh-CN" altLang="en-US" smtClean="0"/>
              <a:pPr eaLnBrk="1" hangingPunct="1"/>
              <a:t>2022年2月18日星期五</a:t>
            </a:fld>
            <a:endParaRPr lang="en-US" altLang="zh-CN"/>
          </a:p>
        </p:txBody>
      </p:sp>
      <p:sp>
        <p:nvSpPr>
          <p:cNvPr id="39939" name="页脚占位符 2">
            <a:extLst>
              <a:ext uri="{FF2B5EF4-FFF2-40B4-BE49-F238E27FC236}">
                <a16:creationId xmlns="" xmlns:a16="http://schemas.microsoft.com/office/drawing/2014/main" id="{6AF4DB30-326A-4386-BD23-BADC3383FD7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39940" name="灯片编号占位符 3">
            <a:extLst>
              <a:ext uri="{FF2B5EF4-FFF2-40B4-BE49-F238E27FC236}">
                <a16:creationId xmlns="" xmlns:a16="http://schemas.microsoft.com/office/drawing/2014/main" id="{D9BFF62C-488C-4FCA-89C5-B3D14403DD6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A296E31-1CBF-4A87-A7BA-B3E2D3228B7B}" type="slidenum">
              <a:rPr lang="en-US" altLang="zh-CN"/>
              <a:pPr eaLnBrk="1" hangingPunct="1"/>
              <a:t>27</a:t>
            </a:fld>
            <a:endParaRPr lang="en-US" altLang="zh-CN"/>
          </a:p>
        </p:txBody>
      </p:sp>
      <p:pic>
        <p:nvPicPr>
          <p:cNvPr id="39941" name="Picture 4">
            <a:extLst>
              <a:ext uri="{FF2B5EF4-FFF2-40B4-BE49-F238E27FC236}">
                <a16:creationId xmlns="" xmlns:a16="http://schemas.microsoft.com/office/drawing/2014/main" id="{E7675B43-A31F-4311-A43F-377DB4493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8" y="504825"/>
            <a:ext cx="3352800"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2" name="Picture 5">
            <a:extLst>
              <a:ext uri="{FF2B5EF4-FFF2-40B4-BE49-F238E27FC236}">
                <a16:creationId xmlns="" xmlns:a16="http://schemas.microsoft.com/office/drawing/2014/main" id="{3BBF321B-DCBC-4002-B7D2-89A5546A7A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4238" y="485775"/>
            <a:ext cx="29718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3" name="Picture 7">
            <a:extLst>
              <a:ext uri="{FF2B5EF4-FFF2-40B4-BE49-F238E27FC236}">
                <a16:creationId xmlns="" xmlns:a16="http://schemas.microsoft.com/office/drawing/2014/main" id="{A1509EF4-56DC-4E8C-8778-0FED0796E3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3650" y="704850"/>
            <a:ext cx="895350"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2" name="Picture 8">
            <a:extLst>
              <a:ext uri="{FF2B5EF4-FFF2-40B4-BE49-F238E27FC236}">
                <a16:creationId xmlns="" xmlns:a16="http://schemas.microsoft.com/office/drawing/2014/main" id="{C840320B-C4CE-4B74-A910-B4480680F0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752600"/>
            <a:ext cx="3886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3" name="Picture 9">
            <a:extLst>
              <a:ext uri="{FF2B5EF4-FFF2-40B4-BE49-F238E27FC236}">
                <a16:creationId xmlns="" xmlns:a16="http://schemas.microsoft.com/office/drawing/2014/main" id="{BFAAF696-EF9D-4BEF-B004-D6894ADFA0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2362200"/>
            <a:ext cx="365760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4" name="Picture 10">
            <a:extLst>
              <a:ext uri="{FF2B5EF4-FFF2-40B4-BE49-F238E27FC236}">
                <a16:creationId xmlns="" xmlns:a16="http://schemas.microsoft.com/office/drawing/2014/main" id="{86EB4B7C-ABCC-436B-87AB-B8817D33239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8" y="2919413"/>
            <a:ext cx="366236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5" name="Picture 11">
            <a:extLst>
              <a:ext uri="{FF2B5EF4-FFF2-40B4-BE49-F238E27FC236}">
                <a16:creationId xmlns="" xmlns:a16="http://schemas.microsoft.com/office/drawing/2014/main" id="{2F805540-B74A-45D6-9215-831DEE4F1A6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725" y="3429000"/>
            <a:ext cx="457200"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6" name="Picture 12">
            <a:extLst>
              <a:ext uri="{FF2B5EF4-FFF2-40B4-BE49-F238E27FC236}">
                <a16:creationId xmlns="" xmlns:a16="http://schemas.microsoft.com/office/drawing/2014/main" id="{8AFF3D0A-0754-4287-97CB-F1E25BF5F48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 y="3810000"/>
            <a:ext cx="19050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7" name="Picture 13">
            <a:extLst>
              <a:ext uri="{FF2B5EF4-FFF2-40B4-BE49-F238E27FC236}">
                <a16:creationId xmlns="" xmlns:a16="http://schemas.microsoft.com/office/drawing/2014/main" id="{F0999464-1813-44AF-89E4-15EEE67ABFD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 y="4572000"/>
            <a:ext cx="2819400" cy="141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8" name="Picture 14">
            <a:extLst>
              <a:ext uri="{FF2B5EF4-FFF2-40B4-BE49-F238E27FC236}">
                <a16:creationId xmlns="" xmlns:a16="http://schemas.microsoft.com/office/drawing/2014/main" id="{E6C5A15F-7102-41A2-9BD9-49850B62326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95800" y="1828800"/>
            <a:ext cx="9144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9" name="Picture 15">
            <a:extLst>
              <a:ext uri="{FF2B5EF4-FFF2-40B4-BE49-F238E27FC236}">
                <a16:creationId xmlns="" xmlns:a16="http://schemas.microsoft.com/office/drawing/2014/main" id="{7C3B0678-C9EB-4C58-BB4C-2DA57B160AF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10200" y="2133600"/>
            <a:ext cx="11430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80" name="Picture 16">
            <a:extLst>
              <a:ext uri="{FF2B5EF4-FFF2-40B4-BE49-F238E27FC236}">
                <a16:creationId xmlns="" xmlns:a16="http://schemas.microsoft.com/office/drawing/2014/main" id="{BCB94341-92EA-4C6D-9782-D2B29D26348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95800" y="2819400"/>
            <a:ext cx="38100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81" name="Picture 17">
            <a:extLst>
              <a:ext uri="{FF2B5EF4-FFF2-40B4-BE49-F238E27FC236}">
                <a16:creationId xmlns="" xmlns:a16="http://schemas.microsoft.com/office/drawing/2014/main" id="{F35D2B2B-E0EF-4664-8151-E67E671CA18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00600" y="3429000"/>
            <a:ext cx="3352800"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82" name="Picture 18">
            <a:extLst>
              <a:ext uri="{FF2B5EF4-FFF2-40B4-BE49-F238E27FC236}">
                <a16:creationId xmlns="" xmlns:a16="http://schemas.microsoft.com/office/drawing/2014/main" id="{DAE4CC39-BA87-4C5A-9928-FD4C00D3A7D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48200" y="4648200"/>
            <a:ext cx="7620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83" name="Picture 19">
            <a:extLst>
              <a:ext uri="{FF2B5EF4-FFF2-40B4-BE49-F238E27FC236}">
                <a16:creationId xmlns="" xmlns:a16="http://schemas.microsoft.com/office/drawing/2014/main" id="{731B2C1C-54DA-49CC-9F9E-FB1A3379AED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67400" y="5257800"/>
            <a:ext cx="106680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6" name="Rectangle 20">
            <a:extLst>
              <a:ext uri="{FF2B5EF4-FFF2-40B4-BE49-F238E27FC236}">
                <a16:creationId xmlns="" xmlns:a16="http://schemas.microsoft.com/office/drawing/2014/main" id="{14F27697-B11A-4EAA-935B-65CD6B933F28}"/>
              </a:ext>
            </a:extLst>
          </p:cNvPr>
          <p:cNvSpPr>
            <a:spLocks noChangeArrowheads="1"/>
          </p:cNvSpPr>
          <p:nvPr/>
        </p:nvSpPr>
        <p:spPr bwMode="auto">
          <a:xfrm>
            <a:off x="0" y="228600"/>
            <a:ext cx="1133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Times New Roman" panose="02020603050405020304" pitchFamily="18" charset="0"/>
                <a:ea typeface="楷体_GB2312" pitchFamily="49" charset="-122"/>
              </a:rPr>
              <a:t>练习</a:t>
            </a:r>
            <a:r>
              <a:rPr lang="en-US" altLang="zh-CN" sz="2800" b="1">
                <a:solidFill>
                  <a:srgbClr val="FF0000"/>
                </a:solidFill>
                <a:latin typeface="Times New Roman" panose="02020603050405020304" pitchFamily="18" charset="0"/>
                <a:ea typeface="楷体_GB2312" pitchFamily="49" charset="-122"/>
              </a:rPr>
              <a:t>4</a:t>
            </a:r>
            <a:r>
              <a:rPr lang="en-US" altLang="zh-CN">
                <a:latin typeface="Times New Roman" panose="02020603050405020304" pitchFamily="18" charset="0"/>
                <a:ea typeface="楷体_GB2312" pitchFamily="49" charset="-122"/>
              </a:rPr>
              <a:t> </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6872"/>
                                        </p:tgtEl>
                                        <p:attrNameLst>
                                          <p:attrName>style.visibility</p:attrName>
                                        </p:attrNameLst>
                                      </p:cBhvr>
                                      <p:to>
                                        <p:strVal val="visible"/>
                                      </p:to>
                                    </p:set>
                                    <p:animEffect transition="in" filter="wipe(left)">
                                      <p:cBhvr>
                                        <p:cTn id="7" dur="500"/>
                                        <p:tgtEl>
                                          <p:spTgt spid="368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6873"/>
                                        </p:tgtEl>
                                        <p:attrNameLst>
                                          <p:attrName>style.visibility</p:attrName>
                                        </p:attrNameLst>
                                      </p:cBhvr>
                                      <p:to>
                                        <p:strVal val="visible"/>
                                      </p:to>
                                    </p:set>
                                    <p:animEffect transition="in" filter="wipe(left)">
                                      <p:cBhvr>
                                        <p:cTn id="12" dur="500"/>
                                        <p:tgtEl>
                                          <p:spTgt spid="368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6874"/>
                                        </p:tgtEl>
                                        <p:attrNameLst>
                                          <p:attrName>style.visibility</p:attrName>
                                        </p:attrNameLst>
                                      </p:cBhvr>
                                      <p:to>
                                        <p:strVal val="visible"/>
                                      </p:to>
                                    </p:set>
                                    <p:animEffect transition="in" filter="wipe(left)">
                                      <p:cBhvr>
                                        <p:cTn id="17" dur="500"/>
                                        <p:tgtEl>
                                          <p:spTgt spid="368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6875"/>
                                        </p:tgtEl>
                                        <p:attrNameLst>
                                          <p:attrName>style.visibility</p:attrName>
                                        </p:attrNameLst>
                                      </p:cBhvr>
                                      <p:to>
                                        <p:strVal val="visible"/>
                                      </p:to>
                                    </p:set>
                                    <p:animEffect transition="in" filter="wipe(left)">
                                      <p:cBhvr>
                                        <p:cTn id="22" dur="500"/>
                                        <p:tgtEl>
                                          <p:spTgt spid="36875"/>
                                        </p:tgtEl>
                                      </p:cBhvr>
                                    </p:animEffect>
                                  </p:childTnLst>
                                </p:cTn>
                              </p:par>
                              <p:par>
                                <p:cTn id="23" presetID="22" presetClass="entr" presetSubtype="8" fill="hold" nodeType="withEffect">
                                  <p:stCondLst>
                                    <p:cond delay="0"/>
                                  </p:stCondLst>
                                  <p:childTnLst>
                                    <p:set>
                                      <p:cBhvr>
                                        <p:cTn id="24" dur="1" fill="hold">
                                          <p:stCondLst>
                                            <p:cond delay="0"/>
                                          </p:stCondLst>
                                        </p:cTn>
                                        <p:tgtEl>
                                          <p:spTgt spid="36876"/>
                                        </p:tgtEl>
                                        <p:attrNameLst>
                                          <p:attrName>style.visibility</p:attrName>
                                        </p:attrNameLst>
                                      </p:cBhvr>
                                      <p:to>
                                        <p:strVal val="visible"/>
                                      </p:to>
                                    </p:set>
                                    <p:animEffect transition="in" filter="wipe(left)">
                                      <p:cBhvr>
                                        <p:cTn id="25" dur="500"/>
                                        <p:tgtEl>
                                          <p:spTgt spid="3687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36877"/>
                                        </p:tgtEl>
                                        <p:attrNameLst>
                                          <p:attrName>style.visibility</p:attrName>
                                        </p:attrNameLst>
                                      </p:cBhvr>
                                      <p:to>
                                        <p:strVal val="visible"/>
                                      </p:to>
                                    </p:set>
                                    <p:animEffect transition="in" filter="wipe(left)">
                                      <p:cBhvr>
                                        <p:cTn id="30" dur="500"/>
                                        <p:tgtEl>
                                          <p:spTgt spid="3687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36878"/>
                                        </p:tgtEl>
                                        <p:attrNameLst>
                                          <p:attrName>style.visibility</p:attrName>
                                        </p:attrNameLst>
                                      </p:cBhvr>
                                      <p:to>
                                        <p:strVal val="visible"/>
                                      </p:to>
                                    </p:set>
                                    <p:animEffect transition="in" filter="wipe(left)">
                                      <p:cBhvr>
                                        <p:cTn id="35" dur="500"/>
                                        <p:tgtEl>
                                          <p:spTgt spid="3687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36879"/>
                                        </p:tgtEl>
                                        <p:attrNameLst>
                                          <p:attrName>style.visibility</p:attrName>
                                        </p:attrNameLst>
                                      </p:cBhvr>
                                      <p:to>
                                        <p:strVal val="visible"/>
                                      </p:to>
                                    </p:set>
                                    <p:animEffect transition="in" filter="wipe(left)">
                                      <p:cBhvr>
                                        <p:cTn id="40" dur="500"/>
                                        <p:tgtEl>
                                          <p:spTgt spid="3687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6880"/>
                                        </p:tgtEl>
                                        <p:attrNameLst>
                                          <p:attrName>style.visibility</p:attrName>
                                        </p:attrNameLst>
                                      </p:cBhvr>
                                      <p:to>
                                        <p:strVal val="visible"/>
                                      </p:to>
                                    </p:set>
                                    <p:animEffect transition="in" filter="wipe(left)">
                                      <p:cBhvr>
                                        <p:cTn id="45" dur="500"/>
                                        <p:tgtEl>
                                          <p:spTgt spid="3688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36881"/>
                                        </p:tgtEl>
                                        <p:attrNameLst>
                                          <p:attrName>style.visibility</p:attrName>
                                        </p:attrNameLst>
                                      </p:cBhvr>
                                      <p:to>
                                        <p:strVal val="visible"/>
                                      </p:to>
                                    </p:set>
                                    <p:animEffect transition="in" filter="wipe(left)">
                                      <p:cBhvr>
                                        <p:cTn id="50" dur="500"/>
                                        <p:tgtEl>
                                          <p:spTgt spid="3688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36882"/>
                                        </p:tgtEl>
                                        <p:attrNameLst>
                                          <p:attrName>style.visibility</p:attrName>
                                        </p:attrNameLst>
                                      </p:cBhvr>
                                      <p:to>
                                        <p:strVal val="visible"/>
                                      </p:to>
                                    </p:set>
                                    <p:animEffect transition="in" filter="wipe(left)">
                                      <p:cBhvr>
                                        <p:cTn id="55" dur="500"/>
                                        <p:tgtEl>
                                          <p:spTgt spid="3688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36883"/>
                                        </p:tgtEl>
                                        <p:attrNameLst>
                                          <p:attrName>style.visibility</p:attrName>
                                        </p:attrNameLst>
                                      </p:cBhvr>
                                      <p:to>
                                        <p:strVal val="visible"/>
                                      </p:to>
                                    </p:set>
                                    <p:animEffect transition="in" filter="wipe(left)">
                                      <p:cBhvr>
                                        <p:cTn id="60" dur="500"/>
                                        <p:tgtEl>
                                          <p:spTgt spid="36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4" name="日期占位符 5">
            <a:extLst>
              <a:ext uri="{FF2B5EF4-FFF2-40B4-BE49-F238E27FC236}">
                <a16:creationId xmlns="" xmlns:a16="http://schemas.microsoft.com/office/drawing/2014/main" id="{7974314B-F82B-4710-A441-571BF051119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EC0AC69-7B35-4049-9640-C66D65140DFE}" type="datetime3">
              <a:rPr lang="zh-CN" altLang="en-US" smtClean="0"/>
              <a:pPr eaLnBrk="1" hangingPunct="1"/>
              <a:t>2022年2月18日星期五</a:t>
            </a:fld>
            <a:endParaRPr lang="en-US" altLang="zh-CN"/>
          </a:p>
        </p:txBody>
      </p:sp>
      <p:sp>
        <p:nvSpPr>
          <p:cNvPr id="27655" name="页脚占位符 6">
            <a:extLst>
              <a:ext uri="{FF2B5EF4-FFF2-40B4-BE49-F238E27FC236}">
                <a16:creationId xmlns="" xmlns:a16="http://schemas.microsoft.com/office/drawing/2014/main" id="{A72B3BA7-B5A7-40CC-9208-8CCBAF707A8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27656" name="灯片编号占位符 7">
            <a:extLst>
              <a:ext uri="{FF2B5EF4-FFF2-40B4-BE49-F238E27FC236}">
                <a16:creationId xmlns="" xmlns:a16="http://schemas.microsoft.com/office/drawing/2014/main" id="{5CF40BAA-B9BD-4B61-9345-E34DBE43D43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E4C01EB-F9D2-4F1C-8598-58FB62D327B4}" type="slidenum">
              <a:rPr lang="en-US" altLang="zh-CN"/>
              <a:pPr eaLnBrk="1" hangingPunct="1"/>
              <a:t>28</a:t>
            </a:fld>
            <a:endParaRPr lang="en-US" altLang="zh-CN"/>
          </a:p>
        </p:txBody>
      </p:sp>
      <p:graphicFrame>
        <p:nvGraphicFramePr>
          <p:cNvPr id="46083" name="Object 3">
            <a:extLst>
              <a:ext uri="{FF2B5EF4-FFF2-40B4-BE49-F238E27FC236}">
                <a16:creationId xmlns="" xmlns:a16="http://schemas.microsoft.com/office/drawing/2014/main" id="{FB4A4DDD-42B5-417B-8627-0EF4CB8579EE}"/>
              </a:ext>
            </a:extLst>
          </p:cNvPr>
          <p:cNvGraphicFramePr>
            <a:graphicFrameLocks noChangeAspect="1"/>
          </p:cNvGraphicFramePr>
          <p:nvPr/>
        </p:nvGraphicFramePr>
        <p:xfrm>
          <a:off x="228600" y="914400"/>
          <a:ext cx="7848600" cy="561975"/>
        </p:xfrm>
        <a:graphic>
          <a:graphicData uri="http://schemas.openxmlformats.org/presentationml/2006/ole">
            <mc:AlternateContent xmlns:mc="http://schemas.openxmlformats.org/markup-compatibility/2006">
              <mc:Choice xmlns:v="urn:schemas-microsoft-com:vml" Requires="v">
                <p:oleObj spid="_x0000_s26642" name="Equation" r:id="rId3" imgW="3022560" imgH="215640" progId="Equation.DSMT4">
                  <p:embed/>
                </p:oleObj>
              </mc:Choice>
              <mc:Fallback>
                <p:oleObj name="Equation" r:id="rId3" imgW="3022560" imgH="215640" progId="Equation.DSMT4">
                  <p:embed/>
                  <p:pic>
                    <p:nvPicPr>
                      <p:cNvPr id="46083" name="Object 3">
                        <a:extLst>
                          <a:ext uri="{FF2B5EF4-FFF2-40B4-BE49-F238E27FC236}">
                            <a16:creationId xmlns="" xmlns:a16="http://schemas.microsoft.com/office/drawing/2014/main" id="{FB4A4DDD-42B5-417B-8627-0EF4CB8579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914400"/>
                        <a:ext cx="7848600"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7" name="Rectangle 4">
            <a:extLst>
              <a:ext uri="{FF2B5EF4-FFF2-40B4-BE49-F238E27FC236}">
                <a16:creationId xmlns="" xmlns:a16="http://schemas.microsoft.com/office/drawing/2014/main" id="{E1E4455D-4F0D-4BB6-9EE4-E502DEA6ACB2}"/>
              </a:ext>
            </a:extLst>
          </p:cNvPr>
          <p:cNvSpPr>
            <a:spLocks noChangeArrowheads="1"/>
          </p:cNvSpPr>
          <p:nvPr/>
        </p:nvSpPr>
        <p:spPr bwMode="auto">
          <a:xfrm>
            <a:off x="0" y="228600"/>
            <a:ext cx="1133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Times New Roman" panose="02020603050405020304" pitchFamily="18" charset="0"/>
                <a:ea typeface="楷体_GB2312" pitchFamily="49" charset="-122"/>
              </a:rPr>
              <a:t>练习</a:t>
            </a:r>
            <a:r>
              <a:rPr lang="en-US" altLang="zh-CN" sz="2800" b="1">
                <a:solidFill>
                  <a:srgbClr val="FF0000"/>
                </a:solidFill>
                <a:latin typeface="Times New Roman" panose="02020603050405020304" pitchFamily="18" charset="0"/>
                <a:ea typeface="楷体_GB2312" pitchFamily="49" charset="-122"/>
              </a:rPr>
              <a:t>4</a:t>
            </a:r>
            <a:r>
              <a:rPr lang="en-US" altLang="zh-CN">
                <a:latin typeface="Times New Roman" panose="02020603050405020304" pitchFamily="18" charset="0"/>
                <a:ea typeface="楷体_GB2312" pitchFamily="49" charset="-122"/>
              </a:rPr>
              <a:t> </a:t>
            </a:r>
          </a:p>
        </p:txBody>
      </p:sp>
      <p:sp>
        <p:nvSpPr>
          <p:cNvPr id="27658" name="Rectangle 5">
            <a:extLst>
              <a:ext uri="{FF2B5EF4-FFF2-40B4-BE49-F238E27FC236}">
                <a16:creationId xmlns="" xmlns:a16="http://schemas.microsoft.com/office/drawing/2014/main" id="{859C554E-9262-4119-AD7E-B78B10553BE0}"/>
              </a:ext>
            </a:extLst>
          </p:cNvPr>
          <p:cNvSpPr>
            <a:spLocks noChangeArrowheads="1"/>
          </p:cNvSpPr>
          <p:nvPr/>
        </p:nvSpPr>
        <p:spPr bwMode="auto">
          <a:xfrm>
            <a:off x="1371600" y="304800"/>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另一种解法</a:t>
            </a:r>
          </a:p>
        </p:txBody>
      </p:sp>
      <p:graphicFrame>
        <p:nvGraphicFramePr>
          <p:cNvPr id="46086" name="Object 6">
            <a:extLst>
              <a:ext uri="{FF2B5EF4-FFF2-40B4-BE49-F238E27FC236}">
                <a16:creationId xmlns="" xmlns:a16="http://schemas.microsoft.com/office/drawing/2014/main" id="{9994F824-88AD-4000-BE34-2B75B512B6AE}"/>
              </a:ext>
            </a:extLst>
          </p:cNvPr>
          <p:cNvGraphicFramePr>
            <a:graphicFrameLocks noGrp="1" noChangeAspect="1"/>
          </p:cNvGraphicFramePr>
          <p:nvPr>
            <p:ph sz="half" idx="1"/>
          </p:nvPr>
        </p:nvGraphicFramePr>
        <p:xfrm>
          <a:off x="228600" y="1600200"/>
          <a:ext cx="4800600" cy="511175"/>
        </p:xfrm>
        <a:graphic>
          <a:graphicData uri="http://schemas.openxmlformats.org/presentationml/2006/ole">
            <mc:AlternateContent xmlns:mc="http://schemas.openxmlformats.org/markup-compatibility/2006">
              <mc:Choice xmlns:v="urn:schemas-microsoft-com:vml" Requires="v">
                <p:oleObj spid="_x0000_s26643" name="Equation" r:id="rId5" imgW="2387520" imgH="253800" progId="Equation.DSMT4">
                  <p:embed/>
                </p:oleObj>
              </mc:Choice>
              <mc:Fallback>
                <p:oleObj name="Equation" r:id="rId5" imgW="2387520" imgH="253800" progId="Equation.DSMT4">
                  <p:embed/>
                  <p:pic>
                    <p:nvPicPr>
                      <p:cNvPr id="46086" name="Object 6">
                        <a:extLst>
                          <a:ext uri="{FF2B5EF4-FFF2-40B4-BE49-F238E27FC236}">
                            <a16:creationId xmlns="" xmlns:a16="http://schemas.microsoft.com/office/drawing/2014/main" id="{9994F824-88AD-4000-BE34-2B75B512B6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1600200"/>
                        <a:ext cx="480060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91" name="Object 11">
            <a:extLst>
              <a:ext uri="{FF2B5EF4-FFF2-40B4-BE49-F238E27FC236}">
                <a16:creationId xmlns="" xmlns:a16="http://schemas.microsoft.com/office/drawing/2014/main" id="{8BBF52F8-AE33-4734-B983-19575E00941C}"/>
              </a:ext>
            </a:extLst>
          </p:cNvPr>
          <p:cNvGraphicFramePr>
            <a:graphicFrameLocks noGrp="1" noChangeAspect="1"/>
          </p:cNvGraphicFramePr>
          <p:nvPr>
            <p:ph sz="quarter" idx="2"/>
          </p:nvPr>
        </p:nvGraphicFramePr>
        <p:xfrm>
          <a:off x="762000" y="4648200"/>
          <a:ext cx="6096000" cy="646113"/>
        </p:xfrm>
        <a:graphic>
          <a:graphicData uri="http://schemas.openxmlformats.org/presentationml/2006/ole">
            <mc:AlternateContent xmlns:mc="http://schemas.openxmlformats.org/markup-compatibility/2006">
              <mc:Choice xmlns:v="urn:schemas-microsoft-com:vml" Requires="v">
                <p:oleObj spid="_x0000_s26644" name="Equation" r:id="rId7" imgW="2044440" imgH="215640" progId="Equation.DSMT4">
                  <p:embed/>
                </p:oleObj>
              </mc:Choice>
              <mc:Fallback>
                <p:oleObj name="Equation" r:id="rId7" imgW="2044440" imgH="215640" progId="Equation.DSMT4">
                  <p:embed/>
                  <p:pic>
                    <p:nvPicPr>
                      <p:cNvPr id="46091" name="Object 11">
                        <a:extLst>
                          <a:ext uri="{FF2B5EF4-FFF2-40B4-BE49-F238E27FC236}">
                            <a16:creationId xmlns="" xmlns:a16="http://schemas.microsoft.com/office/drawing/2014/main" id="{8BBF52F8-AE33-4734-B983-19575E0094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4648200"/>
                        <a:ext cx="6096000" cy="646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94" name="Object 14">
            <a:extLst>
              <a:ext uri="{FF2B5EF4-FFF2-40B4-BE49-F238E27FC236}">
                <a16:creationId xmlns="" xmlns:a16="http://schemas.microsoft.com/office/drawing/2014/main" id="{6A58F203-BCEA-4C45-A1B6-A1C205FA0218}"/>
              </a:ext>
            </a:extLst>
          </p:cNvPr>
          <p:cNvGraphicFramePr>
            <a:graphicFrameLocks noGrp="1" noChangeAspect="1"/>
          </p:cNvGraphicFramePr>
          <p:nvPr>
            <p:ph sz="quarter" idx="3"/>
          </p:nvPr>
        </p:nvGraphicFramePr>
        <p:xfrm>
          <a:off x="381000" y="2362200"/>
          <a:ext cx="4648200" cy="1479550"/>
        </p:xfrm>
        <a:graphic>
          <a:graphicData uri="http://schemas.openxmlformats.org/presentationml/2006/ole">
            <mc:AlternateContent xmlns:mc="http://schemas.openxmlformats.org/markup-compatibility/2006">
              <mc:Choice xmlns:v="urn:schemas-microsoft-com:vml" Requires="v">
                <p:oleObj spid="_x0000_s26645" name="Equation" r:id="rId9" imgW="2234880" imgH="711000" progId="Equation.DSMT4">
                  <p:embed/>
                </p:oleObj>
              </mc:Choice>
              <mc:Fallback>
                <p:oleObj name="Equation" r:id="rId9" imgW="2234880" imgH="711000" progId="Equation.DSMT4">
                  <p:embed/>
                  <p:pic>
                    <p:nvPicPr>
                      <p:cNvPr id="46094" name="Object 14">
                        <a:extLst>
                          <a:ext uri="{FF2B5EF4-FFF2-40B4-BE49-F238E27FC236}">
                            <a16:creationId xmlns="" xmlns:a16="http://schemas.microsoft.com/office/drawing/2014/main" id="{6A58F203-BCEA-4C45-A1B6-A1C205FA021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362200"/>
                        <a:ext cx="4648200" cy="1479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97" name="Rectangle 17">
            <a:extLst>
              <a:ext uri="{FF2B5EF4-FFF2-40B4-BE49-F238E27FC236}">
                <a16:creationId xmlns="" xmlns:a16="http://schemas.microsoft.com/office/drawing/2014/main" id="{1D51BF8F-7261-4A98-8766-2E4898869A57}"/>
              </a:ext>
            </a:extLst>
          </p:cNvPr>
          <p:cNvSpPr>
            <a:spLocks noChangeArrowheads="1"/>
          </p:cNvSpPr>
          <p:nvPr/>
        </p:nvSpPr>
        <p:spPr bwMode="auto">
          <a:xfrm>
            <a:off x="228600" y="4114800"/>
            <a:ext cx="182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由定理</a:t>
            </a:r>
            <a:r>
              <a:rPr lang="en-US" altLang="zh-CN" sz="2400" b="1"/>
              <a:t>3.3</a:t>
            </a:r>
            <a:r>
              <a:rPr lang="zh-CN" altLang="en-US" sz="2400" b="1"/>
              <a:t>得</a:t>
            </a: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6083"/>
                                        </p:tgtEl>
                                        <p:attrNameLst>
                                          <p:attrName>style.visibility</p:attrName>
                                        </p:attrNameLst>
                                      </p:cBhvr>
                                      <p:to>
                                        <p:strVal val="visible"/>
                                      </p:to>
                                    </p:set>
                                    <p:anim calcmode="lin" valueType="num">
                                      <p:cBhvr additive="base">
                                        <p:cTn id="7" dur="500" fill="hold"/>
                                        <p:tgtEl>
                                          <p:spTgt spid="46083"/>
                                        </p:tgtEl>
                                        <p:attrNameLst>
                                          <p:attrName>ppt_x</p:attrName>
                                        </p:attrNameLst>
                                      </p:cBhvr>
                                      <p:tavLst>
                                        <p:tav tm="0">
                                          <p:val>
                                            <p:strVal val="0-#ppt_w/2"/>
                                          </p:val>
                                        </p:tav>
                                        <p:tav tm="100000">
                                          <p:val>
                                            <p:strVal val="#ppt_x"/>
                                          </p:val>
                                        </p:tav>
                                      </p:tavLst>
                                    </p:anim>
                                    <p:anim calcmode="lin" valueType="num">
                                      <p:cBhvr additive="base">
                                        <p:cTn id="8" dur="500" fill="hold"/>
                                        <p:tgtEl>
                                          <p:spTgt spid="4608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6086"/>
                                        </p:tgtEl>
                                        <p:attrNameLst>
                                          <p:attrName>style.visibility</p:attrName>
                                        </p:attrNameLst>
                                      </p:cBhvr>
                                      <p:to>
                                        <p:strVal val="visible"/>
                                      </p:to>
                                    </p:set>
                                    <p:anim calcmode="lin" valueType="num">
                                      <p:cBhvr additive="base">
                                        <p:cTn id="13" dur="500" fill="hold"/>
                                        <p:tgtEl>
                                          <p:spTgt spid="46086"/>
                                        </p:tgtEl>
                                        <p:attrNameLst>
                                          <p:attrName>ppt_x</p:attrName>
                                        </p:attrNameLst>
                                      </p:cBhvr>
                                      <p:tavLst>
                                        <p:tav tm="0">
                                          <p:val>
                                            <p:strVal val="0-#ppt_w/2"/>
                                          </p:val>
                                        </p:tav>
                                        <p:tav tm="100000">
                                          <p:val>
                                            <p:strVal val="#ppt_x"/>
                                          </p:val>
                                        </p:tav>
                                      </p:tavLst>
                                    </p:anim>
                                    <p:anim calcmode="lin" valueType="num">
                                      <p:cBhvr additive="base">
                                        <p:cTn id="14" dur="500" fill="hold"/>
                                        <p:tgtEl>
                                          <p:spTgt spid="4608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6094"/>
                                        </p:tgtEl>
                                        <p:attrNameLst>
                                          <p:attrName>style.visibility</p:attrName>
                                        </p:attrNameLst>
                                      </p:cBhvr>
                                      <p:to>
                                        <p:strVal val="visible"/>
                                      </p:to>
                                    </p:set>
                                    <p:anim calcmode="lin" valueType="num">
                                      <p:cBhvr additive="base">
                                        <p:cTn id="19" dur="500" fill="hold"/>
                                        <p:tgtEl>
                                          <p:spTgt spid="46094"/>
                                        </p:tgtEl>
                                        <p:attrNameLst>
                                          <p:attrName>ppt_x</p:attrName>
                                        </p:attrNameLst>
                                      </p:cBhvr>
                                      <p:tavLst>
                                        <p:tav tm="0">
                                          <p:val>
                                            <p:strVal val="0-#ppt_w/2"/>
                                          </p:val>
                                        </p:tav>
                                        <p:tav tm="100000">
                                          <p:val>
                                            <p:strVal val="#ppt_x"/>
                                          </p:val>
                                        </p:tav>
                                      </p:tavLst>
                                    </p:anim>
                                    <p:anim calcmode="lin" valueType="num">
                                      <p:cBhvr additive="base">
                                        <p:cTn id="20" dur="500" fill="hold"/>
                                        <p:tgtEl>
                                          <p:spTgt spid="4609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6097"/>
                                        </p:tgtEl>
                                        <p:attrNameLst>
                                          <p:attrName>style.visibility</p:attrName>
                                        </p:attrNameLst>
                                      </p:cBhvr>
                                      <p:to>
                                        <p:strVal val="visible"/>
                                      </p:to>
                                    </p:set>
                                    <p:anim calcmode="lin" valueType="num">
                                      <p:cBhvr additive="base">
                                        <p:cTn id="25" dur="500" fill="hold"/>
                                        <p:tgtEl>
                                          <p:spTgt spid="46097"/>
                                        </p:tgtEl>
                                        <p:attrNameLst>
                                          <p:attrName>ppt_x</p:attrName>
                                        </p:attrNameLst>
                                      </p:cBhvr>
                                      <p:tavLst>
                                        <p:tav tm="0">
                                          <p:val>
                                            <p:strVal val="#ppt_x"/>
                                          </p:val>
                                        </p:tav>
                                        <p:tav tm="100000">
                                          <p:val>
                                            <p:strVal val="#ppt_x"/>
                                          </p:val>
                                        </p:tav>
                                      </p:tavLst>
                                    </p:anim>
                                    <p:anim calcmode="lin" valueType="num">
                                      <p:cBhvr additive="base">
                                        <p:cTn id="26" dur="500" fill="hold"/>
                                        <p:tgtEl>
                                          <p:spTgt spid="4609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46091"/>
                                        </p:tgtEl>
                                        <p:attrNameLst>
                                          <p:attrName>style.visibility</p:attrName>
                                        </p:attrNameLst>
                                      </p:cBhvr>
                                      <p:to>
                                        <p:strVal val="visible"/>
                                      </p:to>
                                    </p:set>
                                    <p:anim calcmode="lin" valueType="num">
                                      <p:cBhvr additive="base">
                                        <p:cTn id="31" dur="500" fill="hold"/>
                                        <p:tgtEl>
                                          <p:spTgt spid="46091"/>
                                        </p:tgtEl>
                                        <p:attrNameLst>
                                          <p:attrName>ppt_x</p:attrName>
                                        </p:attrNameLst>
                                      </p:cBhvr>
                                      <p:tavLst>
                                        <p:tav tm="0">
                                          <p:val>
                                            <p:strVal val="0-#ppt_w/2"/>
                                          </p:val>
                                        </p:tav>
                                        <p:tav tm="100000">
                                          <p:val>
                                            <p:strVal val="#ppt_x"/>
                                          </p:val>
                                        </p:tav>
                                      </p:tavLst>
                                    </p:anim>
                                    <p:anim calcmode="lin" valueType="num">
                                      <p:cBhvr additive="base">
                                        <p:cTn id="32" dur="500" fill="hold"/>
                                        <p:tgtEl>
                                          <p:spTgt spid="460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日期占位符 1">
            <a:extLst>
              <a:ext uri="{FF2B5EF4-FFF2-40B4-BE49-F238E27FC236}">
                <a16:creationId xmlns="" xmlns:a16="http://schemas.microsoft.com/office/drawing/2014/main" id="{F0492A5C-ACA1-43EF-8475-2812F61A62A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443120C-9C87-4C51-AA72-775B364CA681}" type="datetime3">
              <a:rPr lang="zh-CN" altLang="en-US" smtClean="0"/>
              <a:pPr eaLnBrk="1" hangingPunct="1"/>
              <a:t>2022年2月18日星期五</a:t>
            </a:fld>
            <a:endParaRPr lang="en-US" altLang="zh-CN"/>
          </a:p>
        </p:txBody>
      </p:sp>
      <p:sp>
        <p:nvSpPr>
          <p:cNvPr id="28679" name="页脚占位符 2">
            <a:extLst>
              <a:ext uri="{FF2B5EF4-FFF2-40B4-BE49-F238E27FC236}">
                <a16:creationId xmlns="" xmlns:a16="http://schemas.microsoft.com/office/drawing/2014/main" id="{8BABFF8B-0BBE-47FB-AAE2-116FDC3F6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28680" name="灯片编号占位符 3">
            <a:extLst>
              <a:ext uri="{FF2B5EF4-FFF2-40B4-BE49-F238E27FC236}">
                <a16:creationId xmlns="" xmlns:a16="http://schemas.microsoft.com/office/drawing/2014/main" id="{12726FFD-DB6D-42BB-8376-70C0D59B41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CAA8BF1-5222-4AA2-A4CB-06F5CFA9E2BF}" type="slidenum">
              <a:rPr lang="en-US" altLang="zh-CN"/>
              <a:pPr eaLnBrk="1" hangingPunct="1"/>
              <a:t>29</a:t>
            </a:fld>
            <a:endParaRPr lang="en-US" altLang="zh-CN"/>
          </a:p>
        </p:txBody>
      </p:sp>
      <p:graphicFrame>
        <p:nvGraphicFramePr>
          <p:cNvPr id="44034" name="Object 2">
            <a:extLst>
              <a:ext uri="{FF2B5EF4-FFF2-40B4-BE49-F238E27FC236}">
                <a16:creationId xmlns="" xmlns:a16="http://schemas.microsoft.com/office/drawing/2014/main" id="{0E07732F-C6EA-4561-94D1-376D166B4FDF}"/>
              </a:ext>
            </a:extLst>
          </p:cNvPr>
          <p:cNvGraphicFramePr>
            <a:graphicFrameLocks noChangeAspect="1"/>
          </p:cNvGraphicFramePr>
          <p:nvPr/>
        </p:nvGraphicFramePr>
        <p:xfrm>
          <a:off x="228600" y="152400"/>
          <a:ext cx="7162800" cy="2586038"/>
        </p:xfrm>
        <a:graphic>
          <a:graphicData uri="http://schemas.openxmlformats.org/presentationml/2006/ole">
            <mc:AlternateContent xmlns:mc="http://schemas.openxmlformats.org/markup-compatibility/2006">
              <mc:Choice xmlns:v="urn:schemas-microsoft-com:vml" Requires="v">
                <p:oleObj spid="_x0000_s27666" name="Equation" r:id="rId3" imgW="3288960" imgH="1168200" progId="Equation.DSMT4">
                  <p:embed/>
                </p:oleObj>
              </mc:Choice>
              <mc:Fallback>
                <p:oleObj name="Equation" r:id="rId3" imgW="3288960" imgH="1168200" progId="Equation.DSMT4">
                  <p:embed/>
                  <p:pic>
                    <p:nvPicPr>
                      <p:cNvPr id="44034" name="Object 2">
                        <a:extLst>
                          <a:ext uri="{FF2B5EF4-FFF2-40B4-BE49-F238E27FC236}">
                            <a16:creationId xmlns="" xmlns:a16="http://schemas.microsoft.com/office/drawing/2014/main" id="{0E07732F-C6EA-4561-94D1-376D166B4F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52400"/>
                        <a:ext cx="7162800" cy="2586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5" name="Object 3">
            <a:extLst>
              <a:ext uri="{FF2B5EF4-FFF2-40B4-BE49-F238E27FC236}">
                <a16:creationId xmlns="" xmlns:a16="http://schemas.microsoft.com/office/drawing/2014/main" id="{F7E90E8E-63B0-4FF1-B83F-DB1DC4F251DE}"/>
              </a:ext>
            </a:extLst>
          </p:cNvPr>
          <p:cNvGraphicFramePr>
            <a:graphicFrameLocks noChangeAspect="1"/>
          </p:cNvGraphicFramePr>
          <p:nvPr/>
        </p:nvGraphicFramePr>
        <p:xfrm>
          <a:off x="152400" y="2819400"/>
          <a:ext cx="7467600" cy="1574800"/>
        </p:xfrm>
        <a:graphic>
          <a:graphicData uri="http://schemas.openxmlformats.org/presentationml/2006/ole">
            <mc:AlternateContent xmlns:mc="http://schemas.openxmlformats.org/markup-compatibility/2006">
              <mc:Choice xmlns:v="urn:schemas-microsoft-com:vml" Requires="v">
                <p:oleObj spid="_x0000_s27667" name="Equation" r:id="rId5" imgW="3251160" imgH="685800" progId="Equation.DSMT4">
                  <p:embed/>
                </p:oleObj>
              </mc:Choice>
              <mc:Fallback>
                <p:oleObj name="Equation" r:id="rId5" imgW="3251160" imgH="685800" progId="Equation.DSMT4">
                  <p:embed/>
                  <p:pic>
                    <p:nvPicPr>
                      <p:cNvPr id="44035" name="Object 3">
                        <a:extLst>
                          <a:ext uri="{FF2B5EF4-FFF2-40B4-BE49-F238E27FC236}">
                            <a16:creationId xmlns="" xmlns:a16="http://schemas.microsoft.com/office/drawing/2014/main" id="{F7E90E8E-63B0-4FF1-B83F-DB1DC4F251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2819400"/>
                        <a:ext cx="7467600" cy="157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36" name="Object 4">
            <a:extLst>
              <a:ext uri="{FF2B5EF4-FFF2-40B4-BE49-F238E27FC236}">
                <a16:creationId xmlns="" xmlns:a16="http://schemas.microsoft.com/office/drawing/2014/main" id="{F58AC3CB-F9D0-40D4-9B41-D2598CE56D28}"/>
              </a:ext>
            </a:extLst>
          </p:cNvPr>
          <p:cNvGraphicFramePr>
            <a:graphicFrameLocks noChangeAspect="1"/>
          </p:cNvGraphicFramePr>
          <p:nvPr/>
        </p:nvGraphicFramePr>
        <p:xfrm>
          <a:off x="381000" y="4495800"/>
          <a:ext cx="6019800" cy="1614488"/>
        </p:xfrm>
        <a:graphic>
          <a:graphicData uri="http://schemas.openxmlformats.org/presentationml/2006/ole">
            <mc:AlternateContent xmlns:mc="http://schemas.openxmlformats.org/markup-compatibility/2006">
              <mc:Choice xmlns:v="urn:schemas-microsoft-com:vml" Requires="v">
                <p:oleObj spid="_x0000_s27668" name="Equation" r:id="rId7" imgW="2793960" imgH="749160" progId="Equation.DSMT4">
                  <p:embed/>
                </p:oleObj>
              </mc:Choice>
              <mc:Fallback>
                <p:oleObj name="Equation" r:id="rId7" imgW="2793960" imgH="749160" progId="Equation.DSMT4">
                  <p:embed/>
                  <p:pic>
                    <p:nvPicPr>
                      <p:cNvPr id="44036" name="Object 4">
                        <a:extLst>
                          <a:ext uri="{FF2B5EF4-FFF2-40B4-BE49-F238E27FC236}">
                            <a16:creationId xmlns="" xmlns:a16="http://schemas.microsoft.com/office/drawing/2014/main" id="{F58AC3CB-F9D0-40D4-9B41-D2598CE56D2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4495800"/>
                        <a:ext cx="6019800" cy="161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7" name="Object 5">
            <a:extLst>
              <a:ext uri="{FF2B5EF4-FFF2-40B4-BE49-F238E27FC236}">
                <a16:creationId xmlns="" xmlns:a16="http://schemas.microsoft.com/office/drawing/2014/main" id="{4479AFB0-83EE-4609-A0F2-2DC1B8AD32CF}"/>
              </a:ext>
            </a:extLst>
          </p:cNvPr>
          <p:cNvGraphicFramePr>
            <a:graphicFrameLocks noChangeAspect="1"/>
          </p:cNvGraphicFramePr>
          <p:nvPr/>
        </p:nvGraphicFramePr>
        <p:xfrm>
          <a:off x="5029200" y="2514600"/>
          <a:ext cx="3455988" cy="884238"/>
        </p:xfrm>
        <a:graphic>
          <a:graphicData uri="http://schemas.openxmlformats.org/presentationml/2006/ole">
            <mc:AlternateContent xmlns:mc="http://schemas.openxmlformats.org/markup-compatibility/2006">
              <mc:Choice xmlns:v="urn:schemas-microsoft-com:vml" Requires="v">
                <p:oleObj spid="_x0000_s27669" name="Equation" r:id="rId9" imgW="1688760" imgH="431640" progId="Equation.DSMT4">
                  <p:embed/>
                </p:oleObj>
              </mc:Choice>
              <mc:Fallback>
                <p:oleObj name="Equation" r:id="rId9" imgW="1688760" imgH="431640" progId="Equation.DSMT4">
                  <p:embed/>
                  <p:pic>
                    <p:nvPicPr>
                      <p:cNvPr id="28677" name="Object 5">
                        <a:extLst>
                          <a:ext uri="{FF2B5EF4-FFF2-40B4-BE49-F238E27FC236}">
                            <a16:creationId xmlns="" xmlns:a16="http://schemas.microsoft.com/office/drawing/2014/main" id="{4479AFB0-83EE-4609-A0F2-2DC1B8AD32C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29200" y="2514600"/>
                        <a:ext cx="3455988"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4034"/>
                                        </p:tgtEl>
                                        <p:attrNameLst>
                                          <p:attrName>style.visibility</p:attrName>
                                        </p:attrNameLst>
                                      </p:cBhvr>
                                      <p:to>
                                        <p:strVal val="visible"/>
                                      </p:to>
                                    </p:set>
                                    <p:anim calcmode="lin" valueType="num">
                                      <p:cBhvr additive="base">
                                        <p:cTn id="7" dur="500" fill="hold"/>
                                        <p:tgtEl>
                                          <p:spTgt spid="44034"/>
                                        </p:tgtEl>
                                        <p:attrNameLst>
                                          <p:attrName>ppt_x</p:attrName>
                                        </p:attrNameLst>
                                      </p:cBhvr>
                                      <p:tavLst>
                                        <p:tav tm="0">
                                          <p:val>
                                            <p:strVal val="0-#ppt_w/2"/>
                                          </p:val>
                                        </p:tav>
                                        <p:tav tm="100000">
                                          <p:val>
                                            <p:strVal val="#ppt_x"/>
                                          </p:val>
                                        </p:tav>
                                      </p:tavLst>
                                    </p:anim>
                                    <p:anim calcmode="lin" valueType="num">
                                      <p:cBhvr additive="base">
                                        <p:cTn id="8" dur="500" fill="hold"/>
                                        <p:tgtEl>
                                          <p:spTgt spid="4403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4035"/>
                                        </p:tgtEl>
                                        <p:attrNameLst>
                                          <p:attrName>style.visibility</p:attrName>
                                        </p:attrNameLst>
                                      </p:cBhvr>
                                      <p:to>
                                        <p:strVal val="visible"/>
                                      </p:to>
                                    </p:set>
                                    <p:anim calcmode="lin" valueType="num">
                                      <p:cBhvr additive="base">
                                        <p:cTn id="13" dur="500" fill="hold"/>
                                        <p:tgtEl>
                                          <p:spTgt spid="44035"/>
                                        </p:tgtEl>
                                        <p:attrNameLst>
                                          <p:attrName>ppt_x</p:attrName>
                                        </p:attrNameLst>
                                      </p:cBhvr>
                                      <p:tavLst>
                                        <p:tav tm="0">
                                          <p:val>
                                            <p:strVal val="0-#ppt_w/2"/>
                                          </p:val>
                                        </p:tav>
                                        <p:tav tm="100000">
                                          <p:val>
                                            <p:strVal val="#ppt_x"/>
                                          </p:val>
                                        </p:tav>
                                      </p:tavLst>
                                    </p:anim>
                                    <p:anim calcmode="lin" valueType="num">
                                      <p:cBhvr additive="base">
                                        <p:cTn id="14" dur="500" fill="hold"/>
                                        <p:tgtEl>
                                          <p:spTgt spid="4403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4036"/>
                                        </p:tgtEl>
                                        <p:attrNameLst>
                                          <p:attrName>style.visibility</p:attrName>
                                        </p:attrNameLst>
                                      </p:cBhvr>
                                      <p:to>
                                        <p:strVal val="visible"/>
                                      </p:to>
                                    </p:set>
                                    <p:anim calcmode="lin" valueType="num">
                                      <p:cBhvr additive="base">
                                        <p:cTn id="19" dur="500" fill="hold"/>
                                        <p:tgtEl>
                                          <p:spTgt spid="44036"/>
                                        </p:tgtEl>
                                        <p:attrNameLst>
                                          <p:attrName>ppt_x</p:attrName>
                                        </p:attrNameLst>
                                      </p:cBhvr>
                                      <p:tavLst>
                                        <p:tav tm="0">
                                          <p:val>
                                            <p:strVal val="0-#ppt_w/2"/>
                                          </p:val>
                                        </p:tav>
                                        <p:tav tm="100000">
                                          <p:val>
                                            <p:strVal val="#ppt_x"/>
                                          </p:val>
                                        </p:tav>
                                      </p:tavLst>
                                    </p:anim>
                                    <p:anim calcmode="lin" valueType="num">
                                      <p:cBhvr additive="base">
                                        <p:cTn id="20" dur="500" fill="hold"/>
                                        <p:tgtEl>
                                          <p:spTgt spid="440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日期占位符 3">
            <a:extLst>
              <a:ext uri="{FF2B5EF4-FFF2-40B4-BE49-F238E27FC236}">
                <a16:creationId xmlns="" xmlns:a16="http://schemas.microsoft.com/office/drawing/2014/main" id="{AFF60BF7-8BBF-4B9D-83EA-4844E723A53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4C3F5A-405F-4E0A-B7E6-18ADF5C1E508}" type="datetime3">
              <a:rPr lang="zh-CN" altLang="en-US" smtClean="0"/>
              <a:pPr eaLnBrk="1" hangingPunct="1"/>
              <a:t>2022年2月18日星期五</a:t>
            </a:fld>
            <a:endParaRPr lang="en-US" altLang="zh-CN"/>
          </a:p>
        </p:txBody>
      </p:sp>
      <p:sp>
        <p:nvSpPr>
          <p:cNvPr id="29701" name="页脚占位符 4">
            <a:extLst>
              <a:ext uri="{FF2B5EF4-FFF2-40B4-BE49-F238E27FC236}">
                <a16:creationId xmlns="" xmlns:a16="http://schemas.microsoft.com/office/drawing/2014/main" id="{96908F8D-B1DA-4424-AE9F-2C3CD3179B8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(Spring,2010,24ppt)</a:t>
            </a:r>
          </a:p>
        </p:txBody>
      </p:sp>
      <p:sp>
        <p:nvSpPr>
          <p:cNvPr id="29702" name="灯片编号占位符 5">
            <a:extLst>
              <a:ext uri="{FF2B5EF4-FFF2-40B4-BE49-F238E27FC236}">
                <a16:creationId xmlns="" xmlns:a16="http://schemas.microsoft.com/office/drawing/2014/main" id="{D75C06BD-66DB-4569-8B5C-D6014E393F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23A66C3-38C0-49D4-8F59-24C67AD94A6D}" type="slidenum">
              <a:rPr lang="en-US" altLang="zh-CN"/>
              <a:pPr eaLnBrk="1" hangingPunct="1"/>
              <a:t>30</a:t>
            </a:fld>
            <a:endParaRPr lang="en-US" altLang="zh-CN"/>
          </a:p>
        </p:txBody>
      </p:sp>
      <p:graphicFrame>
        <p:nvGraphicFramePr>
          <p:cNvPr id="45058" name="Object 2">
            <a:extLst>
              <a:ext uri="{FF2B5EF4-FFF2-40B4-BE49-F238E27FC236}">
                <a16:creationId xmlns="" xmlns:a16="http://schemas.microsoft.com/office/drawing/2014/main" id="{F67AD9A1-E853-4AFC-9829-AE4BB6A303E6}"/>
              </a:ext>
            </a:extLst>
          </p:cNvPr>
          <p:cNvGraphicFramePr>
            <a:graphicFrameLocks noChangeAspect="1"/>
          </p:cNvGraphicFramePr>
          <p:nvPr/>
        </p:nvGraphicFramePr>
        <p:xfrm>
          <a:off x="228600" y="0"/>
          <a:ext cx="6705600" cy="4008438"/>
        </p:xfrm>
        <a:graphic>
          <a:graphicData uri="http://schemas.openxmlformats.org/presentationml/2006/ole">
            <mc:AlternateContent xmlns:mc="http://schemas.openxmlformats.org/markup-compatibility/2006">
              <mc:Choice xmlns:v="urn:schemas-microsoft-com:vml" Requires="v">
                <p:oleObj spid="_x0000_s28682" name="Equation" r:id="rId3" imgW="3111480" imgH="2082600" progId="Equation.DSMT4">
                  <p:embed/>
                </p:oleObj>
              </mc:Choice>
              <mc:Fallback>
                <p:oleObj name="Equation" r:id="rId3" imgW="3111480" imgH="2082600" progId="Equation.DSMT4">
                  <p:embed/>
                  <p:pic>
                    <p:nvPicPr>
                      <p:cNvPr id="45058" name="Object 2">
                        <a:extLst>
                          <a:ext uri="{FF2B5EF4-FFF2-40B4-BE49-F238E27FC236}">
                            <a16:creationId xmlns="" xmlns:a16="http://schemas.microsoft.com/office/drawing/2014/main" id="{F67AD9A1-E853-4AFC-9829-AE4BB6A303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0"/>
                        <a:ext cx="6705600" cy="400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59" name="Object 3">
            <a:extLst>
              <a:ext uri="{FF2B5EF4-FFF2-40B4-BE49-F238E27FC236}">
                <a16:creationId xmlns="" xmlns:a16="http://schemas.microsoft.com/office/drawing/2014/main" id="{C7247171-5022-4F67-AC81-BF43AD9CF225}"/>
              </a:ext>
            </a:extLst>
          </p:cNvPr>
          <p:cNvGraphicFramePr>
            <a:graphicFrameLocks noChangeAspect="1"/>
          </p:cNvGraphicFramePr>
          <p:nvPr/>
        </p:nvGraphicFramePr>
        <p:xfrm>
          <a:off x="381000" y="4038600"/>
          <a:ext cx="7543800" cy="2190750"/>
        </p:xfrm>
        <a:graphic>
          <a:graphicData uri="http://schemas.openxmlformats.org/presentationml/2006/ole">
            <mc:AlternateContent xmlns:mc="http://schemas.openxmlformats.org/markup-compatibility/2006">
              <mc:Choice xmlns:v="urn:schemas-microsoft-com:vml" Requires="v">
                <p:oleObj spid="_x0000_s28683" name="Equation" r:id="rId5" imgW="3848040" imgH="1117440" progId="Equation.DSMT4">
                  <p:embed/>
                </p:oleObj>
              </mc:Choice>
              <mc:Fallback>
                <p:oleObj name="Equation" r:id="rId5" imgW="3848040" imgH="1117440" progId="Equation.DSMT4">
                  <p:embed/>
                  <p:pic>
                    <p:nvPicPr>
                      <p:cNvPr id="45059" name="Object 3">
                        <a:extLst>
                          <a:ext uri="{FF2B5EF4-FFF2-40B4-BE49-F238E27FC236}">
                            <a16:creationId xmlns="" xmlns:a16="http://schemas.microsoft.com/office/drawing/2014/main" id="{C7247171-5022-4F67-AC81-BF43AD9CF2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4038600"/>
                        <a:ext cx="7543800" cy="219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5058"/>
                                        </p:tgtEl>
                                        <p:attrNameLst>
                                          <p:attrName>style.visibility</p:attrName>
                                        </p:attrNameLst>
                                      </p:cBhvr>
                                      <p:to>
                                        <p:strVal val="visible"/>
                                      </p:to>
                                    </p:set>
                                    <p:anim calcmode="lin" valueType="num">
                                      <p:cBhvr additive="base">
                                        <p:cTn id="7" dur="500" fill="hold"/>
                                        <p:tgtEl>
                                          <p:spTgt spid="45058"/>
                                        </p:tgtEl>
                                        <p:attrNameLst>
                                          <p:attrName>ppt_x</p:attrName>
                                        </p:attrNameLst>
                                      </p:cBhvr>
                                      <p:tavLst>
                                        <p:tav tm="0">
                                          <p:val>
                                            <p:strVal val="0-#ppt_w/2"/>
                                          </p:val>
                                        </p:tav>
                                        <p:tav tm="100000">
                                          <p:val>
                                            <p:strVal val="#ppt_x"/>
                                          </p:val>
                                        </p:tav>
                                      </p:tavLst>
                                    </p:anim>
                                    <p:anim calcmode="lin" valueType="num">
                                      <p:cBhvr additive="base">
                                        <p:cTn id="8" dur="500" fill="hold"/>
                                        <p:tgtEl>
                                          <p:spTgt spid="4505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5059"/>
                                        </p:tgtEl>
                                        <p:attrNameLst>
                                          <p:attrName>style.visibility</p:attrName>
                                        </p:attrNameLst>
                                      </p:cBhvr>
                                      <p:to>
                                        <p:strVal val="visible"/>
                                      </p:to>
                                    </p:set>
                                    <p:anim calcmode="lin" valueType="num">
                                      <p:cBhvr additive="base">
                                        <p:cTn id="13" dur="500" fill="hold"/>
                                        <p:tgtEl>
                                          <p:spTgt spid="45059"/>
                                        </p:tgtEl>
                                        <p:attrNameLst>
                                          <p:attrName>ppt_x</p:attrName>
                                        </p:attrNameLst>
                                      </p:cBhvr>
                                      <p:tavLst>
                                        <p:tav tm="0">
                                          <p:val>
                                            <p:strVal val="0-#ppt_w/2"/>
                                          </p:val>
                                        </p:tav>
                                        <p:tav tm="100000">
                                          <p:val>
                                            <p:strVal val="#ppt_x"/>
                                          </p:val>
                                        </p:tav>
                                      </p:tavLst>
                                    </p:anim>
                                    <p:anim calcmode="lin" valueType="num">
                                      <p:cBhvr additive="base">
                                        <p:cTn id="14" dur="500" fill="hold"/>
                                        <p:tgtEl>
                                          <p:spTgt spid="450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4" name="日期占位符 1">
            <a:extLst>
              <a:ext uri="{FF2B5EF4-FFF2-40B4-BE49-F238E27FC236}">
                <a16:creationId xmlns="" xmlns:a16="http://schemas.microsoft.com/office/drawing/2014/main" id="{8E1E5435-A7FD-47F9-B627-3E3C7E06BE1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F9F657-A682-4987-B9CD-F6BA8A965B8F}" type="datetime3">
              <a:rPr lang="zh-CN" altLang="en-US" smtClean="0"/>
              <a:pPr eaLnBrk="1" hangingPunct="1"/>
              <a:t>2022年2月18日星期五</a:t>
            </a:fld>
            <a:endParaRPr lang="en-US" altLang="zh-CN"/>
          </a:p>
        </p:txBody>
      </p:sp>
      <p:sp>
        <p:nvSpPr>
          <p:cNvPr id="30735" name="页脚占位符 2">
            <a:extLst>
              <a:ext uri="{FF2B5EF4-FFF2-40B4-BE49-F238E27FC236}">
                <a16:creationId xmlns="" xmlns:a16="http://schemas.microsoft.com/office/drawing/2014/main" id="{398225F7-689C-46AC-A8A3-FA06565ECBD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p>
        </p:txBody>
      </p:sp>
      <p:sp>
        <p:nvSpPr>
          <p:cNvPr id="30736" name="灯片编号占位符 3">
            <a:extLst>
              <a:ext uri="{FF2B5EF4-FFF2-40B4-BE49-F238E27FC236}">
                <a16:creationId xmlns="" xmlns:a16="http://schemas.microsoft.com/office/drawing/2014/main" id="{19844985-A638-44F1-91FB-265E823D6F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6F3B9A-8DB8-4D74-A9EC-EA2D557AF7D0}" type="slidenum">
              <a:rPr lang="en-US" altLang="zh-CN"/>
              <a:pPr eaLnBrk="1" hangingPunct="1"/>
              <a:t>31</a:t>
            </a:fld>
            <a:endParaRPr lang="en-US" altLang="zh-CN"/>
          </a:p>
        </p:txBody>
      </p:sp>
      <p:sp>
        <p:nvSpPr>
          <p:cNvPr id="30737" name="Rectangle 13">
            <a:extLst>
              <a:ext uri="{FF2B5EF4-FFF2-40B4-BE49-F238E27FC236}">
                <a16:creationId xmlns="" xmlns:a16="http://schemas.microsoft.com/office/drawing/2014/main" id="{A58D29CA-C24A-4F8B-AB82-A24744A3429B}"/>
              </a:ext>
            </a:extLst>
          </p:cNvPr>
          <p:cNvSpPr>
            <a:spLocks noChangeArrowheads="1"/>
          </p:cNvSpPr>
          <p:nvPr/>
        </p:nvSpPr>
        <p:spPr bwMode="auto">
          <a:xfrm>
            <a:off x="-1044575" y="28146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p>
        </p:txBody>
      </p:sp>
      <p:graphicFrame>
        <p:nvGraphicFramePr>
          <p:cNvPr id="30722" name="Object 2">
            <a:extLst>
              <a:ext uri="{FF2B5EF4-FFF2-40B4-BE49-F238E27FC236}">
                <a16:creationId xmlns="" xmlns:a16="http://schemas.microsoft.com/office/drawing/2014/main" id="{1631D480-5F88-4EA7-92D5-8E6311F8BAA1}"/>
              </a:ext>
            </a:extLst>
          </p:cNvPr>
          <p:cNvGraphicFramePr>
            <a:graphicFrameLocks noChangeAspect="1"/>
          </p:cNvGraphicFramePr>
          <p:nvPr/>
        </p:nvGraphicFramePr>
        <p:xfrm>
          <a:off x="4859338" y="115888"/>
          <a:ext cx="1296987" cy="1114425"/>
        </p:xfrm>
        <a:graphic>
          <a:graphicData uri="http://schemas.openxmlformats.org/presentationml/2006/ole">
            <mc:AlternateContent xmlns:mc="http://schemas.openxmlformats.org/markup-compatibility/2006">
              <mc:Choice xmlns:v="urn:schemas-microsoft-com:vml" Requires="v">
                <p:oleObj spid="_x0000_s29746" name="Equation" r:id="rId3" imgW="812447" imgH="698197" progId="Equation.DSMT4">
                  <p:embed/>
                </p:oleObj>
              </mc:Choice>
              <mc:Fallback>
                <p:oleObj name="Equation" r:id="rId3" imgW="812447" imgH="698197" progId="Equation.DSMT4">
                  <p:embed/>
                  <p:pic>
                    <p:nvPicPr>
                      <p:cNvPr id="30722" name="Object 2">
                        <a:extLst>
                          <a:ext uri="{FF2B5EF4-FFF2-40B4-BE49-F238E27FC236}">
                            <a16:creationId xmlns="" xmlns:a16="http://schemas.microsoft.com/office/drawing/2014/main" id="{1631D480-5F88-4EA7-92D5-8E6311F8BA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115888"/>
                        <a:ext cx="1296987" cy="1114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3" name="Object 3">
            <a:extLst>
              <a:ext uri="{FF2B5EF4-FFF2-40B4-BE49-F238E27FC236}">
                <a16:creationId xmlns="" xmlns:a16="http://schemas.microsoft.com/office/drawing/2014/main" id="{C4A9A3DB-E104-42CB-A919-99F3F8FF290A}"/>
              </a:ext>
            </a:extLst>
          </p:cNvPr>
          <p:cNvGraphicFramePr>
            <a:graphicFrameLocks noChangeAspect="1"/>
          </p:cNvGraphicFramePr>
          <p:nvPr/>
        </p:nvGraphicFramePr>
        <p:xfrm>
          <a:off x="1619250" y="908050"/>
          <a:ext cx="1439863" cy="1250950"/>
        </p:xfrm>
        <a:graphic>
          <a:graphicData uri="http://schemas.openxmlformats.org/presentationml/2006/ole">
            <mc:AlternateContent xmlns:mc="http://schemas.openxmlformats.org/markup-compatibility/2006">
              <mc:Choice xmlns:v="urn:schemas-microsoft-com:vml" Requires="v">
                <p:oleObj spid="_x0000_s29747" name="Equation" r:id="rId5" imgW="800100" imgH="698500" progId="Equation.DSMT4">
                  <p:embed/>
                </p:oleObj>
              </mc:Choice>
              <mc:Fallback>
                <p:oleObj name="Equation" r:id="rId5" imgW="800100" imgH="698500" progId="Equation.DSMT4">
                  <p:embed/>
                  <p:pic>
                    <p:nvPicPr>
                      <p:cNvPr id="30723" name="Object 3">
                        <a:extLst>
                          <a:ext uri="{FF2B5EF4-FFF2-40B4-BE49-F238E27FC236}">
                            <a16:creationId xmlns="" xmlns:a16="http://schemas.microsoft.com/office/drawing/2014/main" id="{C4A9A3DB-E104-42CB-A919-99F3F8FF29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908050"/>
                        <a:ext cx="1439863" cy="1250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4" name="Object 4">
            <a:extLst>
              <a:ext uri="{FF2B5EF4-FFF2-40B4-BE49-F238E27FC236}">
                <a16:creationId xmlns="" xmlns:a16="http://schemas.microsoft.com/office/drawing/2014/main" id="{917D0D8D-E462-45CA-A957-7FAB7A8AA2FB}"/>
              </a:ext>
            </a:extLst>
          </p:cNvPr>
          <p:cNvGraphicFramePr>
            <a:graphicFrameLocks noChangeAspect="1"/>
          </p:cNvGraphicFramePr>
          <p:nvPr/>
        </p:nvGraphicFramePr>
        <p:xfrm>
          <a:off x="3779838" y="1484313"/>
          <a:ext cx="576262" cy="307975"/>
        </p:xfrm>
        <a:graphic>
          <a:graphicData uri="http://schemas.openxmlformats.org/presentationml/2006/ole">
            <mc:AlternateContent xmlns:mc="http://schemas.openxmlformats.org/markup-compatibility/2006">
              <mc:Choice xmlns:v="urn:schemas-microsoft-com:vml" Requires="v">
                <p:oleObj spid="_x0000_s29748" name="Equation" r:id="rId7" imgW="266469" imgH="139579" progId="Equation.DSMT4">
                  <p:embed/>
                </p:oleObj>
              </mc:Choice>
              <mc:Fallback>
                <p:oleObj name="Equation" r:id="rId7" imgW="266469" imgH="139579" progId="Equation.DSMT4">
                  <p:embed/>
                  <p:pic>
                    <p:nvPicPr>
                      <p:cNvPr id="30724" name="Object 4">
                        <a:extLst>
                          <a:ext uri="{FF2B5EF4-FFF2-40B4-BE49-F238E27FC236}">
                            <a16:creationId xmlns="" xmlns:a16="http://schemas.microsoft.com/office/drawing/2014/main" id="{917D0D8D-E462-45CA-A957-7FAB7A8AA2F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9838" y="1484313"/>
                        <a:ext cx="576262"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5" name="Object 5">
            <a:extLst>
              <a:ext uri="{FF2B5EF4-FFF2-40B4-BE49-F238E27FC236}">
                <a16:creationId xmlns="" xmlns:a16="http://schemas.microsoft.com/office/drawing/2014/main" id="{4E77E9D6-1EE3-49E4-92A1-52B6AB914FF5}"/>
              </a:ext>
            </a:extLst>
          </p:cNvPr>
          <p:cNvGraphicFramePr>
            <a:graphicFrameLocks noChangeAspect="1"/>
          </p:cNvGraphicFramePr>
          <p:nvPr/>
        </p:nvGraphicFramePr>
        <p:xfrm>
          <a:off x="4932363" y="1484313"/>
          <a:ext cx="574675" cy="349250"/>
        </p:xfrm>
        <a:graphic>
          <a:graphicData uri="http://schemas.openxmlformats.org/presentationml/2006/ole">
            <mc:AlternateContent xmlns:mc="http://schemas.openxmlformats.org/markup-compatibility/2006">
              <mc:Choice xmlns:v="urn:schemas-microsoft-com:vml" Requires="v">
                <p:oleObj spid="_x0000_s29749" name="Equation" r:id="rId9" imgW="266353" imgH="164885" progId="Equation.DSMT4">
                  <p:embed/>
                </p:oleObj>
              </mc:Choice>
              <mc:Fallback>
                <p:oleObj name="Equation" r:id="rId9" imgW="266353" imgH="164885" progId="Equation.DSMT4">
                  <p:embed/>
                  <p:pic>
                    <p:nvPicPr>
                      <p:cNvPr id="30725" name="Object 5">
                        <a:extLst>
                          <a:ext uri="{FF2B5EF4-FFF2-40B4-BE49-F238E27FC236}">
                            <a16:creationId xmlns="" xmlns:a16="http://schemas.microsoft.com/office/drawing/2014/main" id="{4E77E9D6-1EE3-49E4-92A1-52B6AB914FF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32363" y="1484313"/>
                        <a:ext cx="574675" cy="34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38" name="Rectangle 19">
            <a:extLst>
              <a:ext uri="{FF2B5EF4-FFF2-40B4-BE49-F238E27FC236}">
                <a16:creationId xmlns="" xmlns:a16="http://schemas.microsoft.com/office/drawing/2014/main" id="{FB9C12D6-1FEC-49DC-918D-DDCA1A257137}"/>
              </a:ext>
            </a:extLst>
          </p:cNvPr>
          <p:cNvSpPr>
            <a:spLocks noChangeArrowheads="1"/>
          </p:cNvSpPr>
          <p:nvPr/>
        </p:nvSpPr>
        <p:spPr bwMode="auto">
          <a:xfrm>
            <a:off x="539750" y="385763"/>
            <a:ext cx="439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3.</a:t>
            </a:r>
            <a:r>
              <a:rPr lang="en-US" altLang="zh-CN" sz="2400">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设矩阵</a:t>
            </a:r>
            <a:r>
              <a:rPr lang="en-US" altLang="zh-CN" sz="2400" b="1" i="1">
                <a:latin typeface="Times New Roman" panose="02020603050405020304" pitchFamily="18" charset="0"/>
                <a:cs typeface="Times New Roman" panose="02020603050405020304" pitchFamily="18" charset="0"/>
              </a:rPr>
              <a:t>A</a:t>
            </a:r>
            <a:r>
              <a:rPr lang="zh-CN" altLang="en-US" sz="2400">
                <a:latin typeface="Times New Roman" panose="02020603050405020304" pitchFamily="18" charset="0"/>
                <a:cs typeface="Times New Roman" panose="02020603050405020304" pitchFamily="18" charset="0"/>
              </a:rPr>
              <a:t>和</a:t>
            </a:r>
            <a:r>
              <a:rPr lang="en-US" altLang="zh-CN" sz="2400" b="1" i="1">
                <a:latin typeface="Times New Roman" panose="02020603050405020304" pitchFamily="18" charset="0"/>
                <a:cs typeface="Times New Roman" panose="02020603050405020304" pitchFamily="18" charset="0"/>
              </a:rPr>
              <a:t>B</a:t>
            </a:r>
            <a:r>
              <a:rPr lang="zh-CN" altLang="en-US" sz="2400">
                <a:latin typeface="Times New Roman" panose="02020603050405020304" pitchFamily="18" charset="0"/>
                <a:cs typeface="Times New Roman" panose="02020603050405020304" pitchFamily="18" charset="0"/>
              </a:rPr>
              <a:t>相似，其中</a:t>
            </a:r>
            <a:r>
              <a:rPr lang="en-US" altLang="zh-CN" sz="2400" b="1" i="1">
                <a:latin typeface="Times New Roman" panose="02020603050405020304" pitchFamily="18" charset="0"/>
                <a:cs typeface="Times New Roman" panose="02020603050405020304" pitchFamily="18" charset="0"/>
              </a:rPr>
              <a:t>A</a:t>
            </a:r>
            <a:r>
              <a:rPr lang="en-US" altLang="zh-CN" sz="2400">
                <a:latin typeface="Times New Roman" panose="02020603050405020304" pitchFamily="18" charset="0"/>
                <a:cs typeface="Times New Roman" panose="02020603050405020304" pitchFamily="18" charset="0"/>
              </a:rPr>
              <a:t> = </a:t>
            </a:r>
            <a:endParaRPr lang="en-US" altLang="zh-CN" sz="2400"/>
          </a:p>
        </p:txBody>
      </p:sp>
      <p:sp>
        <p:nvSpPr>
          <p:cNvPr id="30739" name="Rectangle 20">
            <a:extLst>
              <a:ext uri="{FF2B5EF4-FFF2-40B4-BE49-F238E27FC236}">
                <a16:creationId xmlns="" xmlns:a16="http://schemas.microsoft.com/office/drawing/2014/main" id="{ECC60B37-9ABA-4A72-8858-6F9E1CCE9772}"/>
              </a:ext>
            </a:extLst>
          </p:cNvPr>
          <p:cNvSpPr>
            <a:spLocks noChangeArrowheads="1"/>
          </p:cNvSpPr>
          <p:nvPr/>
        </p:nvSpPr>
        <p:spPr bwMode="auto">
          <a:xfrm>
            <a:off x="684213" y="1195388"/>
            <a:ext cx="1008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B</a:t>
            </a:r>
            <a:r>
              <a:rPr lang="en-US" altLang="zh-CN" sz="2400">
                <a:latin typeface="Times New Roman" panose="02020603050405020304" pitchFamily="18" charset="0"/>
                <a:cs typeface="Times New Roman" panose="02020603050405020304" pitchFamily="18" charset="0"/>
              </a:rPr>
              <a:t> = </a:t>
            </a:r>
            <a:endParaRPr lang="en-US" altLang="zh-CN" sz="2400"/>
          </a:p>
        </p:txBody>
      </p:sp>
      <p:sp>
        <p:nvSpPr>
          <p:cNvPr id="30740" name="Rectangle 21">
            <a:extLst>
              <a:ext uri="{FF2B5EF4-FFF2-40B4-BE49-F238E27FC236}">
                <a16:creationId xmlns="" xmlns:a16="http://schemas.microsoft.com/office/drawing/2014/main" id="{18FF8D81-2428-4DFC-98A3-FF3EFB3BEB39}"/>
              </a:ext>
            </a:extLst>
          </p:cNvPr>
          <p:cNvSpPr>
            <a:spLocks noChangeArrowheads="1"/>
          </p:cNvSpPr>
          <p:nvPr/>
        </p:nvSpPr>
        <p:spPr bwMode="auto">
          <a:xfrm>
            <a:off x="3059113" y="1339850"/>
            <a:ext cx="56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则</a:t>
            </a:r>
            <a:endParaRPr lang="zh-CN" altLang="en-US" sz="2400"/>
          </a:p>
        </p:txBody>
      </p:sp>
      <p:sp>
        <p:nvSpPr>
          <p:cNvPr id="30741" name="Rectangle 22">
            <a:extLst>
              <a:ext uri="{FF2B5EF4-FFF2-40B4-BE49-F238E27FC236}">
                <a16:creationId xmlns="" xmlns:a16="http://schemas.microsoft.com/office/drawing/2014/main" id="{FD62E7DE-5171-4C5E-886F-DD5A4C9D56B1}"/>
              </a:ext>
            </a:extLst>
          </p:cNvPr>
          <p:cNvSpPr>
            <a:spLocks noChangeArrowheads="1"/>
          </p:cNvSpPr>
          <p:nvPr/>
        </p:nvSpPr>
        <p:spPr bwMode="auto">
          <a:xfrm>
            <a:off x="4356100" y="1338263"/>
            <a:ext cx="801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FF0000"/>
                </a:solidFill>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a:t>
            </a:r>
            <a:endParaRPr lang="zh-CN" altLang="en-US" sz="2400"/>
          </a:p>
        </p:txBody>
      </p:sp>
      <p:grpSp>
        <p:nvGrpSpPr>
          <p:cNvPr id="2" name="组合 32">
            <a:extLst>
              <a:ext uri="{FF2B5EF4-FFF2-40B4-BE49-F238E27FC236}">
                <a16:creationId xmlns="" xmlns:a16="http://schemas.microsoft.com/office/drawing/2014/main" id="{2A6008BA-B135-4585-82C9-27842F022486}"/>
              </a:ext>
            </a:extLst>
          </p:cNvPr>
          <p:cNvGrpSpPr>
            <a:grpSpLocks/>
          </p:cNvGrpSpPr>
          <p:nvPr/>
        </p:nvGrpSpPr>
        <p:grpSpPr bwMode="auto">
          <a:xfrm>
            <a:off x="322263" y="2492375"/>
            <a:ext cx="8561387" cy="554038"/>
            <a:chOff x="322660" y="2492896"/>
            <a:chExt cx="8561387" cy="554038"/>
          </a:xfrm>
        </p:grpSpPr>
        <p:sp>
          <p:nvSpPr>
            <p:cNvPr id="30753" name="Rectangle 24">
              <a:extLst>
                <a:ext uri="{FF2B5EF4-FFF2-40B4-BE49-F238E27FC236}">
                  <a16:creationId xmlns="" xmlns:a16="http://schemas.microsoft.com/office/drawing/2014/main" id="{F89C0B3F-8640-4C14-BE7B-E31263832288}"/>
                </a:ext>
              </a:extLst>
            </p:cNvPr>
            <p:cNvSpPr>
              <a:spLocks noChangeArrowheads="1"/>
            </p:cNvSpPr>
            <p:nvPr/>
          </p:nvSpPr>
          <p:spPr bwMode="auto">
            <a:xfrm>
              <a:off x="322660" y="2492896"/>
              <a:ext cx="3313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i="1"/>
                <a:t>因为</a:t>
              </a:r>
              <a:r>
                <a:rPr lang="en-US" altLang="zh-CN" sz="2400" b="1" i="1"/>
                <a:t>A</a:t>
              </a:r>
              <a:r>
                <a:rPr lang="zh-CN" altLang="en-US" sz="2400"/>
                <a:t>和</a:t>
              </a:r>
              <a:r>
                <a:rPr lang="en-US" altLang="zh-CN" sz="2400" b="1" i="1"/>
                <a:t>B</a:t>
              </a:r>
              <a:r>
                <a:rPr lang="zh-CN" altLang="en-US" sz="2400"/>
                <a:t>相似，所以</a:t>
              </a:r>
            </a:p>
          </p:txBody>
        </p:sp>
        <p:graphicFrame>
          <p:nvGraphicFramePr>
            <p:cNvPr id="30733" name="Object 7">
              <a:extLst>
                <a:ext uri="{FF2B5EF4-FFF2-40B4-BE49-F238E27FC236}">
                  <a16:creationId xmlns="" xmlns:a16="http://schemas.microsoft.com/office/drawing/2014/main" id="{DB580865-4662-450A-82A6-BC6917BC1903}"/>
                </a:ext>
              </a:extLst>
            </p:cNvPr>
            <p:cNvGraphicFramePr>
              <a:graphicFrameLocks noChangeAspect="1"/>
            </p:cNvGraphicFramePr>
            <p:nvPr/>
          </p:nvGraphicFramePr>
          <p:xfrm>
            <a:off x="3419872" y="2492896"/>
            <a:ext cx="5464175" cy="554038"/>
          </p:xfrm>
          <a:graphic>
            <a:graphicData uri="http://schemas.openxmlformats.org/presentationml/2006/ole">
              <mc:AlternateContent xmlns:mc="http://schemas.openxmlformats.org/markup-compatibility/2006">
                <mc:Choice xmlns:v="urn:schemas-microsoft-com:vml" Requires="v">
                  <p:oleObj spid="_x0000_s29750" name="Equation" r:id="rId11" imgW="2501640" imgH="253800" progId="Equation.DSMT4">
                    <p:embed/>
                  </p:oleObj>
                </mc:Choice>
                <mc:Fallback>
                  <p:oleObj name="Equation" r:id="rId11" imgW="2501640" imgH="253800" progId="Equation.DSMT4">
                    <p:embed/>
                    <p:pic>
                      <p:nvPicPr>
                        <p:cNvPr id="30733" name="Object 7">
                          <a:extLst>
                            <a:ext uri="{FF2B5EF4-FFF2-40B4-BE49-F238E27FC236}">
                              <a16:creationId xmlns="" xmlns:a16="http://schemas.microsoft.com/office/drawing/2014/main" id="{DB580865-4662-450A-82A6-BC6917BC190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19872" y="2492896"/>
                          <a:ext cx="5464175" cy="554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组合 33">
            <a:extLst>
              <a:ext uri="{FF2B5EF4-FFF2-40B4-BE49-F238E27FC236}">
                <a16:creationId xmlns="" xmlns:a16="http://schemas.microsoft.com/office/drawing/2014/main" id="{209549B0-DF44-4EC7-9B91-E30E65EB12F3}"/>
              </a:ext>
            </a:extLst>
          </p:cNvPr>
          <p:cNvGrpSpPr>
            <a:grpSpLocks/>
          </p:cNvGrpSpPr>
          <p:nvPr/>
        </p:nvGrpSpPr>
        <p:grpSpPr bwMode="auto">
          <a:xfrm>
            <a:off x="468313" y="3284538"/>
            <a:ext cx="7775575" cy="1489075"/>
            <a:chOff x="468313" y="3284984"/>
            <a:chExt cx="7775475" cy="1489075"/>
          </a:xfrm>
        </p:grpSpPr>
        <p:sp>
          <p:nvSpPr>
            <p:cNvPr id="30750" name="Rectangle 26">
              <a:extLst>
                <a:ext uri="{FF2B5EF4-FFF2-40B4-BE49-F238E27FC236}">
                  <a16:creationId xmlns="" xmlns:a16="http://schemas.microsoft.com/office/drawing/2014/main" id="{A2E59E15-4969-4E90-B180-0EF594BC5CC5}"/>
                </a:ext>
              </a:extLst>
            </p:cNvPr>
            <p:cNvSpPr>
              <a:spLocks noChangeArrowheads="1"/>
            </p:cNvSpPr>
            <p:nvPr/>
          </p:nvSpPr>
          <p:spPr bwMode="auto">
            <a:xfrm>
              <a:off x="468313" y="3573463"/>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由</a:t>
              </a:r>
            </a:p>
          </p:txBody>
        </p:sp>
        <p:graphicFrame>
          <p:nvGraphicFramePr>
            <p:cNvPr id="30730" name="Object 10">
              <a:extLst>
                <a:ext uri="{FF2B5EF4-FFF2-40B4-BE49-F238E27FC236}">
                  <a16:creationId xmlns="" xmlns:a16="http://schemas.microsoft.com/office/drawing/2014/main" id="{F38F01B2-29B1-4E8E-9A2D-20521C20C24A}"/>
                </a:ext>
              </a:extLst>
            </p:cNvPr>
            <p:cNvGraphicFramePr>
              <a:graphicFrameLocks noChangeAspect="1"/>
            </p:cNvGraphicFramePr>
            <p:nvPr/>
          </p:nvGraphicFramePr>
          <p:xfrm>
            <a:off x="1043608" y="3501008"/>
            <a:ext cx="1800225" cy="588962"/>
          </p:xfrm>
          <a:graphic>
            <a:graphicData uri="http://schemas.openxmlformats.org/presentationml/2006/ole">
              <mc:AlternateContent xmlns:mc="http://schemas.openxmlformats.org/markup-compatibility/2006">
                <mc:Choice xmlns:v="urn:schemas-microsoft-com:vml" Requires="v">
                  <p:oleObj spid="_x0000_s29751" name="Equation" r:id="rId13" imgW="736560" imgH="241200" progId="Equation.DSMT4">
                    <p:embed/>
                  </p:oleObj>
                </mc:Choice>
                <mc:Fallback>
                  <p:oleObj name="Equation" r:id="rId13" imgW="736560" imgH="241200" progId="Equation.DSMT4">
                    <p:embed/>
                    <p:pic>
                      <p:nvPicPr>
                        <p:cNvPr id="30730" name="Object 10">
                          <a:extLst>
                            <a:ext uri="{FF2B5EF4-FFF2-40B4-BE49-F238E27FC236}">
                              <a16:creationId xmlns="" xmlns:a16="http://schemas.microsoft.com/office/drawing/2014/main" id="{F38F01B2-29B1-4E8E-9A2D-20521C20C24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43608" y="3501008"/>
                          <a:ext cx="1800225" cy="588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51" name="Rectangle 37">
              <a:extLst>
                <a:ext uri="{FF2B5EF4-FFF2-40B4-BE49-F238E27FC236}">
                  <a16:creationId xmlns="" xmlns:a16="http://schemas.microsoft.com/office/drawing/2014/main" id="{13A2D5F2-462E-4D9E-B85B-5DF957EB940C}"/>
                </a:ext>
              </a:extLst>
            </p:cNvPr>
            <p:cNvSpPr>
              <a:spLocks noChangeArrowheads="1"/>
            </p:cNvSpPr>
            <p:nvPr/>
          </p:nvSpPr>
          <p:spPr bwMode="auto">
            <a:xfrm>
              <a:off x="2987824" y="3645024"/>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得</a:t>
              </a:r>
            </a:p>
          </p:txBody>
        </p:sp>
        <p:graphicFrame>
          <p:nvGraphicFramePr>
            <p:cNvPr id="30731" name="Object 11">
              <a:extLst>
                <a:ext uri="{FF2B5EF4-FFF2-40B4-BE49-F238E27FC236}">
                  <a16:creationId xmlns="" xmlns:a16="http://schemas.microsoft.com/office/drawing/2014/main" id="{7E96CC5B-50A1-478A-8E17-2E29BC45F58C}"/>
                </a:ext>
              </a:extLst>
            </p:cNvPr>
            <p:cNvGraphicFramePr>
              <a:graphicFrameLocks noChangeAspect="1"/>
            </p:cNvGraphicFramePr>
            <p:nvPr/>
          </p:nvGraphicFramePr>
          <p:xfrm>
            <a:off x="3635896" y="3284984"/>
            <a:ext cx="2519363" cy="1489075"/>
          </p:xfrm>
          <a:graphic>
            <a:graphicData uri="http://schemas.openxmlformats.org/presentationml/2006/ole">
              <mc:AlternateContent xmlns:mc="http://schemas.openxmlformats.org/markup-compatibility/2006">
                <mc:Choice xmlns:v="urn:schemas-microsoft-com:vml" Requires="v">
                  <p:oleObj spid="_x0000_s29752" name="Equation" r:id="rId15" imgW="1180800" imgH="698400" progId="Equation.DSMT4">
                    <p:embed/>
                  </p:oleObj>
                </mc:Choice>
                <mc:Fallback>
                  <p:oleObj name="Equation" r:id="rId15" imgW="1180800" imgH="698400" progId="Equation.DSMT4">
                    <p:embed/>
                    <p:pic>
                      <p:nvPicPr>
                        <p:cNvPr id="30731" name="Object 11">
                          <a:extLst>
                            <a:ext uri="{FF2B5EF4-FFF2-40B4-BE49-F238E27FC236}">
                              <a16:creationId xmlns="" xmlns:a16="http://schemas.microsoft.com/office/drawing/2014/main" id="{7E96CC5B-50A1-478A-8E17-2E29BC45F58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35896" y="3284984"/>
                          <a:ext cx="2519363" cy="148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52" name="Rectangle 39">
              <a:extLst>
                <a:ext uri="{FF2B5EF4-FFF2-40B4-BE49-F238E27FC236}">
                  <a16:creationId xmlns="" xmlns:a16="http://schemas.microsoft.com/office/drawing/2014/main" id="{459C63B0-F208-4576-A618-1F63D9A60C50}"/>
                </a:ext>
              </a:extLst>
            </p:cNvPr>
            <p:cNvSpPr>
              <a:spLocks noChangeArrowheads="1"/>
            </p:cNvSpPr>
            <p:nvPr/>
          </p:nvSpPr>
          <p:spPr bwMode="auto">
            <a:xfrm>
              <a:off x="6444208" y="378904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解得</a:t>
              </a:r>
            </a:p>
          </p:txBody>
        </p:sp>
        <p:graphicFrame>
          <p:nvGraphicFramePr>
            <p:cNvPr id="30732" name="Object 12">
              <a:extLst>
                <a:ext uri="{FF2B5EF4-FFF2-40B4-BE49-F238E27FC236}">
                  <a16:creationId xmlns="" xmlns:a16="http://schemas.microsoft.com/office/drawing/2014/main" id="{F158C79B-9D68-463F-BACC-2236CCA25453}"/>
                </a:ext>
              </a:extLst>
            </p:cNvPr>
            <p:cNvGraphicFramePr>
              <a:graphicFrameLocks noChangeAspect="1"/>
            </p:cNvGraphicFramePr>
            <p:nvPr/>
          </p:nvGraphicFramePr>
          <p:xfrm>
            <a:off x="7164288" y="3789040"/>
            <a:ext cx="1079500" cy="539750"/>
          </p:xfrm>
          <a:graphic>
            <a:graphicData uri="http://schemas.openxmlformats.org/presentationml/2006/ole">
              <mc:AlternateContent xmlns:mc="http://schemas.openxmlformats.org/markup-compatibility/2006">
                <mc:Choice xmlns:v="urn:schemas-microsoft-com:vml" Requires="v">
                  <p:oleObj spid="_x0000_s29753" name="Equation" r:id="rId17" imgW="406080" imgH="203040" progId="Equation.DSMT4">
                    <p:embed/>
                  </p:oleObj>
                </mc:Choice>
                <mc:Fallback>
                  <p:oleObj name="Equation" r:id="rId17" imgW="406080" imgH="203040" progId="Equation.DSMT4">
                    <p:embed/>
                    <p:pic>
                      <p:nvPicPr>
                        <p:cNvPr id="30732" name="Object 12">
                          <a:extLst>
                            <a:ext uri="{FF2B5EF4-FFF2-40B4-BE49-F238E27FC236}">
                              <a16:creationId xmlns="" xmlns:a16="http://schemas.microsoft.com/office/drawing/2014/main" id="{F158C79B-9D68-463F-BACC-2236CCA2545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164288" y="3789040"/>
                          <a:ext cx="1079500"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组合 34">
            <a:extLst>
              <a:ext uri="{FF2B5EF4-FFF2-40B4-BE49-F238E27FC236}">
                <a16:creationId xmlns="" xmlns:a16="http://schemas.microsoft.com/office/drawing/2014/main" id="{46165C90-4025-48F8-A653-630D630DADEB}"/>
              </a:ext>
            </a:extLst>
          </p:cNvPr>
          <p:cNvGrpSpPr>
            <a:grpSpLocks/>
          </p:cNvGrpSpPr>
          <p:nvPr/>
        </p:nvGrpSpPr>
        <p:grpSpPr bwMode="auto">
          <a:xfrm>
            <a:off x="539750" y="4941888"/>
            <a:ext cx="6619875" cy="544512"/>
            <a:chOff x="250825" y="5157788"/>
            <a:chExt cx="6619875" cy="544512"/>
          </a:xfrm>
        </p:grpSpPr>
        <p:graphicFrame>
          <p:nvGraphicFramePr>
            <p:cNvPr id="30728" name="Object 8">
              <a:extLst>
                <a:ext uri="{FF2B5EF4-FFF2-40B4-BE49-F238E27FC236}">
                  <a16:creationId xmlns="" xmlns:a16="http://schemas.microsoft.com/office/drawing/2014/main" id="{18E14D1E-9CB7-4395-A71A-7163AD323919}"/>
                </a:ext>
              </a:extLst>
            </p:cNvPr>
            <p:cNvGraphicFramePr>
              <a:graphicFrameLocks noChangeAspect="1"/>
            </p:cNvGraphicFramePr>
            <p:nvPr/>
          </p:nvGraphicFramePr>
          <p:xfrm>
            <a:off x="3708400" y="5229225"/>
            <a:ext cx="3162300" cy="444500"/>
          </p:xfrm>
          <a:graphic>
            <a:graphicData uri="http://schemas.openxmlformats.org/presentationml/2006/ole">
              <mc:AlternateContent xmlns:mc="http://schemas.openxmlformats.org/markup-compatibility/2006">
                <mc:Choice xmlns:v="urn:schemas-microsoft-com:vml" Requires="v">
                  <p:oleObj spid="_x0000_s29754" name="Equation" r:id="rId19" imgW="1447560" imgH="203040" progId="Equation.DSMT4">
                    <p:embed/>
                  </p:oleObj>
                </mc:Choice>
                <mc:Fallback>
                  <p:oleObj name="Equation" r:id="rId19" imgW="1447560" imgH="203040" progId="Equation.DSMT4">
                    <p:embed/>
                    <p:pic>
                      <p:nvPicPr>
                        <p:cNvPr id="30728" name="Object 8">
                          <a:extLst>
                            <a:ext uri="{FF2B5EF4-FFF2-40B4-BE49-F238E27FC236}">
                              <a16:creationId xmlns="" xmlns:a16="http://schemas.microsoft.com/office/drawing/2014/main" id="{18E14D1E-9CB7-4395-A71A-7163AD32391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08400" y="5229225"/>
                          <a:ext cx="31623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48" name="Rectangle 41">
              <a:extLst>
                <a:ext uri="{FF2B5EF4-FFF2-40B4-BE49-F238E27FC236}">
                  <a16:creationId xmlns="" xmlns:a16="http://schemas.microsoft.com/office/drawing/2014/main" id="{2DA50E3F-0637-400E-86DB-598D0D74A187}"/>
                </a:ext>
              </a:extLst>
            </p:cNvPr>
            <p:cNvSpPr>
              <a:spLocks noChangeArrowheads="1"/>
            </p:cNvSpPr>
            <p:nvPr/>
          </p:nvSpPr>
          <p:spPr bwMode="auto">
            <a:xfrm>
              <a:off x="250825" y="515778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由</a:t>
              </a:r>
            </a:p>
          </p:txBody>
        </p:sp>
        <p:graphicFrame>
          <p:nvGraphicFramePr>
            <p:cNvPr id="30729" name="Object 13">
              <a:extLst>
                <a:ext uri="{FF2B5EF4-FFF2-40B4-BE49-F238E27FC236}">
                  <a16:creationId xmlns="" xmlns:a16="http://schemas.microsoft.com/office/drawing/2014/main" id="{96D9FF14-46EB-4D95-8089-00121CDE4CDF}"/>
                </a:ext>
              </a:extLst>
            </p:cNvPr>
            <p:cNvGraphicFramePr>
              <a:graphicFrameLocks noChangeAspect="1"/>
            </p:cNvGraphicFramePr>
            <p:nvPr/>
          </p:nvGraphicFramePr>
          <p:xfrm>
            <a:off x="1042988" y="5157788"/>
            <a:ext cx="2016125" cy="544512"/>
          </p:xfrm>
          <a:graphic>
            <a:graphicData uri="http://schemas.openxmlformats.org/presentationml/2006/ole">
              <mc:AlternateContent xmlns:mc="http://schemas.openxmlformats.org/markup-compatibility/2006">
                <mc:Choice xmlns:v="urn:schemas-microsoft-com:vml" Requires="v">
                  <p:oleObj spid="_x0000_s29755" name="Equation" r:id="rId21" imgW="939600" imgH="253800" progId="Equation.DSMT4">
                    <p:embed/>
                  </p:oleObj>
                </mc:Choice>
                <mc:Fallback>
                  <p:oleObj name="Equation" r:id="rId21" imgW="939600" imgH="253800" progId="Equation.DSMT4">
                    <p:embed/>
                    <p:pic>
                      <p:nvPicPr>
                        <p:cNvPr id="30729" name="Object 13">
                          <a:extLst>
                            <a:ext uri="{FF2B5EF4-FFF2-40B4-BE49-F238E27FC236}">
                              <a16:creationId xmlns="" xmlns:a16="http://schemas.microsoft.com/office/drawing/2014/main" id="{96D9FF14-46EB-4D95-8089-00121CDE4CD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42988" y="5157788"/>
                          <a:ext cx="2016125"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49" name="Rectangle 43">
              <a:extLst>
                <a:ext uri="{FF2B5EF4-FFF2-40B4-BE49-F238E27FC236}">
                  <a16:creationId xmlns="" xmlns:a16="http://schemas.microsoft.com/office/drawing/2014/main" id="{D54102DE-9274-4180-A0D3-76FDD3F9C42F}"/>
                </a:ext>
              </a:extLst>
            </p:cNvPr>
            <p:cNvSpPr>
              <a:spLocks noChangeArrowheads="1"/>
            </p:cNvSpPr>
            <p:nvPr/>
          </p:nvSpPr>
          <p:spPr bwMode="auto">
            <a:xfrm>
              <a:off x="3132138" y="515778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得</a:t>
              </a:r>
            </a:p>
          </p:txBody>
        </p:sp>
      </p:grpSp>
      <p:grpSp>
        <p:nvGrpSpPr>
          <p:cNvPr id="5" name="组合 35">
            <a:extLst>
              <a:ext uri="{FF2B5EF4-FFF2-40B4-BE49-F238E27FC236}">
                <a16:creationId xmlns="" xmlns:a16="http://schemas.microsoft.com/office/drawing/2014/main" id="{0BF53986-496C-4A0F-A765-DBE7E0ED0DB5}"/>
              </a:ext>
            </a:extLst>
          </p:cNvPr>
          <p:cNvGrpSpPr>
            <a:grpSpLocks/>
          </p:cNvGrpSpPr>
          <p:nvPr/>
        </p:nvGrpSpPr>
        <p:grpSpPr bwMode="auto">
          <a:xfrm>
            <a:off x="541338" y="5518150"/>
            <a:ext cx="4238625" cy="590550"/>
            <a:chOff x="540842" y="5518373"/>
            <a:chExt cx="4238625" cy="590550"/>
          </a:xfrm>
        </p:grpSpPr>
        <p:sp>
          <p:nvSpPr>
            <p:cNvPr id="30746" name="Rectangle 28">
              <a:extLst>
                <a:ext uri="{FF2B5EF4-FFF2-40B4-BE49-F238E27FC236}">
                  <a16:creationId xmlns="" xmlns:a16="http://schemas.microsoft.com/office/drawing/2014/main" id="{D5FB6F0D-FE6F-4D57-80CB-F1DA3F5247B0}"/>
                </a:ext>
              </a:extLst>
            </p:cNvPr>
            <p:cNvSpPr>
              <a:spLocks noChangeArrowheads="1"/>
            </p:cNvSpPr>
            <p:nvPr/>
          </p:nvSpPr>
          <p:spPr bwMode="auto">
            <a:xfrm>
              <a:off x="540842" y="551837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将</a:t>
              </a:r>
            </a:p>
          </p:txBody>
        </p:sp>
        <p:graphicFrame>
          <p:nvGraphicFramePr>
            <p:cNvPr id="30726" name="Object 9">
              <a:extLst>
                <a:ext uri="{FF2B5EF4-FFF2-40B4-BE49-F238E27FC236}">
                  <a16:creationId xmlns="" xmlns:a16="http://schemas.microsoft.com/office/drawing/2014/main" id="{408AC1A9-5062-4B75-901F-F9A3AFB9FB2E}"/>
                </a:ext>
              </a:extLst>
            </p:cNvPr>
            <p:cNvGraphicFramePr>
              <a:graphicFrameLocks noChangeAspect="1"/>
            </p:cNvGraphicFramePr>
            <p:nvPr/>
          </p:nvGraphicFramePr>
          <p:xfrm>
            <a:off x="1259979" y="5589811"/>
            <a:ext cx="796925" cy="390525"/>
          </p:xfrm>
          <a:graphic>
            <a:graphicData uri="http://schemas.openxmlformats.org/presentationml/2006/ole">
              <mc:AlternateContent xmlns:mc="http://schemas.openxmlformats.org/markup-compatibility/2006">
                <mc:Choice xmlns:v="urn:schemas-microsoft-com:vml" Requires="v">
                  <p:oleObj spid="_x0000_s29756" name="Equation" r:id="rId23" imgW="368280" imgH="177480" progId="Equation.DSMT4">
                    <p:embed/>
                  </p:oleObj>
                </mc:Choice>
                <mc:Fallback>
                  <p:oleObj name="Equation" r:id="rId23" imgW="368280" imgH="177480" progId="Equation.DSMT4">
                    <p:embed/>
                    <p:pic>
                      <p:nvPicPr>
                        <p:cNvPr id="30726" name="Object 9">
                          <a:extLst>
                            <a:ext uri="{FF2B5EF4-FFF2-40B4-BE49-F238E27FC236}">
                              <a16:creationId xmlns="" xmlns:a16="http://schemas.microsoft.com/office/drawing/2014/main" id="{408AC1A9-5062-4B75-901F-F9A3AFB9FB2E}"/>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259979" y="5589811"/>
                          <a:ext cx="796925"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47" name="Rectangle 44">
              <a:extLst>
                <a:ext uri="{FF2B5EF4-FFF2-40B4-BE49-F238E27FC236}">
                  <a16:creationId xmlns="" xmlns:a16="http://schemas.microsoft.com/office/drawing/2014/main" id="{08D23244-0767-4F64-93A2-17E78E96BABC}"/>
                </a:ext>
              </a:extLst>
            </p:cNvPr>
            <p:cNvSpPr>
              <a:spLocks noChangeArrowheads="1"/>
            </p:cNvSpPr>
            <p:nvPr/>
          </p:nvSpPr>
          <p:spPr bwMode="auto">
            <a:xfrm>
              <a:off x="2196604" y="5589811"/>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代入，得</a:t>
              </a:r>
            </a:p>
          </p:txBody>
        </p:sp>
        <p:graphicFrame>
          <p:nvGraphicFramePr>
            <p:cNvPr id="30727" name="Object 14">
              <a:extLst>
                <a:ext uri="{FF2B5EF4-FFF2-40B4-BE49-F238E27FC236}">
                  <a16:creationId xmlns="" xmlns:a16="http://schemas.microsoft.com/office/drawing/2014/main" id="{AF19F8DB-9FEA-42F0-AAFF-F964882B7581}"/>
                </a:ext>
              </a:extLst>
            </p:cNvPr>
            <p:cNvGraphicFramePr>
              <a:graphicFrameLocks noChangeAspect="1"/>
            </p:cNvGraphicFramePr>
            <p:nvPr/>
          </p:nvGraphicFramePr>
          <p:xfrm>
            <a:off x="3707904" y="5661248"/>
            <a:ext cx="1071563" cy="447675"/>
          </p:xfrm>
          <a:graphic>
            <a:graphicData uri="http://schemas.openxmlformats.org/presentationml/2006/ole">
              <mc:AlternateContent xmlns:mc="http://schemas.openxmlformats.org/markup-compatibility/2006">
                <mc:Choice xmlns:v="urn:schemas-microsoft-com:vml" Requires="v">
                  <p:oleObj spid="_x0000_s29757" name="Equation" r:id="rId25" imgW="495000" imgH="203040" progId="Equation.DSMT4">
                    <p:embed/>
                  </p:oleObj>
                </mc:Choice>
                <mc:Fallback>
                  <p:oleObj name="Equation" r:id="rId25" imgW="495000" imgH="203040" progId="Equation.DSMT4">
                    <p:embed/>
                    <p:pic>
                      <p:nvPicPr>
                        <p:cNvPr id="30727" name="Object 14">
                          <a:extLst>
                            <a:ext uri="{FF2B5EF4-FFF2-40B4-BE49-F238E27FC236}">
                              <a16:creationId xmlns="" xmlns:a16="http://schemas.microsoft.com/office/drawing/2014/main" id="{AF19F8DB-9FEA-42F0-AAFF-F964882B7581}"/>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07904" y="5661248"/>
                          <a:ext cx="1071563"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0" name="日期占位符 1">
            <a:extLst>
              <a:ext uri="{FF2B5EF4-FFF2-40B4-BE49-F238E27FC236}">
                <a16:creationId xmlns="" xmlns:a16="http://schemas.microsoft.com/office/drawing/2014/main" id="{A646C056-8F4A-4E20-BB9A-B1C163140CE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45DE3B1-AA95-44B4-8B61-3AA5A2A2590F}" type="datetime3">
              <a:rPr lang="zh-CN" altLang="en-US" smtClean="0"/>
              <a:pPr eaLnBrk="1" hangingPunct="1"/>
              <a:t>2022年2月18日星期五</a:t>
            </a:fld>
            <a:endParaRPr lang="en-US" altLang="zh-CN"/>
          </a:p>
        </p:txBody>
      </p:sp>
      <p:sp>
        <p:nvSpPr>
          <p:cNvPr id="31751" name="页脚占位符 2">
            <a:extLst>
              <a:ext uri="{FF2B5EF4-FFF2-40B4-BE49-F238E27FC236}">
                <a16:creationId xmlns="" xmlns:a16="http://schemas.microsoft.com/office/drawing/2014/main" id="{0DBD97C3-ACE6-40CD-AFC3-7873853486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p>
        </p:txBody>
      </p:sp>
      <p:sp>
        <p:nvSpPr>
          <p:cNvPr id="31752" name="灯片编号占位符 3">
            <a:extLst>
              <a:ext uri="{FF2B5EF4-FFF2-40B4-BE49-F238E27FC236}">
                <a16:creationId xmlns="" xmlns:a16="http://schemas.microsoft.com/office/drawing/2014/main" id="{FC3D138F-8C0C-4B3B-82B8-60C13DEB91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2A444A6-C967-4268-A34E-5654FAF77D72}" type="slidenum">
              <a:rPr lang="en-US" altLang="zh-CN"/>
              <a:pPr eaLnBrk="1" hangingPunct="1"/>
              <a:t>32</a:t>
            </a:fld>
            <a:endParaRPr lang="en-US" altLang="zh-CN"/>
          </a:p>
        </p:txBody>
      </p:sp>
      <p:sp>
        <p:nvSpPr>
          <p:cNvPr id="31753" name="Rectangle 2">
            <a:extLst>
              <a:ext uri="{FF2B5EF4-FFF2-40B4-BE49-F238E27FC236}">
                <a16:creationId xmlns="" xmlns:a16="http://schemas.microsoft.com/office/drawing/2014/main" id="{3D8B2072-5DA2-4DFC-98ED-06BCB4F5152E}"/>
              </a:ext>
            </a:extLst>
          </p:cNvPr>
          <p:cNvSpPr>
            <a:spLocks noChangeArrowheads="1"/>
          </p:cNvSpPr>
          <p:nvPr/>
        </p:nvSpPr>
        <p:spPr bwMode="auto">
          <a:xfrm>
            <a:off x="323850" y="188913"/>
            <a:ext cx="4625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》2008-2009</a:t>
            </a:r>
            <a:r>
              <a:rPr lang="zh-CN" altLang="en-US" b="1"/>
              <a:t>学年第</a:t>
            </a:r>
            <a:r>
              <a:rPr lang="en-US" altLang="zh-CN" b="1"/>
              <a:t>2</a:t>
            </a:r>
            <a:r>
              <a:rPr lang="zh-CN" altLang="en-US" b="1"/>
              <a:t>学期，试卷</a:t>
            </a:r>
          </a:p>
        </p:txBody>
      </p:sp>
      <p:sp>
        <p:nvSpPr>
          <p:cNvPr id="31754" name="Rectangle 3">
            <a:extLst>
              <a:ext uri="{FF2B5EF4-FFF2-40B4-BE49-F238E27FC236}">
                <a16:creationId xmlns="" xmlns:a16="http://schemas.microsoft.com/office/drawing/2014/main" id="{9847E9C5-FF29-44D9-8C6D-9B933FB23270}"/>
              </a:ext>
            </a:extLst>
          </p:cNvPr>
          <p:cNvSpPr>
            <a:spLocks noChangeArrowheads="1"/>
          </p:cNvSpPr>
          <p:nvPr/>
        </p:nvSpPr>
        <p:spPr bwMode="auto">
          <a:xfrm>
            <a:off x="250825" y="593725"/>
            <a:ext cx="13350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二、填空题</a:t>
            </a:r>
          </a:p>
        </p:txBody>
      </p:sp>
      <p:sp>
        <p:nvSpPr>
          <p:cNvPr id="31755" name="Rectangle 13">
            <a:extLst>
              <a:ext uri="{FF2B5EF4-FFF2-40B4-BE49-F238E27FC236}">
                <a16:creationId xmlns="" xmlns:a16="http://schemas.microsoft.com/office/drawing/2014/main" id="{2414FDBD-39D2-4273-936E-2B20B8F6C37C}"/>
              </a:ext>
            </a:extLst>
          </p:cNvPr>
          <p:cNvSpPr>
            <a:spLocks noChangeArrowheads="1"/>
          </p:cNvSpPr>
          <p:nvPr/>
        </p:nvSpPr>
        <p:spPr bwMode="auto">
          <a:xfrm>
            <a:off x="0" y="2947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1746" name="Object 2">
            <a:extLst>
              <a:ext uri="{FF2B5EF4-FFF2-40B4-BE49-F238E27FC236}">
                <a16:creationId xmlns="" xmlns:a16="http://schemas.microsoft.com/office/drawing/2014/main" id="{C6491E4D-8271-46CA-9A6E-D55B50FAFFF7}"/>
              </a:ext>
            </a:extLst>
          </p:cNvPr>
          <p:cNvGraphicFramePr>
            <a:graphicFrameLocks noChangeAspect="1"/>
          </p:cNvGraphicFramePr>
          <p:nvPr/>
        </p:nvGraphicFramePr>
        <p:xfrm>
          <a:off x="1403350" y="836613"/>
          <a:ext cx="1512888" cy="1135062"/>
        </p:xfrm>
        <a:graphic>
          <a:graphicData uri="http://schemas.openxmlformats.org/presentationml/2006/ole">
            <mc:AlternateContent xmlns:mc="http://schemas.openxmlformats.org/markup-compatibility/2006">
              <mc:Choice xmlns:v="urn:schemas-microsoft-com:vml" Requires="v">
                <p:oleObj spid="_x0000_s30738" name="Equation" r:id="rId3" imgW="952087" imgH="710891" progId="Equation.DSMT4">
                  <p:embed/>
                </p:oleObj>
              </mc:Choice>
              <mc:Fallback>
                <p:oleObj name="Equation" r:id="rId3" imgW="952087" imgH="710891" progId="Equation.DSMT4">
                  <p:embed/>
                  <p:pic>
                    <p:nvPicPr>
                      <p:cNvPr id="31746" name="Object 2">
                        <a:extLst>
                          <a:ext uri="{FF2B5EF4-FFF2-40B4-BE49-F238E27FC236}">
                            <a16:creationId xmlns="" xmlns:a16="http://schemas.microsoft.com/office/drawing/2014/main" id="{C6491E4D-8271-46CA-9A6E-D55B50FAFF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836613"/>
                        <a:ext cx="1512888" cy="1135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47" name="Object 3">
            <a:extLst>
              <a:ext uri="{FF2B5EF4-FFF2-40B4-BE49-F238E27FC236}">
                <a16:creationId xmlns="" xmlns:a16="http://schemas.microsoft.com/office/drawing/2014/main" id="{A27425F0-1944-4C9C-947F-FA73EE852225}"/>
              </a:ext>
            </a:extLst>
          </p:cNvPr>
          <p:cNvGraphicFramePr>
            <a:graphicFrameLocks noChangeAspect="1"/>
          </p:cNvGraphicFramePr>
          <p:nvPr/>
        </p:nvGraphicFramePr>
        <p:xfrm>
          <a:off x="4067175" y="765175"/>
          <a:ext cx="1727200" cy="1296988"/>
        </p:xfrm>
        <a:graphic>
          <a:graphicData uri="http://schemas.openxmlformats.org/presentationml/2006/ole">
            <mc:AlternateContent xmlns:mc="http://schemas.openxmlformats.org/markup-compatibility/2006">
              <mc:Choice xmlns:v="urn:schemas-microsoft-com:vml" Requires="v">
                <p:oleObj spid="_x0000_s30739" name="Equation" r:id="rId5" imgW="952087" imgH="710891" progId="Equation.DSMT4">
                  <p:embed/>
                </p:oleObj>
              </mc:Choice>
              <mc:Fallback>
                <p:oleObj name="Equation" r:id="rId5" imgW="952087" imgH="710891" progId="Equation.DSMT4">
                  <p:embed/>
                  <p:pic>
                    <p:nvPicPr>
                      <p:cNvPr id="31747" name="Object 3">
                        <a:extLst>
                          <a:ext uri="{FF2B5EF4-FFF2-40B4-BE49-F238E27FC236}">
                            <a16:creationId xmlns="" xmlns:a16="http://schemas.microsoft.com/office/drawing/2014/main" id="{A27425F0-1944-4C9C-947F-FA73EE8522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7175" y="765175"/>
                        <a:ext cx="1727200" cy="1296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48" name="Object 4">
            <a:extLst>
              <a:ext uri="{FF2B5EF4-FFF2-40B4-BE49-F238E27FC236}">
                <a16:creationId xmlns="" xmlns:a16="http://schemas.microsoft.com/office/drawing/2014/main" id="{01F7AA46-43B3-479E-A25C-B753DD6FFA55}"/>
              </a:ext>
            </a:extLst>
          </p:cNvPr>
          <p:cNvGraphicFramePr>
            <a:graphicFrameLocks noChangeAspect="1"/>
          </p:cNvGraphicFramePr>
          <p:nvPr/>
        </p:nvGraphicFramePr>
        <p:xfrm>
          <a:off x="6948488" y="1125538"/>
          <a:ext cx="1847850" cy="488950"/>
        </p:xfrm>
        <a:graphic>
          <a:graphicData uri="http://schemas.openxmlformats.org/presentationml/2006/ole">
            <mc:AlternateContent xmlns:mc="http://schemas.openxmlformats.org/markup-compatibility/2006">
              <mc:Choice xmlns:v="urn:schemas-microsoft-com:vml" Requires="v">
                <p:oleObj spid="_x0000_s30740" name="Equation" r:id="rId7" imgW="977760" imgH="253800" progId="Equation.DSMT4">
                  <p:embed/>
                </p:oleObj>
              </mc:Choice>
              <mc:Fallback>
                <p:oleObj name="Equation" r:id="rId7" imgW="977760" imgH="253800" progId="Equation.DSMT4">
                  <p:embed/>
                  <p:pic>
                    <p:nvPicPr>
                      <p:cNvPr id="31748" name="Object 4">
                        <a:extLst>
                          <a:ext uri="{FF2B5EF4-FFF2-40B4-BE49-F238E27FC236}">
                            <a16:creationId xmlns="" xmlns:a16="http://schemas.microsoft.com/office/drawing/2014/main" id="{01F7AA46-43B3-479E-A25C-B753DD6FFA5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48488" y="1125538"/>
                        <a:ext cx="1847850"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6" name="Rectangle 18">
            <a:extLst>
              <a:ext uri="{FF2B5EF4-FFF2-40B4-BE49-F238E27FC236}">
                <a16:creationId xmlns="" xmlns:a16="http://schemas.microsoft.com/office/drawing/2014/main" id="{7AFC3D3B-5142-42EA-9936-F5CBA6004980}"/>
              </a:ext>
            </a:extLst>
          </p:cNvPr>
          <p:cNvSpPr>
            <a:spLocks noChangeArrowheads="1"/>
          </p:cNvSpPr>
          <p:nvPr/>
        </p:nvSpPr>
        <p:spPr bwMode="auto">
          <a:xfrm>
            <a:off x="107950" y="1125538"/>
            <a:ext cx="125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8. </a:t>
            </a:r>
            <a:r>
              <a:rPr lang="zh-CN" altLang="en-US" sz="2400">
                <a:latin typeface="Times New Roman" panose="02020603050405020304" pitchFamily="18" charset="0"/>
                <a:cs typeface="Times New Roman" panose="02020603050405020304" pitchFamily="18" charset="0"/>
              </a:rPr>
              <a:t>矩阵</a:t>
            </a:r>
            <a:endParaRPr lang="zh-CN" altLang="en-US" sz="2400"/>
          </a:p>
        </p:txBody>
      </p:sp>
      <p:sp>
        <p:nvSpPr>
          <p:cNvPr id="31757" name="Rectangle 19">
            <a:extLst>
              <a:ext uri="{FF2B5EF4-FFF2-40B4-BE49-F238E27FC236}">
                <a16:creationId xmlns="" xmlns:a16="http://schemas.microsoft.com/office/drawing/2014/main" id="{C4C01E9B-3724-4B73-B93A-DF7BA2FB34EA}"/>
              </a:ext>
            </a:extLst>
          </p:cNvPr>
          <p:cNvSpPr>
            <a:spLocks noChangeArrowheads="1"/>
          </p:cNvSpPr>
          <p:nvPr/>
        </p:nvSpPr>
        <p:spPr bwMode="auto">
          <a:xfrm>
            <a:off x="2987675" y="1125538"/>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与矩阵</a:t>
            </a:r>
            <a:endParaRPr lang="zh-CN" altLang="en-US" sz="2400"/>
          </a:p>
        </p:txBody>
      </p:sp>
      <p:sp>
        <p:nvSpPr>
          <p:cNvPr id="31758" name="Rectangle 20">
            <a:extLst>
              <a:ext uri="{FF2B5EF4-FFF2-40B4-BE49-F238E27FC236}">
                <a16:creationId xmlns="" xmlns:a16="http://schemas.microsoft.com/office/drawing/2014/main" id="{E629061D-F78D-4F02-8C01-B4D6C2C644F9}"/>
              </a:ext>
            </a:extLst>
          </p:cNvPr>
          <p:cNvSpPr>
            <a:spLocks noChangeArrowheads="1"/>
          </p:cNvSpPr>
          <p:nvPr/>
        </p:nvSpPr>
        <p:spPr bwMode="auto">
          <a:xfrm>
            <a:off x="5724525" y="1125538"/>
            <a:ext cx="125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相似</a:t>
            </a:r>
            <a:r>
              <a:rPr lang="en-US" altLang="zh-CN" sz="2400">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则</a:t>
            </a:r>
            <a:endParaRPr lang="zh-CN" altLang="en-US" sz="2400"/>
          </a:p>
        </p:txBody>
      </p:sp>
      <p:sp>
        <p:nvSpPr>
          <p:cNvPr id="31759" name="Rectangle 23">
            <a:extLst>
              <a:ext uri="{FF2B5EF4-FFF2-40B4-BE49-F238E27FC236}">
                <a16:creationId xmlns="" xmlns:a16="http://schemas.microsoft.com/office/drawing/2014/main" id="{BB7B86BD-DD08-40B1-8F52-F1C1F41F1684}"/>
              </a:ext>
            </a:extLst>
          </p:cNvPr>
          <p:cNvSpPr>
            <a:spLocks noChangeArrowheads="1"/>
          </p:cNvSpPr>
          <p:nvPr/>
        </p:nvSpPr>
        <p:spPr bwMode="auto">
          <a:xfrm>
            <a:off x="0" y="2843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0725" name="Object 5">
            <a:extLst>
              <a:ext uri="{FF2B5EF4-FFF2-40B4-BE49-F238E27FC236}">
                <a16:creationId xmlns="" xmlns:a16="http://schemas.microsoft.com/office/drawing/2014/main" id="{6A79D05A-FA7D-4E25-AAD2-E07454B7B009}"/>
              </a:ext>
            </a:extLst>
          </p:cNvPr>
          <p:cNvGraphicFramePr>
            <a:graphicFrameLocks noChangeAspect="1"/>
          </p:cNvGraphicFramePr>
          <p:nvPr/>
        </p:nvGraphicFramePr>
        <p:xfrm>
          <a:off x="468313" y="2420938"/>
          <a:ext cx="7705725" cy="3346450"/>
        </p:xfrm>
        <a:graphic>
          <a:graphicData uri="http://schemas.openxmlformats.org/presentationml/2006/ole">
            <mc:AlternateContent xmlns:mc="http://schemas.openxmlformats.org/markup-compatibility/2006">
              <mc:Choice xmlns:v="urn:schemas-microsoft-com:vml" Requires="v">
                <p:oleObj spid="_x0000_s30741" name="Equation" r:id="rId9" imgW="3314520" imgH="1434960" progId="Equation.DSMT4">
                  <p:embed/>
                </p:oleObj>
              </mc:Choice>
              <mc:Fallback>
                <p:oleObj name="Equation" r:id="rId9" imgW="3314520" imgH="1434960" progId="Equation.DSMT4">
                  <p:embed/>
                  <p:pic>
                    <p:nvPicPr>
                      <p:cNvPr id="30725" name="Object 5">
                        <a:extLst>
                          <a:ext uri="{FF2B5EF4-FFF2-40B4-BE49-F238E27FC236}">
                            <a16:creationId xmlns="" xmlns:a16="http://schemas.microsoft.com/office/drawing/2014/main" id="{6A79D05A-FA7D-4E25-AAD2-E07454B7B00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8313" y="2420938"/>
                        <a:ext cx="7705725" cy="3346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725"/>
                                        </p:tgtEl>
                                        <p:attrNameLst>
                                          <p:attrName>style.visibility</p:attrName>
                                        </p:attrNameLst>
                                      </p:cBhvr>
                                      <p:to>
                                        <p:strVal val="visible"/>
                                      </p:to>
                                    </p:set>
                                    <p:anim calcmode="lin" valueType="num">
                                      <p:cBhvr additive="base">
                                        <p:cTn id="7" dur="500" fill="hold"/>
                                        <p:tgtEl>
                                          <p:spTgt spid="30725"/>
                                        </p:tgtEl>
                                        <p:attrNameLst>
                                          <p:attrName>ppt_x</p:attrName>
                                        </p:attrNameLst>
                                      </p:cBhvr>
                                      <p:tavLst>
                                        <p:tav tm="0">
                                          <p:val>
                                            <p:strVal val="#ppt_x"/>
                                          </p:val>
                                        </p:tav>
                                        <p:tav tm="100000">
                                          <p:val>
                                            <p:strVal val="#ppt_x"/>
                                          </p:val>
                                        </p:tav>
                                      </p:tavLst>
                                    </p:anim>
                                    <p:anim calcmode="lin" valueType="num">
                                      <p:cBhvr additive="base">
                                        <p:cTn id="8" dur="500" fill="hold"/>
                                        <p:tgtEl>
                                          <p:spTgt spid="30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日期占位符 1">
            <a:extLst>
              <a:ext uri="{FF2B5EF4-FFF2-40B4-BE49-F238E27FC236}">
                <a16:creationId xmlns="" xmlns:a16="http://schemas.microsoft.com/office/drawing/2014/main" id="{8EAEC220-F6C5-44C5-BCE9-FC0215C1A3F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7D39F86-35B3-449B-A865-0CD9FAED32E7}" type="datetime3">
              <a:rPr lang="zh-CN" altLang="en-US" smtClean="0"/>
              <a:pPr eaLnBrk="1" hangingPunct="1"/>
              <a:t>2022年2月18日星期五</a:t>
            </a:fld>
            <a:endParaRPr lang="en-US" altLang="zh-CN"/>
          </a:p>
        </p:txBody>
      </p:sp>
      <p:sp>
        <p:nvSpPr>
          <p:cNvPr id="32773" name="页脚占位符 2">
            <a:extLst>
              <a:ext uri="{FF2B5EF4-FFF2-40B4-BE49-F238E27FC236}">
                <a16:creationId xmlns="" xmlns:a16="http://schemas.microsoft.com/office/drawing/2014/main" id="{9B1E7AD0-193F-4397-AA0C-006A2712841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p>
        </p:txBody>
      </p:sp>
      <p:sp>
        <p:nvSpPr>
          <p:cNvPr id="32774" name="灯片编号占位符 3">
            <a:extLst>
              <a:ext uri="{FF2B5EF4-FFF2-40B4-BE49-F238E27FC236}">
                <a16:creationId xmlns="" xmlns:a16="http://schemas.microsoft.com/office/drawing/2014/main" id="{39F5CF18-894E-4F22-8DA5-5CDBAB710A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AFE0CA3-826C-4AAF-B1DD-B7285BDDB039}" type="slidenum">
              <a:rPr lang="en-US" altLang="zh-CN"/>
              <a:pPr eaLnBrk="1" hangingPunct="1"/>
              <a:t>33</a:t>
            </a:fld>
            <a:endParaRPr lang="en-US" altLang="zh-CN"/>
          </a:p>
        </p:txBody>
      </p:sp>
      <p:sp>
        <p:nvSpPr>
          <p:cNvPr id="32775" name="Rectangle 2">
            <a:extLst>
              <a:ext uri="{FF2B5EF4-FFF2-40B4-BE49-F238E27FC236}">
                <a16:creationId xmlns="" xmlns:a16="http://schemas.microsoft.com/office/drawing/2014/main" id="{0F5F3116-5CE6-4E95-96B6-58EDA0497BE4}"/>
              </a:ext>
            </a:extLst>
          </p:cNvPr>
          <p:cNvSpPr>
            <a:spLocks noChangeArrowheads="1"/>
          </p:cNvSpPr>
          <p:nvPr/>
        </p:nvSpPr>
        <p:spPr bwMode="auto">
          <a:xfrm>
            <a:off x="323850" y="188913"/>
            <a:ext cx="511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》2010-2011</a:t>
            </a:r>
            <a:r>
              <a:rPr lang="zh-CN" altLang="en-US" b="1"/>
              <a:t>学年第</a:t>
            </a:r>
            <a:r>
              <a:rPr lang="en-US" altLang="zh-CN" b="1"/>
              <a:t>2</a:t>
            </a:r>
            <a:r>
              <a:rPr lang="zh-CN" altLang="en-US" b="1"/>
              <a:t>学期，试卷</a:t>
            </a:r>
          </a:p>
        </p:txBody>
      </p:sp>
      <p:sp>
        <p:nvSpPr>
          <p:cNvPr id="32776" name="Rectangle 3">
            <a:extLst>
              <a:ext uri="{FF2B5EF4-FFF2-40B4-BE49-F238E27FC236}">
                <a16:creationId xmlns="" xmlns:a16="http://schemas.microsoft.com/office/drawing/2014/main" id="{26A922CE-DE70-4C13-9634-562E1A758158}"/>
              </a:ext>
            </a:extLst>
          </p:cNvPr>
          <p:cNvSpPr>
            <a:spLocks noChangeArrowheads="1"/>
          </p:cNvSpPr>
          <p:nvPr/>
        </p:nvSpPr>
        <p:spPr bwMode="auto">
          <a:xfrm>
            <a:off x="131763" y="593725"/>
            <a:ext cx="1565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t>三、计算题题</a:t>
            </a:r>
          </a:p>
        </p:txBody>
      </p:sp>
      <p:sp>
        <p:nvSpPr>
          <p:cNvPr id="32777" name="Rectangle 4">
            <a:extLst>
              <a:ext uri="{FF2B5EF4-FFF2-40B4-BE49-F238E27FC236}">
                <a16:creationId xmlns="" xmlns:a16="http://schemas.microsoft.com/office/drawing/2014/main" id="{1F5EA06B-CB6F-4D1A-AD8D-DC0B1D9A29E0}"/>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2778" name="Rectangle 5">
            <a:extLst>
              <a:ext uri="{FF2B5EF4-FFF2-40B4-BE49-F238E27FC236}">
                <a16:creationId xmlns="" xmlns:a16="http://schemas.microsoft.com/office/drawing/2014/main" id="{AC1B57B8-D84C-41F5-B356-0EEDE86CC0E5}"/>
              </a:ext>
            </a:extLst>
          </p:cNvPr>
          <p:cNvSpPr>
            <a:spLocks noChangeArrowheads="1"/>
          </p:cNvSpPr>
          <p:nvPr/>
        </p:nvSpPr>
        <p:spPr bwMode="auto">
          <a:xfrm>
            <a:off x="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2779" name="Rectangle 6">
            <a:extLst>
              <a:ext uri="{FF2B5EF4-FFF2-40B4-BE49-F238E27FC236}">
                <a16:creationId xmlns="" xmlns:a16="http://schemas.microsoft.com/office/drawing/2014/main" id="{70BF7384-68A2-4057-A8D8-2A0075EF40FE}"/>
              </a:ext>
            </a:extLst>
          </p:cNvPr>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2780" name="Rectangle 16">
            <a:extLst>
              <a:ext uri="{FF2B5EF4-FFF2-40B4-BE49-F238E27FC236}">
                <a16:creationId xmlns="" xmlns:a16="http://schemas.microsoft.com/office/drawing/2014/main" id="{4D389B06-CFDB-4F7F-9A04-35DA71239D29}"/>
              </a:ext>
            </a:extLst>
          </p:cNvPr>
          <p:cNvSpPr>
            <a:spLocks noChangeArrowheads="1"/>
          </p:cNvSpPr>
          <p:nvPr/>
        </p:nvSpPr>
        <p:spPr bwMode="auto">
          <a:xfrm>
            <a:off x="-1044575" y="28146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32781" name="Rectangle 20">
            <a:extLst>
              <a:ext uri="{FF2B5EF4-FFF2-40B4-BE49-F238E27FC236}">
                <a16:creationId xmlns="" xmlns:a16="http://schemas.microsoft.com/office/drawing/2014/main" id="{CADCAD16-312E-48B0-8F51-2AAEFC0C65B7}"/>
              </a:ext>
            </a:extLst>
          </p:cNvPr>
          <p:cNvSpPr>
            <a:spLocks noChangeArrowheads="1"/>
          </p:cNvSpPr>
          <p:nvPr/>
        </p:nvSpPr>
        <p:spPr bwMode="auto">
          <a:xfrm>
            <a:off x="304800" y="1143000"/>
            <a:ext cx="8196263"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152400" eaLnBrk="0" hangingPunct="0">
              <a:tabLst>
                <a:tab pos="139065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139065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139065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139065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139065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t>16.(</a:t>
            </a:r>
            <a:r>
              <a:rPr lang="zh-CN" altLang="en-US" sz="2400"/>
              <a:t>满分</a:t>
            </a:r>
            <a:r>
              <a:rPr lang="en-US" altLang="zh-CN" sz="2400"/>
              <a:t>6</a:t>
            </a:r>
            <a:r>
              <a:rPr lang="zh-CN" altLang="en-US" sz="2400"/>
              <a:t>分</a:t>
            </a:r>
            <a:r>
              <a:rPr lang="en-US" altLang="zh-CN" sz="2400"/>
              <a:t>)</a:t>
            </a:r>
            <a:r>
              <a:rPr lang="en-US" altLang="zh-CN" sz="2400" i="1"/>
              <a:t> A</a:t>
            </a:r>
            <a:r>
              <a:rPr lang="zh-CN" altLang="en-US" sz="2400"/>
              <a:t>，</a:t>
            </a:r>
            <a:r>
              <a:rPr lang="en-US" altLang="zh-CN" sz="2400" i="1"/>
              <a:t>B</a:t>
            </a:r>
            <a:r>
              <a:rPr lang="zh-CN" altLang="en-US" sz="2400"/>
              <a:t>为</a:t>
            </a:r>
            <a:r>
              <a:rPr lang="en-US" altLang="zh-CN" sz="2400"/>
              <a:t>4</a:t>
            </a:r>
            <a:r>
              <a:rPr lang="zh-CN" altLang="en-US" sz="2400"/>
              <a:t>阶方阵，</a:t>
            </a:r>
            <a:r>
              <a:rPr lang="en-US" altLang="zh-CN" sz="2400" i="1"/>
              <a:t>AB+</a:t>
            </a:r>
            <a:r>
              <a:rPr lang="en-US" altLang="zh-CN" sz="2400"/>
              <a:t>2</a:t>
            </a:r>
            <a:r>
              <a:rPr lang="en-US" altLang="zh-CN" sz="2400" i="1"/>
              <a:t>B</a:t>
            </a:r>
            <a:r>
              <a:rPr lang="en-US" altLang="zh-CN" sz="2400"/>
              <a:t>=0</a:t>
            </a:r>
            <a:r>
              <a:rPr lang="zh-CN" altLang="en-US" sz="2400"/>
              <a:t>，矩阵</a:t>
            </a:r>
            <a:r>
              <a:rPr lang="en-US" altLang="zh-CN" sz="2400" i="1"/>
              <a:t>B</a:t>
            </a:r>
            <a:r>
              <a:rPr lang="zh-CN" altLang="en-US" sz="2400"/>
              <a:t>的秩为</a:t>
            </a:r>
            <a:r>
              <a:rPr lang="en-US" altLang="zh-CN" sz="2400"/>
              <a:t>2</a:t>
            </a:r>
            <a:r>
              <a:rPr lang="zh-CN" altLang="en-US" sz="2400"/>
              <a:t>且</a:t>
            </a:r>
          </a:p>
          <a:p>
            <a:pPr eaLnBrk="1" hangingPunct="1"/>
            <a:r>
              <a:rPr lang="en-US" altLang="zh-CN" sz="2400"/>
              <a:t>|</a:t>
            </a:r>
            <a:r>
              <a:rPr lang="en-US" altLang="zh-CN" sz="2400" i="1"/>
              <a:t>I+A</a:t>
            </a:r>
            <a:r>
              <a:rPr lang="en-US" altLang="zh-CN" sz="2400"/>
              <a:t>|=|2</a:t>
            </a:r>
            <a:r>
              <a:rPr lang="en-US" altLang="zh-CN" sz="2400" i="1"/>
              <a:t>I</a:t>
            </a:r>
            <a:r>
              <a:rPr lang="en-US" altLang="zh-CN" sz="2400"/>
              <a:t>-</a:t>
            </a:r>
            <a:r>
              <a:rPr lang="en-US" altLang="zh-CN" sz="2400" i="1"/>
              <a:t>A</a:t>
            </a:r>
            <a:r>
              <a:rPr lang="en-US" altLang="zh-CN" sz="2400"/>
              <a:t>|=0</a:t>
            </a:r>
            <a:r>
              <a:rPr lang="zh-CN" altLang="en-US" sz="2400"/>
              <a:t>。</a:t>
            </a:r>
          </a:p>
          <a:p>
            <a:pPr eaLnBrk="1" hangingPunct="1"/>
            <a:r>
              <a:rPr lang="zh-CN" altLang="en-US" sz="2400"/>
              <a:t>（</a:t>
            </a:r>
            <a:r>
              <a:rPr lang="en-US" altLang="zh-CN" sz="2400"/>
              <a:t>1</a:t>
            </a:r>
            <a:r>
              <a:rPr lang="zh-CN" altLang="en-US" sz="2400"/>
              <a:t>）求矩阵</a:t>
            </a:r>
            <a:r>
              <a:rPr lang="en-US" altLang="zh-CN" sz="2400" i="1"/>
              <a:t>A</a:t>
            </a:r>
            <a:r>
              <a:rPr lang="zh-CN" altLang="en-US" sz="2400"/>
              <a:t>的特征值；</a:t>
            </a:r>
          </a:p>
          <a:p>
            <a:pPr eaLnBrk="1" hangingPunct="1"/>
            <a:r>
              <a:rPr lang="zh-CN" altLang="en-US" sz="2400"/>
              <a:t>（</a:t>
            </a:r>
            <a:r>
              <a:rPr lang="en-US" altLang="zh-CN" sz="2400"/>
              <a:t>2</a:t>
            </a:r>
            <a:r>
              <a:rPr lang="zh-CN" altLang="en-US" sz="2400"/>
              <a:t>）</a:t>
            </a:r>
            <a:r>
              <a:rPr lang="en-US" altLang="zh-CN" sz="2400" i="1"/>
              <a:t>A</a:t>
            </a:r>
            <a:r>
              <a:rPr lang="zh-CN" altLang="en-US" sz="2400"/>
              <a:t>是否可相似对角化？说明原因。</a:t>
            </a:r>
          </a:p>
          <a:p>
            <a:pPr eaLnBrk="1" hangingPunct="1"/>
            <a:r>
              <a:rPr lang="zh-CN" altLang="en-US" sz="2400"/>
              <a:t>（</a:t>
            </a:r>
            <a:r>
              <a:rPr lang="en-US" altLang="zh-CN" sz="2400"/>
              <a:t>3</a:t>
            </a:r>
            <a:r>
              <a:rPr lang="zh-CN" altLang="en-US" sz="2400"/>
              <a:t>）求</a:t>
            </a:r>
            <a:r>
              <a:rPr lang="en-US" altLang="zh-CN" sz="2400"/>
              <a:t>|</a:t>
            </a:r>
            <a:r>
              <a:rPr lang="en-US" altLang="zh-CN" sz="2400" i="1"/>
              <a:t>A+</a:t>
            </a:r>
            <a:r>
              <a:rPr lang="en-US" altLang="zh-CN" sz="2400"/>
              <a:t>3</a:t>
            </a:r>
            <a:r>
              <a:rPr lang="en-US" altLang="zh-CN" sz="2400" i="1"/>
              <a:t>I</a:t>
            </a:r>
            <a:r>
              <a:rPr lang="en-US" altLang="zh-CN" sz="2400"/>
              <a:t>|</a:t>
            </a:r>
            <a:r>
              <a:rPr lang="zh-CN" altLang="en-US" sz="2400"/>
              <a:t>。</a:t>
            </a:r>
          </a:p>
        </p:txBody>
      </p:sp>
      <p:graphicFrame>
        <p:nvGraphicFramePr>
          <p:cNvPr id="132134" name="Object 2">
            <a:extLst>
              <a:ext uri="{FF2B5EF4-FFF2-40B4-BE49-F238E27FC236}">
                <a16:creationId xmlns="" xmlns:a16="http://schemas.microsoft.com/office/drawing/2014/main" id="{627F2D6F-35F7-409A-938F-9AA1120F0075}"/>
              </a:ext>
            </a:extLst>
          </p:cNvPr>
          <p:cNvGraphicFramePr>
            <a:graphicFrameLocks noChangeAspect="1"/>
          </p:cNvGraphicFramePr>
          <p:nvPr/>
        </p:nvGraphicFramePr>
        <p:xfrm>
          <a:off x="1619250" y="3789363"/>
          <a:ext cx="2449513" cy="441325"/>
        </p:xfrm>
        <a:graphic>
          <a:graphicData uri="http://schemas.openxmlformats.org/presentationml/2006/ole">
            <mc:AlternateContent xmlns:mc="http://schemas.openxmlformats.org/markup-compatibility/2006">
              <mc:Choice xmlns:v="urn:schemas-microsoft-com:vml" Requires="v">
                <p:oleObj spid="_x0000_s31754" name="Equation" r:id="rId3" imgW="1320227" imgH="241195" progId="Equation.DSMT4">
                  <p:embed/>
                </p:oleObj>
              </mc:Choice>
              <mc:Fallback>
                <p:oleObj name="Equation" r:id="rId3" imgW="1320227" imgH="241195" progId="Equation.DSMT4">
                  <p:embed/>
                  <p:pic>
                    <p:nvPicPr>
                      <p:cNvPr id="132134" name="Object 2">
                        <a:extLst>
                          <a:ext uri="{FF2B5EF4-FFF2-40B4-BE49-F238E27FC236}">
                            <a16:creationId xmlns="" xmlns:a16="http://schemas.microsoft.com/office/drawing/2014/main" id="{627F2D6F-35F7-409A-938F-9AA1120F00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3789363"/>
                        <a:ext cx="2449513"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32133" name="图片 105">
            <a:extLst>
              <a:ext uri="{FF2B5EF4-FFF2-40B4-BE49-F238E27FC236}">
                <a16:creationId xmlns="" xmlns:a16="http://schemas.microsoft.com/office/drawing/2014/main" id="{2FCB2729-94BE-4F0B-83C5-9EC22E95974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15000" y="3733800"/>
            <a:ext cx="406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35" name="Rectangle 39">
            <a:extLst>
              <a:ext uri="{FF2B5EF4-FFF2-40B4-BE49-F238E27FC236}">
                <a16:creationId xmlns="" xmlns:a16="http://schemas.microsoft.com/office/drawing/2014/main" id="{F9FCE0F1-EBFB-41E4-9D03-0A62FE1660C0}"/>
              </a:ext>
            </a:extLst>
          </p:cNvPr>
          <p:cNvSpPr>
            <a:spLocks noChangeArrowheads="1"/>
          </p:cNvSpPr>
          <p:nvPr/>
        </p:nvSpPr>
        <p:spPr bwMode="auto">
          <a:xfrm>
            <a:off x="323850" y="3357563"/>
            <a:ext cx="12509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解：</a:t>
            </a:r>
          </a:p>
          <a:p>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cs typeface="Times New Roman" panose="02020603050405020304" pitchFamily="18" charset="0"/>
              </a:rPr>
              <a:t>）由</a:t>
            </a:r>
            <a:endParaRPr lang="zh-CN" altLang="en-US" sz="2400"/>
          </a:p>
        </p:txBody>
      </p:sp>
      <p:sp>
        <p:nvSpPr>
          <p:cNvPr id="132136" name="Rectangle 40">
            <a:extLst>
              <a:ext uri="{FF2B5EF4-FFF2-40B4-BE49-F238E27FC236}">
                <a16:creationId xmlns="" xmlns:a16="http://schemas.microsoft.com/office/drawing/2014/main" id="{E3966984-A47F-4A13-B95C-1BBE4214311F}"/>
              </a:ext>
            </a:extLst>
          </p:cNvPr>
          <p:cNvSpPr>
            <a:spLocks noChangeArrowheads="1"/>
          </p:cNvSpPr>
          <p:nvPr/>
        </p:nvSpPr>
        <p:spPr bwMode="auto">
          <a:xfrm>
            <a:off x="4140200" y="3787775"/>
            <a:ext cx="15954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知 </a:t>
            </a:r>
            <a:r>
              <a:rPr lang="en-US" altLang="zh-CN" sz="24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为</a:t>
            </a:r>
            <a:endParaRPr lang="zh-CN" altLang="en-US" sz="2400"/>
          </a:p>
        </p:txBody>
      </p:sp>
      <p:sp>
        <p:nvSpPr>
          <p:cNvPr id="132137" name="Rectangle 41">
            <a:extLst>
              <a:ext uri="{FF2B5EF4-FFF2-40B4-BE49-F238E27FC236}">
                <a16:creationId xmlns="" xmlns:a16="http://schemas.microsoft.com/office/drawing/2014/main" id="{16A052F9-26A8-4EE3-B912-EA6901D9F657}"/>
              </a:ext>
            </a:extLst>
          </p:cNvPr>
          <p:cNvSpPr>
            <a:spLocks noChangeArrowheads="1"/>
          </p:cNvSpPr>
          <p:nvPr/>
        </p:nvSpPr>
        <p:spPr bwMode="auto">
          <a:xfrm>
            <a:off x="6096000" y="3810000"/>
            <a:ext cx="1792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的特征值。</a:t>
            </a:r>
            <a:r>
              <a:rPr lang="zh-CN" altLang="en-US" sz="2400"/>
              <a:t> </a:t>
            </a:r>
          </a:p>
        </p:txBody>
      </p:sp>
      <p:sp>
        <p:nvSpPr>
          <p:cNvPr id="32786" name="Rectangle 46">
            <a:extLst>
              <a:ext uri="{FF2B5EF4-FFF2-40B4-BE49-F238E27FC236}">
                <a16:creationId xmlns="" xmlns:a16="http://schemas.microsoft.com/office/drawing/2014/main" id="{02B6D962-8330-4B86-8500-79AD41A27214}"/>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组合 29">
            <a:extLst>
              <a:ext uri="{FF2B5EF4-FFF2-40B4-BE49-F238E27FC236}">
                <a16:creationId xmlns="" xmlns:a16="http://schemas.microsoft.com/office/drawing/2014/main" id="{24E52BCD-1920-43B6-A31D-A5DEF5A13370}"/>
              </a:ext>
            </a:extLst>
          </p:cNvPr>
          <p:cNvGrpSpPr>
            <a:grpSpLocks/>
          </p:cNvGrpSpPr>
          <p:nvPr/>
        </p:nvGrpSpPr>
        <p:grpSpPr bwMode="auto">
          <a:xfrm>
            <a:off x="468313" y="4343400"/>
            <a:ext cx="7267575" cy="533400"/>
            <a:chOff x="468313" y="4343400"/>
            <a:chExt cx="7267574" cy="533400"/>
          </a:xfrm>
        </p:grpSpPr>
        <p:pic>
          <p:nvPicPr>
            <p:cNvPr id="32796" name="图片 106">
              <a:extLst>
                <a:ext uri="{FF2B5EF4-FFF2-40B4-BE49-F238E27FC236}">
                  <a16:creationId xmlns="" xmlns:a16="http://schemas.microsoft.com/office/drawing/2014/main" id="{6990D4D1-D4CA-49C3-B92A-5A6F4923903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8313" y="4365625"/>
              <a:ext cx="1655762"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97" name="图片 107">
              <a:extLst>
                <a:ext uri="{FF2B5EF4-FFF2-40B4-BE49-F238E27FC236}">
                  <a16:creationId xmlns="" xmlns:a16="http://schemas.microsoft.com/office/drawing/2014/main" id="{B624AC0C-FE31-4F93-8CEB-D611AE5E170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124075" y="4437063"/>
              <a:ext cx="358775"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2771" name="Object 3">
              <a:extLst>
                <a:ext uri="{FF2B5EF4-FFF2-40B4-BE49-F238E27FC236}">
                  <a16:creationId xmlns="" xmlns:a16="http://schemas.microsoft.com/office/drawing/2014/main" id="{61482C32-8714-41CC-A7C1-7C43F0CAE03E}"/>
                </a:ext>
              </a:extLst>
            </p:cNvPr>
            <p:cNvGraphicFramePr>
              <a:graphicFrameLocks noChangeAspect="1"/>
            </p:cNvGraphicFramePr>
            <p:nvPr/>
          </p:nvGraphicFramePr>
          <p:xfrm>
            <a:off x="2555875" y="4437063"/>
            <a:ext cx="1800225" cy="390525"/>
          </p:xfrm>
          <a:graphic>
            <a:graphicData uri="http://schemas.openxmlformats.org/presentationml/2006/ole">
              <mc:AlternateContent xmlns:mc="http://schemas.openxmlformats.org/markup-compatibility/2006">
                <mc:Choice xmlns:v="urn:schemas-microsoft-com:vml" Requires="v">
                  <p:oleObj spid="_x0000_s31755" name="Equation" r:id="rId8" imgW="926698" imgH="203112" progId="Equation.DSMT4">
                    <p:embed/>
                  </p:oleObj>
                </mc:Choice>
                <mc:Fallback>
                  <p:oleObj name="Equation" r:id="rId8" imgW="926698" imgH="203112" progId="Equation.DSMT4">
                    <p:embed/>
                    <p:pic>
                      <p:nvPicPr>
                        <p:cNvPr id="32771" name="Object 3">
                          <a:extLst>
                            <a:ext uri="{FF2B5EF4-FFF2-40B4-BE49-F238E27FC236}">
                              <a16:creationId xmlns="" xmlns:a16="http://schemas.microsoft.com/office/drawing/2014/main" id="{61482C32-8714-41CC-A7C1-7C43F0CAE03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55875" y="4437063"/>
                          <a:ext cx="1800225"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98" name="Rectangle 48">
              <a:extLst>
                <a:ext uri="{FF2B5EF4-FFF2-40B4-BE49-F238E27FC236}">
                  <a16:creationId xmlns="" xmlns:a16="http://schemas.microsoft.com/office/drawing/2014/main" id="{0654ABA0-0900-489D-9059-4DF9185B1504}"/>
                </a:ext>
              </a:extLst>
            </p:cNvPr>
            <p:cNvSpPr>
              <a:spLocks noChangeArrowheads="1"/>
            </p:cNvSpPr>
            <p:nvPr/>
          </p:nvSpPr>
          <p:spPr bwMode="auto">
            <a:xfrm>
              <a:off x="4427538" y="4363393"/>
              <a:ext cx="11336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故 </a:t>
              </a: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为</a:t>
              </a:r>
              <a:endParaRPr lang="zh-CN" altLang="en-US" sz="2400"/>
            </a:p>
          </p:txBody>
        </p:sp>
        <p:pic>
          <p:nvPicPr>
            <p:cNvPr id="32799" name="图片 109">
              <a:extLst>
                <a:ext uri="{FF2B5EF4-FFF2-40B4-BE49-F238E27FC236}">
                  <a16:creationId xmlns="" xmlns:a16="http://schemas.microsoft.com/office/drawing/2014/main" id="{60F8A6B0-AC04-4952-9C10-B63C6FA2FAD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86400" y="4343400"/>
              <a:ext cx="406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00" name="Rectangle 49">
              <a:extLst>
                <a:ext uri="{FF2B5EF4-FFF2-40B4-BE49-F238E27FC236}">
                  <a16:creationId xmlns="" xmlns:a16="http://schemas.microsoft.com/office/drawing/2014/main" id="{107A5129-302D-4D38-9163-9AB7DFE0485A}"/>
                </a:ext>
              </a:extLst>
            </p:cNvPr>
            <p:cNvSpPr>
              <a:spLocks noChangeArrowheads="1"/>
            </p:cNvSpPr>
            <p:nvPr/>
          </p:nvSpPr>
          <p:spPr bwMode="auto">
            <a:xfrm>
              <a:off x="5943600" y="4419600"/>
              <a:ext cx="1792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的特征值，</a:t>
              </a:r>
              <a:r>
                <a:rPr lang="zh-CN" altLang="en-US" sz="2400"/>
                <a:t> </a:t>
              </a:r>
            </a:p>
          </p:txBody>
        </p:sp>
      </p:grpSp>
      <p:grpSp>
        <p:nvGrpSpPr>
          <p:cNvPr id="3" name="组合 30">
            <a:extLst>
              <a:ext uri="{FF2B5EF4-FFF2-40B4-BE49-F238E27FC236}">
                <a16:creationId xmlns="" xmlns:a16="http://schemas.microsoft.com/office/drawing/2014/main" id="{9D0BCD00-0F4F-43AB-8454-EFBB4BFE6092}"/>
              </a:ext>
            </a:extLst>
          </p:cNvPr>
          <p:cNvGrpSpPr>
            <a:grpSpLocks/>
          </p:cNvGrpSpPr>
          <p:nvPr/>
        </p:nvGrpSpPr>
        <p:grpSpPr bwMode="auto">
          <a:xfrm>
            <a:off x="381000" y="4876800"/>
            <a:ext cx="7881938" cy="522288"/>
            <a:chOff x="381000" y="4876800"/>
            <a:chExt cx="7881938" cy="522288"/>
          </a:xfrm>
        </p:grpSpPr>
        <p:sp>
          <p:nvSpPr>
            <p:cNvPr id="32793" name="Rectangle 51">
              <a:extLst>
                <a:ext uri="{FF2B5EF4-FFF2-40B4-BE49-F238E27FC236}">
                  <a16:creationId xmlns="" xmlns:a16="http://schemas.microsoft.com/office/drawing/2014/main" id="{A7FF36A6-C962-48A5-833C-E3D39611D21E}"/>
                </a:ext>
              </a:extLst>
            </p:cNvPr>
            <p:cNvSpPr>
              <a:spLocks noChangeArrowheads="1"/>
            </p:cNvSpPr>
            <p:nvPr/>
          </p:nvSpPr>
          <p:spPr bwMode="auto">
            <a:xfrm>
              <a:off x="381000" y="48768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又</a:t>
              </a:r>
              <a:endParaRPr lang="zh-CN" altLang="en-US" sz="2400"/>
            </a:p>
          </p:txBody>
        </p:sp>
        <p:pic>
          <p:nvPicPr>
            <p:cNvPr id="32794" name="图片 110">
              <a:extLst>
                <a:ext uri="{FF2B5EF4-FFF2-40B4-BE49-F238E27FC236}">
                  <a16:creationId xmlns="" xmlns:a16="http://schemas.microsoft.com/office/drawing/2014/main" id="{9166C26B-80CC-4DA2-AF7D-C67B9FFBF15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38200" y="4953000"/>
              <a:ext cx="338138"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95" name="Rectangle 52">
              <a:extLst>
                <a:ext uri="{FF2B5EF4-FFF2-40B4-BE49-F238E27FC236}">
                  <a16:creationId xmlns="" xmlns:a16="http://schemas.microsoft.com/office/drawing/2014/main" id="{51C6C4AE-DD57-4E86-9120-2C302EFEB306}"/>
                </a:ext>
              </a:extLst>
            </p:cNvPr>
            <p:cNvSpPr>
              <a:spLocks noChangeArrowheads="1"/>
            </p:cNvSpPr>
            <p:nvPr/>
          </p:nvSpPr>
          <p:spPr bwMode="auto">
            <a:xfrm>
              <a:off x="1187450" y="4941888"/>
              <a:ext cx="7075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的秩为</a:t>
              </a: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，即特征值</a:t>
              </a: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有两个线性无关的特征向量，</a:t>
              </a:r>
              <a:r>
                <a:rPr lang="zh-CN" altLang="en-US" sz="2400"/>
                <a:t> </a:t>
              </a:r>
            </a:p>
          </p:txBody>
        </p:sp>
      </p:grpSp>
      <p:grpSp>
        <p:nvGrpSpPr>
          <p:cNvPr id="4" name="组合 31">
            <a:extLst>
              <a:ext uri="{FF2B5EF4-FFF2-40B4-BE49-F238E27FC236}">
                <a16:creationId xmlns="" xmlns:a16="http://schemas.microsoft.com/office/drawing/2014/main" id="{C47A37B0-57C4-4076-BFC3-E48058D566F7}"/>
              </a:ext>
            </a:extLst>
          </p:cNvPr>
          <p:cNvGrpSpPr>
            <a:grpSpLocks/>
          </p:cNvGrpSpPr>
          <p:nvPr/>
        </p:nvGrpSpPr>
        <p:grpSpPr bwMode="auto">
          <a:xfrm>
            <a:off x="457200" y="5486400"/>
            <a:ext cx="5145088" cy="488950"/>
            <a:chOff x="457200" y="5486400"/>
            <a:chExt cx="5145434" cy="489596"/>
          </a:xfrm>
        </p:grpSpPr>
        <p:sp>
          <p:nvSpPr>
            <p:cNvPr id="32790" name="Rectangle 54">
              <a:extLst>
                <a:ext uri="{FF2B5EF4-FFF2-40B4-BE49-F238E27FC236}">
                  <a16:creationId xmlns="" xmlns:a16="http://schemas.microsoft.com/office/drawing/2014/main" id="{94099D8A-E530-4627-9C4E-D13DE745A951}"/>
                </a:ext>
              </a:extLst>
            </p:cNvPr>
            <p:cNvSpPr>
              <a:spLocks noChangeArrowheads="1"/>
            </p:cNvSpPr>
            <p:nvPr/>
          </p:nvSpPr>
          <p:spPr bwMode="auto">
            <a:xfrm>
              <a:off x="457200" y="54864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故</a:t>
              </a:r>
              <a:endParaRPr lang="zh-CN" altLang="en-US" sz="2400"/>
            </a:p>
          </p:txBody>
        </p:sp>
        <p:pic>
          <p:nvPicPr>
            <p:cNvPr id="32791" name="图片 111">
              <a:extLst>
                <a:ext uri="{FF2B5EF4-FFF2-40B4-BE49-F238E27FC236}">
                  <a16:creationId xmlns="" xmlns:a16="http://schemas.microsoft.com/office/drawing/2014/main" id="{6DF841A8-5E75-43F7-8D4E-3342D69CAFA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0113" y="5516563"/>
              <a:ext cx="3397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92" name="Rectangle 55">
              <a:extLst>
                <a:ext uri="{FF2B5EF4-FFF2-40B4-BE49-F238E27FC236}">
                  <a16:creationId xmlns="" xmlns:a16="http://schemas.microsoft.com/office/drawing/2014/main" id="{A4D8356C-007D-44AC-A413-D9DE2DA41F25}"/>
                </a:ext>
              </a:extLst>
            </p:cNvPr>
            <p:cNvSpPr>
              <a:spLocks noChangeArrowheads="1"/>
            </p:cNvSpPr>
            <p:nvPr/>
          </p:nvSpPr>
          <p:spPr bwMode="auto">
            <a:xfrm>
              <a:off x="1331913" y="5514331"/>
              <a:ext cx="42707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的特征值为    </a:t>
              </a:r>
              <a:r>
                <a:rPr lang="en-US" altLang="zh-CN" sz="24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a:t>
              </a:r>
              <a:r>
                <a:rPr lang="zh-CN" altLang="en-US" sz="2400"/>
                <a:t>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2134"/>
                                        </p:tgtEl>
                                        <p:attrNameLst>
                                          <p:attrName>style.visibility</p:attrName>
                                        </p:attrNameLst>
                                      </p:cBhvr>
                                      <p:to>
                                        <p:strVal val="visible"/>
                                      </p:to>
                                    </p:set>
                                    <p:anim calcmode="lin" valueType="num">
                                      <p:cBhvr additive="base">
                                        <p:cTn id="7" dur="500" fill="hold"/>
                                        <p:tgtEl>
                                          <p:spTgt spid="132134"/>
                                        </p:tgtEl>
                                        <p:attrNameLst>
                                          <p:attrName>ppt_x</p:attrName>
                                        </p:attrNameLst>
                                      </p:cBhvr>
                                      <p:tavLst>
                                        <p:tav tm="0">
                                          <p:val>
                                            <p:strVal val="#ppt_x"/>
                                          </p:val>
                                        </p:tav>
                                        <p:tav tm="100000">
                                          <p:val>
                                            <p:strVal val="#ppt_x"/>
                                          </p:val>
                                        </p:tav>
                                      </p:tavLst>
                                    </p:anim>
                                    <p:anim calcmode="lin" valueType="num">
                                      <p:cBhvr additive="base">
                                        <p:cTn id="8" dur="500" fill="hold"/>
                                        <p:tgtEl>
                                          <p:spTgt spid="13213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2133"/>
                                        </p:tgtEl>
                                        <p:attrNameLst>
                                          <p:attrName>style.visibility</p:attrName>
                                        </p:attrNameLst>
                                      </p:cBhvr>
                                      <p:to>
                                        <p:strVal val="visible"/>
                                      </p:to>
                                    </p:set>
                                    <p:anim calcmode="lin" valueType="num">
                                      <p:cBhvr additive="base">
                                        <p:cTn id="11" dur="500" fill="hold"/>
                                        <p:tgtEl>
                                          <p:spTgt spid="132133"/>
                                        </p:tgtEl>
                                        <p:attrNameLst>
                                          <p:attrName>ppt_x</p:attrName>
                                        </p:attrNameLst>
                                      </p:cBhvr>
                                      <p:tavLst>
                                        <p:tav tm="0">
                                          <p:val>
                                            <p:strVal val="#ppt_x"/>
                                          </p:val>
                                        </p:tav>
                                        <p:tav tm="100000">
                                          <p:val>
                                            <p:strVal val="#ppt_x"/>
                                          </p:val>
                                        </p:tav>
                                      </p:tavLst>
                                    </p:anim>
                                    <p:anim calcmode="lin" valueType="num">
                                      <p:cBhvr additive="base">
                                        <p:cTn id="12" dur="500" fill="hold"/>
                                        <p:tgtEl>
                                          <p:spTgt spid="13213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2135"/>
                                        </p:tgtEl>
                                        <p:attrNameLst>
                                          <p:attrName>style.visibility</p:attrName>
                                        </p:attrNameLst>
                                      </p:cBhvr>
                                      <p:to>
                                        <p:strVal val="visible"/>
                                      </p:to>
                                    </p:set>
                                    <p:anim calcmode="lin" valueType="num">
                                      <p:cBhvr additive="base">
                                        <p:cTn id="15" dur="500" fill="hold"/>
                                        <p:tgtEl>
                                          <p:spTgt spid="132135"/>
                                        </p:tgtEl>
                                        <p:attrNameLst>
                                          <p:attrName>ppt_x</p:attrName>
                                        </p:attrNameLst>
                                      </p:cBhvr>
                                      <p:tavLst>
                                        <p:tav tm="0">
                                          <p:val>
                                            <p:strVal val="#ppt_x"/>
                                          </p:val>
                                        </p:tav>
                                        <p:tav tm="100000">
                                          <p:val>
                                            <p:strVal val="#ppt_x"/>
                                          </p:val>
                                        </p:tav>
                                      </p:tavLst>
                                    </p:anim>
                                    <p:anim calcmode="lin" valueType="num">
                                      <p:cBhvr additive="base">
                                        <p:cTn id="16" dur="500" fill="hold"/>
                                        <p:tgtEl>
                                          <p:spTgt spid="1321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32136"/>
                                        </p:tgtEl>
                                        <p:attrNameLst>
                                          <p:attrName>style.visibility</p:attrName>
                                        </p:attrNameLst>
                                      </p:cBhvr>
                                      <p:to>
                                        <p:strVal val="visible"/>
                                      </p:to>
                                    </p:set>
                                    <p:anim calcmode="lin" valueType="num">
                                      <p:cBhvr additive="base">
                                        <p:cTn id="19" dur="500" fill="hold"/>
                                        <p:tgtEl>
                                          <p:spTgt spid="132136"/>
                                        </p:tgtEl>
                                        <p:attrNameLst>
                                          <p:attrName>ppt_x</p:attrName>
                                        </p:attrNameLst>
                                      </p:cBhvr>
                                      <p:tavLst>
                                        <p:tav tm="0">
                                          <p:val>
                                            <p:strVal val="#ppt_x"/>
                                          </p:val>
                                        </p:tav>
                                        <p:tav tm="100000">
                                          <p:val>
                                            <p:strVal val="#ppt_x"/>
                                          </p:val>
                                        </p:tav>
                                      </p:tavLst>
                                    </p:anim>
                                    <p:anim calcmode="lin" valueType="num">
                                      <p:cBhvr additive="base">
                                        <p:cTn id="20" dur="500" fill="hold"/>
                                        <p:tgtEl>
                                          <p:spTgt spid="13213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2137"/>
                                        </p:tgtEl>
                                        <p:attrNameLst>
                                          <p:attrName>style.visibility</p:attrName>
                                        </p:attrNameLst>
                                      </p:cBhvr>
                                      <p:to>
                                        <p:strVal val="visible"/>
                                      </p:to>
                                    </p:set>
                                    <p:anim calcmode="lin" valueType="num">
                                      <p:cBhvr additive="base">
                                        <p:cTn id="23" dur="500" fill="hold"/>
                                        <p:tgtEl>
                                          <p:spTgt spid="132137"/>
                                        </p:tgtEl>
                                        <p:attrNameLst>
                                          <p:attrName>ppt_x</p:attrName>
                                        </p:attrNameLst>
                                      </p:cBhvr>
                                      <p:tavLst>
                                        <p:tav tm="0">
                                          <p:val>
                                            <p:strVal val="#ppt_x"/>
                                          </p:val>
                                        </p:tav>
                                        <p:tav tm="100000">
                                          <p:val>
                                            <p:strVal val="#ppt_x"/>
                                          </p:val>
                                        </p:tav>
                                      </p:tavLst>
                                    </p:anim>
                                    <p:anim calcmode="lin" valueType="num">
                                      <p:cBhvr additive="base">
                                        <p:cTn id="24" dur="500" fill="hold"/>
                                        <p:tgtEl>
                                          <p:spTgt spid="132137"/>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additive="base">
                                        <p:cTn id="41" dur="500" fill="hold"/>
                                        <p:tgtEl>
                                          <p:spTgt spid="4"/>
                                        </p:tgtEl>
                                        <p:attrNameLst>
                                          <p:attrName>ppt_x</p:attrName>
                                        </p:attrNameLst>
                                      </p:cBhvr>
                                      <p:tavLst>
                                        <p:tav tm="0">
                                          <p:val>
                                            <p:strVal val="#ppt_x"/>
                                          </p:val>
                                        </p:tav>
                                        <p:tav tm="100000">
                                          <p:val>
                                            <p:strVal val="#ppt_x"/>
                                          </p:val>
                                        </p:tav>
                                      </p:tavLst>
                                    </p:anim>
                                    <p:anim calcmode="lin" valueType="num">
                                      <p:cBhvr additive="base">
                                        <p:cTn id="4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35" grpId="0"/>
      <p:bldP spid="132136" grpId="0"/>
      <p:bldP spid="13213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日期占位符 1">
            <a:extLst>
              <a:ext uri="{FF2B5EF4-FFF2-40B4-BE49-F238E27FC236}">
                <a16:creationId xmlns="" xmlns:a16="http://schemas.microsoft.com/office/drawing/2014/main" id="{359CBB77-3C6A-44FE-A44B-2F8B564A599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49708A9-2195-49C7-AE2B-973AEDF6A7DF}" type="datetime3">
              <a:rPr lang="zh-CN" altLang="en-US" smtClean="0"/>
              <a:pPr eaLnBrk="1" hangingPunct="1"/>
              <a:t>2022年2月18日星期五</a:t>
            </a:fld>
            <a:endParaRPr lang="en-US" altLang="zh-CN"/>
          </a:p>
        </p:txBody>
      </p:sp>
      <p:sp>
        <p:nvSpPr>
          <p:cNvPr id="33797" name="页脚占位符 2">
            <a:extLst>
              <a:ext uri="{FF2B5EF4-FFF2-40B4-BE49-F238E27FC236}">
                <a16:creationId xmlns="" xmlns:a16="http://schemas.microsoft.com/office/drawing/2014/main" id="{3C2705CD-6AC2-4E55-89C0-A13F8528A97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p>
        </p:txBody>
      </p:sp>
      <p:sp>
        <p:nvSpPr>
          <p:cNvPr id="33798" name="灯片编号占位符 3">
            <a:extLst>
              <a:ext uri="{FF2B5EF4-FFF2-40B4-BE49-F238E27FC236}">
                <a16:creationId xmlns="" xmlns:a16="http://schemas.microsoft.com/office/drawing/2014/main" id="{4232E23A-9D6D-43FD-AD60-25F6507728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AB57C39-D6E7-4A5E-9E45-8153511FAAED}" type="slidenum">
              <a:rPr lang="en-US" altLang="zh-CN"/>
              <a:pPr eaLnBrk="1" hangingPunct="1"/>
              <a:t>34</a:t>
            </a:fld>
            <a:endParaRPr lang="en-US" altLang="zh-CN"/>
          </a:p>
        </p:txBody>
      </p:sp>
      <p:sp>
        <p:nvSpPr>
          <p:cNvPr id="33799" name="Rectangle 2">
            <a:extLst>
              <a:ext uri="{FF2B5EF4-FFF2-40B4-BE49-F238E27FC236}">
                <a16:creationId xmlns="" xmlns:a16="http://schemas.microsoft.com/office/drawing/2014/main" id="{D66FA046-9D4D-4248-AD37-79BAAFC86FF6}"/>
              </a:ext>
            </a:extLst>
          </p:cNvPr>
          <p:cNvSpPr>
            <a:spLocks noChangeArrowheads="1"/>
          </p:cNvSpPr>
          <p:nvPr/>
        </p:nvSpPr>
        <p:spPr bwMode="auto">
          <a:xfrm>
            <a:off x="323850" y="188913"/>
            <a:ext cx="511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》2010-2011</a:t>
            </a:r>
            <a:r>
              <a:rPr lang="zh-CN" altLang="en-US" b="1"/>
              <a:t>学年第</a:t>
            </a:r>
            <a:r>
              <a:rPr lang="en-US" altLang="zh-CN" b="1"/>
              <a:t>2</a:t>
            </a:r>
            <a:r>
              <a:rPr lang="zh-CN" altLang="en-US" b="1"/>
              <a:t>学期，试卷</a:t>
            </a:r>
          </a:p>
        </p:txBody>
      </p:sp>
      <p:sp>
        <p:nvSpPr>
          <p:cNvPr id="33800" name="Rectangle 6">
            <a:extLst>
              <a:ext uri="{FF2B5EF4-FFF2-40B4-BE49-F238E27FC236}">
                <a16:creationId xmlns="" xmlns:a16="http://schemas.microsoft.com/office/drawing/2014/main" id="{21875C76-70B2-48DE-8D1B-246CC4B6CAF5}"/>
              </a:ext>
            </a:extLst>
          </p:cNvPr>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801" name="Rectangle 7">
            <a:extLst>
              <a:ext uri="{FF2B5EF4-FFF2-40B4-BE49-F238E27FC236}">
                <a16:creationId xmlns="" xmlns:a16="http://schemas.microsoft.com/office/drawing/2014/main" id="{DBE9A7AE-4FA2-4C4D-AA31-AB1A5DE12E90}"/>
              </a:ext>
            </a:extLst>
          </p:cNvPr>
          <p:cNvSpPr>
            <a:spLocks noChangeArrowheads="1"/>
          </p:cNvSpPr>
          <p:nvPr/>
        </p:nvSpPr>
        <p:spPr bwMode="auto">
          <a:xfrm>
            <a:off x="-1044575" y="28146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33802" name="Rectangle 16">
            <a:extLst>
              <a:ext uri="{FF2B5EF4-FFF2-40B4-BE49-F238E27FC236}">
                <a16:creationId xmlns="" xmlns:a16="http://schemas.microsoft.com/office/drawing/2014/main" id="{3E2869D1-FE09-4D56-AE8E-7E6AB323C7E7}"/>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3147" name="Rectangle 27">
            <a:extLst>
              <a:ext uri="{FF2B5EF4-FFF2-40B4-BE49-F238E27FC236}">
                <a16:creationId xmlns="" xmlns:a16="http://schemas.microsoft.com/office/drawing/2014/main" id="{66DF2D2C-B50E-4E15-BB14-D56B166E1F50}"/>
              </a:ext>
            </a:extLst>
          </p:cNvPr>
          <p:cNvSpPr>
            <a:spLocks noChangeArrowheads="1"/>
          </p:cNvSpPr>
          <p:nvPr/>
        </p:nvSpPr>
        <p:spPr bwMode="auto">
          <a:xfrm>
            <a:off x="119063" y="1047750"/>
            <a:ext cx="91122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a:t>
            </a:r>
            <a:r>
              <a:rPr lang="en-US" altLang="zh-CN" sz="2400"/>
              <a:t>2</a:t>
            </a:r>
            <a:r>
              <a:rPr lang="zh-CN" altLang="en-US" sz="2400"/>
              <a:t>）能相似对角化。因为对应于特征值</a:t>
            </a:r>
            <a:r>
              <a:rPr lang="en-US" altLang="zh-CN" sz="2400"/>
              <a:t>-1</a:t>
            </a:r>
            <a:r>
              <a:rPr lang="zh-CN" altLang="en-US" sz="2400"/>
              <a:t>，</a:t>
            </a:r>
            <a:r>
              <a:rPr lang="en-US" altLang="zh-CN" sz="2400"/>
              <a:t>2</a:t>
            </a:r>
            <a:r>
              <a:rPr lang="zh-CN" altLang="en-US" sz="2400"/>
              <a:t>各有一个特征向量，</a:t>
            </a:r>
          </a:p>
          <a:p>
            <a:pPr eaLnBrk="1" hangingPunct="1"/>
            <a:r>
              <a:rPr lang="zh-CN" altLang="en-US" sz="2400"/>
              <a:t>对应于特征值</a:t>
            </a:r>
            <a:r>
              <a:rPr lang="en-US" altLang="zh-CN" sz="2400"/>
              <a:t>-2</a:t>
            </a:r>
            <a:r>
              <a:rPr lang="zh-CN" altLang="en-US" sz="2400"/>
              <a:t>有两个线性无关的特征向量，</a:t>
            </a:r>
          </a:p>
        </p:txBody>
      </p:sp>
      <p:grpSp>
        <p:nvGrpSpPr>
          <p:cNvPr id="2" name="组合 24">
            <a:extLst>
              <a:ext uri="{FF2B5EF4-FFF2-40B4-BE49-F238E27FC236}">
                <a16:creationId xmlns="" xmlns:a16="http://schemas.microsoft.com/office/drawing/2014/main" id="{CA7CA34D-48DF-467A-8A83-D09F0827D0FA}"/>
              </a:ext>
            </a:extLst>
          </p:cNvPr>
          <p:cNvGrpSpPr>
            <a:grpSpLocks/>
          </p:cNvGrpSpPr>
          <p:nvPr/>
        </p:nvGrpSpPr>
        <p:grpSpPr bwMode="auto">
          <a:xfrm>
            <a:off x="417513" y="2492375"/>
            <a:ext cx="3222625" cy="479425"/>
            <a:chOff x="417513" y="2492375"/>
            <a:chExt cx="3222625" cy="479425"/>
          </a:xfrm>
        </p:grpSpPr>
        <p:sp>
          <p:nvSpPr>
            <p:cNvPr id="33816" name="Rectangle 30">
              <a:extLst>
                <a:ext uri="{FF2B5EF4-FFF2-40B4-BE49-F238E27FC236}">
                  <a16:creationId xmlns="" xmlns:a16="http://schemas.microsoft.com/office/drawing/2014/main" id="{70D63D7B-1762-4031-8A35-4F30240E6C59}"/>
                </a:ext>
              </a:extLst>
            </p:cNvPr>
            <p:cNvSpPr>
              <a:spLocks noChangeArrowheads="1"/>
            </p:cNvSpPr>
            <p:nvPr/>
          </p:nvSpPr>
          <p:spPr bwMode="auto">
            <a:xfrm>
              <a:off x="417513" y="2514600"/>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故 </a:t>
              </a:r>
            </a:p>
          </p:txBody>
        </p:sp>
        <p:pic>
          <p:nvPicPr>
            <p:cNvPr id="33817" name="图片 113">
              <a:extLst>
                <a:ext uri="{FF2B5EF4-FFF2-40B4-BE49-F238E27FC236}">
                  <a16:creationId xmlns="" xmlns:a16="http://schemas.microsoft.com/office/drawing/2014/main" id="{D369AA39-079A-4645-A078-9D95AF0E54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4088" y="2536825"/>
              <a:ext cx="341312"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18" name="Rectangle 32">
              <a:extLst>
                <a:ext uri="{FF2B5EF4-FFF2-40B4-BE49-F238E27FC236}">
                  <a16:creationId xmlns="" xmlns:a16="http://schemas.microsoft.com/office/drawing/2014/main" id="{8D1635F3-1B3E-42E8-B1DE-D8E4DAC7D623}"/>
                </a:ext>
              </a:extLst>
            </p:cNvPr>
            <p:cNvSpPr>
              <a:spLocks noChangeArrowheads="1"/>
            </p:cNvSpPr>
            <p:nvPr/>
          </p:nvSpPr>
          <p:spPr bwMode="auto">
            <a:xfrm>
              <a:off x="1258888" y="2492375"/>
              <a:ext cx="2381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可相似对角化。</a:t>
              </a:r>
              <a:r>
                <a:rPr lang="zh-CN" altLang="en-US"/>
                <a:t> </a:t>
              </a:r>
            </a:p>
          </p:txBody>
        </p:sp>
      </p:grpSp>
      <p:sp>
        <p:nvSpPr>
          <p:cNvPr id="33805" name="Rectangle 35">
            <a:extLst>
              <a:ext uri="{FF2B5EF4-FFF2-40B4-BE49-F238E27FC236}">
                <a16:creationId xmlns="" xmlns:a16="http://schemas.microsoft.com/office/drawing/2014/main" id="{E44D3A44-F149-443D-8332-1D8704359402}"/>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806" name="Rectangle 38">
            <a:extLst>
              <a:ext uri="{FF2B5EF4-FFF2-40B4-BE49-F238E27FC236}">
                <a16:creationId xmlns="" xmlns:a16="http://schemas.microsoft.com/office/drawing/2014/main" id="{55762827-DE60-46CF-8381-9A1CE0B05EB5}"/>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 name="组合 25">
            <a:extLst>
              <a:ext uri="{FF2B5EF4-FFF2-40B4-BE49-F238E27FC236}">
                <a16:creationId xmlns="" xmlns:a16="http://schemas.microsoft.com/office/drawing/2014/main" id="{8B73F401-ABDC-4EC5-9127-6BEC03EC1C36}"/>
              </a:ext>
            </a:extLst>
          </p:cNvPr>
          <p:cNvGrpSpPr>
            <a:grpSpLocks/>
          </p:cNvGrpSpPr>
          <p:nvPr/>
        </p:nvGrpSpPr>
        <p:grpSpPr bwMode="auto">
          <a:xfrm>
            <a:off x="323850" y="3141663"/>
            <a:ext cx="6148388" cy="1177925"/>
            <a:chOff x="323850" y="3141663"/>
            <a:chExt cx="6148083" cy="1177925"/>
          </a:xfrm>
        </p:grpSpPr>
        <p:sp>
          <p:nvSpPr>
            <p:cNvPr id="33813" name="Rectangle 33">
              <a:extLst>
                <a:ext uri="{FF2B5EF4-FFF2-40B4-BE49-F238E27FC236}">
                  <a16:creationId xmlns="" xmlns:a16="http://schemas.microsoft.com/office/drawing/2014/main" id="{8E75B6FE-478D-434D-B3AD-63559DF0F9BB}"/>
                </a:ext>
              </a:extLst>
            </p:cNvPr>
            <p:cNvSpPr>
              <a:spLocks noChangeArrowheads="1"/>
            </p:cNvSpPr>
            <p:nvPr/>
          </p:nvSpPr>
          <p:spPr bwMode="auto">
            <a:xfrm>
              <a:off x="323850" y="3141663"/>
              <a:ext cx="104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a:t>
              </a:r>
              <a:r>
                <a:rPr lang="en-US" altLang="zh-CN" sz="2400"/>
                <a:t>3</a:t>
              </a:r>
              <a:r>
                <a:rPr lang="zh-CN" altLang="en-US" sz="2400"/>
                <a:t>） </a:t>
              </a:r>
            </a:p>
          </p:txBody>
        </p:sp>
        <p:graphicFrame>
          <p:nvGraphicFramePr>
            <p:cNvPr id="33794" name="Object 2">
              <a:extLst>
                <a:ext uri="{FF2B5EF4-FFF2-40B4-BE49-F238E27FC236}">
                  <a16:creationId xmlns="" xmlns:a16="http://schemas.microsoft.com/office/drawing/2014/main" id="{13E76C8D-26EB-4B6C-8C21-27FDF781F83F}"/>
                </a:ext>
              </a:extLst>
            </p:cNvPr>
            <p:cNvGraphicFramePr>
              <a:graphicFrameLocks noChangeAspect="1"/>
            </p:cNvGraphicFramePr>
            <p:nvPr/>
          </p:nvGraphicFramePr>
          <p:xfrm>
            <a:off x="1258888" y="3213100"/>
            <a:ext cx="936625" cy="363538"/>
          </p:xfrm>
          <a:graphic>
            <a:graphicData uri="http://schemas.openxmlformats.org/presentationml/2006/ole">
              <mc:AlternateContent xmlns:mc="http://schemas.openxmlformats.org/markup-compatibility/2006">
                <mc:Choice xmlns:v="urn:schemas-microsoft-com:vml" Requires="v">
                  <p:oleObj spid="_x0000_s32778" name="Equation" r:id="rId4" imgW="469696" imgH="177723" progId="Equation.DSMT4">
                    <p:embed/>
                  </p:oleObj>
                </mc:Choice>
                <mc:Fallback>
                  <p:oleObj name="Equation" r:id="rId4" imgW="469696" imgH="177723" progId="Equation.DSMT4">
                    <p:embed/>
                    <p:pic>
                      <p:nvPicPr>
                        <p:cNvPr id="33794" name="Object 2">
                          <a:extLst>
                            <a:ext uri="{FF2B5EF4-FFF2-40B4-BE49-F238E27FC236}">
                              <a16:creationId xmlns="" xmlns:a16="http://schemas.microsoft.com/office/drawing/2014/main" id="{13E76C8D-26EB-4B6C-8C21-27FDF781F8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3213100"/>
                          <a:ext cx="936625" cy="363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14" name="Rectangle 36">
              <a:extLst>
                <a:ext uri="{FF2B5EF4-FFF2-40B4-BE49-F238E27FC236}">
                  <a16:creationId xmlns="" xmlns:a16="http://schemas.microsoft.com/office/drawing/2014/main" id="{E1506BDE-7134-4152-A992-667F3307209A}"/>
                </a:ext>
              </a:extLst>
            </p:cNvPr>
            <p:cNvSpPr>
              <a:spLocks noChangeArrowheads="1"/>
            </p:cNvSpPr>
            <p:nvPr/>
          </p:nvSpPr>
          <p:spPr bwMode="auto">
            <a:xfrm>
              <a:off x="2268538" y="3210868"/>
              <a:ext cx="42033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的特征值为  </a:t>
              </a:r>
              <a:r>
                <a:rPr lang="en-US" altLang="zh-CN" sz="2400"/>
                <a:t>2</a:t>
              </a:r>
              <a:r>
                <a:rPr lang="zh-CN" altLang="en-US" sz="2400"/>
                <a:t>，</a:t>
              </a:r>
              <a:r>
                <a:rPr lang="en-US" altLang="zh-CN" sz="2400"/>
                <a:t>5</a:t>
              </a:r>
              <a:r>
                <a:rPr lang="zh-CN" altLang="en-US" sz="2400"/>
                <a:t>，</a:t>
              </a:r>
              <a:r>
                <a:rPr lang="en-US" altLang="zh-CN" sz="2400"/>
                <a:t>1</a:t>
              </a:r>
              <a:r>
                <a:rPr lang="zh-CN" altLang="en-US" sz="2400"/>
                <a:t>，</a:t>
              </a:r>
              <a:r>
                <a:rPr lang="en-US" altLang="zh-CN" sz="2400"/>
                <a:t>1</a:t>
              </a:r>
              <a:r>
                <a:rPr lang="zh-CN" altLang="en-US" sz="2400"/>
                <a:t>。故 </a:t>
              </a:r>
            </a:p>
          </p:txBody>
        </p:sp>
        <p:graphicFrame>
          <p:nvGraphicFramePr>
            <p:cNvPr id="33795" name="Object 3">
              <a:extLst>
                <a:ext uri="{FF2B5EF4-FFF2-40B4-BE49-F238E27FC236}">
                  <a16:creationId xmlns="" xmlns:a16="http://schemas.microsoft.com/office/drawing/2014/main" id="{D5931AF6-9864-4F1C-862C-121A5127CE38}"/>
                </a:ext>
              </a:extLst>
            </p:cNvPr>
            <p:cNvGraphicFramePr>
              <a:graphicFrameLocks noChangeAspect="1"/>
            </p:cNvGraphicFramePr>
            <p:nvPr/>
          </p:nvGraphicFramePr>
          <p:xfrm>
            <a:off x="1331913" y="3860800"/>
            <a:ext cx="1008062" cy="458788"/>
          </p:xfrm>
          <a:graphic>
            <a:graphicData uri="http://schemas.openxmlformats.org/presentationml/2006/ole">
              <mc:AlternateContent xmlns:mc="http://schemas.openxmlformats.org/markup-compatibility/2006">
                <mc:Choice xmlns:v="urn:schemas-microsoft-com:vml" Requires="v">
                  <p:oleObj spid="_x0000_s32779" name="Equation" r:id="rId6" imgW="520474" imgH="241195" progId="Equation.DSMT4">
                    <p:embed/>
                  </p:oleObj>
                </mc:Choice>
                <mc:Fallback>
                  <p:oleObj name="Equation" r:id="rId6" imgW="520474" imgH="241195" progId="Equation.DSMT4">
                    <p:embed/>
                    <p:pic>
                      <p:nvPicPr>
                        <p:cNvPr id="33795" name="Object 3">
                          <a:extLst>
                            <a:ext uri="{FF2B5EF4-FFF2-40B4-BE49-F238E27FC236}">
                              <a16:creationId xmlns="" xmlns:a16="http://schemas.microsoft.com/office/drawing/2014/main" id="{D5931AF6-9864-4F1C-862C-121A5127CE3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913" y="3860800"/>
                          <a:ext cx="1008062"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15" name="Rectangle 39">
              <a:extLst>
                <a:ext uri="{FF2B5EF4-FFF2-40B4-BE49-F238E27FC236}">
                  <a16:creationId xmlns="" xmlns:a16="http://schemas.microsoft.com/office/drawing/2014/main" id="{0FB5DA33-F726-4930-A8BA-4C487512AFCF}"/>
                </a:ext>
              </a:extLst>
            </p:cNvPr>
            <p:cNvSpPr>
              <a:spLocks noChangeArrowheads="1"/>
            </p:cNvSpPr>
            <p:nvPr/>
          </p:nvSpPr>
          <p:spPr bwMode="auto">
            <a:xfrm>
              <a:off x="2268538" y="3860800"/>
              <a:ext cx="1069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t>=10</a:t>
              </a:r>
              <a:r>
                <a:rPr lang="zh-CN" altLang="en-US" sz="2400"/>
                <a:t>。</a:t>
              </a:r>
              <a:r>
                <a:rPr lang="zh-CN" altLang="en-US"/>
                <a:t> </a:t>
              </a:r>
            </a:p>
          </p:txBody>
        </p:sp>
      </p:grpSp>
      <p:sp>
        <p:nvSpPr>
          <p:cNvPr id="33808" name="Rectangle 40">
            <a:extLst>
              <a:ext uri="{FF2B5EF4-FFF2-40B4-BE49-F238E27FC236}">
                <a16:creationId xmlns="" xmlns:a16="http://schemas.microsoft.com/office/drawing/2014/main" id="{1F3976F7-FBD8-4A36-AAFB-E2CB4E4C55C7}"/>
              </a:ext>
            </a:extLst>
          </p:cNvPr>
          <p:cNvSpPr>
            <a:spLocks noChangeArrowheads="1"/>
          </p:cNvSpPr>
          <p:nvPr/>
        </p:nvSpPr>
        <p:spPr bwMode="auto">
          <a:xfrm>
            <a:off x="131763" y="593725"/>
            <a:ext cx="1565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t>三、计算题题</a:t>
            </a:r>
          </a:p>
        </p:txBody>
      </p:sp>
      <p:grpSp>
        <p:nvGrpSpPr>
          <p:cNvPr id="4" name="组合 23">
            <a:extLst>
              <a:ext uri="{FF2B5EF4-FFF2-40B4-BE49-F238E27FC236}">
                <a16:creationId xmlns="" xmlns:a16="http://schemas.microsoft.com/office/drawing/2014/main" id="{FC63FEBC-E807-4A07-B819-2AA6809904E6}"/>
              </a:ext>
            </a:extLst>
          </p:cNvPr>
          <p:cNvGrpSpPr>
            <a:grpSpLocks/>
          </p:cNvGrpSpPr>
          <p:nvPr/>
        </p:nvGrpSpPr>
        <p:grpSpPr bwMode="auto">
          <a:xfrm>
            <a:off x="228600" y="1905000"/>
            <a:ext cx="5353050" cy="461963"/>
            <a:chOff x="228600" y="1905000"/>
            <a:chExt cx="5353050" cy="461665"/>
          </a:xfrm>
        </p:grpSpPr>
        <p:pic>
          <p:nvPicPr>
            <p:cNvPr id="33810" name="图片 112">
              <a:extLst>
                <a:ext uri="{FF2B5EF4-FFF2-40B4-BE49-F238E27FC236}">
                  <a16:creationId xmlns="" xmlns:a16="http://schemas.microsoft.com/office/drawing/2014/main" id="{03CEED56-4149-4DB2-9401-C39FAF85667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90600" y="1905000"/>
              <a:ext cx="3429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11" name="Rectangle 29">
              <a:extLst>
                <a:ext uri="{FF2B5EF4-FFF2-40B4-BE49-F238E27FC236}">
                  <a16:creationId xmlns="" xmlns:a16="http://schemas.microsoft.com/office/drawing/2014/main" id="{E8B6A28C-10F8-4ADA-92D9-77AF95371F10}"/>
                </a:ext>
              </a:extLst>
            </p:cNvPr>
            <p:cNvSpPr>
              <a:spLocks noChangeArrowheads="1"/>
            </p:cNvSpPr>
            <p:nvPr/>
          </p:nvSpPr>
          <p:spPr bwMode="auto">
            <a:xfrm>
              <a:off x="1371600" y="1905000"/>
              <a:ext cx="4210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有四个线性无关的特征向量，</a:t>
              </a:r>
              <a:r>
                <a:rPr lang="zh-CN" altLang="en-US"/>
                <a:t> </a:t>
              </a:r>
            </a:p>
          </p:txBody>
        </p:sp>
        <p:sp>
          <p:nvSpPr>
            <p:cNvPr id="33812" name="矩形 22">
              <a:extLst>
                <a:ext uri="{FF2B5EF4-FFF2-40B4-BE49-F238E27FC236}">
                  <a16:creationId xmlns="" xmlns:a16="http://schemas.microsoft.com/office/drawing/2014/main" id="{56C90B6F-6044-445A-9B27-29E73EAE0D67}"/>
                </a:ext>
              </a:extLst>
            </p:cNvPr>
            <p:cNvSpPr>
              <a:spLocks noChangeArrowheads="1"/>
            </p:cNvSpPr>
            <p:nvPr/>
          </p:nvSpPr>
          <p:spPr bwMode="auto">
            <a:xfrm>
              <a:off x="228600" y="1905000"/>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所以</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47"/>
                                        </p:tgtEl>
                                        <p:attrNameLst>
                                          <p:attrName>style.visibility</p:attrName>
                                        </p:attrNameLst>
                                      </p:cBhvr>
                                      <p:to>
                                        <p:strVal val="visible"/>
                                      </p:to>
                                    </p:set>
                                    <p:anim calcmode="lin" valueType="num">
                                      <p:cBhvr additive="base">
                                        <p:cTn id="7" dur="500" fill="hold"/>
                                        <p:tgtEl>
                                          <p:spTgt spid="133147"/>
                                        </p:tgtEl>
                                        <p:attrNameLst>
                                          <p:attrName>ppt_x</p:attrName>
                                        </p:attrNameLst>
                                      </p:cBhvr>
                                      <p:tavLst>
                                        <p:tav tm="0">
                                          <p:val>
                                            <p:strVal val="#ppt_x"/>
                                          </p:val>
                                        </p:tav>
                                        <p:tav tm="100000">
                                          <p:val>
                                            <p:strVal val="#ppt_x"/>
                                          </p:val>
                                        </p:tav>
                                      </p:tavLst>
                                    </p:anim>
                                    <p:anim calcmode="lin" valueType="num">
                                      <p:cBhvr additive="base">
                                        <p:cTn id="8" dur="500" fill="hold"/>
                                        <p:tgtEl>
                                          <p:spTgt spid="13314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2" name="日期占位符 1">
            <a:extLst>
              <a:ext uri="{FF2B5EF4-FFF2-40B4-BE49-F238E27FC236}">
                <a16:creationId xmlns="" xmlns:a16="http://schemas.microsoft.com/office/drawing/2014/main" id="{2AC6F497-B85A-4ABF-AC05-D9F1BA04623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257EC8B-3E95-4F4E-A824-4DFA51378345}" type="datetime3">
              <a:rPr lang="zh-CN" altLang="en-US" smtClean="0"/>
              <a:pPr eaLnBrk="1" hangingPunct="1"/>
              <a:t>2022年2月18日星期五</a:t>
            </a:fld>
            <a:endParaRPr lang="en-US" altLang="zh-CN"/>
          </a:p>
        </p:txBody>
      </p:sp>
      <p:sp>
        <p:nvSpPr>
          <p:cNvPr id="34823" name="页脚占位符 2">
            <a:extLst>
              <a:ext uri="{FF2B5EF4-FFF2-40B4-BE49-F238E27FC236}">
                <a16:creationId xmlns="" xmlns:a16="http://schemas.microsoft.com/office/drawing/2014/main" id="{54BE8A67-9F0D-4098-9FE7-B0AA72538D6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p>
        </p:txBody>
      </p:sp>
      <p:sp>
        <p:nvSpPr>
          <p:cNvPr id="34824" name="灯片编号占位符 3">
            <a:extLst>
              <a:ext uri="{FF2B5EF4-FFF2-40B4-BE49-F238E27FC236}">
                <a16:creationId xmlns="" xmlns:a16="http://schemas.microsoft.com/office/drawing/2014/main" id="{3C871C58-F121-4F9A-9602-E190F0C340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058004B-1C37-4BDC-AA65-D497B103D06F}" type="slidenum">
              <a:rPr lang="en-US" altLang="zh-CN"/>
              <a:pPr eaLnBrk="1" hangingPunct="1"/>
              <a:t>35</a:t>
            </a:fld>
            <a:endParaRPr lang="en-US" altLang="zh-CN"/>
          </a:p>
        </p:txBody>
      </p:sp>
      <p:sp>
        <p:nvSpPr>
          <p:cNvPr id="34825" name="Rectangle 2">
            <a:extLst>
              <a:ext uri="{FF2B5EF4-FFF2-40B4-BE49-F238E27FC236}">
                <a16:creationId xmlns="" xmlns:a16="http://schemas.microsoft.com/office/drawing/2014/main" id="{BF220EA9-4767-4DB6-9E68-5B2880BC21C6}"/>
              </a:ext>
            </a:extLst>
          </p:cNvPr>
          <p:cNvSpPr>
            <a:spLocks noChangeArrowheads="1"/>
          </p:cNvSpPr>
          <p:nvPr/>
        </p:nvSpPr>
        <p:spPr bwMode="auto">
          <a:xfrm>
            <a:off x="323850" y="188913"/>
            <a:ext cx="511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》2009-2010</a:t>
            </a:r>
            <a:r>
              <a:rPr lang="zh-CN" altLang="en-US" b="1"/>
              <a:t>学年第</a:t>
            </a:r>
            <a:r>
              <a:rPr lang="en-US" altLang="zh-CN" b="1"/>
              <a:t>2</a:t>
            </a:r>
            <a:r>
              <a:rPr lang="zh-CN" altLang="en-US" b="1"/>
              <a:t>学期，试卷</a:t>
            </a:r>
          </a:p>
        </p:txBody>
      </p:sp>
      <p:sp>
        <p:nvSpPr>
          <p:cNvPr id="34826" name="Rectangle 3">
            <a:extLst>
              <a:ext uri="{FF2B5EF4-FFF2-40B4-BE49-F238E27FC236}">
                <a16:creationId xmlns="" xmlns:a16="http://schemas.microsoft.com/office/drawing/2014/main" id="{7CA428B1-98E0-42EA-AF30-153069085C65}"/>
              </a:ext>
            </a:extLst>
          </p:cNvPr>
          <p:cNvSpPr>
            <a:spLocks noChangeArrowheads="1"/>
          </p:cNvSpPr>
          <p:nvPr/>
        </p:nvSpPr>
        <p:spPr bwMode="auto">
          <a:xfrm>
            <a:off x="250825" y="593725"/>
            <a:ext cx="13350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五、解答题</a:t>
            </a:r>
          </a:p>
        </p:txBody>
      </p:sp>
      <p:sp>
        <p:nvSpPr>
          <p:cNvPr id="34827" name="Rectangle 4">
            <a:extLst>
              <a:ext uri="{FF2B5EF4-FFF2-40B4-BE49-F238E27FC236}">
                <a16:creationId xmlns="" xmlns:a16="http://schemas.microsoft.com/office/drawing/2014/main" id="{91B630A6-4266-4BD2-A8B5-3F13064AA809}"/>
              </a:ext>
            </a:extLst>
          </p:cNvPr>
          <p:cNvSpPr>
            <a:spLocks noChangeArrowheads="1"/>
          </p:cNvSpPr>
          <p:nvPr/>
        </p:nvSpPr>
        <p:spPr bwMode="auto">
          <a:xfrm>
            <a:off x="0" y="2819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4828" name="Rectangle 18">
            <a:extLst>
              <a:ext uri="{FF2B5EF4-FFF2-40B4-BE49-F238E27FC236}">
                <a16:creationId xmlns="" xmlns:a16="http://schemas.microsoft.com/office/drawing/2014/main" id="{BC91894D-1819-438C-AEE5-C01BA33A99AB}"/>
              </a:ext>
            </a:extLst>
          </p:cNvPr>
          <p:cNvSpPr>
            <a:spLocks noChangeArrowheads="1"/>
          </p:cNvSpPr>
          <p:nvPr/>
        </p:nvSpPr>
        <p:spPr bwMode="auto">
          <a:xfrm>
            <a:off x="0" y="2833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4818" name="Object 21">
            <a:extLst>
              <a:ext uri="{FF2B5EF4-FFF2-40B4-BE49-F238E27FC236}">
                <a16:creationId xmlns="" xmlns:a16="http://schemas.microsoft.com/office/drawing/2014/main" id="{3BA9C6F1-E7F3-4700-B6A4-F30555000D26}"/>
              </a:ext>
            </a:extLst>
          </p:cNvPr>
          <p:cNvGraphicFramePr>
            <a:graphicFrameLocks noChangeAspect="1"/>
          </p:cNvGraphicFramePr>
          <p:nvPr/>
        </p:nvGraphicFramePr>
        <p:xfrm>
          <a:off x="611188" y="1628775"/>
          <a:ext cx="2303462" cy="884238"/>
        </p:xfrm>
        <a:graphic>
          <a:graphicData uri="http://schemas.openxmlformats.org/presentationml/2006/ole">
            <mc:AlternateContent xmlns:mc="http://schemas.openxmlformats.org/markup-compatibility/2006">
              <mc:Choice xmlns:v="urn:schemas-microsoft-com:vml" Requires="v">
                <p:oleObj spid="_x0000_s33810" name="Equation" r:id="rId3" imgW="1193800" imgH="457200" progId="Equation.DSMT4">
                  <p:embed/>
                </p:oleObj>
              </mc:Choice>
              <mc:Fallback>
                <p:oleObj name="Equation" r:id="rId3" imgW="1193800" imgH="457200" progId="Equation.DSMT4">
                  <p:embed/>
                  <p:pic>
                    <p:nvPicPr>
                      <p:cNvPr id="34818" name="Object 21">
                        <a:extLst>
                          <a:ext uri="{FF2B5EF4-FFF2-40B4-BE49-F238E27FC236}">
                            <a16:creationId xmlns="" xmlns:a16="http://schemas.microsoft.com/office/drawing/2014/main" id="{3BA9C6F1-E7F3-4700-B6A4-F30555000D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628775"/>
                        <a:ext cx="2303462" cy="884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19" name="Object 20">
            <a:extLst>
              <a:ext uri="{FF2B5EF4-FFF2-40B4-BE49-F238E27FC236}">
                <a16:creationId xmlns="" xmlns:a16="http://schemas.microsoft.com/office/drawing/2014/main" id="{BADB1CDD-3F2E-40FF-90AF-95549F25EA90}"/>
              </a:ext>
            </a:extLst>
          </p:cNvPr>
          <p:cNvGraphicFramePr>
            <a:graphicFrameLocks noChangeAspect="1"/>
          </p:cNvGraphicFramePr>
          <p:nvPr/>
        </p:nvGraphicFramePr>
        <p:xfrm>
          <a:off x="4500563" y="2060575"/>
          <a:ext cx="779462" cy="433388"/>
        </p:xfrm>
        <a:graphic>
          <a:graphicData uri="http://schemas.openxmlformats.org/presentationml/2006/ole">
            <mc:AlternateContent xmlns:mc="http://schemas.openxmlformats.org/markup-compatibility/2006">
              <mc:Choice xmlns:v="urn:schemas-microsoft-com:vml" Requires="v">
                <p:oleObj spid="_x0000_s33811" name="Equation" r:id="rId5" imgW="342751" imgH="190417" progId="Equation.DSMT4">
                  <p:embed/>
                </p:oleObj>
              </mc:Choice>
              <mc:Fallback>
                <p:oleObj name="Equation" r:id="rId5" imgW="342751" imgH="190417" progId="Equation.DSMT4">
                  <p:embed/>
                  <p:pic>
                    <p:nvPicPr>
                      <p:cNvPr id="34819" name="Object 20">
                        <a:extLst>
                          <a:ext uri="{FF2B5EF4-FFF2-40B4-BE49-F238E27FC236}">
                            <a16:creationId xmlns="" xmlns:a16="http://schemas.microsoft.com/office/drawing/2014/main" id="{BADB1CDD-3F2E-40FF-90AF-95549F25EA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563" y="2060575"/>
                        <a:ext cx="779462"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9" name="Rectangle 22">
            <a:extLst>
              <a:ext uri="{FF2B5EF4-FFF2-40B4-BE49-F238E27FC236}">
                <a16:creationId xmlns="" xmlns:a16="http://schemas.microsoft.com/office/drawing/2014/main" id="{9E66C562-B43E-43A5-9AB6-3EE93459CE19}"/>
              </a:ext>
            </a:extLst>
          </p:cNvPr>
          <p:cNvSpPr>
            <a:spLocks noChangeArrowheads="1"/>
          </p:cNvSpPr>
          <p:nvPr/>
        </p:nvSpPr>
        <p:spPr bwMode="auto">
          <a:xfrm>
            <a:off x="179388" y="1052513"/>
            <a:ext cx="8693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16.(10</a:t>
            </a:r>
            <a:r>
              <a:rPr lang="zh-CN" altLang="en-US" sz="2400">
                <a:latin typeface="宋体" panose="02010600030101010101" pitchFamily="2" charset="-122"/>
                <a:cs typeface="Times New Roman" panose="02020603050405020304" pitchFamily="18" charset="0"/>
              </a:rPr>
              <a:t>分</a:t>
            </a:r>
            <a:r>
              <a:rPr lang="en-US" altLang="zh-CN" sz="2400">
                <a:latin typeface="宋体" panose="02010600030101010101" pitchFamily="2" charset="-122"/>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设</a:t>
            </a: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阶矩阵</a:t>
            </a:r>
            <a:r>
              <a:rPr lang="en-US" altLang="zh-CN" sz="2400" b="1" i="1">
                <a:latin typeface="Times New Roman" panose="02020603050405020304" pitchFamily="18" charset="0"/>
                <a:cs typeface="Times New Roman" panose="02020603050405020304" pitchFamily="18" charset="0"/>
              </a:rPr>
              <a:t>A</a:t>
            </a:r>
            <a:r>
              <a:rPr lang="zh-CN" altLang="en-US" sz="2400">
                <a:latin typeface="Times New Roman" panose="02020603050405020304" pitchFamily="18" charset="0"/>
                <a:cs typeface="Times New Roman" panose="02020603050405020304" pitchFamily="18" charset="0"/>
              </a:rPr>
              <a:t>的特征值为</a:t>
            </a:r>
            <a:r>
              <a:rPr lang="en-US" altLang="zh-CN" sz="24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，对应的特征向量依次为</a:t>
            </a:r>
            <a:endParaRPr lang="zh-CN" altLang="en-US" sz="2400"/>
          </a:p>
        </p:txBody>
      </p:sp>
      <p:sp>
        <p:nvSpPr>
          <p:cNvPr id="34830" name="Rectangle 23">
            <a:extLst>
              <a:ext uri="{FF2B5EF4-FFF2-40B4-BE49-F238E27FC236}">
                <a16:creationId xmlns="" xmlns:a16="http://schemas.microsoft.com/office/drawing/2014/main" id="{0B1B9FFE-FB51-46ED-BEF2-BA75B08200A6}"/>
              </a:ext>
            </a:extLst>
          </p:cNvPr>
          <p:cNvSpPr>
            <a:spLocks noChangeArrowheads="1"/>
          </p:cNvSpPr>
          <p:nvPr/>
        </p:nvSpPr>
        <p:spPr bwMode="auto">
          <a:xfrm>
            <a:off x="3203575" y="1628775"/>
            <a:ext cx="22240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tabLst>
                <a:tab pos="139065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139065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139065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139065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139065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cs typeface="Times New Roman" panose="02020603050405020304" pitchFamily="18" charset="0"/>
              </a:rPr>
              <a:t>）求矩阵</a:t>
            </a:r>
            <a:r>
              <a:rPr lang="en-US" altLang="zh-CN" sz="2400" b="1" i="1">
                <a:latin typeface="Times New Roman" panose="02020603050405020304" pitchFamily="18" charset="0"/>
                <a:cs typeface="Times New Roman" panose="02020603050405020304" pitchFamily="18" charset="0"/>
              </a:rPr>
              <a:t>A</a:t>
            </a:r>
            <a:r>
              <a:rPr lang="en-US" altLang="zh-CN" sz="2400">
                <a:latin typeface="Times New Roman" panose="02020603050405020304" pitchFamily="18" charset="0"/>
                <a:cs typeface="Times New Roman" panose="02020603050405020304" pitchFamily="18" charset="0"/>
              </a:rPr>
              <a:t>;</a:t>
            </a:r>
            <a:endParaRPr lang="en-US" altLang="zh-CN" sz="2400"/>
          </a:p>
          <a:p>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）求</a:t>
            </a:r>
            <a:endParaRPr lang="zh-CN" altLang="en-US" sz="2400"/>
          </a:p>
        </p:txBody>
      </p:sp>
      <p:sp>
        <p:nvSpPr>
          <p:cNvPr id="34831" name="Rectangle 24">
            <a:extLst>
              <a:ext uri="{FF2B5EF4-FFF2-40B4-BE49-F238E27FC236}">
                <a16:creationId xmlns="" xmlns:a16="http://schemas.microsoft.com/office/drawing/2014/main" id="{708EAE91-B8BC-4F22-8C9B-760FDCEF9785}"/>
              </a:ext>
            </a:extLst>
          </p:cNvPr>
          <p:cNvSpPr>
            <a:spLocks noChangeArrowheads="1"/>
          </p:cNvSpPr>
          <p:nvPr/>
        </p:nvSpPr>
        <p:spPr bwMode="auto">
          <a:xfrm>
            <a:off x="2352675" y="4073525"/>
            <a:ext cx="2222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tabLst>
                <a:tab pos="139065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139065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139065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139065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139065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a:latin typeface="Times New Roman" panose="02020603050405020304" pitchFamily="18" charset="0"/>
                <a:cs typeface="Times New Roman" panose="02020603050405020304" pitchFamily="18" charset="0"/>
              </a:rPr>
              <a:t>.</a:t>
            </a:r>
            <a:endParaRPr lang="en-US" altLang="zh-CN"/>
          </a:p>
        </p:txBody>
      </p:sp>
      <p:sp>
        <p:nvSpPr>
          <p:cNvPr id="34832" name="Rectangle 27">
            <a:extLst>
              <a:ext uri="{FF2B5EF4-FFF2-40B4-BE49-F238E27FC236}">
                <a16:creationId xmlns="" xmlns:a16="http://schemas.microsoft.com/office/drawing/2014/main" id="{732FC060-CA2F-4B4A-8F14-7363C65D75FE}"/>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组合 19">
            <a:extLst>
              <a:ext uri="{FF2B5EF4-FFF2-40B4-BE49-F238E27FC236}">
                <a16:creationId xmlns="" xmlns:a16="http://schemas.microsoft.com/office/drawing/2014/main" id="{D273B7FA-93D9-4585-BDB6-A96D9EC42033}"/>
              </a:ext>
            </a:extLst>
          </p:cNvPr>
          <p:cNvGrpSpPr>
            <a:grpSpLocks/>
          </p:cNvGrpSpPr>
          <p:nvPr/>
        </p:nvGrpSpPr>
        <p:grpSpPr bwMode="auto">
          <a:xfrm>
            <a:off x="179388" y="2708275"/>
            <a:ext cx="7567612" cy="1543050"/>
            <a:chOff x="179388" y="2708275"/>
            <a:chExt cx="7567612" cy="1543050"/>
          </a:xfrm>
        </p:grpSpPr>
        <p:sp>
          <p:nvSpPr>
            <p:cNvPr id="34837" name="Rectangle 25">
              <a:extLst>
                <a:ext uri="{FF2B5EF4-FFF2-40B4-BE49-F238E27FC236}">
                  <a16:creationId xmlns="" xmlns:a16="http://schemas.microsoft.com/office/drawing/2014/main" id="{1C013CF4-A165-4322-9CCC-59A27B1F377B}"/>
                </a:ext>
              </a:extLst>
            </p:cNvPr>
            <p:cNvSpPr>
              <a:spLocks noChangeArrowheads="1"/>
            </p:cNvSpPr>
            <p:nvPr/>
          </p:nvSpPr>
          <p:spPr bwMode="auto">
            <a:xfrm>
              <a:off x="179388" y="2708275"/>
              <a:ext cx="3173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解：（</a:t>
              </a:r>
              <a:r>
                <a:rPr lang="en-US" altLang="zh-CN" sz="2400"/>
                <a:t>1</a:t>
              </a:r>
              <a:r>
                <a:rPr lang="zh-CN" altLang="en-US" sz="2400"/>
                <a:t>）由题意知：</a:t>
              </a:r>
            </a:p>
          </p:txBody>
        </p:sp>
        <p:graphicFrame>
          <p:nvGraphicFramePr>
            <p:cNvPr id="34820" name="Object 26">
              <a:extLst>
                <a:ext uri="{FF2B5EF4-FFF2-40B4-BE49-F238E27FC236}">
                  <a16:creationId xmlns="" xmlns:a16="http://schemas.microsoft.com/office/drawing/2014/main" id="{188B29A7-59A9-42C8-BE90-0DA5CC98AD62}"/>
                </a:ext>
              </a:extLst>
            </p:cNvPr>
            <p:cNvGraphicFramePr>
              <a:graphicFrameLocks noChangeAspect="1"/>
            </p:cNvGraphicFramePr>
            <p:nvPr/>
          </p:nvGraphicFramePr>
          <p:xfrm>
            <a:off x="762000" y="3124200"/>
            <a:ext cx="6985000" cy="1127125"/>
          </p:xfrm>
          <a:graphic>
            <a:graphicData uri="http://schemas.openxmlformats.org/presentationml/2006/ole">
              <mc:AlternateContent xmlns:mc="http://schemas.openxmlformats.org/markup-compatibility/2006">
                <mc:Choice xmlns:v="urn:schemas-microsoft-com:vml" Requires="v">
                  <p:oleObj spid="_x0000_s33812" name="Equation" r:id="rId7" imgW="2831760" imgH="457200" progId="Equation.DSMT4">
                    <p:embed/>
                  </p:oleObj>
                </mc:Choice>
                <mc:Fallback>
                  <p:oleObj name="Equation" r:id="rId7" imgW="2831760" imgH="457200" progId="Equation.DSMT4">
                    <p:embed/>
                    <p:pic>
                      <p:nvPicPr>
                        <p:cNvPr id="34820" name="Object 26">
                          <a:extLst>
                            <a:ext uri="{FF2B5EF4-FFF2-40B4-BE49-F238E27FC236}">
                              <a16:creationId xmlns="" xmlns:a16="http://schemas.microsoft.com/office/drawing/2014/main" id="{188B29A7-59A9-42C8-BE90-0DA5CC98AD6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3124200"/>
                          <a:ext cx="6985000" cy="1127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4834" name="Rectangle 30">
            <a:extLst>
              <a:ext uri="{FF2B5EF4-FFF2-40B4-BE49-F238E27FC236}">
                <a16:creationId xmlns="" xmlns:a16="http://schemas.microsoft.com/office/drawing/2014/main" id="{26B19317-25B2-4A08-BE0A-8AB9182AC277}"/>
              </a:ext>
            </a:extLst>
          </p:cNvPr>
          <p:cNvSpPr>
            <a:spLocks noChangeArrowheads="1"/>
          </p:cNvSpPr>
          <p:nvPr/>
        </p:nvSpPr>
        <p:spPr bwMode="auto">
          <a:xfrm>
            <a:off x="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 name="组合 20">
            <a:extLst>
              <a:ext uri="{FF2B5EF4-FFF2-40B4-BE49-F238E27FC236}">
                <a16:creationId xmlns="" xmlns:a16="http://schemas.microsoft.com/office/drawing/2014/main" id="{1100CD06-E7DD-443E-AE9F-1F0DF4160C72}"/>
              </a:ext>
            </a:extLst>
          </p:cNvPr>
          <p:cNvGrpSpPr>
            <a:grpSpLocks/>
          </p:cNvGrpSpPr>
          <p:nvPr/>
        </p:nvGrpSpPr>
        <p:grpSpPr bwMode="auto">
          <a:xfrm>
            <a:off x="381000" y="4343400"/>
            <a:ext cx="8294688" cy="1428750"/>
            <a:chOff x="381000" y="4343400"/>
            <a:chExt cx="8294688" cy="1428750"/>
          </a:xfrm>
        </p:grpSpPr>
        <p:sp>
          <p:nvSpPr>
            <p:cNvPr id="34836" name="Rectangle 28">
              <a:extLst>
                <a:ext uri="{FF2B5EF4-FFF2-40B4-BE49-F238E27FC236}">
                  <a16:creationId xmlns="" xmlns:a16="http://schemas.microsoft.com/office/drawing/2014/main" id="{E768BF88-59ED-415A-9A32-68405CD8EC1C}"/>
                </a:ext>
              </a:extLst>
            </p:cNvPr>
            <p:cNvSpPr>
              <a:spLocks noChangeArrowheads="1"/>
            </p:cNvSpPr>
            <p:nvPr/>
          </p:nvSpPr>
          <p:spPr bwMode="auto">
            <a:xfrm>
              <a:off x="381000" y="4343400"/>
              <a:ext cx="877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所以 </a:t>
              </a:r>
            </a:p>
          </p:txBody>
        </p:sp>
        <p:graphicFrame>
          <p:nvGraphicFramePr>
            <p:cNvPr id="34821" name="Object 29">
              <a:extLst>
                <a:ext uri="{FF2B5EF4-FFF2-40B4-BE49-F238E27FC236}">
                  <a16:creationId xmlns="" xmlns:a16="http://schemas.microsoft.com/office/drawing/2014/main" id="{6BACAC4B-BF9D-4FB9-A15B-687DC35DF158}"/>
                </a:ext>
              </a:extLst>
            </p:cNvPr>
            <p:cNvGraphicFramePr>
              <a:graphicFrameLocks noChangeAspect="1"/>
            </p:cNvGraphicFramePr>
            <p:nvPr/>
          </p:nvGraphicFramePr>
          <p:xfrm>
            <a:off x="468313" y="4724400"/>
            <a:ext cx="8207375" cy="1047750"/>
          </p:xfrm>
          <a:graphic>
            <a:graphicData uri="http://schemas.openxmlformats.org/presentationml/2006/ole">
              <mc:AlternateContent xmlns:mc="http://schemas.openxmlformats.org/markup-compatibility/2006">
                <mc:Choice xmlns:v="urn:schemas-microsoft-com:vml" Requires="v">
                  <p:oleObj spid="_x0000_s33813" name="Equation" r:id="rId9" imgW="3873500" imgH="495300" progId="Equation.DSMT4">
                    <p:embed/>
                  </p:oleObj>
                </mc:Choice>
                <mc:Fallback>
                  <p:oleObj name="Equation" r:id="rId9" imgW="3873500" imgH="495300" progId="Equation.DSMT4">
                    <p:embed/>
                    <p:pic>
                      <p:nvPicPr>
                        <p:cNvPr id="34821" name="Object 29">
                          <a:extLst>
                            <a:ext uri="{FF2B5EF4-FFF2-40B4-BE49-F238E27FC236}">
                              <a16:creationId xmlns="" xmlns:a16="http://schemas.microsoft.com/office/drawing/2014/main" id="{6BACAC4B-BF9D-4FB9-A15B-687DC35DF15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8313" y="4724400"/>
                          <a:ext cx="8207375"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日期占位符 1">
            <a:extLst>
              <a:ext uri="{FF2B5EF4-FFF2-40B4-BE49-F238E27FC236}">
                <a16:creationId xmlns="" xmlns:a16="http://schemas.microsoft.com/office/drawing/2014/main" id="{57E180CD-94A6-44A1-833C-21754A3483D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A64294D-10CB-4094-A016-784A29E95598}" type="datetime3">
              <a:rPr lang="zh-CN" altLang="en-US" smtClean="0"/>
              <a:pPr eaLnBrk="1" hangingPunct="1"/>
              <a:t>2022年2月18日星期五</a:t>
            </a:fld>
            <a:endParaRPr lang="en-US" altLang="zh-CN"/>
          </a:p>
        </p:txBody>
      </p:sp>
      <p:sp>
        <p:nvSpPr>
          <p:cNvPr id="35846" name="页脚占位符 2">
            <a:extLst>
              <a:ext uri="{FF2B5EF4-FFF2-40B4-BE49-F238E27FC236}">
                <a16:creationId xmlns="" xmlns:a16="http://schemas.microsoft.com/office/drawing/2014/main" id="{7F323D90-F737-4B05-A2A5-746B0A98613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p>
        </p:txBody>
      </p:sp>
      <p:sp>
        <p:nvSpPr>
          <p:cNvPr id="35847" name="灯片编号占位符 3">
            <a:extLst>
              <a:ext uri="{FF2B5EF4-FFF2-40B4-BE49-F238E27FC236}">
                <a16:creationId xmlns="" xmlns:a16="http://schemas.microsoft.com/office/drawing/2014/main" id="{6359932D-9B70-42B4-B4EE-AFBFC9A3760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166FCB6-F459-47E0-AC71-9FC5CAA366C4}" type="slidenum">
              <a:rPr lang="en-US" altLang="zh-CN"/>
              <a:pPr eaLnBrk="1" hangingPunct="1"/>
              <a:t>36</a:t>
            </a:fld>
            <a:endParaRPr lang="en-US" altLang="zh-CN"/>
          </a:p>
        </p:txBody>
      </p:sp>
      <p:sp>
        <p:nvSpPr>
          <p:cNvPr id="35848" name="Rectangle 2">
            <a:extLst>
              <a:ext uri="{FF2B5EF4-FFF2-40B4-BE49-F238E27FC236}">
                <a16:creationId xmlns="" xmlns:a16="http://schemas.microsoft.com/office/drawing/2014/main" id="{2D8581F1-4D70-4BEB-8C29-4BC66C793C0B}"/>
              </a:ext>
            </a:extLst>
          </p:cNvPr>
          <p:cNvSpPr>
            <a:spLocks noChangeArrowheads="1"/>
          </p:cNvSpPr>
          <p:nvPr/>
        </p:nvSpPr>
        <p:spPr bwMode="auto">
          <a:xfrm>
            <a:off x="323850" y="188913"/>
            <a:ext cx="511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》2009-2010</a:t>
            </a:r>
            <a:r>
              <a:rPr lang="zh-CN" altLang="en-US" b="1"/>
              <a:t>学年第</a:t>
            </a:r>
            <a:r>
              <a:rPr lang="en-US" altLang="zh-CN" b="1"/>
              <a:t>2</a:t>
            </a:r>
            <a:r>
              <a:rPr lang="zh-CN" altLang="en-US" b="1"/>
              <a:t>学期，试卷</a:t>
            </a:r>
          </a:p>
        </p:txBody>
      </p:sp>
      <p:sp>
        <p:nvSpPr>
          <p:cNvPr id="35849" name="Rectangle 3">
            <a:extLst>
              <a:ext uri="{FF2B5EF4-FFF2-40B4-BE49-F238E27FC236}">
                <a16:creationId xmlns="" xmlns:a16="http://schemas.microsoft.com/office/drawing/2014/main" id="{AFCB01BA-4FCF-4470-B997-D4B3FC1EAB77}"/>
              </a:ext>
            </a:extLst>
          </p:cNvPr>
          <p:cNvSpPr>
            <a:spLocks noChangeArrowheads="1"/>
          </p:cNvSpPr>
          <p:nvPr/>
        </p:nvSpPr>
        <p:spPr bwMode="auto">
          <a:xfrm>
            <a:off x="250825" y="593725"/>
            <a:ext cx="13350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五、解答题</a:t>
            </a:r>
          </a:p>
        </p:txBody>
      </p:sp>
      <p:sp>
        <p:nvSpPr>
          <p:cNvPr id="35850" name="Rectangle 4">
            <a:extLst>
              <a:ext uri="{FF2B5EF4-FFF2-40B4-BE49-F238E27FC236}">
                <a16:creationId xmlns="" xmlns:a16="http://schemas.microsoft.com/office/drawing/2014/main" id="{80E09874-6100-4F67-B3CD-05FD400AE53F}"/>
              </a:ext>
            </a:extLst>
          </p:cNvPr>
          <p:cNvSpPr>
            <a:spLocks noChangeArrowheads="1"/>
          </p:cNvSpPr>
          <p:nvPr/>
        </p:nvSpPr>
        <p:spPr bwMode="auto">
          <a:xfrm>
            <a:off x="0" y="2819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51" name="Rectangle 5">
            <a:extLst>
              <a:ext uri="{FF2B5EF4-FFF2-40B4-BE49-F238E27FC236}">
                <a16:creationId xmlns="" xmlns:a16="http://schemas.microsoft.com/office/drawing/2014/main" id="{876A4E18-886F-47D3-9C1B-D095C79DF33B}"/>
              </a:ext>
            </a:extLst>
          </p:cNvPr>
          <p:cNvSpPr>
            <a:spLocks noChangeArrowheads="1"/>
          </p:cNvSpPr>
          <p:nvPr/>
        </p:nvSpPr>
        <p:spPr bwMode="auto">
          <a:xfrm>
            <a:off x="0" y="2833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5842" name="Object 6">
            <a:extLst>
              <a:ext uri="{FF2B5EF4-FFF2-40B4-BE49-F238E27FC236}">
                <a16:creationId xmlns="" xmlns:a16="http://schemas.microsoft.com/office/drawing/2014/main" id="{41B368AD-865C-4D14-9D3B-41DAD4B43B2F}"/>
              </a:ext>
            </a:extLst>
          </p:cNvPr>
          <p:cNvGraphicFramePr>
            <a:graphicFrameLocks noChangeAspect="1"/>
          </p:cNvGraphicFramePr>
          <p:nvPr/>
        </p:nvGraphicFramePr>
        <p:xfrm>
          <a:off x="611188" y="1628775"/>
          <a:ext cx="2303462" cy="884238"/>
        </p:xfrm>
        <a:graphic>
          <a:graphicData uri="http://schemas.openxmlformats.org/presentationml/2006/ole">
            <mc:AlternateContent xmlns:mc="http://schemas.openxmlformats.org/markup-compatibility/2006">
              <mc:Choice xmlns:v="urn:schemas-microsoft-com:vml" Requires="v">
                <p:oleObj spid="_x0000_s34830" name="Equation" r:id="rId3" imgW="1193800" imgH="457200" progId="Equation.DSMT4">
                  <p:embed/>
                </p:oleObj>
              </mc:Choice>
              <mc:Fallback>
                <p:oleObj name="Equation" r:id="rId3" imgW="1193800" imgH="457200" progId="Equation.DSMT4">
                  <p:embed/>
                  <p:pic>
                    <p:nvPicPr>
                      <p:cNvPr id="35842" name="Object 6">
                        <a:extLst>
                          <a:ext uri="{FF2B5EF4-FFF2-40B4-BE49-F238E27FC236}">
                            <a16:creationId xmlns="" xmlns:a16="http://schemas.microsoft.com/office/drawing/2014/main" id="{41B368AD-865C-4D14-9D3B-41DAD4B43B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628775"/>
                        <a:ext cx="2303462" cy="884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3" name="Object 7">
            <a:extLst>
              <a:ext uri="{FF2B5EF4-FFF2-40B4-BE49-F238E27FC236}">
                <a16:creationId xmlns="" xmlns:a16="http://schemas.microsoft.com/office/drawing/2014/main" id="{88D6E1EE-62FF-4D73-898B-DA5C4074E4CE}"/>
              </a:ext>
            </a:extLst>
          </p:cNvPr>
          <p:cNvGraphicFramePr>
            <a:graphicFrameLocks noChangeAspect="1"/>
          </p:cNvGraphicFramePr>
          <p:nvPr/>
        </p:nvGraphicFramePr>
        <p:xfrm>
          <a:off x="4500563" y="2060575"/>
          <a:ext cx="779462" cy="433388"/>
        </p:xfrm>
        <a:graphic>
          <a:graphicData uri="http://schemas.openxmlformats.org/presentationml/2006/ole">
            <mc:AlternateContent xmlns:mc="http://schemas.openxmlformats.org/markup-compatibility/2006">
              <mc:Choice xmlns:v="urn:schemas-microsoft-com:vml" Requires="v">
                <p:oleObj spid="_x0000_s34831" name="Equation" r:id="rId5" imgW="342751" imgH="190417" progId="Equation.DSMT4">
                  <p:embed/>
                </p:oleObj>
              </mc:Choice>
              <mc:Fallback>
                <p:oleObj name="Equation" r:id="rId5" imgW="342751" imgH="190417" progId="Equation.DSMT4">
                  <p:embed/>
                  <p:pic>
                    <p:nvPicPr>
                      <p:cNvPr id="35843" name="Object 7">
                        <a:extLst>
                          <a:ext uri="{FF2B5EF4-FFF2-40B4-BE49-F238E27FC236}">
                            <a16:creationId xmlns="" xmlns:a16="http://schemas.microsoft.com/office/drawing/2014/main" id="{88D6E1EE-62FF-4D73-898B-DA5C4074E4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563" y="2060575"/>
                        <a:ext cx="779462"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52" name="Rectangle 8">
            <a:extLst>
              <a:ext uri="{FF2B5EF4-FFF2-40B4-BE49-F238E27FC236}">
                <a16:creationId xmlns="" xmlns:a16="http://schemas.microsoft.com/office/drawing/2014/main" id="{28F7F315-3005-4C6E-9CD3-F9BD0502BCA5}"/>
              </a:ext>
            </a:extLst>
          </p:cNvPr>
          <p:cNvSpPr>
            <a:spLocks noChangeArrowheads="1"/>
          </p:cNvSpPr>
          <p:nvPr/>
        </p:nvSpPr>
        <p:spPr bwMode="auto">
          <a:xfrm>
            <a:off x="179388" y="1052513"/>
            <a:ext cx="8693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16.(10</a:t>
            </a:r>
            <a:r>
              <a:rPr lang="zh-CN" altLang="en-US" sz="2400">
                <a:latin typeface="宋体" panose="02010600030101010101" pitchFamily="2" charset="-122"/>
                <a:cs typeface="Times New Roman" panose="02020603050405020304" pitchFamily="18" charset="0"/>
              </a:rPr>
              <a:t>分</a:t>
            </a:r>
            <a:r>
              <a:rPr lang="en-US" altLang="zh-CN" sz="2400">
                <a:latin typeface="宋体" panose="02010600030101010101" pitchFamily="2" charset="-122"/>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设</a:t>
            </a: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阶矩阵</a:t>
            </a:r>
            <a:r>
              <a:rPr lang="en-US" altLang="zh-CN" sz="2400" b="1" i="1">
                <a:latin typeface="Times New Roman" panose="02020603050405020304" pitchFamily="18" charset="0"/>
                <a:cs typeface="Times New Roman" panose="02020603050405020304" pitchFamily="18" charset="0"/>
              </a:rPr>
              <a:t>A</a:t>
            </a:r>
            <a:r>
              <a:rPr lang="zh-CN" altLang="en-US" sz="2400">
                <a:latin typeface="Times New Roman" panose="02020603050405020304" pitchFamily="18" charset="0"/>
                <a:cs typeface="Times New Roman" panose="02020603050405020304" pitchFamily="18" charset="0"/>
              </a:rPr>
              <a:t>的特征值为</a:t>
            </a:r>
            <a:r>
              <a:rPr lang="en-US" altLang="zh-CN" sz="24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，对应的特征向量依次为</a:t>
            </a:r>
            <a:endParaRPr lang="zh-CN" altLang="en-US" sz="2400"/>
          </a:p>
        </p:txBody>
      </p:sp>
      <p:sp>
        <p:nvSpPr>
          <p:cNvPr id="35853" name="Rectangle 9">
            <a:extLst>
              <a:ext uri="{FF2B5EF4-FFF2-40B4-BE49-F238E27FC236}">
                <a16:creationId xmlns="" xmlns:a16="http://schemas.microsoft.com/office/drawing/2014/main" id="{2ECD639B-0DFC-49DB-83E8-DE947086D8EB}"/>
              </a:ext>
            </a:extLst>
          </p:cNvPr>
          <p:cNvSpPr>
            <a:spLocks noChangeArrowheads="1"/>
          </p:cNvSpPr>
          <p:nvPr/>
        </p:nvSpPr>
        <p:spPr bwMode="auto">
          <a:xfrm>
            <a:off x="3203575" y="1628775"/>
            <a:ext cx="22240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tabLst>
                <a:tab pos="139065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139065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139065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139065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139065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cs typeface="Times New Roman" panose="02020603050405020304" pitchFamily="18" charset="0"/>
              </a:rPr>
              <a:t>）求矩阵</a:t>
            </a:r>
            <a:r>
              <a:rPr lang="en-US" altLang="zh-CN" sz="2400" b="1" i="1">
                <a:latin typeface="Times New Roman" panose="02020603050405020304" pitchFamily="18" charset="0"/>
                <a:cs typeface="Times New Roman" panose="02020603050405020304" pitchFamily="18" charset="0"/>
              </a:rPr>
              <a:t>A</a:t>
            </a:r>
            <a:r>
              <a:rPr lang="en-US" altLang="zh-CN" sz="2400">
                <a:latin typeface="Times New Roman" panose="02020603050405020304" pitchFamily="18" charset="0"/>
                <a:cs typeface="Times New Roman" panose="02020603050405020304" pitchFamily="18" charset="0"/>
              </a:rPr>
              <a:t>;</a:t>
            </a:r>
            <a:endParaRPr lang="en-US" altLang="zh-CN" sz="2400"/>
          </a:p>
          <a:p>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）求</a:t>
            </a:r>
            <a:endParaRPr lang="zh-CN" altLang="en-US" sz="2400"/>
          </a:p>
        </p:txBody>
      </p:sp>
      <p:sp>
        <p:nvSpPr>
          <p:cNvPr id="35854" name="Rectangle 10">
            <a:extLst>
              <a:ext uri="{FF2B5EF4-FFF2-40B4-BE49-F238E27FC236}">
                <a16:creationId xmlns="" xmlns:a16="http://schemas.microsoft.com/office/drawing/2014/main" id="{C3326DB5-1F52-4EAB-9652-FEBCBEA880FA}"/>
              </a:ext>
            </a:extLst>
          </p:cNvPr>
          <p:cNvSpPr>
            <a:spLocks noChangeArrowheads="1"/>
          </p:cNvSpPr>
          <p:nvPr/>
        </p:nvSpPr>
        <p:spPr bwMode="auto">
          <a:xfrm>
            <a:off x="2352675" y="4073525"/>
            <a:ext cx="2222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tabLst>
                <a:tab pos="139065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139065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139065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139065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139065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1390650" algn="l"/>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a:latin typeface="Times New Roman" panose="02020603050405020304" pitchFamily="18" charset="0"/>
                <a:cs typeface="Times New Roman" panose="02020603050405020304" pitchFamily="18" charset="0"/>
              </a:rPr>
              <a:t>.</a:t>
            </a:r>
            <a:endParaRPr lang="en-US" altLang="zh-CN"/>
          </a:p>
        </p:txBody>
      </p:sp>
      <p:sp>
        <p:nvSpPr>
          <p:cNvPr id="35855" name="Rectangle 12">
            <a:extLst>
              <a:ext uri="{FF2B5EF4-FFF2-40B4-BE49-F238E27FC236}">
                <a16:creationId xmlns="" xmlns:a16="http://schemas.microsoft.com/office/drawing/2014/main" id="{31F5637E-CF7A-41E6-9C6D-3F2579FEF7B2}"/>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56" name="Rectangle 15">
            <a:extLst>
              <a:ext uri="{FF2B5EF4-FFF2-40B4-BE49-F238E27FC236}">
                <a16:creationId xmlns="" xmlns:a16="http://schemas.microsoft.com/office/drawing/2014/main" id="{00A9D952-734A-4249-A978-5CD073948C1C}"/>
              </a:ext>
            </a:extLst>
          </p:cNvPr>
          <p:cNvSpPr>
            <a:spLocks noChangeArrowheads="1"/>
          </p:cNvSpPr>
          <p:nvPr/>
        </p:nvSpPr>
        <p:spPr bwMode="auto">
          <a:xfrm>
            <a:off x="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57" name="Rectangle 18">
            <a:extLst>
              <a:ext uri="{FF2B5EF4-FFF2-40B4-BE49-F238E27FC236}">
                <a16:creationId xmlns="" xmlns:a16="http://schemas.microsoft.com/office/drawing/2014/main" id="{0463B03F-E12B-4515-8778-04451EB809E7}"/>
              </a:ext>
            </a:extLst>
          </p:cNvPr>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组合 18">
            <a:extLst>
              <a:ext uri="{FF2B5EF4-FFF2-40B4-BE49-F238E27FC236}">
                <a16:creationId xmlns="" xmlns:a16="http://schemas.microsoft.com/office/drawing/2014/main" id="{01D5A745-0373-4273-AB83-2B0BAD46A43F}"/>
              </a:ext>
            </a:extLst>
          </p:cNvPr>
          <p:cNvGrpSpPr>
            <a:grpSpLocks/>
          </p:cNvGrpSpPr>
          <p:nvPr/>
        </p:nvGrpSpPr>
        <p:grpSpPr bwMode="auto">
          <a:xfrm>
            <a:off x="152400" y="2590800"/>
            <a:ext cx="8378825" cy="3133725"/>
            <a:chOff x="152400" y="2590800"/>
            <a:chExt cx="8378825" cy="3133725"/>
          </a:xfrm>
        </p:grpSpPr>
        <p:sp>
          <p:nvSpPr>
            <p:cNvPr id="35859" name="Rectangle 11">
              <a:extLst>
                <a:ext uri="{FF2B5EF4-FFF2-40B4-BE49-F238E27FC236}">
                  <a16:creationId xmlns="" xmlns:a16="http://schemas.microsoft.com/office/drawing/2014/main" id="{90368BC0-6A9D-44FD-B563-333A1F3CFEDB}"/>
                </a:ext>
              </a:extLst>
            </p:cNvPr>
            <p:cNvSpPr>
              <a:spLocks noChangeArrowheads="1"/>
            </p:cNvSpPr>
            <p:nvPr/>
          </p:nvSpPr>
          <p:spPr bwMode="auto">
            <a:xfrm>
              <a:off x="152400" y="2590800"/>
              <a:ext cx="1649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解：（</a:t>
              </a:r>
              <a:r>
                <a:rPr lang="en-US" altLang="zh-CN" sz="2400"/>
                <a:t>2</a:t>
              </a:r>
              <a:r>
                <a:rPr lang="zh-CN" altLang="en-US" sz="2400"/>
                <a:t>）</a:t>
              </a:r>
            </a:p>
          </p:txBody>
        </p:sp>
        <p:graphicFrame>
          <p:nvGraphicFramePr>
            <p:cNvPr id="35844" name="Object 17">
              <a:extLst>
                <a:ext uri="{FF2B5EF4-FFF2-40B4-BE49-F238E27FC236}">
                  <a16:creationId xmlns="" xmlns:a16="http://schemas.microsoft.com/office/drawing/2014/main" id="{6CA07ABD-FEA0-4B97-91E6-B08CF64E89CF}"/>
                </a:ext>
              </a:extLst>
            </p:cNvPr>
            <p:cNvGraphicFramePr>
              <a:graphicFrameLocks noChangeAspect="1"/>
            </p:cNvGraphicFramePr>
            <p:nvPr/>
          </p:nvGraphicFramePr>
          <p:xfrm>
            <a:off x="395288" y="2924175"/>
            <a:ext cx="8135937" cy="2800350"/>
          </p:xfrm>
          <a:graphic>
            <a:graphicData uri="http://schemas.openxmlformats.org/presentationml/2006/ole">
              <mc:AlternateContent xmlns:mc="http://schemas.openxmlformats.org/markup-compatibility/2006">
                <mc:Choice xmlns:v="urn:schemas-microsoft-com:vml" Requires="v">
                  <p:oleObj spid="_x0000_s34832" name="Equation" r:id="rId7" imgW="2882880" imgH="990360" progId="Equation.DSMT4">
                    <p:embed/>
                  </p:oleObj>
                </mc:Choice>
                <mc:Fallback>
                  <p:oleObj name="Equation" r:id="rId7" imgW="2882880" imgH="990360" progId="Equation.DSMT4">
                    <p:embed/>
                    <p:pic>
                      <p:nvPicPr>
                        <p:cNvPr id="35844" name="Object 17">
                          <a:extLst>
                            <a:ext uri="{FF2B5EF4-FFF2-40B4-BE49-F238E27FC236}">
                              <a16:creationId xmlns="" xmlns:a16="http://schemas.microsoft.com/office/drawing/2014/main" id="{6CA07ABD-FEA0-4B97-91E6-B08CF64E89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288" y="2924175"/>
                          <a:ext cx="8135937" cy="2800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7" name="日期占位符 1">
            <a:extLst>
              <a:ext uri="{FF2B5EF4-FFF2-40B4-BE49-F238E27FC236}">
                <a16:creationId xmlns="" xmlns:a16="http://schemas.microsoft.com/office/drawing/2014/main" id="{08DAD7B0-0229-47D2-BF25-C104D553D41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5AD30EF-99C8-49D1-A150-20290394E15B}" type="datetime3">
              <a:rPr lang="zh-CN" altLang="en-US" smtClean="0"/>
              <a:pPr eaLnBrk="1" hangingPunct="1"/>
              <a:t>2022年2月18日星期五</a:t>
            </a:fld>
            <a:endParaRPr lang="en-US" altLang="zh-CN"/>
          </a:p>
        </p:txBody>
      </p:sp>
      <p:sp>
        <p:nvSpPr>
          <p:cNvPr id="36878" name="页脚占位符 2">
            <a:extLst>
              <a:ext uri="{FF2B5EF4-FFF2-40B4-BE49-F238E27FC236}">
                <a16:creationId xmlns="" xmlns:a16="http://schemas.microsoft.com/office/drawing/2014/main" id="{6B45188C-69DC-4DD7-8C86-C28F4D428E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p>
        </p:txBody>
      </p:sp>
      <p:sp>
        <p:nvSpPr>
          <p:cNvPr id="36879" name="灯片编号占位符 3">
            <a:extLst>
              <a:ext uri="{FF2B5EF4-FFF2-40B4-BE49-F238E27FC236}">
                <a16:creationId xmlns="" xmlns:a16="http://schemas.microsoft.com/office/drawing/2014/main" id="{D9DBE079-9E42-4679-B9A8-160740033CC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743C77D-EA00-4334-91FA-F0A23D382E3E}" type="slidenum">
              <a:rPr lang="en-US" altLang="zh-CN"/>
              <a:pPr eaLnBrk="1" hangingPunct="1"/>
              <a:t>37</a:t>
            </a:fld>
            <a:endParaRPr lang="en-US" altLang="zh-CN"/>
          </a:p>
        </p:txBody>
      </p:sp>
      <p:sp>
        <p:nvSpPr>
          <p:cNvPr id="36880" name="Rectangle 2">
            <a:extLst>
              <a:ext uri="{FF2B5EF4-FFF2-40B4-BE49-F238E27FC236}">
                <a16:creationId xmlns="" xmlns:a16="http://schemas.microsoft.com/office/drawing/2014/main" id="{24B966C6-55A3-4310-8B75-13101529CE22}"/>
              </a:ext>
            </a:extLst>
          </p:cNvPr>
          <p:cNvSpPr>
            <a:spLocks noChangeArrowheads="1"/>
          </p:cNvSpPr>
          <p:nvPr/>
        </p:nvSpPr>
        <p:spPr bwMode="auto">
          <a:xfrm>
            <a:off x="323850" y="188913"/>
            <a:ext cx="511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》2011-2012</a:t>
            </a:r>
            <a:r>
              <a:rPr lang="zh-CN" altLang="en-US" b="1"/>
              <a:t>学年第</a:t>
            </a:r>
            <a:r>
              <a:rPr lang="en-US" altLang="zh-CN" b="1"/>
              <a:t>2</a:t>
            </a:r>
            <a:r>
              <a:rPr lang="zh-CN" altLang="en-US" b="1"/>
              <a:t>学期，试卷</a:t>
            </a:r>
          </a:p>
        </p:txBody>
      </p:sp>
      <p:sp>
        <p:nvSpPr>
          <p:cNvPr id="36881" name="Rectangle 3">
            <a:extLst>
              <a:ext uri="{FF2B5EF4-FFF2-40B4-BE49-F238E27FC236}">
                <a16:creationId xmlns="" xmlns:a16="http://schemas.microsoft.com/office/drawing/2014/main" id="{D33A9CFC-F707-4FD0-9643-9E5ACDCE9ACB}"/>
              </a:ext>
            </a:extLst>
          </p:cNvPr>
          <p:cNvSpPr>
            <a:spLocks noChangeArrowheads="1"/>
          </p:cNvSpPr>
          <p:nvPr/>
        </p:nvSpPr>
        <p:spPr bwMode="auto">
          <a:xfrm>
            <a:off x="-1044575" y="28146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36882" name="Rectangle 21">
            <a:extLst>
              <a:ext uri="{FF2B5EF4-FFF2-40B4-BE49-F238E27FC236}">
                <a16:creationId xmlns="" xmlns:a16="http://schemas.microsoft.com/office/drawing/2014/main" id="{E71E3152-A1F4-4066-B28D-473AC92C3F09}"/>
              </a:ext>
            </a:extLst>
          </p:cNvPr>
          <p:cNvSpPr>
            <a:spLocks noChangeArrowheads="1"/>
          </p:cNvSpPr>
          <p:nvPr/>
        </p:nvSpPr>
        <p:spPr bwMode="auto">
          <a:xfrm>
            <a:off x="250825" y="836613"/>
            <a:ext cx="6127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t>16.</a:t>
            </a:r>
            <a:endParaRPr lang="zh-CN" altLang="en-US" sz="2400"/>
          </a:p>
        </p:txBody>
      </p:sp>
      <p:sp>
        <p:nvSpPr>
          <p:cNvPr id="36883" name="矩形 18">
            <a:extLst>
              <a:ext uri="{FF2B5EF4-FFF2-40B4-BE49-F238E27FC236}">
                <a16:creationId xmlns="" xmlns:a16="http://schemas.microsoft.com/office/drawing/2014/main" id="{F676FBC4-A0F7-491E-91CE-7B4077E99599}"/>
              </a:ext>
            </a:extLst>
          </p:cNvPr>
          <p:cNvSpPr>
            <a:spLocks noChangeArrowheads="1"/>
          </p:cNvSpPr>
          <p:nvPr/>
        </p:nvSpPr>
        <p:spPr bwMode="auto">
          <a:xfrm>
            <a:off x="900113" y="765175"/>
            <a:ext cx="5429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a:t>设</a:t>
            </a:r>
            <a:endParaRPr lang="zh-CN" altLang="en-US" sz="2800"/>
          </a:p>
        </p:txBody>
      </p:sp>
      <p:sp>
        <p:nvSpPr>
          <p:cNvPr id="36884" name="Rectangle 8">
            <a:extLst>
              <a:ext uri="{FF2B5EF4-FFF2-40B4-BE49-F238E27FC236}">
                <a16:creationId xmlns="" xmlns:a16="http://schemas.microsoft.com/office/drawing/2014/main" id="{15D6A7E9-4043-4E05-9DC9-16A8F6B8291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6866" name="Object 7">
            <a:extLst>
              <a:ext uri="{FF2B5EF4-FFF2-40B4-BE49-F238E27FC236}">
                <a16:creationId xmlns="" xmlns:a16="http://schemas.microsoft.com/office/drawing/2014/main" id="{584A7A46-8736-47CD-8103-AC0E68E155A4}"/>
              </a:ext>
            </a:extLst>
          </p:cNvPr>
          <p:cNvGraphicFramePr>
            <a:graphicFrameLocks noChangeAspect="1"/>
          </p:cNvGraphicFramePr>
          <p:nvPr/>
        </p:nvGraphicFramePr>
        <p:xfrm>
          <a:off x="1403350" y="831850"/>
          <a:ext cx="360363" cy="382588"/>
        </p:xfrm>
        <a:graphic>
          <a:graphicData uri="http://schemas.openxmlformats.org/presentationml/2006/ole">
            <mc:AlternateContent xmlns:mc="http://schemas.openxmlformats.org/markup-compatibility/2006">
              <mc:Choice xmlns:v="urn:schemas-microsoft-com:vml" Requires="v">
                <p:oleObj spid="_x0000_s35886" name="Equation" r:id="rId3" imgW="152268" imgH="164957" progId="Equation.DSMT4">
                  <p:embed/>
                </p:oleObj>
              </mc:Choice>
              <mc:Fallback>
                <p:oleObj name="Equation" r:id="rId3" imgW="152268" imgH="164957" progId="Equation.DSMT4">
                  <p:embed/>
                  <p:pic>
                    <p:nvPicPr>
                      <p:cNvPr id="36866" name="Object 7">
                        <a:extLst>
                          <a:ext uri="{FF2B5EF4-FFF2-40B4-BE49-F238E27FC236}">
                            <a16:creationId xmlns="" xmlns:a16="http://schemas.microsoft.com/office/drawing/2014/main" id="{584A7A46-8736-47CD-8103-AC0E68E155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831850"/>
                        <a:ext cx="360363" cy="382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85" name="矩形 21">
            <a:extLst>
              <a:ext uri="{FF2B5EF4-FFF2-40B4-BE49-F238E27FC236}">
                <a16:creationId xmlns="" xmlns:a16="http://schemas.microsoft.com/office/drawing/2014/main" id="{266412F5-92A1-4DFC-96E0-73AA7F290471}"/>
              </a:ext>
            </a:extLst>
          </p:cNvPr>
          <p:cNvSpPr>
            <a:spLocks noChangeArrowheads="1"/>
          </p:cNvSpPr>
          <p:nvPr/>
        </p:nvSpPr>
        <p:spPr bwMode="auto">
          <a:xfrm>
            <a:off x="1835150" y="836613"/>
            <a:ext cx="3878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是二阶方阵，特征值分别为</a:t>
            </a:r>
            <a:endParaRPr lang="zh-CN" altLang="en-US" sz="2400"/>
          </a:p>
        </p:txBody>
      </p:sp>
      <p:sp>
        <p:nvSpPr>
          <p:cNvPr id="36886" name="Rectangle 10">
            <a:extLst>
              <a:ext uri="{FF2B5EF4-FFF2-40B4-BE49-F238E27FC236}">
                <a16:creationId xmlns="" xmlns:a16="http://schemas.microsoft.com/office/drawing/2014/main" id="{5FA1AA78-C74F-4E28-B652-7C7486F5FB9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6867" name="Object 9">
            <a:extLst>
              <a:ext uri="{FF2B5EF4-FFF2-40B4-BE49-F238E27FC236}">
                <a16:creationId xmlns="" xmlns:a16="http://schemas.microsoft.com/office/drawing/2014/main" id="{2273EE4A-FA58-4374-AF52-B0DB356472D8}"/>
              </a:ext>
            </a:extLst>
          </p:cNvPr>
          <p:cNvGraphicFramePr>
            <a:graphicFrameLocks noChangeAspect="1"/>
          </p:cNvGraphicFramePr>
          <p:nvPr/>
        </p:nvGraphicFramePr>
        <p:xfrm>
          <a:off x="5651500" y="836613"/>
          <a:ext cx="1566863" cy="431800"/>
        </p:xfrm>
        <a:graphic>
          <a:graphicData uri="http://schemas.openxmlformats.org/presentationml/2006/ole">
            <mc:AlternateContent xmlns:mc="http://schemas.openxmlformats.org/markup-compatibility/2006">
              <mc:Choice xmlns:v="urn:schemas-microsoft-com:vml" Requires="v">
                <p:oleObj spid="_x0000_s35887" name="Equation" r:id="rId5" imgW="825500" imgH="228600" progId="Equation.DSMT4">
                  <p:embed/>
                </p:oleObj>
              </mc:Choice>
              <mc:Fallback>
                <p:oleObj name="Equation" r:id="rId5" imgW="825500" imgH="228600" progId="Equation.DSMT4">
                  <p:embed/>
                  <p:pic>
                    <p:nvPicPr>
                      <p:cNvPr id="36867" name="Object 9">
                        <a:extLst>
                          <a:ext uri="{FF2B5EF4-FFF2-40B4-BE49-F238E27FC236}">
                            <a16:creationId xmlns="" xmlns:a16="http://schemas.microsoft.com/office/drawing/2014/main" id="{2273EE4A-FA58-4374-AF52-B0DB356472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1500" y="836613"/>
                        <a:ext cx="1566863"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87" name="Rectangle 11">
            <a:extLst>
              <a:ext uri="{FF2B5EF4-FFF2-40B4-BE49-F238E27FC236}">
                <a16:creationId xmlns="" xmlns:a16="http://schemas.microsoft.com/office/drawing/2014/main" id="{DFF10413-328D-4E86-8950-3E21B612C8AD}"/>
              </a:ext>
            </a:extLst>
          </p:cNvPr>
          <p:cNvSpPr>
            <a:spLocks noChangeArrowheads="1"/>
          </p:cNvSpPr>
          <p:nvPr/>
        </p:nvSpPr>
        <p:spPr bwMode="auto">
          <a:xfrm>
            <a:off x="250825" y="1412875"/>
            <a:ext cx="36560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a:latin typeface="Times New Roman" panose="02020603050405020304" pitchFamily="18" charset="0"/>
                <a:cs typeface="Times New Roman" panose="02020603050405020304" pitchFamily="18" charset="0"/>
              </a:rPr>
              <a:t>其对应的特征向量分别</a:t>
            </a:r>
            <a:r>
              <a:rPr lang="zh-CN" altLang="en-US" sz="2400">
                <a:latin typeface="Times New Roman" panose="02020603050405020304" pitchFamily="18" charset="0"/>
                <a:cs typeface="Times New Roman" panose="02020603050405020304" pitchFamily="18" charset="0"/>
              </a:rPr>
              <a:t>为</a:t>
            </a:r>
            <a:r>
              <a:rPr lang="zh-CN" altLang="en-US" sz="2400"/>
              <a:t> </a:t>
            </a:r>
          </a:p>
        </p:txBody>
      </p:sp>
      <p:sp>
        <p:nvSpPr>
          <p:cNvPr id="36888" name="Rectangle 13">
            <a:extLst>
              <a:ext uri="{FF2B5EF4-FFF2-40B4-BE49-F238E27FC236}">
                <a16:creationId xmlns="" xmlns:a16="http://schemas.microsoft.com/office/drawing/2014/main" id="{252C4F86-4302-4C80-8BCD-682F0965603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6868" name="Object 12">
            <a:extLst>
              <a:ext uri="{FF2B5EF4-FFF2-40B4-BE49-F238E27FC236}">
                <a16:creationId xmlns="" xmlns:a16="http://schemas.microsoft.com/office/drawing/2014/main" id="{2EF4C05B-7D5E-40A6-8828-D947A9F9EDC8}"/>
              </a:ext>
            </a:extLst>
          </p:cNvPr>
          <p:cNvGraphicFramePr>
            <a:graphicFrameLocks noChangeAspect="1"/>
          </p:cNvGraphicFramePr>
          <p:nvPr/>
        </p:nvGraphicFramePr>
        <p:xfrm>
          <a:off x="3995738" y="1268413"/>
          <a:ext cx="923925" cy="792162"/>
        </p:xfrm>
        <a:graphic>
          <a:graphicData uri="http://schemas.openxmlformats.org/presentationml/2006/ole">
            <mc:AlternateContent xmlns:mc="http://schemas.openxmlformats.org/markup-compatibility/2006">
              <mc:Choice xmlns:v="urn:schemas-microsoft-com:vml" Requires="v">
                <p:oleObj spid="_x0000_s35888" name="Equation" r:id="rId7" imgW="533169" imgH="457002" progId="Equation.DSMT4">
                  <p:embed/>
                </p:oleObj>
              </mc:Choice>
              <mc:Fallback>
                <p:oleObj name="Equation" r:id="rId7" imgW="533169" imgH="457002" progId="Equation.DSMT4">
                  <p:embed/>
                  <p:pic>
                    <p:nvPicPr>
                      <p:cNvPr id="36868" name="Object 12">
                        <a:extLst>
                          <a:ext uri="{FF2B5EF4-FFF2-40B4-BE49-F238E27FC236}">
                            <a16:creationId xmlns="" xmlns:a16="http://schemas.microsoft.com/office/drawing/2014/main" id="{2EF4C05B-7D5E-40A6-8828-D947A9F9EDC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5738" y="1268413"/>
                        <a:ext cx="923925" cy="792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89" name="Rectangle 15">
            <a:extLst>
              <a:ext uri="{FF2B5EF4-FFF2-40B4-BE49-F238E27FC236}">
                <a16:creationId xmlns="" xmlns:a16="http://schemas.microsoft.com/office/drawing/2014/main" id="{9BC18A06-42B7-43FC-AFC3-41010471043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6869" name="Object 14">
            <a:extLst>
              <a:ext uri="{FF2B5EF4-FFF2-40B4-BE49-F238E27FC236}">
                <a16:creationId xmlns="" xmlns:a16="http://schemas.microsoft.com/office/drawing/2014/main" id="{59552D3C-3EEA-4FF8-A7B2-D8A526C2A9F5}"/>
              </a:ext>
            </a:extLst>
          </p:cNvPr>
          <p:cNvGraphicFramePr>
            <a:graphicFrameLocks noChangeAspect="1"/>
          </p:cNvGraphicFramePr>
          <p:nvPr/>
        </p:nvGraphicFramePr>
        <p:xfrm>
          <a:off x="5076825" y="1341438"/>
          <a:ext cx="1019175" cy="719137"/>
        </p:xfrm>
        <a:graphic>
          <a:graphicData uri="http://schemas.openxmlformats.org/presentationml/2006/ole">
            <mc:AlternateContent xmlns:mc="http://schemas.openxmlformats.org/markup-compatibility/2006">
              <mc:Choice xmlns:v="urn:schemas-microsoft-com:vml" Requires="v">
                <p:oleObj spid="_x0000_s35889" name="Equation" r:id="rId9" imgW="647700" imgH="457200" progId="Equation.DSMT4">
                  <p:embed/>
                </p:oleObj>
              </mc:Choice>
              <mc:Fallback>
                <p:oleObj name="Equation" r:id="rId9" imgW="647700" imgH="457200" progId="Equation.DSMT4">
                  <p:embed/>
                  <p:pic>
                    <p:nvPicPr>
                      <p:cNvPr id="36869" name="Object 14">
                        <a:extLst>
                          <a:ext uri="{FF2B5EF4-FFF2-40B4-BE49-F238E27FC236}">
                            <a16:creationId xmlns="" xmlns:a16="http://schemas.microsoft.com/office/drawing/2014/main" id="{59552D3C-3EEA-4FF8-A7B2-D8A526C2A9F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76825" y="1341438"/>
                        <a:ext cx="1019175" cy="719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90" name="矩形 29">
            <a:extLst>
              <a:ext uri="{FF2B5EF4-FFF2-40B4-BE49-F238E27FC236}">
                <a16:creationId xmlns="" xmlns:a16="http://schemas.microsoft.com/office/drawing/2014/main" id="{A274C56B-4878-416D-ACF3-46A0FF44ECE9}"/>
              </a:ext>
            </a:extLst>
          </p:cNvPr>
          <p:cNvSpPr>
            <a:spLocks noChangeArrowheads="1"/>
          </p:cNvSpPr>
          <p:nvPr/>
        </p:nvSpPr>
        <p:spPr bwMode="auto">
          <a:xfrm>
            <a:off x="6443663" y="1412875"/>
            <a:ext cx="493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设</a:t>
            </a:r>
            <a:endParaRPr lang="zh-CN" altLang="en-US" sz="2400"/>
          </a:p>
        </p:txBody>
      </p:sp>
      <p:sp>
        <p:nvSpPr>
          <p:cNvPr id="36891" name="Rectangle 17">
            <a:extLst>
              <a:ext uri="{FF2B5EF4-FFF2-40B4-BE49-F238E27FC236}">
                <a16:creationId xmlns="" xmlns:a16="http://schemas.microsoft.com/office/drawing/2014/main" id="{83269CE7-F338-4FAB-A868-ACC33150975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6870" name="Object 16">
            <a:extLst>
              <a:ext uri="{FF2B5EF4-FFF2-40B4-BE49-F238E27FC236}">
                <a16:creationId xmlns="" xmlns:a16="http://schemas.microsoft.com/office/drawing/2014/main" id="{A1853979-B8BA-418D-B545-FFE39D6DFDC2}"/>
              </a:ext>
            </a:extLst>
          </p:cNvPr>
          <p:cNvGraphicFramePr>
            <a:graphicFrameLocks noChangeAspect="1"/>
          </p:cNvGraphicFramePr>
          <p:nvPr/>
        </p:nvGraphicFramePr>
        <p:xfrm>
          <a:off x="6875463" y="1412875"/>
          <a:ext cx="1550987" cy="503238"/>
        </p:xfrm>
        <a:graphic>
          <a:graphicData uri="http://schemas.openxmlformats.org/presentationml/2006/ole">
            <mc:AlternateContent xmlns:mc="http://schemas.openxmlformats.org/markup-compatibility/2006">
              <mc:Choice xmlns:v="urn:schemas-microsoft-com:vml" Requires="v">
                <p:oleObj spid="_x0000_s35890" name="Equation" r:id="rId11" imgW="787058" imgH="253890" progId="Equation.DSMT4">
                  <p:embed/>
                </p:oleObj>
              </mc:Choice>
              <mc:Fallback>
                <p:oleObj name="Equation" r:id="rId11" imgW="787058" imgH="253890" progId="Equation.DSMT4">
                  <p:embed/>
                  <p:pic>
                    <p:nvPicPr>
                      <p:cNvPr id="36870" name="Object 16">
                        <a:extLst>
                          <a:ext uri="{FF2B5EF4-FFF2-40B4-BE49-F238E27FC236}">
                            <a16:creationId xmlns="" xmlns:a16="http://schemas.microsoft.com/office/drawing/2014/main" id="{A1853979-B8BA-418D-B545-FFE39D6DFDC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75463" y="1412875"/>
                        <a:ext cx="1550987"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92" name="矩形 32">
            <a:extLst>
              <a:ext uri="{FF2B5EF4-FFF2-40B4-BE49-F238E27FC236}">
                <a16:creationId xmlns="" xmlns:a16="http://schemas.microsoft.com/office/drawing/2014/main" id="{5EC1F807-66C7-43DB-9C71-38A4589612A8}"/>
              </a:ext>
            </a:extLst>
          </p:cNvPr>
          <p:cNvSpPr>
            <a:spLocks noChangeArrowheads="1"/>
          </p:cNvSpPr>
          <p:nvPr/>
        </p:nvSpPr>
        <p:spPr bwMode="auto">
          <a:xfrm>
            <a:off x="323850" y="198913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求</a:t>
            </a:r>
            <a:endParaRPr lang="zh-CN" altLang="en-US" sz="2400"/>
          </a:p>
        </p:txBody>
      </p:sp>
      <p:sp>
        <p:nvSpPr>
          <p:cNvPr id="36893" name="Rectangle 19">
            <a:extLst>
              <a:ext uri="{FF2B5EF4-FFF2-40B4-BE49-F238E27FC236}">
                <a16:creationId xmlns="" xmlns:a16="http://schemas.microsoft.com/office/drawing/2014/main" id="{D71D0CF1-D4F7-48C9-94BF-92D503FAB77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6871" name="Object 18">
            <a:extLst>
              <a:ext uri="{FF2B5EF4-FFF2-40B4-BE49-F238E27FC236}">
                <a16:creationId xmlns="" xmlns:a16="http://schemas.microsoft.com/office/drawing/2014/main" id="{42936FB5-A449-4B4A-809C-247868195D60}"/>
              </a:ext>
            </a:extLst>
          </p:cNvPr>
          <p:cNvGraphicFramePr>
            <a:graphicFrameLocks noChangeAspect="1"/>
          </p:cNvGraphicFramePr>
          <p:nvPr/>
        </p:nvGraphicFramePr>
        <p:xfrm>
          <a:off x="798513" y="2017713"/>
          <a:ext cx="1093787" cy="517525"/>
        </p:xfrm>
        <a:graphic>
          <a:graphicData uri="http://schemas.openxmlformats.org/presentationml/2006/ole">
            <mc:AlternateContent xmlns:mc="http://schemas.openxmlformats.org/markup-compatibility/2006">
              <mc:Choice xmlns:v="urn:schemas-microsoft-com:vml" Requires="v">
                <p:oleObj spid="_x0000_s35891" name="Equation" r:id="rId13" imgW="482400" imgH="228600" progId="Equation.DSMT4">
                  <p:embed/>
                </p:oleObj>
              </mc:Choice>
              <mc:Fallback>
                <p:oleObj name="Equation" r:id="rId13" imgW="482400" imgH="228600" progId="Equation.DSMT4">
                  <p:embed/>
                  <p:pic>
                    <p:nvPicPr>
                      <p:cNvPr id="36871" name="Object 18">
                        <a:extLst>
                          <a:ext uri="{FF2B5EF4-FFF2-40B4-BE49-F238E27FC236}">
                            <a16:creationId xmlns="" xmlns:a16="http://schemas.microsoft.com/office/drawing/2014/main" id="{42936FB5-A449-4B4A-809C-247868195D6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98513" y="2017713"/>
                        <a:ext cx="1093787"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94" name="Rectangle 21">
            <a:extLst>
              <a:ext uri="{FF2B5EF4-FFF2-40B4-BE49-F238E27FC236}">
                <a16:creationId xmlns="" xmlns:a16="http://schemas.microsoft.com/office/drawing/2014/main" id="{E4716F73-A939-4CCF-868B-F1340B6401D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6872" name="Object 20">
            <a:extLst>
              <a:ext uri="{FF2B5EF4-FFF2-40B4-BE49-F238E27FC236}">
                <a16:creationId xmlns="" xmlns:a16="http://schemas.microsoft.com/office/drawing/2014/main" id="{6073DB39-7061-48A5-A416-2032533CBAF0}"/>
              </a:ext>
            </a:extLst>
          </p:cNvPr>
          <p:cNvGraphicFramePr>
            <a:graphicFrameLocks noChangeAspect="1"/>
          </p:cNvGraphicFramePr>
          <p:nvPr/>
        </p:nvGraphicFramePr>
        <p:xfrm>
          <a:off x="2195513" y="2060575"/>
          <a:ext cx="431800" cy="411163"/>
        </p:xfrm>
        <a:graphic>
          <a:graphicData uri="http://schemas.openxmlformats.org/presentationml/2006/ole">
            <mc:AlternateContent xmlns:mc="http://schemas.openxmlformats.org/markup-compatibility/2006">
              <mc:Choice xmlns:v="urn:schemas-microsoft-com:vml" Requires="v">
                <p:oleObj spid="_x0000_s35892" name="Equation" r:id="rId15" imgW="203112" imgH="190417" progId="Equation.DSMT4">
                  <p:embed/>
                </p:oleObj>
              </mc:Choice>
              <mc:Fallback>
                <p:oleObj name="Equation" r:id="rId15" imgW="203112" imgH="190417" progId="Equation.DSMT4">
                  <p:embed/>
                  <p:pic>
                    <p:nvPicPr>
                      <p:cNvPr id="36872" name="Object 20">
                        <a:extLst>
                          <a:ext uri="{FF2B5EF4-FFF2-40B4-BE49-F238E27FC236}">
                            <a16:creationId xmlns="" xmlns:a16="http://schemas.microsoft.com/office/drawing/2014/main" id="{6073DB39-7061-48A5-A416-2032533CBAF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95513" y="2060575"/>
                        <a:ext cx="431800"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95" name="矩形 37">
            <a:extLst>
              <a:ext uri="{FF2B5EF4-FFF2-40B4-BE49-F238E27FC236}">
                <a16:creationId xmlns="" xmlns:a16="http://schemas.microsoft.com/office/drawing/2014/main" id="{8AB7F021-8AC1-462E-80DE-A7C241B48072}"/>
              </a:ext>
            </a:extLst>
          </p:cNvPr>
          <p:cNvSpPr>
            <a:spLocks noChangeArrowheads="1"/>
          </p:cNvSpPr>
          <p:nvPr/>
        </p:nvSpPr>
        <p:spPr bwMode="auto">
          <a:xfrm>
            <a:off x="2700338" y="206057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及</a:t>
            </a:r>
            <a:endParaRPr lang="zh-CN" altLang="en-US" sz="2400"/>
          </a:p>
        </p:txBody>
      </p:sp>
      <p:sp>
        <p:nvSpPr>
          <p:cNvPr id="36896" name="Rectangle 23">
            <a:extLst>
              <a:ext uri="{FF2B5EF4-FFF2-40B4-BE49-F238E27FC236}">
                <a16:creationId xmlns="" xmlns:a16="http://schemas.microsoft.com/office/drawing/2014/main" id="{2ADD77E4-4398-4AB2-911E-1128D40423C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6873" name="Object 22">
            <a:extLst>
              <a:ext uri="{FF2B5EF4-FFF2-40B4-BE49-F238E27FC236}">
                <a16:creationId xmlns="" xmlns:a16="http://schemas.microsoft.com/office/drawing/2014/main" id="{CDAEC8A0-D072-4678-BC7E-229954BB6320}"/>
              </a:ext>
            </a:extLst>
          </p:cNvPr>
          <p:cNvGraphicFramePr>
            <a:graphicFrameLocks noChangeAspect="1"/>
          </p:cNvGraphicFramePr>
          <p:nvPr/>
        </p:nvGraphicFramePr>
        <p:xfrm>
          <a:off x="3132138" y="2060575"/>
          <a:ext cx="431800" cy="555625"/>
        </p:xfrm>
        <a:graphic>
          <a:graphicData uri="http://schemas.openxmlformats.org/presentationml/2006/ole">
            <mc:AlternateContent xmlns:mc="http://schemas.openxmlformats.org/markup-compatibility/2006">
              <mc:Choice xmlns:v="urn:schemas-microsoft-com:vml" Requires="v">
                <p:oleObj spid="_x0000_s35893" name="Equation" r:id="rId17" imgW="203024" imgH="253780" progId="Equation.DSMT4">
                  <p:embed/>
                </p:oleObj>
              </mc:Choice>
              <mc:Fallback>
                <p:oleObj name="Equation" r:id="rId17" imgW="203024" imgH="253780" progId="Equation.DSMT4">
                  <p:embed/>
                  <p:pic>
                    <p:nvPicPr>
                      <p:cNvPr id="36873" name="Object 22">
                        <a:extLst>
                          <a:ext uri="{FF2B5EF4-FFF2-40B4-BE49-F238E27FC236}">
                            <a16:creationId xmlns="" xmlns:a16="http://schemas.microsoft.com/office/drawing/2014/main" id="{CDAEC8A0-D072-4678-BC7E-229954BB632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32138" y="2060575"/>
                        <a:ext cx="431800"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97" name="Rectangle 25">
            <a:extLst>
              <a:ext uri="{FF2B5EF4-FFF2-40B4-BE49-F238E27FC236}">
                <a16:creationId xmlns="" xmlns:a16="http://schemas.microsoft.com/office/drawing/2014/main" id="{5E8279D4-7726-4213-9C4D-472CF58372E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组合 36">
            <a:extLst>
              <a:ext uri="{FF2B5EF4-FFF2-40B4-BE49-F238E27FC236}">
                <a16:creationId xmlns="" xmlns:a16="http://schemas.microsoft.com/office/drawing/2014/main" id="{A6EA8182-A09C-4291-88AB-0208D0FA0506}"/>
              </a:ext>
            </a:extLst>
          </p:cNvPr>
          <p:cNvGrpSpPr>
            <a:grpSpLocks/>
          </p:cNvGrpSpPr>
          <p:nvPr/>
        </p:nvGrpSpPr>
        <p:grpSpPr bwMode="auto">
          <a:xfrm>
            <a:off x="304800" y="2667000"/>
            <a:ext cx="3568700" cy="936625"/>
            <a:chOff x="304800" y="2667000"/>
            <a:chExt cx="3568700" cy="936625"/>
          </a:xfrm>
        </p:grpSpPr>
        <p:sp>
          <p:nvSpPr>
            <p:cNvPr id="36901" name="矩形 40">
              <a:extLst>
                <a:ext uri="{FF2B5EF4-FFF2-40B4-BE49-F238E27FC236}">
                  <a16:creationId xmlns="" xmlns:a16="http://schemas.microsoft.com/office/drawing/2014/main" id="{517A1AA7-C9C0-4171-9BC5-B4FB7C236856}"/>
                </a:ext>
              </a:extLst>
            </p:cNvPr>
            <p:cNvSpPr>
              <a:spLocks noChangeArrowheads="1"/>
            </p:cNvSpPr>
            <p:nvPr/>
          </p:nvSpPr>
          <p:spPr bwMode="auto">
            <a:xfrm>
              <a:off x="304800" y="2743200"/>
              <a:ext cx="5778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t>解</a:t>
              </a:r>
              <a:r>
                <a:rPr lang="en-US" altLang="zh-CN" sz="2400"/>
                <a:t>:</a:t>
              </a:r>
              <a:endParaRPr lang="zh-CN" altLang="en-US" sz="2400"/>
            </a:p>
          </p:txBody>
        </p:sp>
        <p:graphicFrame>
          <p:nvGraphicFramePr>
            <p:cNvPr id="36874" name="Object 24">
              <a:extLst>
                <a:ext uri="{FF2B5EF4-FFF2-40B4-BE49-F238E27FC236}">
                  <a16:creationId xmlns="" xmlns:a16="http://schemas.microsoft.com/office/drawing/2014/main" id="{00BE7043-6106-4C7D-91EC-357650F1A42B}"/>
                </a:ext>
              </a:extLst>
            </p:cNvPr>
            <p:cNvGraphicFramePr>
              <a:graphicFrameLocks noChangeAspect="1"/>
            </p:cNvGraphicFramePr>
            <p:nvPr/>
          </p:nvGraphicFramePr>
          <p:xfrm>
            <a:off x="1143000" y="2667000"/>
            <a:ext cx="2730500" cy="936625"/>
          </p:xfrm>
          <a:graphic>
            <a:graphicData uri="http://schemas.openxmlformats.org/presentationml/2006/ole">
              <mc:AlternateContent xmlns:mc="http://schemas.openxmlformats.org/markup-compatibility/2006">
                <mc:Choice xmlns:v="urn:schemas-microsoft-com:vml" Requires="v">
                  <p:oleObj spid="_x0000_s35894" name="Equation" r:id="rId19" imgW="1333500" imgH="457200" progId="Equation.DSMT4">
                    <p:embed/>
                  </p:oleObj>
                </mc:Choice>
                <mc:Fallback>
                  <p:oleObj name="Equation" r:id="rId19" imgW="1333500" imgH="457200" progId="Equation.DSMT4">
                    <p:embed/>
                    <p:pic>
                      <p:nvPicPr>
                        <p:cNvPr id="36874" name="Object 24">
                          <a:extLst>
                            <a:ext uri="{FF2B5EF4-FFF2-40B4-BE49-F238E27FC236}">
                              <a16:creationId xmlns="" xmlns:a16="http://schemas.microsoft.com/office/drawing/2014/main" id="{00BE7043-6106-4C7D-91EC-357650F1A42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43000" y="2667000"/>
                          <a:ext cx="2730500"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6899" name="Rectangle 27">
            <a:extLst>
              <a:ext uri="{FF2B5EF4-FFF2-40B4-BE49-F238E27FC236}">
                <a16:creationId xmlns="" xmlns:a16="http://schemas.microsoft.com/office/drawing/2014/main" id="{92610DA2-C72D-4203-9372-6DEA1467157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77835" name="Object 26">
            <a:extLst>
              <a:ext uri="{FF2B5EF4-FFF2-40B4-BE49-F238E27FC236}">
                <a16:creationId xmlns="" xmlns:a16="http://schemas.microsoft.com/office/drawing/2014/main" id="{63EB1117-1482-4F4A-A01D-6904F5B2974B}"/>
              </a:ext>
            </a:extLst>
          </p:cNvPr>
          <p:cNvGraphicFramePr>
            <a:graphicFrameLocks noChangeAspect="1"/>
          </p:cNvGraphicFramePr>
          <p:nvPr/>
        </p:nvGraphicFramePr>
        <p:xfrm>
          <a:off x="762000" y="3657600"/>
          <a:ext cx="8239125" cy="990600"/>
        </p:xfrm>
        <a:graphic>
          <a:graphicData uri="http://schemas.openxmlformats.org/presentationml/2006/ole">
            <mc:AlternateContent xmlns:mc="http://schemas.openxmlformats.org/markup-compatibility/2006">
              <mc:Choice xmlns:v="urn:schemas-microsoft-com:vml" Requires="v">
                <p:oleObj spid="_x0000_s35895" name="Equation" r:id="rId21" imgW="4203700" imgH="508000" progId="Equation.DSMT4">
                  <p:embed/>
                </p:oleObj>
              </mc:Choice>
              <mc:Fallback>
                <p:oleObj name="Equation" r:id="rId21" imgW="4203700" imgH="508000" progId="Equation.DSMT4">
                  <p:embed/>
                  <p:pic>
                    <p:nvPicPr>
                      <p:cNvPr id="77835" name="Object 26">
                        <a:extLst>
                          <a:ext uri="{FF2B5EF4-FFF2-40B4-BE49-F238E27FC236}">
                            <a16:creationId xmlns="" xmlns:a16="http://schemas.microsoft.com/office/drawing/2014/main" id="{63EB1117-1482-4F4A-A01D-6904F5B2974B}"/>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62000" y="3657600"/>
                        <a:ext cx="8239125"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900" name="Rectangle 29">
            <a:extLst>
              <a:ext uri="{FF2B5EF4-FFF2-40B4-BE49-F238E27FC236}">
                <a16:creationId xmlns="" xmlns:a16="http://schemas.microsoft.com/office/drawing/2014/main" id="{43E5E4A3-582E-4D7F-8767-8A40E1413C3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77836" name="Object 28">
            <a:extLst>
              <a:ext uri="{FF2B5EF4-FFF2-40B4-BE49-F238E27FC236}">
                <a16:creationId xmlns="" xmlns:a16="http://schemas.microsoft.com/office/drawing/2014/main" id="{37CE6771-790D-4743-8F15-800D33B57142}"/>
              </a:ext>
            </a:extLst>
          </p:cNvPr>
          <p:cNvGraphicFramePr>
            <a:graphicFrameLocks noChangeAspect="1"/>
          </p:cNvGraphicFramePr>
          <p:nvPr/>
        </p:nvGraphicFramePr>
        <p:xfrm>
          <a:off x="914400" y="4876800"/>
          <a:ext cx="1824038" cy="647700"/>
        </p:xfrm>
        <a:graphic>
          <a:graphicData uri="http://schemas.openxmlformats.org/presentationml/2006/ole">
            <mc:AlternateContent xmlns:mc="http://schemas.openxmlformats.org/markup-compatibility/2006">
              <mc:Choice xmlns:v="urn:schemas-microsoft-com:vml" Requires="v">
                <p:oleObj spid="_x0000_s35896" name="Equation" r:id="rId23" imgW="723586" imgH="253890" progId="Equation.DSMT4">
                  <p:embed/>
                </p:oleObj>
              </mc:Choice>
              <mc:Fallback>
                <p:oleObj name="Equation" r:id="rId23" imgW="723586" imgH="253890" progId="Equation.DSMT4">
                  <p:embed/>
                  <p:pic>
                    <p:nvPicPr>
                      <p:cNvPr id="77836" name="Object 28">
                        <a:extLst>
                          <a:ext uri="{FF2B5EF4-FFF2-40B4-BE49-F238E27FC236}">
                            <a16:creationId xmlns="" xmlns:a16="http://schemas.microsoft.com/office/drawing/2014/main" id="{37CE6771-790D-4743-8F15-800D33B57142}"/>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14400" y="4876800"/>
                        <a:ext cx="1824038"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7835"/>
                                        </p:tgtEl>
                                        <p:attrNameLst>
                                          <p:attrName>style.visibility</p:attrName>
                                        </p:attrNameLst>
                                      </p:cBhvr>
                                      <p:to>
                                        <p:strVal val="visible"/>
                                      </p:to>
                                    </p:set>
                                    <p:anim calcmode="lin" valueType="num">
                                      <p:cBhvr additive="base">
                                        <p:cTn id="13" dur="500" fill="hold"/>
                                        <p:tgtEl>
                                          <p:spTgt spid="77835"/>
                                        </p:tgtEl>
                                        <p:attrNameLst>
                                          <p:attrName>ppt_x</p:attrName>
                                        </p:attrNameLst>
                                      </p:cBhvr>
                                      <p:tavLst>
                                        <p:tav tm="0">
                                          <p:val>
                                            <p:strVal val="#ppt_x"/>
                                          </p:val>
                                        </p:tav>
                                        <p:tav tm="100000">
                                          <p:val>
                                            <p:strVal val="#ppt_x"/>
                                          </p:val>
                                        </p:tav>
                                      </p:tavLst>
                                    </p:anim>
                                    <p:anim calcmode="lin" valueType="num">
                                      <p:cBhvr additive="base">
                                        <p:cTn id="14" dur="500" fill="hold"/>
                                        <p:tgtEl>
                                          <p:spTgt spid="7783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7836"/>
                                        </p:tgtEl>
                                        <p:attrNameLst>
                                          <p:attrName>style.visibility</p:attrName>
                                        </p:attrNameLst>
                                      </p:cBhvr>
                                      <p:to>
                                        <p:strVal val="visible"/>
                                      </p:to>
                                    </p:set>
                                    <p:anim calcmode="lin" valueType="num">
                                      <p:cBhvr additive="base">
                                        <p:cTn id="19" dur="500" fill="hold"/>
                                        <p:tgtEl>
                                          <p:spTgt spid="77836"/>
                                        </p:tgtEl>
                                        <p:attrNameLst>
                                          <p:attrName>ppt_x</p:attrName>
                                        </p:attrNameLst>
                                      </p:cBhvr>
                                      <p:tavLst>
                                        <p:tav tm="0">
                                          <p:val>
                                            <p:strVal val="#ppt_x"/>
                                          </p:val>
                                        </p:tav>
                                        <p:tav tm="100000">
                                          <p:val>
                                            <p:strVal val="#ppt_x"/>
                                          </p:val>
                                        </p:tav>
                                      </p:tavLst>
                                    </p:anim>
                                    <p:anim calcmode="lin" valueType="num">
                                      <p:cBhvr additive="base">
                                        <p:cTn id="20" dur="500" fill="hold"/>
                                        <p:tgtEl>
                                          <p:spTgt spid="778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
          <p:cNvSpPr>
            <a:spLocks noGrp="1"/>
          </p:cNvSpPr>
          <p:nvPr>
            <p:ph type="title"/>
          </p:nvPr>
        </p:nvSpPr>
        <p:spPr/>
        <p:txBody>
          <a:bodyPr>
            <a:normAutofit/>
          </a:bodyPr>
          <a:lstStyle/>
          <a:p>
            <a:pPr algn="l"/>
            <a:r>
              <a:rPr lang="zh-CN" altLang="en-US" sz="3600" dirty="0"/>
              <a:t>四、作业</a:t>
            </a:r>
          </a:p>
        </p:txBody>
      </p:sp>
      <p:sp>
        <p:nvSpPr>
          <p:cNvPr id="8" name="内容占位符 2"/>
          <p:cNvSpPr>
            <a:spLocks noGrp="1"/>
          </p:cNvSpPr>
          <p:nvPr>
            <p:ph idx="1"/>
          </p:nvPr>
        </p:nvSpPr>
        <p:spPr>
          <a:xfrm>
            <a:off x="1259632" y="1772816"/>
            <a:ext cx="5122912" cy="3484984"/>
          </a:xfrm>
        </p:spPr>
        <p:txBody>
          <a:bodyPr>
            <a:noAutofit/>
          </a:bodyPr>
          <a:lstStyle/>
          <a:p>
            <a:pPr marL="0" indent="0">
              <a:buNone/>
            </a:pPr>
            <a:r>
              <a:rPr lang="en-US" altLang="zh-CN" sz="3600" dirty="0">
                <a:solidFill>
                  <a:srgbClr val="0000FF"/>
                </a:solidFill>
              </a:rPr>
              <a:t>P121 </a:t>
            </a:r>
            <a:r>
              <a:rPr lang="zh-CN" altLang="en-US" sz="3600" dirty="0">
                <a:solidFill>
                  <a:srgbClr val="0000FF"/>
                </a:solidFill>
              </a:rPr>
              <a:t>作业</a:t>
            </a:r>
            <a:r>
              <a:rPr lang="en-US" altLang="zh-CN" sz="3600" dirty="0">
                <a:solidFill>
                  <a:srgbClr val="0000FF"/>
                </a:solidFill>
              </a:rPr>
              <a:t>4.6  3</a:t>
            </a:r>
          </a:p>
          <a:p>
            <a:pPr marL="0" indent="0">
              <a:buNone/>
            </a:pPr>
            <a:r>
              <a:rPr lang="en-US" altLang="zh-CN" sz="3600" dirty="0">
                <a:solidFill>
                  <a:srgbClr val="0000FF"/>
                </a:solidFill>
              </a:rPr>
              <a:t>P123 </a:t>
            </a:r>
            <a:r>
              <a:rPr lang="zh-CN" altLang="en-US" sz="3600" dirty="0">
                <a:solidFill>
                  <a:srgbClr val="0000FF"/>
                </a:solidFill>
              </a:rPr>
              <a:t>作业</a:t>
            </a:r>
            <a:r>
              <a:rPr lang="en-US" altLang="zh-CN" sz="3600" dirty="0">
                <a:solidFill>
                  <a:srgbClr val="0000FF"/>
                </a:solidFill>
              </a:rPr>
              <a:t>4.7  2</a:t>
            </a:r>
          </a:p>
          <a:p>
            <a:pPr marL="0" indent="0">
              <a:buNone/>
            </a:pPr>
            <a:r>
              <a:rPr lang="en-US" altLang="zh-CN" sz="3600" dirty="0">
                <a:solidFill>
                  <a:srgbClr val="0000FF"/>
                </a:solidFill>
              </a:rPr>
              <a:t>P126 </a:t>
            </a:r>
            <a:r>
              <a:rPr lang="zh-CN" altLang="en-US" sz="3600" dirty="0">
                <a:solidFill>
                  <a:srgbClr val="0000FF"/>
                </a:solidFill>
              </a:rPr>
              <a:t>作业</a:t>
            </a:r>
            <a:r>
              <a:rPr lang="en-US" altLang="zh-CN" sz="3600" dirty="0">
                <a:solidFill>
                  <a:srgbClr val="0000FF"/>
                </a:solidFill>
              </a:rPr>
              <a:t>4.8  2</a:t>
            </a:r>
          </a:p>
          <a:p>
            <a:pPr marL="0" indent="0">
              <a:buNone/>
            </a:pPr>
            <a:r>
              <a:rPr lang="en-US" altLang="zh-CN" sz="3600" dirty="0">
                <a:solidFill>
                  <a:srgbClr val="0000FF"/>
                </a:solidFill>
              </a:rPr>
              <a:t>P128 </a:t>
            </a:r>
            <a:r>
              <a:rPr lang="zh-CN" altLang="en-US" sz="3600" dirty="0">
                <a:solidFill>
                  <a:srgbClr val="0000FF"/>
                </a:solidFill>
              </a:rPr>
              <a:t>作业</a:t>
            </a:r>
            <a:r>
              <a:rPr lang="en-US" altLang="zh-CN" sz="3600" dirty="0">
                <a:solidFill>
                  <a:srgbClr val="0000FF"/>
                </a:solidFill>
              </a:rPr>
              <a:t>4.9  2</a:t>
            </a:r>
          </a:p>
          <a:p>
            <a:pPr marL="0" indent="0">
              <a:buNone/>
            </a:pPr>
            <a:r>
              <a:rPr lang="zh-CN" altLang="en-US" sz="3600" dirty="0">
                <a:solidFill>
                  <a:srgbClr val="0000FF"/>
                </a:solidFill>
              </a:rPr>
              <a:t>预习</a:t>
            </a:r>
            <a:r>
              <a:rPr lang="en-US" altLang="zh-CN" sz="3600" dirty="0">
                <a:solidFill>
                  <a:srgbClr val="0000FF"/>
                </a:solidFill>
              </a:rPr>
              <a:t>5.1-5.6</a:t>
            </a:r>
          </a:p>
          <a:p>
            <a:pPr marL="0" indent="0">
              <a:buNone/>
            </a:pPr>
            <a:r>
              <a:rPr lang="zh-CN" altLang="en-US" sz="3600" dirty="0">
                <a:solidFill>
                  <a:srgbClr val="0000FF"/>
                </a:solidFill>
              </a:rPr>
              <a:t>观看视频</a:t>
            </a:r>
            <a:r>
              <a:rPr lang="en-US" altLang="zh-CN" sz="3600" dirty="0">
                <a:solidFill>
                  <a:srgbClr val="0000FF"/>
                </a:solidFill>
              </a:rPr>
              <a:t>5.1-5.6</a:t>
            </a: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076851" y="2556694"/>
            <a:ext cx="3204430" cy="427825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TotalTime>
  <Words>1522</Words>
  <Application>Microsoft Office PowerPoint</Application>
  <PresentationFormat>全屏显示(4:3)</PresentationFormat>
  <Paragraphs>273</Paragraphs>
  <Slides>38</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38</vt:i4>
      </vt:variant>
    </vt:vector>
  </HeadingPairs>
  <TitlesOfParts>
    <vt:vector size="51" baseType="lpstr">
      <vt:lpstr>黑体</vt:lpstr>
      <vt:lpstr>楷体_GB2312</vt:lpstr>
      <vt:lpstr>宋体</vt:lpstr>
      <vt:lpstr>微软雅黑</vt:lpstr>
      <vt:lpstr>Arial</vt:lpstr>
      <vt:lpstr>Calibri</vt:lpstr>
      <vt:lpstr>Times New Roman</vt:lpstr>
      <vt:lpstr>Verdana</vt:lpstr>
      <vt:lpstr>Wingdings</vt:lpstr>
      <vt:lpstr>1_Office 主题</vt:lpstr>
      <vt:lpstr>Equation</vt:lpstr>
      <vt:lpstr>MathType 5.0 Equation</vt:lpstr>
      <vt:lpstr>公式</vt:lpstr>
      <vt:lpstr>线性方程组及其解空间</vt:lpstr>
      <vt:lpstr>一、矩阵的对角化</vt:lpstr>
      <vt:lpstr>注意：若A可通过相似变换化为对角阵  ，且   对角线上的元素是A的特征值λ1，λ2 ，...， λn ，则相似变换矩阵P 的列向量是A的特征值λ1，λ2 ，...， λn 对应的线性无关的特征向量X 1， X 2 ，...， X 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四、作业</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特征值与特征向量</dc:title>
  <dc:creator>Administrator</dc:creator>
  <cp:lastModifiedBy>TPHY</cp:lastModifiedBy>
  <cp:revision>232</cp:revision>
  <dcterms:created xsi:type="dcterms:W3CDTF">2020-12-08T11:04:00Z</dcterms:created>
  <dcterms:modified xsi:type="dcterms:W3CDTF">2022-02-18T06:32:24Z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