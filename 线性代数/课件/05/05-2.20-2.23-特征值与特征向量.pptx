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45"/>
  </p:notesMasterIdLst>
  <p:sldIdLst>
    <p:sldId id="256" r:id="rId2"/>
    <p:sldId id="258" r:id="rId3"/>
    <p:sldId id="276" r:id="rId4"/>
    <p:sldId id="277" r:id="rId5"/>
    <p:sldId id="278" r:id="rId6"/>
    <p:sldId id="274" r:id="rId7"/>
    <p:sldId id="259" r:id="rId8"/>
    <p:sldId id="260" r:id="rId9"/>
    <p:sldId id="261" r:id="rId10"/>
    <p:sldId id="279" r:id="rId11"/>
    <p:sldId id="280" r:id="rId12"/>
    <p:sldId id="281" r:id="rId13"/>
    <p:sldId id="282" r:id="rId14"/>
    <p:sldId id="291" r:id="rId15"/>
    <p:sldId id="262" r:id="rId16"/>
    <p:sldId id="264" r:id="rId17"/>
    <p:sldId id="309" r:id="rId18"/>
    <p:sldId id="310" r:id="rId19"/>
    <p:sldId id="267" r:id="rId20"/>
    <p:sldId id="269" r:id="rId21"/>
    <p:sldId id="307" r:id="rId22"/>
    <p:sldId id="308" r:id="rId23"/>
    <p:sldId id="265" r:id="rId24"/>
    <p:sldId id="268" r:id="rId25"/>
    <p:sldId id="311" r:id="rId26"/>
    <p:sldId id="312" r:id="rId27"/>
    <p:sldId id="313" r:id="rId28"/>
    <p:sldId id="314" r:id="rId29"/>
    <p:sldId id="263" r:id="rId30"/>
    <p:sldId id="275" r:id="rId31"/>
    <p:sldId id="266" r:id="rId32"/>
    <p:sldId id="270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289" r:id="rId43"/>
    <p:sldId id="272" r:id="rId4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725" autoAdjust="0"/>
  </p:normalViewPr>
  <p:slideViewPr>
    <p:cSldViewPr>
      <p:cViewPr varScale="1">
        <p:scale>
          <a:sx n="66" d="100"/>
          <a:sy n="66" d="100"/>
        </p:scale>
        <p:origin x="193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4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11" Type="http://schemas.openxmlformats.org/officeDocument/2006/relationships/image" Target="../media/image29.emf"/><Relationship Id="rId5" Type="http://schemas.openxmlformats.org/officeDocument/2006/relationships/image" Target="../media/image23.wmf"/><Relationship Id="rId10" Type="http://schemas.openxmlformats.org/officeDocument/2006/relationships/image" Target="../media/image28.wmf"/><Relationship Id="rId4" Type="http://schemas.openxmlformats.org/officeDocument/2006/relationships/image" Target="../media/image22.wmf"/><Relationship Id="rId9" Type="http://schemas.openxmlformats.org/officeDocument/2006/relationships/image" Target="../media/image27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image" Target="../media/image32.wmf"/><Relationship Id="rId7" Type="http://schemas.openxmlformats.org/officeDocument/2006/relationships/image" Target="../media/image36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image" Target="../media/image46.wmf"/><Relationship Id="rId7" Type="http://schemas.openxmlformats.org/officeDocument/2006/relationships/image" Target="../media/image50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11" Type="http://schemas.openxmlformats.org/officeDocument/2006/relationships/image" Target="../media/image54.wmf"/><Relationship Id="rId5" Type="http://schemas.openxmlformats.org/officeDocument/2006/relationships/image" Target="../media/image48.wmf"/><Relationship Id="rId10" Type="http://schemas.openxmlformats.org/officeDocument/2006/relationships/image" Target="../media/image53.wmf"/><Relationship Id="rId4" Type="http://schemas.openxmlformats.org/officeDocument/2006/relationships/image" Target="../media/image47.wmf"/><Relationship Id="rId9" Type="http://schemas.openxmlformats.org/officeDocument/2006/relationships/image" Target="../media/image52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image" Target="../media/image57.wmf"/><Relationship Id="rId7" Type="http://schemas.openxmlformats.org/officeDocument/2006/relationships/image" Target="../media/image61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Relationship Id="rId9" Type="http://schemas.openxmlformats.org/officeDocument/2006/relationships/image" Target="../media/image6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Relationship Id="rId4" Type="http://schemas.openxmlformats.org/officeDocument/2006/relationships/image" Target="../media/image74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6.wmf"/><Relationship Id="rId1" Type="http://schemas.openxmlformats.org/officeDocument/2006/relationships/image" Target="../media/image78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6" Type="http://schemas.openxmlformats.org/officeDocument/2006/relationships/image" Target="../media/image93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5.wmf"/><Relationship Id="rId1" Type="http://schemas.openxmlformats.org/officeDocument/2006/relationships/image" Target="../media/image94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2" Type="http://schemas.openxmlformats.org/officeDocument/2006/relationships/image" Target="../media/image97.emf"/><Relationship Id="rId1" Type="http://schemas.openxmlformats.org/officeDocument/2006/relationships/image" Target="../media/image96.wmf"/><Relationship Id="rId5" Type="http://schemas.openxmlformats.org/officeDocument/2006/relationships/image" Target="../media/image100.emf"/><Relationship Id="rId4" Type="http://schemas.openxmlformats.org/officeDocument/2006/relationships/image" Target="../media/image99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7" Type="http://schemas.openxmlformats.org/officeDocument/2006/relationships/image" Target="../media/image109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6" Type="http://schemas.openxmlformats.org/officeDocument/2006/relationships/image" Target="../media/image108.wmf"/><Relationship Id="rId5" Type="http://schemas.openxmlformats.org/officeDocument/2006/relationships/image" Target="../media/image107.wmf"/><Relationship Id="rId4" Type="http://schemas.openxmlformats.org/officeDocument/2006/relationships/image" Target="../media/image106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7" Type="http://schemas.openxmlformats.org/officeDocument/2006/relationships/image" Target="../media/image124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6" Type="http://schemas.openxmlformats.org/officeDocument/2006/relationships/image" Target="../media/image123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3" Type="http://schemas.openxmlformats.org/officeDocument/2006/relationships/image" Target="../media/image127.wmf"/><Relationship Id="rId7" Type="http://schemas.openxmlformats.org/officeDocument/2006/relationships/image" Target="../media/image131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6" Type="http://schemas.openxmlformats.org/officeDocument/2006/relationships/image" Target="../media/image130.wmf"/><Relationship Id="rId5" Type="http://schemas.openxmlformats.org/officeDocument/2006/relationships/image" Target="../media/image129.wmf"/><Relationship Id="rId4" Type="http://schemas.openxmlformats.org/officeDocument/2006/relationships/image" Target="../media/image128.wmf"/><Relationship Id="rId9" Type="http://schemas.openxmlformats.org/officeDocument/2006/relationships/image" Target="../media/image133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Relationship Id="rId5" Type="http://schemas.openxmlformats.org/officeDocument/2006/relationships/image" Target="../media/image138.wmf"/><Relationship Id="rId4" Type="http://schemas.openxmlformats.org/officeDocument/2006/relationships/image" Target="../media/image137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9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3" Type="http://schemas.openxmlformats.org/officeDocument/2006/relationships/image" Target="../media/image142.wmf"/><Relationship Id="rId7" Type="http://schemas.openxmlformats.org/officeDocument/2006/relationships/image" Target="../media/image146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6" Type="http://schemas.openxmlformats.org/officeDocument/2006/relationships/image" Target="../media/image145.wmf"/><Relationship Id="rId5" Type="http://schemas.openxmlformats.org/officeDocument/2006/relationships/image" Target="../media/image144.wmf"/><Relationship Id="rId4" Type="http://schemas.openxmlformats.org/officeDocument/2006/relationships/image" Target="../media/image143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3" Type="http://schemas.openxmlformats.org/officeDocument/2006/relationships/image" Target="../media/image150.wmf"/><Relationship Id="rId7" Type="http://schemas.openxmlformats.org/officeDocument/2006/relationships/image" Target="../media/image154.wmf"/><Relationship Id="rId2" Type="http://schemas.openxmlformats.org/officeDocument/2006/relationships/image" Target="../media/image149.wmf"/><Relationship Id="rId1" Type="http://schemas.openxmlformats.org/officeDocument/2006/relationships/image" Target="../media/image148.wmf"/><Relationship Id="rId6" Type="http://schemas.openxmlformats.org/officeDocument/2006/relationships/image" Target="../media/image153.wmf"/><Relationship Id="rId5" Type="http://schemas.openxmlformats.org/officeDocument/2006/relationships/image" Target="../media/image152.wmf"/><Relationship Id="rId10" Type="http://schemas.openxmlformats.org/officeDocument/2006/relationships/image" Target="../media/image157.wmf"/><Relationship Id="rId4" Type="http://schemas.openxmlformats.org/officeDocument/2006/relationships/image" Target="../media/image151.wmf"/><Relationship Id="rId9" Type="http://schemas.openxmlformats.org/officeDocument/2006/relationships/image" Target="../media/image156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wmf"/><Relationship Id="rId2" Type="http://schemas.openxmlformats.org/officeDocument/2006/relationships/image" Target="../media/image158.wmf"/><Relationship Id="rId1" Type="http://schemas.openxmlformats.org/officeDocument/2006/relationships/image" Target="../media/image148.wmf"/><Relationship Id="rId5" Type="http://schemas.openxmlformats.org/officeDocument/2006/relationships/image" Target="../media/image161.wmf"/><Relationship Id="rId4" Type="http://schemas.openxmlformats.org/officeDocument/2006/relationships/image" Target="../media/image16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208F89-9C62-40E6-A4B7-5241B108DC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307C1D-A20E-4502-A38E-1928A7EE2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327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07C1D-A20E-4502-A38E-1928A7EE265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67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0129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464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18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29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731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650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734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624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313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218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69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867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6.wmf"/><Relationship Id="rId4" Type="http://schemas.openxmlformats.org/officeDocument/2006/relationships/image" Target="../media/image3.emf"/><Relationship Id="rId9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7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5.bin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2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oleObject" Target="../embeddings/oleObject23.bin"/><Relationship Id="rId4" Type="http://schemas.openxmlformats.org/officeDocument/2006/relationships/image" Target="../media/image1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9.bin"/><Relationship Id="rId18" Type="http://schemas.openxmlformats.org/officeDocument/2006/relationships/image" Target="../media/image26.wmf"/><Relationship Id="rId3" Type="http://schemas.openxmlformats.org/officeDocument/2006/relationships/oleObject" Target="../embeddings/oleObject24.bin"/><Relationship Id="rId21" Type="http://schemas.openxmlformats.org/officeDocument/2006/relationships/oleObject" Target="../embeddings/oleObject33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23.wmf"/><Relationship Id="rId17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.wmf"/><Relationship Id="rId20" Type="http://schemas.openxmlformats.org/officeDocument/2006/relationships/image" Target="../media/image27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8.bin"/><Relationship Id="rId24" Type="http://schemas.openxmlformats.org/officeDocument/2006/relationships/image" Target="../media/image29.emf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23" Type="http://schemas.openxmlformats.org/officeDocument/2006/relationships/oleObject" Target="../embeddings/oleObject34.bin"/><Relationship Id="rId10" Type="http://schemas.openxmlformats.org/officeDocument/2006/relationships/image" Target="../media/image22.wmf"/><Relationship Id="rId19" Type="http://schemas.openxmlformats.org/officeDocument/2006/relationships/oleObject" Target="../embeddings/oleObject32.bin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24.wmf"/><Relationship Id="rId22" Type="http://schemas.openxmlformats.org/officeDocument/2006/relationships/image" Target="../media/image2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40.bin"/><Relationship Id="rId18" Type="http://schemas.openxmlformats.org/officeDocument/2006/relationships/image" Target="../media/image37.e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34.wmf"/><Relationship Id="rId17" Type="http://schemas.openxmlformats.org/officeDocument/2006/relationships/oleObject" Target="../embeddings/oleObject4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41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3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48.bin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4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47.bin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41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4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oleObject" Target="../embeddings/oleObject54.bin"/><Relationship Id="rId18" Type="http://schemas.openxmlformats.org/officeDocument/2006/relationships/image" Target="../media/image51.wmf"/><Relationship Id="rId3" Type="http://schemas.openxmlformats.org/officeDocument/2006/relationships/oleObject" Target="../embeddings/oleObject49.bin"/><Relationship Id="rId21" Type="http://schemas.openxmlformats.org/officeDocument/2006/relationships/oleObject" Target="../embeddings/oleObject58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48.wmf"/><Relationship Id="rId17" Type="http://schemas.openxmlformats.org/officeDocument/2006/relationships/oleObject" Target="../embeddings/oleObject5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0.wmf"/><Relationship Id="rId20" Type="http://schemas.openxmlformats.org/officeDocument/2006/relationships/image" Target="../media/image52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53.bin"/><Relationship Id="rId24" Type="http://schemas.openxmlformats.org/officeDocument/2006/relationships/image" Target="../media/image54.wmf"/><Relationship Id="rId5" Type="http://schemas.openxmlformats.org/officeDocument/2006/relationships/oleObject" Target="../embeddings/oleObject50.bin"/><Relationship Id="rId15" Type="http://schemas.openxmlformats.org/officeDocument/2006/relationships/oleObject" Target="../embeddings/oleObject55.bin"/><Relationship Id="rId23" Type="http://schemas.openxmlformats.org/officeDocument/2006/relationships/oleObject" Target="../embeddings/oleObject59.bin"/><Relationship Id="rId10" Type="http://schemas.openxmlformats.org/officeDocument/2006/relationships/image" Target="../media/image47.wmf"/><Relationship Id="rId19" Type="http://schemas.openxmlformats.org/officeDocument/2006/relationships/oleObject" Target="../embeddings/oleObject57.bin"/><Relationship Id="rId4" Type="http://schemas.openxmlformats.org/officeDocument/2006/relationships/image" Target="../media/image44.wmf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49.wmf"/><Relationship Id="rId22" Type="http://schemas.openxmlformats.org/officeDocument/2006/relationships/image" Target="../media/image5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oleObject" Target="../embeddings/oleObject65.bin"/><Relationship Id="rId18" Type="http://schemas.openxmlformats.org/officeDocument/2006/relationships/image" Target="../media/image62.w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59.wmf"/><Relationship Id="rId17" Type="http://schemas.openxmlformats.org/officeDocument/2006/relationships/oleObject" Target="../embeddings/oleObject6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1.wmf"/><Relationship Id="rId20" Type="http://schemas.openxmlformats.org/officeDocument/2006/relationships/image" Target="../media/image63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1.bin"/><Relationship Id="rId15" Type="http://schemas.openxmlformats.org/officeDocument/2006/relationships/oleObject" Target="../embeddings/oleObject66.bin"/><Relationship Id="rId10" Type="http://schemas.openxmlformats.org/officeDocument/2006/relationships/image" Target="../media/image58.wmf"/><Relationship Id="rId19" Type="http://schemas.openxmlformats.org/officeDocument/2006/relationships/oleObject" Target="../embeddings/oleObject68.bin"/><Relationship Id="rId4" Type="http://schemas.openxmlformats.org/officeDocument/2006/relationships/image" Target="../media/image55.wmf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60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oleObject" Target="../embeddings/oleObject74.bin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6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73.bin"/><Relationship Id="rId5" Type="http://schemas.openxmlformats.org/officeDocument/2006/relationships/oleObject" Target="../embeddings/oleObject70.bin"/><Relationship Id="rId15" Type="http://schemas.openxmlformats.org/officeDocument/2006/relationships/image" Target="../media/image69.wmf"/><Relationship Id="rId10" Type="http://schemas.openxmlformats.org/officeDocument/2006/relationships/image" Target="../media/image67.wmf"/><Relationship Id="rId4" Type="http://schemas.openxmlformats.org/officeDocument/2006/relationships/image" Target="../media/image64.wmf"/><Relationship Id="rId9" Type="http://schemas.openxmlformats.org/officeDocument/2006/relationships/oleObject" Target="../embeddings/oleObject72.bin"/><Relationship Id="rId14" Type="http://schemas.openxmlformats.org/officeDocument/2006/relationships/oleObject" Target="../embeddings/oleObject75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77.bin"/><Relationship Id="rId4" Type="http://schemas.openxmlformats.org/officeDocument/2006/relationships/image" Target="../media/image70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79.bin"/><Relationship Id="rId10" Type="http://schemas.openxmlformats.org/officeDocument/2006/relationships/image" Target="../media/image74.wmf"/><Relationship Id="rId4" Type="http://schemas.openxmlformats.org/officeDocument/2006/relationships/image" Target="../media/image71.wmf"/><Relationship Id="rId9" Type="http://schemas.openxmlformats.org/officeDocument/2006/relationships/oleObject" Target="../embeddings/oleObject81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76.wmf"/><Relationship Id="rId5" Type="http://schemas.openxmlformats.org/officeDocument/2006/relationships/oleObject" Target="../embeddings/oleObject83.bin"/><Relationship Id="rId4" Type="http://schemas.openxmlformats.org/officeDocument/2006/relationships/image" Target="../media/image75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8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76.w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0" Type="http://schemas.openxmlformats.org/officeDocument/2006/relationships/image" Target="../media/image80.wmf"/><Relationship Id="rId4" Type="http://schemas.openxmlformats.org/officeDocument/2006/relationships/image" Target="../media/image78.wmf"/><Relationship Id="rId9" Type="http://schemas.openxmlformats.org/officeDocument/2006/relationships/oleObject" Target="../embeddings/oleObject88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83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82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3" Type="http://schemas.openxmlformats.org/officeDocument/2006/relationships/oleObject" Target="../embeddings/oleObject93.bin"/><Relationship Id="rId7" Type="http://schemas.openxmlformats.org/officeDocument/2006/relationships/oleObject" Target="../embeddings/oleObject9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86.wmf"/><Relationship Id="rId5" Type="http://schemas.openxmlformats.org/officeDocument/2006/relationships/oleObject" Target="../embeddings/oleObject94.bin"/><Relationship Id="rId4" Type="http://schemas.openxmlformats.org/officeDocument/2006/relationships/image" Target="../media/image85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13" Type="http://schemas.openxmlformats.org/officeDocument/2006/relationships/oleObject" Target="../embeddings/oleObject101.bin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98.bin"/><Relationship Id="rId12" Type="http://schemas.openxmlformats.org/officeDocument/2006/relationships/image" Target="../media/image9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89.wmf"/><Relationship Id="rId11" Type="http://schemas.openxmlformats.org/officeDocument/2006/relationships/oleObject" Target="../embeddings/oleObject100.bin"/><Relationship Id="rId5" Type="http://schemas.openxmlformats.org/officeDocument/2006/relationships/oleObject" Target="../embeddings/oleObject97.bin"/><Relationship Id="rId10" Type="http://schemas.openxmlformats.org/officeDocument/2006/relationships/image" Target="../media/image91.wmf"/><Relationship Id="rId4" Type="http://schemas.openxmlformats.org/officeDocument/2006/relationships/image" Target="../media/image88.wmf"/><Relationship Id="rId9" Type="http://schemas.openxmlformats.org/officeDocument/2006/relationships/oleObject" Target="../embeddings/oleObject99.bin"/><Relationship Id="rId14" Type="http://schemas.openxmlformats.org/officeDocument/2006/relationships/image" Target="../media/image93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95.wmf"/><Relationship Id="rId5" Type="http://schemas.openxmlformats.org/officeDocument/2006/relationships/oleObject" Target="../embeddings/oleObject103.bin"/><Relationship Id="rId4" Type="http://schemas.openxmlformats.org/officeDocument/2006/relationships/image" Target="../media/image94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emf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10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97.emf"/><Relationship Id="rId11" Type="http://schemas.openxmlformats.org/officeDocument/2006/relationships/oleObject" Target="../embeddings/oleObject108.bin"/><Relationship Id="rId5" Type="http://schemas.openxmlformats.org/officeDocument/2006/relationships/oleObject" Target="../embeddings/oleObject105.bin"/><Relationship Id="rId10" Type="http://schemas.openxmlformats.org/officeDocument/2006/relationships/image" Target="../media/image99.emf"/><Relationship Id="rId4" Type="http://schemas.openxmlformats.org/officeDocument/2006/relationships/image" Target="../media/image96.wmf"/><Relationship Id="rId9" Type="http://schemas.openxmlformats.org/officeDocument/2006/relationships/oleObject" Target="../embeddings/oleObject107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110.bin"/><Relationship Id="rId4" Type="http://schemas.openxmlformats.org/officeDocument/2006/relationships/image" Target="../media/image101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13" Type="http://schemas.openxmlformats.org/officeDocument/2006/relationships/oleObject" Target="../embeddings/oleObject116.bin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0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9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10" Type="http://schemas.openxmlformats.org/officeDocument/2006/relationships/image" Target="../media/image106.wmf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08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10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1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14.wmf"/><Relationship Id="rId11" Type="http://schemas.openxmlformats.org/officeDocument/2006/relationships/oleObject" Target="../embeddings/oleObject125.bin"/><Relationship Id="rId5" Type="http://schemas.openxmlformats.org/officeDocument/2006/relationships/oleObject" Target="../embeddings/oleObject122.bin"/><Relationship Id="rId10" Type="http://schemas.openxmlformats.org/officeDocument/2006/relationships/image" Target="../media/image116.wmf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24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oleObject" Target="../embeddings/oleObject131.bin"/><Relationship Id="rId18" Type="http://schemas.openxmlformats.org/officeDocument/2006/relationships/image" Target="../media/image124.wmf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122.wmf"/><Relationship Id="rId17" Type="http://schemas.openxmlformats.org/officeDocument/2006/relationships/oleObject" Target="../embeddings/oleObject13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3.bin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30.bin"/><Relationship Id="rId5" Type="http://schemas.openxmlformats.org/officeDocument/2006/relationships/oleObject" Target="../embeddings/oleObject127.bin"/><Relationship Id="rId15" Type="http://schemas.openxmlformats.org/officeDocument/2006/relationships/image" Target="../media/image123.wmf"/><Relationship Id="rId10" Type="http://schemas.openxmlformats.org/officeDocument/2006/relationships/image" Target="../media/image121.wmf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29.bin"/><Relationship Id="rId14" Type="http://schemas.openxmlformats.org/officeDocument/2006/relationships/oleObject" Target="../embeddings/oleObject132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oleObject" Target="../embeddings/oleObject140.bin"/><Relationship Id="rId18" Type="http://schemas.openxmlformats.org/officeDocument/2006/relationships/image" Target="../media/image132.wmf"/><Relationship Id="rId3" Type="http://schemas.openxmlformats.org/officeDocument/2006/relationships/oleObject" Target="../embeddings/oleObject135.bin"/><Relationship Id="rId7" Type="http://schemas.openxmlformats.org/officeDocument/2006/relationships/oleObject" Target="../embeddings/oleObject137.bin"/><Relationship Id="rId12" Type="http://schemas.openxmlformats.org/officeDocument/2006/relationships/image" Target="../media/image129.wmf"/><Relationship Id="rId17" Type="http://schemas.openxmlformats.org/officeDocument/2006/relationships/oleObject" Target="../embeddings/oleObject14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1.wmf"/><Relationship Id="rId20" Type="http://schemas.openxmlformats.org/officeDocument/2006/relationships/image" Target="../media/image133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26.wmf"/><Relationship Id="rId11" Type="http://schemas.openxmlformats.org/officeDocument/2006/relationships/oleObject" Target="../embeddings/oleObject139.bin"/><Relationship Id="rId5" Type="http://schemas.openxmlformats.org/officeDocument/2006/relationships/oleObject" Target="../embeddings/oleObject136.bin"/><Relationship Id="rId15" Type="http://schemas.openxmlformats.org/officeDocument/2006/relationships/oleObject" Target="../embeddings/oleObject141.bin"/><Relationship Id="rId10" Type="http://schemas.openxmlformats.org/officeDocument/2006/relationships/image" Target="../media/image128.wmf"/><Relationship Id="rId19" Type="http://schemas.openxmlformats.org/officeDocument/2006/relationships/oleObject" Target="../embeddings/oleObject143.bin"/><Relationship Id="rId4" Type="http://schemas.openxmlformats.org/officeDocument/2006/relationships/image" Target="../media/image125.wmf"/><Relationship Id="rId9" Type="http://schemas.openxmlformats.org/officeDocument/2006/relationships/oleObject" Target="../embeddings/oleObject138.bin"/><Relationship Id="rId14" Type="http://schemas.openxmlformats.org/officeDocument/2006/relationships/image" Target="../media/image130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3" Type="http://schemas.openxmlformats.org/officeDocument/2006/relationships/oleObject" Target="../embeddings/oleObject144.bin"/><Relationship Id="rId7" Type="http://schemas.openxmlformats.org/officeDocument/2006/relationships/oleObject" Target="../embeddings/oleObject146.bin"/><Relationship Id="rId12" Type="http://schemas.openxmlformats.org/officeDocument/2006/relationships/image" Target="../media/image13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35.wmf"/><Relationship Id="rId11" Type="http://schemas.openxmlformats.org/officeDocument/2006/relationships/oleObject" Target="../embeddings/oleObject148.bin"/><Relationship Id="rId5" Type="http://schemas.openxmlformats.org/officeDocument/2006/relationships/oleObject" Target="../embeddings/oleObject145.bin"/><Relationship Id="rId10" Type="http://schemas.openxmlformats.org/officeDocument/2006/relationships/image" Target="../media/image137.wmf"/><Relationship Id="rId4" Type="http://schemas.openxmlformats.org/officeDocument/2006/relationships/image" Target="../media/image134.wmf"/><Relationship Id="rId9" Type="http://schemas.openxmlformats.org/officeDocument/2006/relationships/oleObject" Target="../embeddings/oleObject147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139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13" Type="http://schemas.openxmlformats.org/officeDocument/2006/relationships/image" Target="../media/image144.wmf"/><Relationship Id="rId18" Type="http://schemas.openxmlformats.org/officeDocument/2006/relationships/oleObject" Target="../embeddings/oleObject158.bin"/><Relationship Id="rId3" Type="http://schemas.openxmlformats.org/officeDocument/2006/relationships/oleObject" Target="../embeddings/oleObject150.bin"/><Relationship Id="rId7" Type="http://schemas.openxmlformats.org/officeDocument/2006/relationships/oleObject" Target="../embeddings/oleObject152.bin"/><Relationship Id="rId12" Type="http://schemas.openxmlformats.org/officeDocument/2006/relationships/oleObject" Target="../embeddings/oleObject155.bin"/><Relationship Id="rId17" Type="http://schemas.openxmlformats.org/officeDocument/2006/relationships/image" Target="../media/image14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7.bin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41.wmf"/><Relationship Id="rId11" Type="http://schemas.openxmlformats.org/officeDocument/2006/relationships/oleObject" Target="../embeddings/oleObject154.bin"/><Relationship Id="rId5" Type="http://schemas.openxmlformats.org/officeDocument/2006/relationships/oleObject" Target="../embeddings/oleObject151.bin"/><Relationship Id="rId15" Type="http://schemas.openxmlformats.org/officeDocument/2006/relationships/image" Target="../media/image145.wmf"/><Relationship Id="rId10" Type="http://schemas.openxmlformats.org/officeDocument/2006/relationships/image" Target="../media/image143.wmf"/><Relationship Id="rId19" Type="http://schemas.openxmlformats.org/officeDocument/2006/relationships/image" Target="../media/image147.wmf"/><Relationship Id="rId4" Type="http://schemas.openxmlformats.org/officeDocument/2006/relationships/image" Target="../media/image140.wmf"/><Relationship Id="rId9" Type="http://schemas.openxmlformats.org/officeDocument/2006/relationships/oleObject" Target="../embeddings/oleObject153.bin"/><Relationship Id="rId14" Type="http://schemas.openxmlformats.org/officeDocument/2006/relationships/oleObject" Target="../embeddings/oleObject156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13" Type="http://schemas.openxmlformats.org/officeDocument/2006/relationships/oleObject" Target="../embeddings/oleObject164.bin"/><Relationship Id="rId18" Type="http://schemas.openxmlformats.org/officeDocument/2006/relationships/image" Target="../media/image155.wmf"/><Relationship Id="rId3" Type="http://schemas.openxmlformats.org/officeDocument/2006/relationships/oleObject" Target="../embeddings/oleObject159.bin"/><Relationship Id="rId21" Type="http://schemas.openxmlformats.org/officeDocument/2006/relationships/oleObject" Target="../embeddings/oleObject168.bin"/><Relationship Id="rId7" Type="http://schemas.openxmlformats.org/officeDocument/2006/relationships/oleObject" Target="../embeddings/oleObject161.bin"/><Relationship Id="rId12" Type="http://schemas.openxmlformats.org/officeDocument/2006/relationships/image" Target="../media/image152.wmf"/><Relationship Id="rId17" Type="http://schemas.openxmlformats.org/officeDocument/2006/relationships/oleObject" Target="../embeddings/oleObject16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4.wmf"/><Relationship Id="rId20" Type="http://schemas.openxmlformats.org/officeDocument/2006/relationships/image" Target="../media/image156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49.wmf"/><Relationship Id="rId11" Type="http://schemas.openxmlformats.org/officeDocument/2006/relationships/oleObject" Target="../embeddings/oleObject163.bin"/><Relationship Id="rId5" Type="http://schemas.openxmlformats.org/officeDocument/2006/relationships/oleObject" Target="../embeddings/oleObject160.bin"/><Relationship Id="rId15" Type="http://schemas.openxmlformats.org/officeDocument/2006/relationships/oleObject" Target="../embeddings/oleObject165.bin"/><Relationship Id="rId10" Type="http://schemas.openxmlformats.org/officeDocument/2006/relationships/image" Target="../media/image151.wmf"/><Relationship Id="rId19" Type="http://schemas.openxmlformats.org/officeDocument/2006/relationships/oleObject" Target="../embeddings/oleObject167.bin"/><Relationship Id="rId4" Type="http://schemas.openxmlformats.org/officeDocument/2006/relationships/image" Target="../media/image148.wmf"/><Relationship Id="rId9" Type="http://schemas.openxmlformats.org/officeDocument/2006/relationships/oleObject" Target="../embeddings/oleObject162.bin"/><Relationship Id="rId14" Type="http://schemas.openxmlformats.org/officeDocument/2006/relationships/image" Target="../media/image153.wmf"/><Relationship Id="rId22" Type="http://schemas.openxmlformats.org/officeDocument/2006/relationships/image" Target="../media/image157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3" Type="http://schemas.openxmlformats.org/officeDocument/2006/relationships/oleObject" Target="../embeddings/oleObject169.bin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16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58.wmf"/><Relationship Id="rId11" Type="http://schemas.openxmlformats.org/officeDocument/2006/relationships/oleObject" Target="../embeddings/oleObject173.bin"/><Relationship Id="rId5" Type="http://schemas.openxmlformats.org/officeDocument/2006/relationships/oleObject" Target="../embeddings/oleObject170.bin"/><Relationship Id="rId10" Type="http://schemas.openxmlformats.org/officeDocument/2006/relationships/image" Target="../media/image160.wmf"/><Relationship Id="rId4" Type="http://schemas.openxmlformats.org/officeDocument/2006/relationships/image" Target="../media/image148.wmf"/><Relationship Id="rId9" Type="http://schemas.openxmlformats.org/officeDocument/2006/relationships/oleObject" Target="../embeddings/oleObject172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wmf"/><Relationship Id="rId3" Type="http://schemas.openxmlformats.org/officeDocument/2006/relationships/image" Target="../media/image163.wmf"/><Relationship Id="rId7" Type="http://schemas.openxmlformats.org/officeDocument/2006/relationships/image" Target="../media/image167.wmf"/><Relationship Id="rId2" Type="http://schemas.openxmlformats.org/officeDocument/2006/relationships/image" Target="../media/image162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6.wmf"/><Relationship Id="rId5" Type="http://schemas.openxmlformats.org/officeDocument/2006/relationships/image" Target="../media/image165.png"/><Relationship Id="rId10" Type="http://schemas.openxmlformats.org/officeDocument/2006/relationships/image" Target="../media/image170.png"/><Relationship Id="rId4" Type="http://schemas.openxmlformats.org/officeDocument/2006/relationships/image" Target="../media/image164.wmf"/><Relationship Id="rId9" Type="http://schemas.openxmlformats.org/officeDocument/2006/relationships/image" Target="../media/image169.w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3568" y="1301071"/>
            <a:ext cx="7772400" cy="1470025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第十讲  特征值与特征向量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63688" y="2686273"/>
            <a:ext cx="6400800" cy="2567136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</a:rPr>
              <a:t>2.20 </a:t>
            </a:r>
            <a:r>
              <a:rPr lang="zh-CN" altLang="en-US" b="1" dirty="0">
                <a:solidFill>
                  <a:schemeClr val="tx1"/>
                </a:solidFill>
              </a:rPr>
              <a:t>特征值与特征向量的概念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</a:rPr>
              <a:t>2.21 </a:t>
            </a:r>
            <a:r>
              <a:rPr lang="zh-CN" altLang="en-US" b="1" dirty="0">
                <a:solidFill>
                  <a:schemeClr val="tx1"/>
                </a:solidFill>
              </a:rPr>
              <a:t>特征值与特征向量的计算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</a:rPr>
              <a:t>2.22 </a:t>
            </a:r>
            <a:r>
              <a:rPr lang="zh-CN" altLang="en-US" b="1" dirty="0">
                <a:solidFill>
                  <a:schemeClr val="tx1"/>
                </a:solidFill>
              </a:rPr>
              <a:t>特征值的性质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</a:rPr>
              <a:t>2.23 </a:t>
            </a:r>
            <a:r>
              <a:rPr lang="zh-CN" altLang="en-US" b="1" dirty="0">
                <a:solidFill>
                  <a:schemeClr val="tx1"/>
                </a:solidFill>
              </a:rPr>
              <a:t>特征向量的性质</a:t>
            </a:r>
          </a:p>
        </p:txBody>
      </p:sp>
      <p:pic>
        <p:nvPicPr>
          <p:cNvPr id="4" name="Picture 2" descr="scau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131" y="67811"/>
            <a:ext cx="5472112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直角三角形 5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直角三角形 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/>
              <a:t>一、特征值与特征向量的概念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262088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/>
              <a:t>定义</a:t>
            </a:r>
            <a:r>
              <a:rPr lang="en-US" altLang="zh-CN" sz="2400" b="1"/>
              <a:t>2.20.1</a:t>
            </a:r>
            <a:r>
              <a:rPr lang="en-US" altLang="zh-CN" sz="2400"/>
              <a:t>   </a:t>
            </a:r>
            <a:r>
              <a:rPr lang="zh-CN" altLang="en-US" sz="2400"/>
              <a:t>设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为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/>
              <a:t>阶方阵，如果存在数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zh-CN" altLang="en-US" sz="2400"/>
              <a:t>和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/>
              <a:t>维非零列向量</a:t>
            </a:r>
            <a:r>
              <a:rPr lang="zh-CN" altLang="en-US" sz="800"/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/>
              <a:t>，使得</a:t>
            </a:r>
            <a:endParaRPr lang="en-US" altLang="zh-CN" sz="2400"/>
          </a:p>
          <a:p>
            <a:pPr marL="0" indent="0">
              <a:lnSpc>
                <a:spcPct val="150000"/>
              </a:lnSpc>
              <a:buNone/>
            </a:pPr>
            <a:endParaRPr lang="en-US" altLang="zh-CN" sz="24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/>
              <a:t>成立，则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zh-CN" altLang="en-US" sz="2400"/>
              <a:t>和非零向量</a:t>
            </a:r>
            <a:r>
              <a:rPr lang="zh-CN" altLang="en-US" sz="800"/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/>
              <a:t>分别称为方阵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的</a:t>
            </a:r>
            <a:r>
              <a:rPr lang="zh-CN" altLang="en-US" sz="2400" b="1">
                <a:solidFill>
                  <a:srgbClr val="0000FF"/>
                </a:solidFill>
              </a:rPr>
              <a:t>特征值</a:t>
            </a:r>
            <a:r>
              <a:rPr lang="zh-CN" altLang="en-US" sz="2400"/>
              <a:t>和</a:t>
            </a:r>
            <a:r>
              <a:rPr lang="zh-CN" altLang="en-US" sz="2400" b="1">
                <a:solidFill>
                  <a:srgbClr val="0000FF"/>
                </a:solidFill>
              </a:rPr>
              <a:t>特征向量</a:t>
            </a:r>
            <a:r>
              <a:rPr lang="en-US" altLang="zh-CN" sz="2400"/>
              <a:t>.</a:t>
            </a:r>
            <a:endParaRPr lang="zh-CN" altLang="en-US" sz="240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434532" y="2777134"/>
          <a:ext cx="1353492" cy="363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3" imgW="15849600" imgH="4267200" progId="Equation.DSMT4">
                  <p:embed/>
                </p:oleObj>
              </mc:Choice>
              <mc:Fallback>
                <p:oleObj name="Equation" r:id="rId3" imgW="15849600" imgH="4267200" progId="Equation.DSMT4">
                  <p:embed/>
                  <p:pic>
                    <p:nvPicPr>
                      <p:cNvPr id="0" name="图片 2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34532" y="2777134"/>
                        <a:ext cx="1353492" cy="3638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内容占位符 2"/>
          <p:cNvSpPr txBox="1"/>
          <p:nvPr/>
        </p:nvSpPr>
        <p:spPr>
          <a:xfrm>
            <a:off x="467544" y="4984576"/>
            <a:ext cx="8229600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1</a:t>
            </a:r>
            <a:r>
              <a:rPr lang="en-US" altLang="zh-CN" sz="2400" dirty="0"/>
              <a:t>   </a:t>
            </a:r>
            <a:r>
              <a:rPr lang="zh-CN" altLang="en-US" sz="2400" dirty="0"/>
              <a:t>求单位矩阵</a:t>
            </a:r>
            <a:r>
              <a:rPr lang="zh-CN" altLang="en-US" sz="800" dirty="0"/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/>
              <a:t>的特征值与特征向量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sp>
        <p:nvSpPr>
          <p:cNvPr id="13" name="内容占位符 2"/>
          <p:cNvSpPr txBox="1"/>
          <p:nvPr/>
        </p:nvSpPr>
        <p:spPr>
          <a:xfrm>
            <a:off x="467544" y="5776664"/>
            <a:ext cx="8229600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2</a:t>
            </a:r>
            <a:r>
              <a:rPr lang="en-US" altLang="zh-CN" sz="2400" dirty="0"/>
              <a:t>   </a:t>
            </a:r>
            <a:r>
              <a:rPr lang="zh-CN" altLang="en-US" sz="2400" dirty="0"/>
              <a:t>求零矩阵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400" dirty="0"/>
              <a:t>的特征值与特征向量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sp>
        <p:nvSpPr>
          <p:cNvPr id="14" name="内容占位符 2"/>
          <p:cNvSpPr txBox="1"/>
          <p:nvPr/>
        </p:nvSpPr>
        <p:spPr>
          <a:xfrm>
            <a:off x="467544" y="4149080"/>
            <a:ext cx="8229600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/>
              <a:t>由定义知，</a:t>
            </a:r>
            <a:r>
              <a:rPr lang="zh-CN" altLang="en-US" sz="2400" b="1">
                <a:solidFill>
                  <a:srgbClr val="FF0000"/>
                </a:solidFill>
              </a:rPr>
              <a:t>特征向量必为非零向量</a:t>
            </a:r>
            <a:r>
              <a:rPr lang="en-US" altLang="zh-CN" sz="2400" b="1">
                <a:solidFill>
                  <a:srgbClr val="FF0000"/>
                </a:solidFill>
              </a:rPr>
              <a:t>.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8" name="直角三角形 7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直角三角形 8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日期占位符 1">
            <a:extLst>
              <a:ext uri="{FF2B5EF4-FFF2-40B4-BE49-F238E27FC236}">
                <a16:creationId xmlns:a16="http://schemas.microsoft.com/office/drawing/2014/main" id="{31480EDA-4AA6-4A96-BEFC-488C989023A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644479E-9E5A-4F77-83B2-22B49C1F9A5B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055" name="页脚占位符 2">
            <a:extLst>
              <a:ext uri="{FF2B5EF4-FFF2-40B4-BE49-F238E27FC236}">
                <a16:creationId xmlns:a16="http://schemas.microsoft.com/office/drawing/2014/main" id="{E98F7EB5-8071-49B5-8E84-04F90A63B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 2010, 24ppt</a:t>
            </a:r>
          </a:p>
        </p:txBody>
      </p:sp>
      <p:sp>
        <p:nvSpPr>
          <p:cNvPr id="2056" name="灯片编号占位符 3">
            <a:extLst>
              <a:ext uri="{FF2B5EF4-FFF2-40B4-BE49-F238E27FC236}">
                <a16:creationId xmlns:a16="http://schemas.microsoft.com/office/drawing/2014/main" id="{08A3C0FA-BE9E-425C-A7CD-524E21A3E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8506D54-56B7-4FF4-908B-8907CC989BB3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graphicFrame>
        <p:nvGraphicFramePr>
          <p:cNvPr id="8195" name="Object 3">
            <a:extLst>
              <a:ext uri="{FF2B5EF4-FFF2-40B4-BE49-F238E27FC236}">
                <a16:creationId xmlns:a16="http://schemas.microsoft.com/office/drawing/2014/main" id="{A3372F43-D078-4546-BBE8-7727F3F25F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1196975"/>
          <a:ext cx="223202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Equation" r:id="rId3" imgW="749160" imgH="190440" progId="Equation.DSMT4">
                  <p:embed/>
                </p:oleObj>
              </mc:Choice>
              <mc:Fallback>
                <p:oleObj name="Equation" r:id="rId3" imgW="749160" imgH="190440" progId="Equation.DSMT4">
                  <p:embed/>
                  <p:pic>
                    <p:nvPicPr>
                      <p:cNvPr id="8195" name="Object 3">
                        <a:extLst>
                          <a:ext uri="{FF2B5EF4-FFF2-40B4-BE49-F238E27FC236}">
                            <a16:creationId xmlns:a16="http://schemas.microsoft.com/office/drawing/2014/main" id="{A3372F43-D078-4546-BBE8-7727F3F25F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196975"/>
                        <a:ext cx="2232025" cy="554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6">
            <a:extLst>
              <a:ext uri="{FF2B5EF4-FFF2-40B4-BE49-F238E27FC236}">
                <a16:creationId xmlns:a16="http://schemas.microsoft.com/office/drawing/2014/main" id="{D6FEBBA1-ACEC-4AC9-A113-D6D72EC3D6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1773238"/>
          <a:ext cx="305276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Equation" r:id="rId5" imgW="1079280" imgH="203040" progId="Equation.DSMT4">
                  <p:embed/>
                </p:oleObj>
              </mc:Choice>
              <mc:Fallback>
                <p:oleObj name="Equation" r:id="rId5" imgW="1079280" imgH="203040" progId="Equation.DSMT4">
                  <p:embed/>
                  <p:pic>
                    <p:nvPicPr>
                      <p:cNvPr id="8198" name="Object 6">
                        <a:extLst>
                          <a:ext uri="{FF2B5EF4-FFF2-40B4-BE49-F238E27FC236}">
                            <a16:creationId xmlns:a16="http://schemas.microsoft.com/office/drawing/2014/main" id="{D6FEBBA1-ACEC-4AC9-A113-D6D72EC3D6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773238"/>
                        <a:ext cx="3052762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Text Box 7">
            <a:extLst>
              <a:ext uri="{FF2B5EF4-FFF2-40B4-BE49-F238E27FC236}">
                <a16:creationId xmlns:a16="http://schemas.microsoft.com/office/drawing/2014/main" id="{BDFB637E-8567-4CE5-97E0-2C14BB433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349500"/>
            <a:ext cx="6321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它有非零解的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充分必要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条件是</a:t>
            </a:r>
          </a:p>
        </p:txBody>
      </p:sp>
      <p:graphicFrame>
        <p:nvGraphicFramePr>
          <p:cNvPr id="8200" name="Object 8">
            <a:extLst>
              <a:ext uri="{FF2B5EF4-FFF2-40B4-BE49-F238E27FC236}">
                <a16:creationId xmlns:a16="http://schemas.microsoft.com/office/drawing/2014/main" id="{918BAECB-9C31-49C4-99FC-2CEB058049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3098800"/>
          <a:ext cx="5184775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Equation" r:id="rId7" imgW="1930320" imgH="253800" progId="Equation.DSMT4">
                  <p:embed/>
                </p:oleObj>
              </mc:Choice>
              <mc:Fallback>
                <p:oleObj name="Equation" r:id="rId7" imgW="1930320" imgH="253800" progId="Equation.DSMT4">
                  <p:embed/>
                  <p:pic>
                    <p:nvPicPr>
                      <p:cNvPr id="8200" name="Object 8">
                        <a:extLst>
                          <a:ext uri="{FF2B5EF4-FFF2-40B4-BE49-F238E27FC236}">
                            <a16:creationId xmlns:a16="http://schemas.microsoft.com/office/drawing/2014/main" id="{918BAECB-9C31-49C4-99FC-2CEB058049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098800"/>
                        <a:ext cx="5184775" cy="690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1" name="Text Box 9">
            <a:extLst>
              <a:ext uri="{FF2B5EF4-FFF2-40B4-BE49-F238E27FC236}">
                <a16:creationId xmlns:a16="http://schemas.microsoft.com/office/drawing/2014/main" id="{8C17E0D5-1BD0-45E0-B671-2FC8AB8D2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738" y="4648200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8203" name="Object 11">
            <a:extLst>
              <a:ext uri="{FF2B5EF4-FFF2-40B4-BE49-F238E27FC236}">
                <a16:creationId xmlns:a16="http://schemas.microsoft.com/office/drawing/2014/main" id="{3146D540-B743-4802-A1BC-8A99EC8B62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5938" y="3886200"/>
          <a:ext cx="5181600" cy="234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r:id="rId9" imgW="2082800" imgH="939800" progId="Equation.DSMT4">
                  <p:embed/>
                </p:oleObj>
              </mc:Choice>
              <mc:Fallback>
                <p:oleObj r:id="rId9" imgW="2082800" imgH="939800" progId="Equation.DSMT4">
                  <p:embed/>
                  <p:pic>
                    <p:nvPicPr>
                      <p:cNvPr id="8203" name="Object 11">
                        <a:extLst>
                          <a:ext uri="{FF2B5EF4-FFF2-40B4-BE49-F238E27FC236}">
                            <a16:creationId xmlns:a16="http://schemas.microsoft.com/office/drawing/2014/main" id="{3146D540-B743-4802-A1BC-8A99EC8B62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3886200"/>
                        <a:ext cx="5181600" cy="2341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9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9" grpId="0" autoUpdateAnimBg="0"/>
      <p:bldP spid="8201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日期占位符 1">
            <a:extLst>
              <a:ext uri="{FF2B5EF4-FFF2-40B4-BE49-F238E27FC236}">
                <a16:creationId xmlns:a16="http://schemas.microsoft.com/office/drawing/2014/main" id="{E642BE37-415D-4B46-A1A9-111FFBABCB9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E246947-8FD9-43A9-B555-32BB101EEC48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3077" name="页脚占位符 2">
            <a:extLst>
              <a:ext uri="{FF2B5EF4-FFF2-40B4-BE49-F238E27FC236}">
                <a16:creationId xmlns:a16="http://schemas.microsoft.com/office/drawing/2014/main" id="{F92B2B07-49E2-4E30-A4A4-318213A2E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 2010, 24ppt</a:t>
            </a:r>
          </a:p>
        </p:txBody>
      </p:sp>
      <p:sp>
        <p:nvSpPr>
          <p:cNvPr id="3078" name="灯片编号占位符 3">
            <a:extLst>
              <a:ext uri="{FF2B5EF4-FFF2-40B4-BE49-F238E27FC236}">
                <a16:creationId xmlns:a16="http://schemas.microsoft.com/office/drawing/2014/main" id="{91A826DE-90C6-40F4-A73A-02EFF321D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1A4D9FB-9917-4955-A31B-7587250D6389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9218" name="Text Box 2">
            <a:extLst>
              <a:ext uri="{FF2B5EF4-FFF2-40B4-BE49-F238E27FC236}">
                <a16:creationId xmlns:a16="http://schemas.microsoft.com/office/drawing/2014/main" id="{E79AFFFD-C304-458E-9336-5DE7DDFA8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692150"/>
            <a:ext cx="4895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矩阵的特征方程和特征多项式</a:t>
            </a:r>
          </a:p>
        </p:txBody>
      </p:sp>
      <p:graphicFrame>
        <p:nvGraphicFramePr>
          <p:cNvPr id="9219" name="Object 3">
            <a:extLst>
              <a:ext uri="{FF2B5EF4-FFF2-40B4-BE49-F238E27FC236}">
                <a16:creationId xmlns:a16="http://schemas.microsoft.com/office/drawing/2014/main" id="{B749CE8B-191E-4082-AA9A-FA4210DE00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1773238"/>
          <a:ext cx="2232025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3" imgW="761760" imgH="253800" progId="Equation.DSMT4">
                  <p:embed/>
                </p:oleObj>
              </mc:Choice>
              <mc:Fallback>
                <p:oleObj name="Equation" r:id="rId3" imgW="761760" imgH="253800" progId="Equation.DSMT4">
                  <p:embed/>
                  <p:pic>
                    <p:nvPicPr>
                      <p:cNvPr id="9219" name="Object 3">
                        <a:extLst>
                          <a:ext uri="{FF2B5EF4-FFF2-40B4-BE49-F238E27FC236}">
                            <a16:creationId xmlns:a16="http://schemas.microsoft.com/office/drawing/2014/main" id="{B749CE8B-191E-4082-AA9A-FA4210DE00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773238"/>
                        <a:ext cx="2232025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Line 4">
            <a:extLst>
              <a:ext uri="{FF2B5EF4-FFF2-40B4-BE49-F238E27FC236}">
                <a16:creationId xmlns:a16="http://schemas.microsoft.com/office/drawing/2014/main" id="{D0DD2B29-1459-4DFD-BBDE-05453FC92AD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1275" y="2133600"/>
            <a:ext cx="1368425" cy="0"/>
          </a:xfrm>
          <a:prstGeom prst="line">
            <a:avLst/>
          </a:prstGeom>
          <a:noFill/>
          <a:ln w="9525">
            <a:solidFill>
              <a:srgbClr val="FF33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D662FDCE-453D-4A76-8320-30E095652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1844675"/>
            <a:ext cx="2735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的特征方程</a:t>
            </a:r>
          </a:p>
        </p:txBody>
      </p:sp>
      <p:graphicFrame>
        <p:nvGraphicFramePr>
          <p:cNvPr id="9222" name="Object 6">
            <a:extLst>
              <a:ext uri="{FF2B5EF4-FFF2-40B4-BE49-F238E27FC236}">
                <a16:creationId xmlns:a16="http://schemas.microsoft.com/office/drawing/2014/main" id="{AB4590EC-C7C1-48D6-88EC-FDCA2B5F4D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2852738"/>
          <a:ext cx="1563687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5" imgW="533160" imgH="253800" progId="Equation.DSMT4">
                  <p:embed/>
                </p:oleObj>
              </mc:Choice>
              <mc:Fallback>
                <p:oleObj name="Equation" r:id="rId5" imgW="533160" imgH="253800" progId="Equation.DSMT4">
                  <p:embed/>
                  <p:pic>
                    <p:nvPicPr>
                      <p:cNvPr id="9222" name="Object 6">
                        <a:extLst>
                          <a:ext uri="{FF2B5EF4-FFF2-40B4-BE49-F238E27FC236}">
                            <a16:creationId xmlns:a16="http://schemas.microsoft.com/office/drawing/2014/main" id="{AB4590EC-C7C1-48D6-88EC-FDCA2B5F4D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852738"/>
                        <a:ext cx="1563687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Line 7">
            <a:extLst>
              <a:ext uri="{FF2B5EF4-FFF2-40B4-BE49-F238E27FC236}">
                <a16:creationId xmlns:a16="http://schemas.microsoft.com/office/drawing/2014/main" id="{09492405-46A3-4606-8EFB-6649B72BDA6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838" y="3213100"/>
            <a:ext cx="1368425" cy="0"/>
          </a:xfrm>
          <a:prstGeom prst="line">
            <a:avLst/>
          </a:prstGeom>
          <a:noFill/>
          <a:ln w="9525">
            <a:solidFill>
              <a:srgbClr val="FF33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24" name="Rectangle 8">
            <a:extLst>
              <a:ext uri="{FF2B5EF4-FFF2-40B4-BE49-F238E27FC236}">
                <a16:creationId xmlns:a16="http://schemas.microsoft.com/office/drawing/2014/main" id="{35975F86-0547-453D-888F-99281AC15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2924175"/>
            <a:ext cx="30972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的特征多项式</a:t>
            </a:r>
          </a:p>
        </p:txBody>
      </p:sp>
      <p:sp>
        <p:nvSpPr>
          <p:cNvPr id="9225" name="Text Box 9">
            <a:extLst>
              <a:ext uri="{FF2B5EF4-FFF2-40B4-BE49-F238E27FC236}">
                <a16:creationId xmlns:a16="http://schemas.microsoft.com/office/drawing/2014/main" id="{3D8FF389-3D6C-4448-BDED-9EF3187CA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508500"/>
            <a:ext cx="6624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特征值是特征方程或特征多项式的根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build="p" autoUpdateAnimBg="0"/>
      <p:bldP spid="9221" grpId="0" autoUpdateAnimBg="0"/>
      <p:bldP spid="9224" grpId="0" autoUpdateAnimBg="0"/>
      <p:bldP spid="922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日期占位符 1">
            <a:extLst>
              <a:ext uri="{FF2B5EF4-FFF2-40B4-BE49-F238E27FC236}">
                <a16:creationId xmlns:a16="http://schemas.microsoft.com/office/drawing/2014/main" id="{8D0CCF69-2A74-483D-8DE2-8B94462E473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74ED28F-2F21-4003-A284-532C3204B101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4104" name="页脚占位符 2">
            <a:extLst>
              <a:ext uri="{FF2B5EF4-FFF2-40B4-BE49-F238E27FC236}">
                <a16:creationId xmlns:a16="http://schemas.microsoft.com/office/drawing/2014/main" id="{A70835C5-FE2A-4C6E-AC60-604CA62E7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 2010, 24ppt</a:t>
            </a:r>
          </a:p>
        </p:txBody>
      </p:sp>
      <p:sp>
        <p:nvSpPr>
          <p:cNvPr id="4105" name="灯片编号占位符 3">
            <a:extLst>
              <a:ext uri="{FF2B5EF4-FFF2-40B4-BE49-F238E27FC236}">
                <a16:creationId xmlns:a16="http://schemas.microsoft.com/office/drawing/2014/main" id="{85C5124C-218B-4093-8928-812A25CD3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E766624-E05E-4ED9-97A6-0653E44379F2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  <p:sp>
        <p:nvSpPr>
          <p:cNvPr id="10242" name="Text Box 2">
            <a:extLst>
              <a:ext uri="{FF2B5EF4-FFF2-40B4-BE49-F238E27FC236}">
                <a16:creationId xmlns:a16="http://schemas.microsoft.com/office/drawing/2014/main" id="{3CD43D04-8E8B-41F9-A2AF-DA5952C45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575" y="692150"/>
            <a:ext cx="6551613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求矩阵的特征值与特征向量的步骤</a:t>
            </a: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7C4344D7-5FEC-47A1-ACEA-E04C1408684F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1557338"/>
            <a:ext cx="5746750" cy="590550"/>
            <a:chOff x="703" y="981"/>
            <a:chExt cx="3620" cy="372"/>
          </a:xfrm>
        </p:grpSpPr>
        <p:sp>
          <p:nvSpPr>
            <p:cNvPr id="4115" name="Text Box 3">
              <a:extLst>
                <a:ext uri="{FF2B5EF4-FFF2-40B4-BE49-F238E27FC236}">
                  <a16:creationId xmlns:a16="http://schemas.microsoft.com/office/drawing/2014/main" id="{609406F9-68E2-41D8-8AE9-50EFFAF5DD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981"/>
              <a:ext cx="26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AutoNum type="arabicPeriod"/>
              </a:pPr>
              <a:r>
                <a:rPr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求矩阵</a:t>
              </a:r>
              <a:r>
                <a:rPr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的特征方程</a:t>
              </a:r>
            </a:p>
          </p:txBody>
        </p:sp>
        <p:graphicFrame>
          <p:nvGraphicFramePr>
            <p:cNvPr id="4102" name="Object 5">
              <a:extLst>
                <a:ext uri="{FF2B5EF4-FFF2-40B4-BE49-F238E27FC236}">
                  <a16:creationId xmlns:a16="http://schemas.microsoft.com/office/drawing/2014/main" id="{399373E5-775D-4601-A802-3C1FFF0803C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07" y="999"/>
            <a:ext cx="1316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3" name="Equation" r:id="rId3" imgW="761760" imgH="253800" progId="Equation.DSMT4">
                    <p:embed/>
                  </p:oleObj>
                </mc:Choice>
                <mc:Fallback>
                  <p:oleObj name="Equation" r:id="rId3" imgW="761760" imgH="253800" progId="Equation.DSMT4">
                    <p:embed/>
                    <p:pic>
                      <p:nvPicPr>
                        <p:cNvPr id="4102" name="Object 5">
                          <a:extLst>
                            <a:ext uri="{FF2B5EF4-FFF2-40B4-BE49-F238E27FC236}">
                              <a16:creationId xmlns:a16="http://schemas.microsoft.com/office/drawing/2014/main" id="{399373E5-775D-4601-A802-3C1FFF0803C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7" y="999"/>
                          <a:ext cx="1316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3">
            <a:extLst>
              <a:ext uri="{FF2B5EF4-FFF2-40B4-BE49-F238E27FC236}">
                <a16:creationId xmlns:a16="http://schemas.microsoft.com/office/drawing/2014/main" id="{AD52C1C4-A91F-4747-85F8-FD03A30B0941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2565400"/>
            <a:ext cx="6048375" cy="519113"/>
            <a:chOff x="703" y="1616"/>
            <a:chExt cx="3810" cy="327"/>
          </a:xfrm>
        </p:grpSpPr>
        <p:sp>
          <p:nvSpPr>
            <p:cNvPr id="4114" name="Text Box 4">
              <a:extLst>
                <a:ext uri="{FF2B5EF4-FFF2-40B4-BE49-F238E27FC236}">
                  <a16:creationId xmlns:a16="http://schemas.microsoft.com/office/drawing/2014/main" id="{CA59AC64-73E9-44D1-9105-7CB35F8A3A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1616"/>
              <a:ext cx="381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2.</a:t>
              </a:r>
              <a:r>
                <a:rPr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求特征方程的根，即特征值</a:t>
              </a:r>
            </a:p>
          </p:txBody>
        </p:sp>
        <p:graphicFrame>
          <p:nvGraphicFramePr>
            <p:cNvPr id="4101" name="Object 6">
              <a:extLst>
                <a:ext uri="{FF2B5EF4-FFF2-40B4-BE49-F238E27FC236}">
                  <a16:creationId xmlns:a16="http://schemas.microsoft.com/office/drawing/2014/main" id="{EA5D23A1-7A97-428D-8162-EB0263B67A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06" y="1634"/>
            <a:ext cx="384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4" name="Equation" r:id="rId5" imgW="139680" imgH="177480" progId="Equation.DSMT4">
                    <p:embed/>
                  </p:oleObj>
                </mc:Choice>
                <mc:Fallback>
                  <p:oleObj name="Equation" r:id="rId5" imgW="139680" imgH="177480" progId="Equation.DSMT4">
                    <p:embed/>
                    <p:pic>
                      <p:nvPicPr>
                        <p:cNvPr id="4101" name="Object 6">
                          <a:extLst>
                            <a:ext uri="{FF2B5EF4-FFF2-40B4-BE49-F238E27FC236}">
                              <a16:creationId xmlns:a16="http://schemas.microsoft.com/office/drawing/2014/main" id="{EA5D23A1-7A97-428D-8162-EB0263B67A9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6" y="1634"/>
                          <a:ext cx="384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5">
            <a:extLst>
              <a:ext uri="{FF2B5EF4-FFF2-40B4-BE49-F238E27FC236}">
                <a16:creationId xmlns:a16="http://schemas.microsoft.com/office/drawing/2014/main" id="{F4CB0CD5-D053-48BC-B390-3D50C24425B3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3557588"/>
            <a:ext cx="4740275" cy="592137"/>
            <a:chOff x="703" y="2241"/>
            <a:chExt cx="2986" cy="373"/>
          </a:xfrm>
        </p:grpSpPr>
        <p:sp>
          <p:nvSpPr>
            <p:cNvPr id="4112" name="Text Box 7">
              <a:extLst>
                <a:ext uri="{FF2B5EF4-FFF2-40B4-BE49-F238E27FC236}">
                  <a16:creationId xmlns:a16="http://schemas.microsoft.com/office/drawing/2014/main" id="{3B1A7B26-06BE-4AA8-99CC-318463E63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2251"/>
              <a:ext cx="16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3.</a:t>
              </a:r>
              <a:r>
                <a:rPr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对每个特征值</a:t>
              </a:r>
            </a:p>
          </p:txBody>
        </p:sp>
        <p:graphicFrame>
          <p:nvGraphicFramePr>
            <p:cNvPr id="4100" name="Object 8">
              <a:extLst>
                <a:ext uri="{FF2B5EF4-FFF2-40B4-BE49-F238E27FC236}">
                  <a16:creationId xmlns:a16="http://schemas.microsoft.com/office/drawing/2014/main" id="{15A036F3-C3C8-42C7-9265-10C3119EB92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75" y="2250"/>
            <a:ext cx="335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5" name="Equation" r:id="rId7" imgW="152280" imgH="228600" progId="Equation.DSMT4">
                    <p:embed/>
                  </p:oleObj>
                </mc:Choice>
                <mc:Fallback>
                  <p:oleObj name="Equation" r:id="rId7" imgW="152280" imgH="228600" progId="Equation.DSMT4">
                    <p:embed/>
                    <p:pic>
                      <p:nvPicPr>
                        <p:cNvPr id="4100" name="Object 8">
                          <a:extLst>
                            <a:ext uri="{FF2B5EF4-FFF2-40B4-BE49-F238E27FC236}">
                              <a16:creationId xmlns:a16="http://schemas.microsoft.com/office/drawing/2014/main" id="{15A036F3-C3C8-42C7-9265-10C3119EB92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5" y="2250"/>
                          <a:ext cx="335" cy="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13" name="Text Box 9">
              <a:extLst>
                <a:ext uri="{FF2B5EF4-FFF2-40B4-BE49-F238E27FC236}">
                  <a16:creationId xmlns:a16="http://schemas.microsoft.com/office/drawing/2014/main" id="{193E2C71-06F2-4C13-8EFE-D23AC645D1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5" y="2241"/>
              <a:ext cx="11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解方程组</a:t>
              </a:r>
            </a:p>
          </p:txBody>
        </p:sp>
      </p:grpSp>
      <p:graphicFrame>
        <p:nvGraphicFramePr>
          <p:cNvPr id="10250" name="Object 10">
            <a:extLst>
              <a:ext uri="{FF2B5EF4-FFF2-40B4-BE49-F238E27FC236}">
                <a16:creationId xmlns:a16="http://schemas.microsoft.com/office/drawing/2014/main" id="{672F0DBE-FF8F-4477-8B98-01E8656909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81250" y="4335463"/>
          <a:ext cx="30543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Equation" r:id="rId9" imgW="914400" imgH="228600" progId="Equation.DSMT4">
                  <p:embed/>
                </p:oleObj>
              </mc:Choice>
              <mc:Fallback>
                <p:oleObj name="Equation" r:id="rId9" imgW="914400" imgH="228600" progId="Equation.DSMT4">
                  <p:embed/>
                  <p:pic>
                    <p:nvPicPr>
                      <p:cNvPr id="10250" name="Object 10">
                        <a:extLst>
                          <a:ext uri="{FF2B5EF4-FFF2-40B4-BE49-F238E27FC236}">
                            <a16:creationId xmlns:a16="http://schemas.microsoft.com/office/drawing/2014/main" id="{672F0DBE-FF8F-4477-8B98-01E8656909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4335463"/>
                        <a:ext cx="305435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6">
            <a:extLst>
              <a:ext uri="{FF2B5EF4-FFF2-40B4-BE49-F238E27FC236}">
                <a16:creationId xmlns:a16="http://schemas.microsoft.com/office/drawing/2014/main" id="{19C99E6C-B7DC-4711-9A1E-B490D0A4B941}"/>
              </a:ext>
            </a:extLst>
          </p:cNvPr>
          <p:cNvGrpSpPr>
            <a:grpSpLocks/>
          </p:cNvGrpSpPr>
          <p:nvPr/>
        </p:nvGrpSpPr>
        <p:grpSpPr bwMode="auto">
          <a:xfrm>
            <a:off x="1114425" y="5013325"/>
            <a:ext cx="7345363" cy="946150"/>
            <a:chOff x="702" y="3158"/>
            <a:chExt cx="4627" cy="596"/>
          </a:xfrm>
        </p:grpSpPr>
        <p:sp>
          <p:nvSpPr>
            <p:cNvPr id="4111" name="Text Box 11">
              <a:extLst>
                <a:ext uri="{FF2B5EF4-FFF2-40B4-BE49-F238E27FC236}">
                  <a16:creationId xmlns:a16="http://schemas.microsoft.com/office/drawing/2014/main" id="{442A4911-5D71-4F7A-B0C6-1793EFD283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" y="3158"/>
              <a:ext cx="4627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的通解，除去零向量便得到属于        的全部特征向量</a:t>
              </a:r>
            </a:p>
          </p:txBody>
        </p:sp>
        <p:graphicFrame>
          <p:nvGraphicFramePr>
            <p:cNvPr id="4099" name="Object 12">
              <a:extLst>
                <a:ext uri="{FF2B5EF4-FFF2-40B4-BE49-F238E27FC236}">
                  <a16:creationId xmlns:a16="http://schemas.microsoft.com/office/drawing/2014/main" id="{091C5D6F-BCE8-4FCB-879F-D9C40936490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53" y="3159"/>
            <a:ext cx="333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7" name="Equation" r:id="rId11" imgW="152280" imgH="228600" progId="Equation.DSMT4">
                    <p:embed/>
                  </p:oleObj>
                </mc:Choice>
                <mc:Fallback>
                  <p:oleObj name="Equation" r:id="rId11" imgW="152280" imgH="228600" progId="Equation.DSMT4">
                    <p:embed/>
                    <p:pic>
                      <p:nvPicPr>
                        <p:cNvPr id="4099" name="Object 12">
                          <a:extLst>
                            <a:ext uri="{FF2B5EF4-FFF2-40B4-BE49-F238E27FC236}">
                              <a16:creationId xmlns:a16="http://schemas.microsoft.com/office/drawing/2014/main" id="{091C5D6F-BCE8-4FCB-879F-D9C40936490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3" y="3159"/>
                          <a:ext cx="333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/>
              <a:t>二、特征值的计算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18288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/>
              <a:t>定义</a:t>
            </a:r>
            <a:r>
              <a:rPr lang="en-US" altLang="zh-CN" sz="2400" b="1"/>
              <a:t>2.21.1</a:t>
            </a:r>
            <a:r>
              <a:rPr lang="en-US" altLang="zh-CN" sz="2400"/>
              <a:t>   </a:t>
            </a:r>
            <a:r>
              <a:rPr lang="zh-CN" altLang="en-US" sz="2400"/>
              <a:t>设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为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/>
              <a:t>阶方阵，含有未知量</a:t>
            </a:r>
            <a:r>
              <a:rPr lang="zh-CN" altLang="en-US" sz="800"/>
              <a:t>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的矩阵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>
                <a:cs typeface="Times New Roman" panose="02020603050405020304" pitchFamily="18" charset="0"/>
              </a:rPr>
              <a:t>-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称为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特征矩阵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，其行列式 </a:t>
            </a:r>
            <a:r>
              <a:rPr lang="en-US" altLang="zh-CN" sz="2400">
                <a:cs typeface="Times New Roman" panose="02020603050405020304" pitchFamily="18" charset="0"/>
              </a:rPr>
              <a:t>|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>
                <a:cs typeface="Times New Roman" panose="02020603050405020304" pitchFamily="18" charset="0"/>
              </a:rPr>
              <a:t>-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>
                <a:cs typeface="Times New Roman" panose="02020603050405020304" pitchFamily="18" charset="0"/>
              </a:rPr>
              <a:t>|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称为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特征多项式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，等式</a:t>
            </a:r>
            <a:r>
              <a:rPr lang="en-US" altLang="zh-CN" sz="2400">
                <a:cs typeface="Times New Roman" panose="02020603050405020304" pitchFamily="18" charset="0"/>
              </a:rPr>
              <a:t>|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>
                <a:cs typeface="Times New Roman" panose="02020603050405020304" pitchFamily="18" charset="0"/>
              </a:rPr>
              <a:t>-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>
                <a:cs typeface="Times New Roman" panose="02020603050405020304" pitchFamily="18" charset="0"/>
              </a:rPr>
              <a:t>|=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称为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特征方程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/>
          </a:p>
        </p:txBody>
      </p:sp>
      <p:grpSp>
        <p:nvGrpSpPr>
          <p:cNvPr id="5" name="组合 4"/>
          <p:cNvGrpSpPr/>
          <p:nvPr/>
        </p:nvGrpSpPr>
        <p:grpSpPr>
          <a:xfrm>
            <a:off x="507999" y="3212976"/>
            <a:ext cx="8240465" cy="3168352"/>
            <a:chOff x="456679" y="3501008"/>
            <a:chExt cx="8240465" cy="3168352"/>
          </a:xfrm>
        </p:grpSpPr>
        <p:sp>
          <p:nvSpPr>
            <p:cNvPr id="12" name="内容占位符 2"/>
            <p:cNvSpPr txBox="1"/>
            <p:nvPr/>
          </p:nvSpPr>
          <p:spPr>
            <a:xfrm>
              <a:off x="467544" y="3501008"/>
              <a:ext cx="8229600" cy="316835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zh-CN" sz="2400" dirty="0"/>
                <a:t>    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altLang="zh-CN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400" dirty="0"/>
                <a:t>为矩阵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sz="2400" dirty="0"/>
                <a:t>的特征值</a:t>
              </a:r>
              <a:endParaRPr lang="en-US" altLang="zh-CN" sz="2400" dirty="0"/>
            </a:p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2400" dirty="0"/>
                <a:t>     存在非零向量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en-US" sz="2400" dirty="0"/>
                <a:t>满足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AX</a:t>
              </a:r>
              <a:r>
                <a:rPr lang="en-US" altLang="zh-CN" sz="2400" dirty="0"/>
                <a:t>=</a:t>
              </a:r>
              <a:r>
                <a:rPr lang="en-US" altLang="zh-CN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altLang="zh-CN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2400" dirty="0"/>
                <a:t>     齐次线性方程组</a:t>
              </a:r>
              <a:r>
                <a:rPr lang="en-US" altLang="zh-CN" sz="2400" dirty="0"/>
                <a:t>(</a:t>
              </a:r>
              <a:r>
                <a:rPr lang="en-US" altLang="zh-CN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altLang="zh-CN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400" dirty="0">
                  <a:cs typeface="Times New Roman" panose="02020603050405020304" pitchFamily="18" charset="0"/>
                </a:rPr>
                <a:t>-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dirty="0"/>
                <a:t>)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dirty="0"/>
                <a:t>=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en-US" sz="2400" dirty="0"/>
                <a:t>有非零解</a:t>
              </a:r>
              <a:endParaRPr lang="en-US" altLang="zh-CN" sz="2400" dirty="0"/>
            </a:p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2400" dirty="0"/>
                <a:t>     系数行列式</a:t>
              </a:r>
              <a:r>
                <a:rPr lang="en-US" altLang="zh-CN" sz="2400" dirty="0"/>
                <a:t>|</a:t>
              </a:r>
              <a:r>
                <a:rPr lang="en-US" altLang="zh-CN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altLang="zh-CN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400" dirty="0"/>
                <a:t>-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dirty="0"/>
                <a:t>|</a:t>
              </a:r>
              <a:r>
                <a:rPr lang="zh-CN" altLang="en-US" sz="2400" dirty="0"/>
                <a:t>等于零</a:t>
              </a:r>
              <a:endParaRPr lang="en-US" altLang="zh-CN" sz="2400" dirty="0"/>
            </a:p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zh-CN" sz="2400" dirty="0"/>
                <a:t>    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zh-CN" altLang="en-US" sz="2400" dirty="0"/>
                <a:t>为特征方程</a:t>
              </a:r>
              <a:r>
                <a:rPr lang="en-US" altLang="zh-CN" sz="2400" dirty="0">
                  <a:cs typeface="Times New Roman" panose="02020603050405020304" pitchFamily="18" charset="0"/>
                </a:rPr>
                <a:t>|</a:t>
              </a:r>
              <a:r>
                <a:rPr lang="en-US" altLang="zh-CN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altLang="zh-CN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400" dirty="0">
                  <a:cs typeface="Times New Roman" panose="02020603050405020304" pitchFamily="18" charset="0"/>
                </a:rPr>
                <a:t>-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dirty="0">
                  <a:cs typeface="Times New Roman" panose="02020603050405020304" pitchFamily="18" charset="0"/>
                </a:rPr>
                <a:t>|=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en-US" sz="2400" dirty="0"/>
                <a:t>的根</a:t>
              </a:r>
              <a:r>
                <a:rPr lang="en-US" altLang="zh-CN" sz="2400" dirty="0"/>
                <a:t>.</a:t>
              </a:r>
              <a:endParaRPr lang="zh-CN" altLang="en-US" sz="2400" dirty="0"/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/>
          </p:nvGraphicFramePr>
          <p:xfrm>
            <a:off x="456679" y="4298274"/>
            <a:ext cx="442913" cy="4268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4" name="Equation" r:id="rId3" imgW="215900" imgH="152400" progId="Equation.DSMT4">
                    <p:embed/>
                  </p:oleObj>
                </mc:Choice>
                <mc:Fallback>
                  <p:oleObj name="Equation" r:id="rId3" imgW="215900" imgH="152400" progId="Equation.DSMT4">
                    <p:embed/>
                    <p:pic>
                      <p:nvPicPr>
                        <p:cNvPr id="0" name="图片 133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679" y="4298274"/>
                          <a:ext cx="442913" cy="4268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/>
          </p:nvGraphicFramePr>
          <p:xfrm>
            <a:off x="467544" y="4874337"/>
            <a:ext cx="442912" cy="4268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5" name="Equation" r:id="rId5" imgW="215900" imgH="152400" progId="Equation.DSMT4">
                    <p:embed/>
                  </p:oleObj>
                </mc:Choice>
                <mc:Fallback>
                  <p:oleObj name="Equation" r:id="rId5" imgW="215900" imgH="152400" progId="Equation.DSMT4">
                    <p:embed/>
                    <p:pic>
                      <p:nvPicPr>
                        <p:cNvPr id="0" name="图片 133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544" y="4874337"/>
                          <a:ext cx="442912" cy="4268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/>
            <p:cNvGraphicFramePr>
              <a:graphicFrameLocks noChangeAspect="1"/>
            </p:cNvGraphicFramePr>
            <p:nvPr/>
          </p:nvGraphicFramePr>
          <p:xfrm>
            <a:off x="467544" y="5522410"/>
            <a:ext cx="442912" cy="4268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6" name="Equation" r:id="rId6" imgW="215900" imgH="152400" progId="Equation.DSMT4">
                    <p:embed/>
                  </p:oleObj>
                </mc:Choice>
                <mc:Fallback>
                  <p:oleObj name="Equation" r:id="rId6" imgW="215900" imgH="152400" progId="Equation.DSMT4">
                    <p:embed/>
                    <p:pic>
                      <p:nvPicPr>
                        <p:cNvPr id="0" name="图片 133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544" y="5522410"/>
                          <a:ext cx="442912" cy="4268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/>
          </p:nvGraphicFramePr>
          <p:xfrm>
            <a:off x="456680" y="6093296"/>
            <a:ext cx="442912" cy="4270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7" name="Equation" r:id="rId7" imgW="215900" imgH="152400" progId="Equation.DSMT4">
                    <p:embed/>
                  </p:oleObj>
                </mc:Choice>
                <mc:Fallback>
                  <p:oleObj name="Equation" r:id="rId7" imgW="215900" imgH="152400" progId="Equation.DSMT4">
                    <p:embed/>
                    <p:pic>
                      <p:nvPicPr>
                        <p:cNvPr id="0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680" y="6093296"/>
                          <a:ext cx="442912" cy="4270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直角三角形 9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直角三角形 10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内容占位符 2"/>
          <p:cNvSpPr txBox="1"/>
          <p:nvPr/>
        </p:nvSpPr>
        <p:spPr>
          <a:xfrm>
            <a:off x="539552" y="3284984"/>
            <a:ext cx="8229600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FF0000"/>
                </a:solidFill>
              </a:rPr>
              <a:t>特征值的计算：解特征方程</a:t>
            </a:r>
            <a:r>
              <a:rPr lang="en-US" altLang="zh-CN" sz="2400">
                <a:solidFill>
                  <a:srgbClr val="FF0000"/>
                </a:solidFill>
              </a:rPr>
              <a:t>|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>
                <a:solidFill>
                  <a:srgbClr val="FF0000"/>
                </a:solidFill>
              </a:rPr>
              <a:t>-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>
                <a:solidFill>
                  <a:srgbClr val="FF0000"/>
                </a:solidFill>
              </a:rPr>
              <a:t>|</a:t>
            </a:r>
            <a:r>
              <a:rPr lang="en-US" altLang="zh-CN" sz="2400" b="1">
                <a:solidFill>
                  <a:srgbClr val="FF0000"/>
                </a:solidFill>
              </a:rPr>
              <a:t>=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>
                <a:solidFill>
                  <a:srgbClr val="FF0000"/>
                </a:solidFill>
              </a:rPr>
              <a:t>，其根为全部特征值</a:t>
            </a:r>
            <a:r>
              <a:rPr lang="en-US" altLang="zh-CN" sz="2400" b="1">
                <a:solidFill>
                  <a:srgbClr val="FF0000"/>
                </a:solidFill>
              </a:rPr>
              <a:t>.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20" name="内容占位符 2"/>
          <p:cNvSpPr txBox="1"/>
          <p:nvPr/>
        </p:nvSpPr>
        <p:spPr>
          <a:xfrm>
            <a:off x="475995" y="4221088"/>
            <a:ext cx="8229600" cy="1728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/>
              <a:t>阶方阵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的特征方程为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/>
              <a:t>次方程，它在复数范围内有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/>
              <a:t>个根，即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/>
              <a:t>阶方阵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在复数范围内</a:t>
            </a:r>
            <a:r>
              <a:rPr lang="zh-CN" altLang="en-US" sz="2400"/>
              <a:t>有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/>
              <a:t>个特征值</a:t>
            </a:r>
            <a:r>
              <a:rPr lang="en-US" altLang="zh-CN" sz="2400"/>
              <a:t>.</a:t>
            </a:r>
            <a:endParaRPr lang="zh-CN" altLang="en-US" sz="2400"/>
          </a:p>
        </p:txBody>
      </p:sp>
      <p:grpSp>
        <p:nvGrpSpPr>
          <p:cNvPr id="5" name="组合 4"/>
          <p:cNvGrpSpPr/>
          <p:nvPr/>
        </p:nvGrpSpPr>
        <p:grpSpPr>
          <a:xfrm>
            <a:off x="456679" y="1484784"/>
            <a:ext cx="8240465" cy="1584176"/>
            <a:chOff x="456679" y="980728"/>
            <a:chExt cx="8240465" cy="1584176"/>
          </a:xfrm>
        </p:grpSpPr>
        <p:sp>
          <p:nvSpPr>
            <p:cNvPr id="14" name="内容占位符 2"/>
            <p:cNvSpPr txBox="1"/>
            <p:nvPr/>
          </p:nvSpPr>
          <p:spPr>
            <a:xfrm>
              <a:off x="467544" y="980728"/>
              <a:ext cx="8229600" cy="158417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zh-CN" sz="2400"/>
                <a:t>     </a:t>
              </a:r>
              <a:r>
                <a:rPr lang="en-US" altLang="zh-CN" sz="2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altLang="zh-CN" sz="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400"/>
                <a:t>为矩阵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sz="2400"/>
                <a:t>的特征值</a:t>
              </a:r>
              <a:endParaRPr lang="en-US" altLang="zh-CN" sz="2400"/>
            </a:p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zh-CN" sz="2400"/>
                <a:t>     </a:t>
              </a:r>
              <a:r>
                <a:rPr lang="en-US" altLang="zh-CN" sz="2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zh-CN" altLang="en-US" sz="2400"/>
                <a:t>为特征方程</a:t>
              </a:r>
              <a:r>
                <a:rPr lang="en-US" altLang="zh-CN" sz="2400">
                  <a:cs typeface="Times New Roman" panose="02020603050405020304" pitchFamily="18" charset="0"/>
                </a:rPr>
                <a:t>|</a:t>
              </a:r>
              <a:r>
                <a:rPr lang="en-US" altLang="zh-CN" sz="2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400">
                  <a:cs typeface="Times New Roman" panose="02020603050405020304" pitchFamily="18" charset="0"/>
                </a:rPr>
                <a:t>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>
                  <a:cs typeface="Times New Roman" panose="02020603050405020304" pitchFamily="18" charset="0"/>
                </a:rPr>
                <a:t>|=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en-US" sz="2400"/>
                <a:t>的根</a:t>
              </a:r>
              <a:r>
                <a:rPr lang="en-US" altLang="zh-CN" sz="2400"/>
                <a:t>.</a:t>
              </a:r>
              <a:endParaRPr lang="zh-CN" altLang="en-US" sz="2400"/>
            </a:p>
          </p:txBody>
        </p:sp>
        <p:graphicFrame>
          <p:nvGraphicFramePr>
            <p:cNvPr id="15" name="对象 14"/>
            <p:cNvGraphicFramePr>
              <a:graphicFrameLocks noChangeAspect="1"/>
            </p:cNvGraphicFramePr>
            <p:nvPr/>
          </p:nvGraphicFramePr>
          <p:xfrm>
            <a:off x="456679" y="1777994"/>
            <a:ext cx="442913" cy="4268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9" name="Equation" r:id="rId3" imgW="215900" imgH="152400" progId="Equation.DSMT4">
                    <p:embed/>
                  </p:oleObj>
                </mc:Choice>
                <mc:Fallback>
                  <p:oleObj name="Equation" r:id="rId3" imgW="215900" imgH="152400" progId="Equation.DSMT4">
                    <p:embed/>
                    <p:pic>
                      <p:nvPicPr>
                        <p:cNvPr id="0" name="图片 31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679" y="1777994"/>
                          <a:ext cx="442913" cy="4268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直角三角形 7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直角三角形 8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446856" y="390525"/>
            <a:ext cx="8229600" cy="1454150"/>
            <a:chOff x="467544" y="174501"/>
            <a:chExt cx="8229600" cy="1454150"/>
          </a:xfrm>
        </p:grpSpPr>
        <p:sp>
          <p:nvSpPr>
            <p:cNvPr id="13" name="内容占位符 2"/>
            <p:cNvSpPr txBox="1"/>
            <p:nvPr/>
          </p:nvSpPr>
          <p:spPr>
            <a:xfrm>
              <a:off x="467544" y="620688"/>
              <a:ext cx="8229600" cy="53265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altLang="en-US" sz="2400" b="1"/>
                <a:t>例</a:t>
              </a:r>
              <a:r>
                <a:rPr lang="en-US" altLang="zh-CN" sz="2400" b="1"/>
                <a:t>3</a:t>
              </a:r>
              <a:r>
                <a:rPr lang="en-US" altLang="zh-CN" sz="2400"/>
                <a:t>   </a:t>
              </a:r>
              <a:r>
                <a:rPr lang="zh-CN" altLang="en-US" sz="2400"/>
                <a:t>求方阵                   的特征值</a:t>
              </a:r>
              <a:r>
                <a:rPr lang="en-US" altLang="zh-CN" sz="2400"/>
                <a:t>.</a:t>
              </a:r>
              <a:endParaRPr lang="zh-CN" altLang="en-US" sz="2400"/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/>
          </p:nvGraphicFramePr>
          <p:xfrm>
            <a:off x="2243064" y="174501"/>
            <a:ext cx="2133600" cy="1454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2" name="Equation" r:id="rId3" imgW="24993600" imgH="17068800" progId="Equation.DSMT4">
                    <p:embed/>
                  </p:oleObj>
                </mc:Choice>
                <mc:Fallback>
                  <p:oleObj name="Equation" r:id="rId3" imgW="24993600" imgH="17068800" progId="Equation.DSMT4">
                    <p:embed/>
                    <p:pic>
                      <p:nvPicPr>
                        <p:cNvPr id="0" name="对象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3064" y="174501"/>
                          <a:ext cx="2133600" cy="1454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内容占位符 2"/>
          <p:cNvSpPr txBox="1"/>
          <p:nvPr/>
        </p:nvSpPr>
        <p:spPr>
          <a:xfrm>
            <a:off x="467544" y="1960240"/>
            <a:ext cx="648072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/>
              <a:t>解</a:t>
            </a:r>
          </a:p>
        </p:txBody>
      </p:sp>
      <p:sp>
        <p:nvSpPr>
          <p:cNvPr id="17" name="内容占位符 2"/>
          <p:cNvSpPr txBox="1"/>
          <p:nvPr/>
        </p:nvSpPr>
        <p:spPr>
          <a:xfrm>
            <a:off x="1093101" y="1960240"/>
            <a:ext cx="3744416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/>
              <a:t>该方阵的特征方程为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439640" y="2478906"/>
          <a:ext cx="4292600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name="Equation" r:id="rId5" imgW="50292000" imgH="17068800" progId="Equation.DSMT4">
                  <p:embed/>
                </p:oleObj>
              </mc:Choice>
              <mc:Fallback>
                <p:oleObj name="Equation" r:id="rId5" imgW="50292000" imgH="17068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640" y="2478906"/>
                        <a:ext cx="4292600" cy="145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内容占位符 2"/>
          <p:cNvSpPr txBox="1"/>
          <p:nvPr/>
        </p:nvSpPr>
        <p:spPr>
          <a:xfrm>
            <a:off x="467544" y="3976464"/>
            <a:ext cx="3744416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/>
              <a:t>即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043608" y="4021187"/>
          <a:ext cx="299243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4" name="Equation" r:id="rId7" imgW="35052000" imgH="4876800" progId="Equation.DSMT4">
                  <p:embed/>
                </p:oleObj>
              </mc:Choice>
              <mc:Fallback>
                <p:oleObj name="Equation" r:id="rId7" imgW="35052000" imgH="4876800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4021187"/>
                        <a:ext cx="2992438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内容占位符 2"/>
          <p:cNvSpPr txBox="1"/>
          <p:nvPr/>
        </p:nvSpPr>
        <p:spPr>
          <a:xfrm>
            <a:off x="467544" y="4480520"/>
            <a:ext cx="3744416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/>
              <a:t>从而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的特征值为</a:t>
            </a: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915816" y="4545013"/>
          <a:ext cx="2601913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5" name="Equation" r:id="rId9" imgW="30480000" imgH="5486400" progId="Equation.DSMT4">
                  <p:embed/>
                </p:oleObj>
              </mc:Choice>
              <mc:Fallback>
                <p:oleObj name="Equation" r:id="rId9" imgW="30480000" imgH="5486400" progId="Equation.DSMT4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4545013"/>
                        <a:ext cx="2601913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内容占位符 2"/>
          <p:cNvSpPr txBox="1"/>
          <p:nvPr/>
        </p:nvSpPr>
        <p:spPr>
          <a:xfrm>
            <a:off x="467544" y="5301208"/>
            <a:ext cx="8229600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FF0000"/>
                </a:solidFill>
              </a:rPr>
              <a:t>总结：三角矩阵的对角线元素为该方阵的全部特征值</a:t>
            </a:r>
            <a:r>
              <a:rPr lang="en-US" altLang="zh-CN" sz="2400" b="1">
                <a:solidFill>
                  <a:srgbClr val="FF0000"/>
                </a:solidFill>
              </a:rPr>
              <a:t>.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9" name="直角三角形 18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直角三角形 19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1" grpId="0"/>
      <p:bldP spid="22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2"/>
          <p:cNvSpPr txBox="1"/>
          <p:nvPr/>
        </p:nvSpPr>
        <p:spPr>
          <a:xfrm>
            <a:off x="457384" y="1613689"/>
            <a:ext cx="8229600" cy="2376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400"/>
              <a:t>   </a:t>
            </a:r>
            <a:r>
              <a:rPr lang="zh-CN" altLang="en-US" sz="2400"/>
              <a:t>非零向量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/>
              <a:t>为方阵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对应于特征值</a:t>
            </a:r>
            <a:r>
              <a:rPr lang="zh-CN" altLang="en-US" sz="800"/>
              <a:t>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/>
              <a:t>的特征向量</a:t>
            </a:r>
            <a:endParaRPr lang="en-US" altLang="zh-CN" sz="240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/>
              <a:t>   非零向量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/>
              <a:t>满足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/>
              <a:t>=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/>
              <a:t>   非零向量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zh-CN" altLang="en-US" sz="2400"/>
              <a:t>齐次线性方程组</a:t>
            </a:r>
            <a:r>
              <a:rPr lang="en-US" altLang="zh-CN" sz="2400"/>
              <a:t>(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>
                <a:cs typeface="Times New Roman" panose="02020603050405020304" pitchFamily="18" charset="0"/>
              </a:rPr>
              <a:t>-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/>
              <a:t>)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/>
              <a:t>=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/>
              <a:t>的解</a:t>
            </a:r>
            <a:r>
              <a:rPr lang="en-US" altLang="zh-CN" sz="2400"/>
              <a:t>.</a:t>
            </a:r>
            <a:endParaRPr lang="zh-CN" altLang="en-US" sz="240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67544" y="2325762"/>
          <a:ext cx="442913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Equation" r:id="rId3" imgW="215900" imgH="152400" progId="Equation.DSMT4">
                  <p:embed/>
                </p:oleObj>
              </mc:Choice>
              <mc:Fallback>
                <p:oleObj name="Equation" r:id="rId3" imgW="215900" imgH="152400" progId="Equation.DSMT4">
                  <p:embed/>
                  <p:pic>
                    <p:nvPicPr>
                      <p:cNvPr id="0" name="图片 51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2325762"/>
                        <a:ext cx="442913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67544" y="2924944"/>
          <a:ext cx="44291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Equation" r:id="rId5" imgW="215900" imgH="152400" progId="Equation.DSMT4">
                  <p:embed/>
                </p:oleObj>
              </mc:Choice>
              <mc:Fallback>
                <p:oleObj name="Equation" r:id="rId5" imgW="215900" imgH="152400" progId="Equation.DSMT4">
                  <p:embed/>
                  <p:pic>
                    <p:nvPicPr>
                      <p:cNvPr id="0" name="图片 51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2924944"/>
                        <a:ext cx="44291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内容占位符 2"/>
          <p:cNvSpPr txBox="1"/>
          <p:nvPr/>
        </p:nvSpPr>
        <p:spPr>
          <a:xfrm>
            <a:off x="395536" y="4077072"/>
            <a:ext cx="8229600" cy="1368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FF0000"/>
                </a:solidFill>
              </a:rPr>
              <a:t>特征向量的计算：解齐次线性方程组</a:t>
            </a:r>
            <a:r>
              <a:rPr lang="en-US" altLang="zh-CN" sz="2400" b="1">
                <a:solidFill>
                  <a:srgbClr val="FF0000"/>
                </a:solidFill>
              </a:rPr>
              <a:t>(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>
                <a:solidFill>
                  <a:srgbClr val="FF0000"/>
                </a:solidFill>
              </a:rPr>
              <a:t>-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solidFill>
                  <a:srgbClr val="FF0000"/>
                </a:solidFill>
              </a:rPr>
              <a:t>)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solidFill>
                  <a:srgbClr val="FF0000"/>
                </a:solidFill>
              </a:rPr>
              <a:t>=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>
                <a:solidFill>
                  <a:srgbClr val="FF0000"/>
                </a:solidFill>
              </a:rPr>
              <a:t>，从全部解中去掉零向量，就得到特征值</a:t>
            </a:r>
            <a:r>
              <a:rPr lang="zh-CN" altLang="en-US" sz="800" b="1">
                <a:solidFill>
                  <a:srgbClr val="FF0000"/>
                </a:solidFill>
              </a:rPr>
              <a:t> 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solidFill>
                  <a:srgbClr val="FF0000"/>
                </a:solidFill>
              </a:rPr>
              <a:t>对应的全部特征向量</a:t>
            </a:r>
            <a:r>
              <a:rPr lang="en-US" altLang="zh-CN" sz="2400" b="1">
                <a:solidFill>
                  <a:srgbClr val="FF0000"/>
                </a:solidFill>
              </a:rPr>
              <a:t>.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3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>
              <a:lnSpc>
                <a:spcPct val="150000"/>
              </a:lnSpc>
            </a:pPr>
            <a:r>
              <a:rPr lang="zh-CN" altLang="en-US" sz="3600"/>
              <a:t>三、特征向量的计算</a:t>
            </a:r>
            <a:br>
              <a:rPr lang="zh-CN" altLang="en-US" sz="3600"/>
            </a:b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（观看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P78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特征值与特征向量）</a:t>
            </a:r>
          </a:p>
        </p:txBody>
      </p:sp>
      <p:sp>
        <p:nvSpPr>
          <p:cNvPr id="8" name="直角三角形 7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直角三角形 8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3" name="日期占位符 1">
            <a:extLst>
              <a:ext uri="{FF2B5EF4-FFF2-40B4-BE49-F238E27FC236}">
                <a16:creationId xmlns:a16="http://schemas.microsoft.com/office/drawing/2014/main" id="{4E657B2F-8931-4CC7-AB96-F345B865D2C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6101AC2-EA31-49A2-B285-2371CA40C4FA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5134" name="页脚占位符 2">
            <a:extLst>
              <a:ext uri="{FF2B5EF4-FFF2-40B4-BE49-F238E27FC236}">
                <a16:creationId xmlns:a16="http://schemas.microsoft.com/office/drawing/2014/main" id="{0C18BCC1-D507-4374-A40F-27C882B3D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 2010, 24ppt</a:t>
            </a:r>
          </a:p>
        </p:txBody>
      </p:sp>
      <p:sp>
        <p:nvSpPr>
          <p:cNvPr id="5135" name="灯片编号占位符 3">
            <a:extLst>
              <a:ext uri="{FF2B5EF4-FFF2-40B4-BE49-F238E27FC236}">
                <a16:creationId xmlns:a16="http://schemas.microsoft.com/office/drawing/2014/main" id="{89A7E2A1-E444-4E98-ACE5-ADFA6FADC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B990F8A-7F48-48D7-9DD2-CF319AD21EB7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11266" name="Text Box 2">
            <a:extLst>
              <a:ext uri="{FF2B5EF4-FFF2-40B4-BE49-F238E27FC236}">
                <a16:creationId xmlns:a16="http://schemas.microsoft.com/office/drawing/2014/main" id="{752D53CF-CD00-4EA7-8493-DEFCAE4C6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60350"/>
            <a:ext cx="5834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求下列矩阵的特征值和特征向量</a:t>
            </a:r>
          </a:p>
        </p:txBody>
      </p:sp>
      <p:graphicFrame>
        <p:nvGraphicFramePr>
          <p:cNvPr id="11268" name="Object 4">
            <a:extLst>
              <a:ext uri="{FF2B5EF4-FFF2-40B4-BE49-F238E27FC236}">
                <a16:creationId xmlns:a16="http://schemas.microsoft.com/office/drawing/2014/main" id="{68269D24-06F0-4885-9713-A994C8E3DB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788" y="188913"/>
          <a:ext cx="2057400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1" r:id="rId3" imgW="889000" imgH="457200" progId="Equation.DSMT4">
                  <p:embed/>
                </p:oleObj>
              </mc:Choice>
              <mc:Fallback>
                <p:oleObj r:id="rId3" imgW="889000" imgH="457200" progId="Equation.DSMT4">
                  <p:embed/>
                  <p:pic>
                    <p:nvPicPr>
                      <p:cNvPr id="11268" name="Object 4">
                        <a:extLst>
                          <a:ext uri="{FF2B5EF4-FFF2-40B4-BE49-F238E27FC236}">
                            <a16:creationId xmlns:a16="http://schemas.microsoft.com/office/drawing/2014/main" id="{68269D24-06F0-4885-9713-A994C8E3DB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188913"/>
                        <a:ext cx="2057400" cy="1062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Text Box 5">
            <a:extLst>
              <a:ext uri="{FF2B5EF4-FFF2-40B4-BE49-F238E27FC236}">
                <a16:creationId xmlns:a16="http://schemas.microsoft.com/office/drawing/2014/main" id="{CB76F5F8-64BD-45D4-99E6-590F23C07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688" y="966788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</a:p>
        </p:txBody>
      </p:sp>
      <p:sp>
        <p:nvSpPr>
          <p:cNvPr id="11270" name="Text Box 6">
            <a:extLst>
              <a:ext uri="{FF2B5EF4-FFF2-40B4-BE49-F238E27FC236}">
                <a16:creationId xmlns:a16="http://schemas.microsoft.com/office/drawing/2014/main" id="{1C12E736-A471-4143-A8D0-9B40E1B64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575" y="981075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的特征多项式为</a:t>
            </a:r>
          </a:p>
        </p:txBody>
      </p:sp>
      <p:graphicFrame>
        <p:nvGraphicFramePr>
          <p:cNvPr id="11272" name="Object 8">
            <a:extLst>
              <a:ext uri="{FF2B5EF4-FFF2-40B4-BE49-F238E27FC236}">
                <a16:creationId xmlns:a16="http://schemas.microsoft.com/office/drawing/2014/main" id="{B86864C6-72BA-4589-86E5-0B9DE3424D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4850" y="1449388"/>
          <a:ext cx="1981200" cy="109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2" r:id="rId5" imgW="825500" imgH="457200" progId="Equation.DSMT4">
                  <p:embed/>
                </p:oleObj>
              </mc:Choice>
              <mc:Fallback>
                <p:oleObj r:id="rId5" imgW="825500" imgH="457200" progId="Equation.DSMT4">
                  <p:embed/>
                  <p:pic>
                    <p:nvPicPr>
                      <p:cNvPr id="11272" name="Object 8">
                        <a:extLst>
                          <a:ext uri="{FF2B5EF4-FFF2-40B4-BE49-F238E27FC236}">
                            <a16:creationId xmlns:a16="http://schemas.microsoft.com/office/drawing/2014/main" id="{B86864C6-72BA-4589-86E5-0B9DE3424D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" y="1449388"/>
                        <a:ext cx="1981200" cy="1093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10">
            <a:extLst>
              <a:ext uri="{FF2B5EF4-FFF2-40B4-BE49-F238E27FC236}">
                <a16:creationId xmlns:a16="http://schemas.microsoft.com/office/drawing/2014/main" id="{E5A589BB-83D5-4CED-AE64-0F47853CEB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1628775"/>
          <a:ext cx="352742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3" r:id="rId7" imgW="1625600" imgH="228600" progId="Equation.DSMT4">
                  <p:embed/>
                </p:oleObj>
              </mc:Choice>
              <mc:Fallback>
                <p:oleObj r:id="rId7" imgW="1625600" imgH="228600" progId="Equation.DSMT4">
                  <p:embed/>
                  <p:pic>
                    <p:nvPicPr>
                      <p:cNvPr id="11274" name="Object 10">
                        <a:extLst>
                          <a:ext uri="{FF2B5EF4-FFF2-40B4-BE49-F238E27FC236}">
                            <a16:creationId xmlns:a16="http://schemas.microsoft.com/office/drawing/2014/main" id="{E5A589BB-83D5-4CED-AE64-0F47853CEB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1628775"/>
                        <a:ext cx="3527425" cy="493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6" name="Object 12">
            <a:extLst>
              <a:ext uri="{FF2B5EF4-FFF2-40B4-BE49-F238E27FC236}">
                <a16:creationId xmlns:a16="http://schemas.microsoft.com/office/drawing/2014/main" id="{C7398355-EF17-4A7E-BB30-F3023DE8BF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7763" y="1676400"/>
          <a:ext cx="22320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4" r:id="rId9" imgW="977476" imgH="203112" progId="Equation.DSMT4">
                  <p:embed/>
                </p:oleObj>
              </mc:Choice>
              <mc:Fallback>
                <p:oleObj r:id="rId9" imgW="977476" imgH="203112" progId="Equation.DSMT4">
                  <p:embed/>
                  <p:pic>
                    <p:nvPicPr>
                      <p:cNvPr id="11276" name="Object 12">
                        <a:extLst>
                          <a:ext uri="{FF2B5EF4-FFF2-40B4-BE49-F238E27FC236}">
                            <a16:creationId xmlns:a16="http://schemas.microsoft.com/office/drawing/2014/main" id="{C7398355-EF17-4A7E-BB30-F3023DE8BF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1676400"/>
                        <a:ext cx="223202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7" name="Text Box 13">
            <a:extLst>
              <a:ext uri="{FF2B5EF4-FFF2-40B4-BE49-F238E27FC236}">
                <a16:creationId xmlns:a16="http://schemas.microsoft.com/office/drawing/2014/main" id="{98FEBB69-4F8F-4951-8285-93468C5F8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565400"/>
            <a:ext cx="2376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的特征值为</a:t>
            </a:r>
          </a:p>
        </p:txBody>
      </p:sp>
      <p:graphicFrame>
        <p:nvGraphicFramePr>
          <p:cNvPr id="11279" name="Object 15">
            <a:extLst>
              <a:ext uri="{FF2B5EF4-FFF2-40B4-BE49-F238E27FC236}">
                <a16:creationId xmlns:a16="http://schemas.microsoft.com/office/drawing/2014/main" id="{B7089364-E01F-4F21-903E-94AB8286F3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2636838"/>
          <a:ext cx="20161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5" r:id="rId11" imgW="952087" imgH="228501" progId="Equation.DSMT4">
                  <p:embed/>
                </p:oleObj>
              </mc:Choice>
              <mc:Fallback>
                <p:oleObj r:id="rId11" imgW="952087" imgH="228501" progId="Equation.DSMT4">
                  <p:embed/>
                  <p:pic>
                    <p:nvPicPr>
                      <p:cNvPr id="11279" name="Object 15">
                        <a:extLst>
                          <a:ext uri="{FF2B5EF4-FFF2-40B4-BE49-F238E27FC236}">
                            <a16:creationId xmlns:a16="http://schemas.microsoft.com/office/drawing/2014/main" id="{B7089364-E01F-4F21-903E-94AB8286F3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636838"/>
                        <a:ext cx="2016125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1" name="Object 17">
            <a:extLst>
              <a:ext uri="{FF2B5EF4-FFF2-40B4-BE49-F238E27FC236}">
                <a16:creationId xmlns:a16="http://schemas.microsoft.com/office/drawing/2014/main" id="{271997ED-0BFA-4EF0-AC59-E97603314A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3213100"/>
          <a:ext cx="230028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6" name="Equation" r:id="rId13" imgW="1015920" imgH="228600" progId="Equation.DSMT4">
                  <p:embed/>
                </p:oleObj>
              </mc:Choice>
              <mc:Fallback>
                <p:oleObj name="Equation" r:id="rId13" imgW="1015920" imgH="228600" progId="Equation.DSMT4">
                  <p:embed/>
                  <p:pic>
                    <p:nvPicPr>
                      <p:cNvPr id="11281" name="Object 17">
                        <a:extLst>
                          <a:ext uri="{FF2B5EF4-FFF2-40B4-BE49-F238E27FC236}">
                            <a16:creationId xmlns:a16="http://schemas.microsoft.com/office/drawing/2014/main" id="{271997ED-0BFA-4EF0-AC59-E97603314A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213100"/>
                        <a:ext cx="2300287" cy="519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3" name="Object 19">
            <a:extLst>
              <a:ext uri="{FF2B5EF4-FFF2-40B4-BE49-F238E27FC236}">
                <a16:creationId xmlns:a16="http://schemas.microsoft.com/office/drawing/2014/main" id="{68310123-1342-4D23-B615-20662B6998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3860800"/>
          <a:ext cx="3527425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7" r:id="rId15" imgW="1574800" imgH="482600" progId="Equation.DSMT4">
                  <p:embed/>
                </p:oleObj>
              </mc:Choice>
              <mc:Fallback>
                <p:oleObj r:id="rId15" imgW="1574800" imgH="482600" progId="Equation.DSMT4">
                  <p:embed/>
                  <p:pic>
                    <p:nvPicPr>
                      <p:cNvPr id="11283" name="Object 19">
                        <a:extLst>
                          <a:ext uri="{FF2B5EF4-FFF2-40B4-BE49-F238E27FC236}">
                            <a16:creationId xmlns:a16="http://schemas.microsoft.com/office/drawing/2014/main" id="{68310123-1342-4D23-B615-20662B6998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860800"/>
                        <a:ext cx="3527425" cy="1090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5" name="Object 21">
            <a:extLst>
              <a:ext uri="{FF2B5EF4-FFF2-40B4-BE49-F238E27FC236}">
                <a16:creationId xmlns:a16="http://schemas.microsoft.com/office/drawing/2014/main" id="{89AFE6E4-7108-4E0D-97E7-000BDBDFAE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5013325"/>
          <a:ext cx="1871662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8" r:id="rId17" imgW="825500" imgH="482600" progId="Equation.DSMT4">
                  <p:embed/>
                </p:oleObj>
              </mc:Choice>
              <mc:Fallback>
                <p:oleObj r:id="rId17" imgW="825500" imgH="482600" progId="Equation.DSMT4">
                  <p:embed/>
                  <p:pic>
                    <p:nvPicPr>
                      <p:cNvPr id="11285" name="Object 21">
                        <a:extLst>
                          <a:ext uri="{FF2B5EF4-FFF2-40B4-BE49-F238E27FC236}">
                            <a16:creationId xmlns:a16="http://schemas.microsoft.com/office/drawing/2014/main" id="{89AFE6E4-7108-4E0D-97E7-000BDBDFAE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5013325"/>
                        <a:ext cx="1871662" cy="1096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7" name="Object 23">
            <a:extLst>
              <a:ext uri="{FF2B5EF4-FFF2-40B4-BE49-F238E27FC236}">
                <a16:creationId xmlns:a16="http://schemas.microsoft.com/office/drawing/2014/main" id="{4858DE61-F83C-438C-8E88-B7DF5099C3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5300663"/>
          <a:ext cx="1512887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9" r:id="rId19" imgW="622030" imgH="228501" progId="Equation.DSMT4">
                  <p:embed/>
                </p:oleObj>
              </mc:Choice>
              <mc:Fallback>
                <p:oleObj r:id="rId19" imgW="622030" imgH="228501" progId="Equation.DSMT4">
                  <p:embed/>
                  <p:pic>
                    <p:nvPicPr>
                      <p:cNvPr id="11287" name="Object 23">
                        <a:extLst>
                          <a:ext uri="{FF2B5EF4-FFF2-40B4-BE49-F238E27FC236}">
                            <a16:creationId xmlns:a16="http://schemas.microsoft.com/office/drawing/2014/main" id="{4858DE61-F83C-438C-8E88-B7DF5099C3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5300663"/>
                        <a:ext cx="1512887" cy="560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8" name="Text Box 24">
            <a:extLst>
              <a:ext uri="{FF2B5EF4-FFF2-40B4-BE49-F238E27FC236}">
                <a16:creationId xmlns:a16="http://schemas.microsoft.com/office/drawing/2014/main" id="{8A7F5A21-5AB0-494C-A9D6-6D2655FC6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22922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11290" name="Object 26">
            <a:extLst>
              <a:ext uri="{FF2B5EF4-FFF2-40B4-BE49-F238E27FC236}">
                <a16:creationId xmlns:a16="http://schemas.microsoft.com/office/drawing/2014/main" id="{C174AEA6-4E2F-495F-A291-63F840CBCC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51725" y="5229225"/>
          <a:ext cx="1295400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0" r:id="rId21" imgW="508000" imgH="457200" progId="Equation.DSMT4">
                  <p:embed/>
                </p:oleObj>
              </mc:Choice>
              <mc:Fallback>
                <p:oleObj r:id="rId21" imgW="508000" imgH="457200" progId="Equation.DSMT4">
                  <p:embed/>
                  <p:pic>
                    <p:nvPicPr>
                      <p:cNvPr id="11290" name="Object 26">
                        <a:extLst>
                          <a:ext uri="{FF2B5EF4-FFF2-40B4-BE49-F238E27FC236}">
                            <a16:creationId xmlns:a16="http://schemas.microsoft.com/office/drawing/2014/main" id="{C174AEA6-4E2F-495F-A291-63F840CBCC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5229225"/>
                        <a:ext cx="1295400" cy="1173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2" name="Rectangle 28">
            <a:extLst>
              <a:ext uri="{FF2B5EF4-FFF2-40B4-BE49-F238E27FC236}">
                <a16:creationId xmlns:a16="http://schemas.microsoft.com/office/drawing/2014/main" id="{044DEE7D-E5B7-4855-AABE-82761E68C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5229225"/>
            <a:ext cx="237648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从而得方程组的一个基础解系为</a:t>
            </a:r>
          </a:p>
        </p:txBody>
      </p:sp>
      <p:graphicFrame>
        <p:nvGraphicFramePr>
          <p:cNvPr id="8200" name="Object 21">
            <a:extLst>
              <a:ext uri="{FF2B5EF4-FFF2-40B4-BE49-F238E27FC236}">
                <a16:creationId xmlns:a16="http://schemas.microsoft.com/office/drawing/2014/main" id="{11754BD1-2291-421E-A265-F82F0453A0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3213100"/>
          <a:ext cx="3960813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1" name="Equation" r:id="rId23" imgW="1625400" imgH="253800" progId="Equation.DSMT4">
                  <p:embed/>
                </p:oleObj>
              </mc:Choice>
              <mc:Fallback>
                <p:oleObj name="Equation" r:id="rId23" imgW="1625400" imgH="253800" progId="Equation.DSMT4">
                  <p:embed/>
                  <p:pic>
                    <p:nvPicPr>
                      <p:cNvPr id="8200" name="Object 21">
                        <a:extLst>
                          <a:ext uri="{FF2B5EF4-FFF2-40B4-BE49-F238E27FC236}">
                            <a16:creationId xmlns:a16="http://schemas.microsoft.com/office/drawing/2014/main" id="{11754BD1-2291-421E-A265-F82F0453A0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3213100"/>
                        <a:ext cx="3960813" cy="627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" fill="hold"/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8" dur="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1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8" dur="500"/>
                                        <p:tgtEl>
                                          <p:spTgt spid="1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1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1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1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build="p" autoUpdateAnimBg="0"/>
      <p:bldP spid="11269" grpId="0" build="p" autoUpdateAnimBg="0"/>
      <p:bldP spid="11270" grpId="0" build="p" autoUpdateAnimBg="0"/>
      <p:bldP spid="11277" grpId="0" autoUpdateAnimBg="0"/>
      <p:bldP spid="11288" grpId="0" autoUpdateAnimBg="0"/>
      <p:bldP spid="1129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4" name="日期占位符 1">
            <a:extLst>
              <a:ext uri="{FF2B5EF4-FFF2-40B4-BE49-F238E27FC236}">
                <a16:creationId xmlns:a16="http://schemas.microsoft.com/office/drawing/2014/main" id="{D3C56931-BB09-4F19-B3F7-49714220706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B63BC68-768D-4D2B-9C44-C25399EE09DE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6155" name="页脚占位符 2">
            <a:extLst>
              <a:ext uri="{FF2B5EF4-FFF2-40B4-BE49-F238E27FC236}">
                <a16:creationId xmlns:a16="http://schemas.microsoft.com/office/drawing/2014/main" id="{6AFADF2E-B8F4-4BD5-AD57-7A015512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 2010, 24ppt</a:t>
            </a:r>
          </a:p>
        </p:txBody>
      </p:sp>
      <p:sp>
        <p:nvSpPr>
          <p:cNvPr id="6156" name="灯片编号占位符 3">
            <a:extLst>
              <a:ext uri="{FF2B5EF4-FFF2-40B4-BE49-F238E27FC236}">
                <a16:creationId xmlns:a16="http://schemas.microsoft.com/office/drawing/2014/main" id="{73912375-ACC8-4E71-87FA-D4D65732A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4A02A1E-98DF-4006-8B1A-EAB7F518E6E8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graphicFrame>
        <p:nvGraphicFramePr>
          <p:cNvPr id="12291" name="Object 3">
            <a:extLst>
              <a:ext uri="{FF2B5EF4-FFF2-40B4-BE49-F238E27FC236}">
                <a16:creationId xmlns:a16="http://schemas.microsoft.com/office/drawing/2014/main" id="{A68263B4-62F0-460B-86CA-BAD3B011EB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476250"/>
          <a:ext cx="2519362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6" name="Equation" r:id="rId3" imgW="977760" imgH="228600" progId="Equation.DSMT4">
                  <p:embed/>
                </p:oleObj>
              </mc:Choice>
              <mc:Fallback>
                <p:oleObj name="Equation" r:id="rId3" imgW="977760" imgH="228600" progId="Equation.DSMT4">
                  <p:embed/>
                  <p:pic>
                    <p:nvPicPr>
                      <p:cNvPr id="12291" name="Object 3">
                        <a:extLst>
                          <a:ext uri="{FF2B5EF4-FFF2-40B4-BE49-F238E27FC236}">
                            <a16:creationId xmlns:a16="http://schemas.microsoft.com/office/drawing/2014/main" id="{A68263B4-62F0-460B-86CA-BAD3B011EB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76250"/>
                        <a:ext cx="2519362" cy="592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5">
            <a:extLst>
              <a:ext uri="{FF2B5EF4-FFF2-40B4-BE49-F238E27FC236}">
                <a16:creationId xmlns:a16="http://schemas.microsoft.com/office/drawing/2014/main" id="{BA6C4EA9-1644-440F-9603-6731A2C339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1295400"/>
          <a:ext cx="35814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7" r:id="rId5" imgW="1574800" imgH="482600" progId="Equation.DSMT4">
                  <p:embed/>
                </p:oleObj>
              </mc:Choice>
              <mc:Fallback>
                <p:oleObj r:id="rId5" imgW="1574800" imgH="482600" progId="Equation.DSMT4">
                  <p:embed/>
                  <p:pic>
                    <p:nvPicPr>
                      <p:cNvPr id="12293" name="Object 5">
                        <a:extLst>
                          <a:ext uri="{FF2B5EF4-FFF2-40B4-BE49-F238E27FC236}">
                            <a16:creationId xmlns:a16="http://schemas.microsoft.com/office/drawing/2014/main" id="{BA6C4EA9-1644-440F-9603-6731A2C339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295400"/>
                        <a:ext cx="3581400" cy="1108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7">
            <a:extLst>
              <a:ext uri="{FF2B5EF4-FFF2-40B4-BE49-F238E27FC236}">
                <a16:creationId xmlns:a16="http://schemas.microsoft.com/office/drawing/2014/main" id="{3F25F1C5-37D0-4701-9A53-5987717A0F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1295400"/>
          <a:ext cx="342900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8" r:id="rId7" imgW="1497950" imgH="482391" progId="Equation.DSMT4">
                  <p:embed/>
                </p:oleObj>
              </mc:Choice>
              <mc:Fallback>
                <p:oleObj r:id="rId7" imgW="1497950" imgH="482391" progId="Equation.DSMT4">
                  <p:embed/>
                  <p:pic>
                    <p:nvPicPr>
                      <p:cNvPr id="12295" name="Object 7">
                        <a:extLst>
                          <a:ext uri="{FF2B5EF4-FFF2-40B4-BE49-F238E27FC236}">
                            <a16:creationId xmlns:a16="http://schemas.microsoft.com/office/drawing/2014/main" id="{3F25F1C5-37D0-4701-9A53-5987717A0F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295400"/>
                        <a:ext cx="3429000" cy="1114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9">
            <a:extLst>
              <a:ext uri="{FF2B5EF4-FFF2-40B4-BE49-F238E27FC236}">
                <a16:creationId xmlns:a16="http://schemas.microsoft.com/office/drawing/2014/main" id="{8A21AD44-D35D-494B-A361-325632E489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5038" y="2514600"/>
          <a:ext cx="19812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9" r:id="rId9" imgW="711200" imgH="228600" progId="Equation.DSMT4">
                  <p:embed/>
                </p:oleObj>
              </mc:Choice>
              <mc:Fallback>
                <p:oleObj r:id="rId9" imgW="711200" imgH="228600" progId="Equation.DSMT4">
                  <p:embed/>
                  <p:pic>
                    <p:nvPicPr>
                      <p:cNvPr id="12297" name="Object 9">
                        <a:extLst>
                          <a:ext uri="{FF2B5EF4-FFF2-40B4-BE49-F238E27FC236}">
                            <a16:creationId xmlns:a16="http://schemas.microsoft.com/office/drawing/2014/main" id="{8A21AD44-D35D-494B-A361-325632E489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038" y="2514600"/>
                        <a:ext cx="1981200" cy="633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0" name="Object 12">
            <a:extLst>
              <a:ext uri="{FF2B5EF4-FFF2-40B4-BE49-F238E27FC236}">
                <a16:creationId xmlns:a16="http://schemas.microsoft.com/office/drawing/2014/main" id="{B5FF8DC5-EB65-405A-9EBA-FB8352264F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2997200"/>
          <a:ext cx="1600200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0" r:id="rId11" imgW="634725" imgH="457002" progId="Equation.DSMT4">
                  <p:embed/>
                </p:oleObj>
              </mc:Choice>
              <mc:Fallback>
                <p:oleObj r:id="rId11" imgW="634725" imgH="457002" progId="Equation.DSMT4">
                  <p:embed/>
                  <p:pic>
                    <p:nvPicPr>
                      <p:cNvPr id="12300" name="Object 12">
                        <a:extLst>
                          <a:ext uri="{FF2B5EF4-FFF2-40B4-BE49-F238E27FC236}">
                            <a16:creationId xmlns:a16="http://schemas.microsoft.com/office/drawing/2014/main" id="{B5FF8DC5-EB65-405A-9EBA-FB8352264F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2997200"/>
                        <a:ext cx="1600200" cy="1146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2" name="Object 14">
            <a:extLst>
              <a:ext uri="{FF2B5EF4-FFF2-40B4-BE49-F238E27FC236}">
                <a16:creationId xmlns:a16="http://schemas.microsoft.com/office/drawing/2014/main" id="{4DF4F6A7-1557-4EF7-8CAF-D3FCCEFA37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4221163"/>
          <a:ext cx="6662738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" name="Equation" r:id="rId13" imgW="3009600" imgH="228600" progId="Equation.DSMT4">
                  <p:embed/>
                </p:oleObj>
              </mc:Choice>
              <mc:Fallback>
                <p:oleObj name="Equation" r:id="rId13" imgW="3009600" imgH="228600" progId="Equation.DSMT4">
                  <p:embed/>
                  <p:pic>
                    <p:nvPicPr>
                      <p:cNvPr id="12302" name="Object 14">
                        <a:extLst>
                          <a:ext uri="{FF2B5EF4-FFF2-40B4-BE49-F238E27FC236}">
                            <a16:creationId xmlns:a16="http://schemas.microsoft.com/office/drawing/2014/main" id="{4DF4F6A7-1557-4EF7-8CAF-D3FCCEFA37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221163"/>
                        <a:ext cx="6662738" cy="50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4" name="Object 16">
            <a:extLst>
              <a:ext uri="{FF2B5EF4-FFF2-40B4-BE49-F238E27FC236}">
                <a16:creationId xmlns:a16="http://schemas.microsoft.com/office/drawing/2014/main" id="{C58649F9-2931-4E8F-BF39-E562D1597D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4941888"/>
          <a:ext cx="5672138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2" name="Equation" r:id="rId15" imgW="2590560" imgH="228600" progId="Equation.DSMT4">
                  <p:embed/>
                </p:oleObj>
              </mc:Choice>
              <mc:Fallback>
                <p:oleObj name="Equation" r:id="rId15" imgW="2590560" imgH="228600" progId="Equation.DSMT4">
                  <p:embed/>
                  <p:pic>
                    <p:nvPicPr>
                      <p:cNvPr id="12304" name="Object 16">
                        <a:extLst>
                          <a:ext uri="{FF2B5EF4-FFF2-40B4-BE49-F238E27FC236}">
                            <a16:creationId xmlns:a16="http://schemas.microsoft.com/office/drawing/2014/main" id="{C58649F9-2931-4E8F-BF39-E562D1597D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941888"/>
                        <a:ext cx="5672138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5" name="Rectangle 17">
            <a:extLst>
              <a:ext uri="{FF2B5EF4-FFF2-40B4-BE49-F238E27FC236}">
                <a16:creationId xmlns:a16="http://schemas.microsoft.com/office/drawing/2014/main" id="{65045DFC-67D9-4136-B485-AC324F14D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284538"/>
            <a:ext cx="4824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从而得方程组的一个基础解系为</a:t>
            </a:r>
          </a:p>
        </p:txBody>
      </p:sp>
      <p:graphicFrame>
        <p:nvGraphicFramePr>
          <p:cNvPr id="8200" name="Object 8">
            <a:extLst>
              <a:ext uri="{FF2B5EF4-FFF2-40B4-BE49-F238E27FC236}">
                <a16:creationId xmlns:a16="http://schemas.microsoft.com/office/drawing/2014/main" id="{54DFCD11-0B05-4A88-91B8-CF168F3BA5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433388"/>
          <a:ext cx="436562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3" name="Equation" r:id="rId17" imgW="1625400" imgH="253800" progId="Equation.DSMT4">
                  <p:embed/>
                </p:oleObj>
              </mc:Choice>
              <mc:Fallback>
                <p:oleObj name="Equation" r:id="rId17" imgW="1625400" imgH="253800" progId="Equation.DSMT4">
                  <p:embed/>
                  <p:pic>
                    <p:nvPicPr>
                      <p:cNvPr id="8200" name="Object 8">
                        <a:extLst>
                          <a:ext uri="{FF2B5EF4-FFF2-40B4-BE49-F238E27FC236}">
                            <a16:creationId xmlns:a16="http://schemas.microsoft.com/office/drawing/2014/main" id="{54DFCD11-0B05-4A88-91B8-CF168F3BA5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433388"/>
                        <a:ext cx="4365625" cy="692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日期占位符 1">
            <a:extLst>
              <a:ext uri="{FF2B5EF4-FFF2-40B4-BE49-F238E27FC236}">
                <a16:creationId xmlns:a16="http://schemas.microsoft.com/office/drawing/2014/main" id="{2653E740-2B9F-4D6B-8130-37C70D07703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92F1B80-1BDD-405A-ADA8-31BAE42B123C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7177" name="页脚占位符 2">
            <a:extLst>
              <a:ext uri="{FF2B5EF4-FFF2-40B4-BE49-F238E27FC236}">
                <a16:creationId xmlns:a16="http://schemas.microsoft.com/office/drawing/2014/main" id="{531D42A1-E61C-49B3-AA79-BC5F1D162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 2010, 24ppt</a:t>
            </a:r>
          </a:p>
        </p:txBody>
      </p:sp>
      <p:sp>
        <p:nvSpPr>
          <p:cNvPr id="7178" name="灯片编号占位符 3">
            <a:extLst>
              <a:ext uri="{FF2B5EF4-FFF2-40B4-BE49-F238E27FC236}">
                <a16:creationId xmlns:a16="http://schemas.microsoft.com/office/drawing/2014/main" id="{B8416672-282C-492B-A515-5B354DFB8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82D7B55-3C60-4FF7-936B-CE8E22BF5735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sp>
        <p:nvSpPr>
          <p:cNvPr id="13314" name="Text Box 2">
            <a:extLst>
              <a:ext uri="{FF2B5EF4-FFF2-40B4-BE49-F238E27FC236}">
                <a16:creationId xmlns:a16="http://schemas.microsoft.com/office/drawing/2014/main" id="{B3695F4D-F8DB-4542-BB75-6680B8758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28600"/>
            <a:ext cx="701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：求矩阵的特征值和特征向量</a:t>
            </a:r>
          </a:p>
        </p:txBody>
      </p:sp>
      <p:graphicFrame>
        <p:nvGraphicFramePr>
          <p:cNvPr id="13316" name="Object 4">
            <a:extLst>
              <a:ext uri="{FF2B5EF4-FFF2-40B4-BE49-F238E27FC236}">
                <a16:creationId xmlns:a16="http://schemas.microsoft.com/office/drawing/2014/main" id="{8DC5A1A3-CE91-4ACE-B5EA-E5D9EAAF7D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5700" y="685800"/>
          <a:ext cx="2514600" cy="173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" r:id="rId3" imgW="1040948" imgH="710891" progId="Equation.DSMT4">
                  <p:embed/>
                </p:oleObj>
              </mc:Choice>
              <mc:Fallback>
                <p:oleObj r:id="rId3" imgW="1040948" imgH="710891" progId="Equation.DSMT4">
                  <p:embed/>
                  <p:pic>
                    <p:nvPicPr>
                      <p:cNvPr id="13316" name="Object 4">
                        <a:extLst>
                          <a:ext uri="{FF2B5EF4-FFF2-40B4-BE49-F238E27FC236}">
                            <a16:creationId xmlns:a16="http://schemas.microsoft.com/office/drawing/2014/main" id="{8DC5A1A3-CE91-4ACE-B5EA-E5D9EAAF7D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685800"/>
                        <a:ext cx="2514600" cy="173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Text Box 5">
            <a:extLst>
              <a:ext uri="{FF2B5EF4-FFF2-40B4-BE49-F238E27FC236}">
                <a16:creationId xmlns:a16="http://schemas.microsoft.com/office/drawing/2014/main" id="{18EABD7E-B667-4F62-ACE0-C5CC32820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" y="2349500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</a:p>
        </p:txBody>
      </p:sp>
      <p:sp>
        <p:nvSpPr>
          <p:cNvPr id="13318" name="Text Box 6">
            <a:extLst>
              <a:ext uri="{FF2B5EF4-FFF2-40B4-BE49-F238E27FC236}">
                <a16:creationId xmlns:a16="http://schemas.microsoft.com/office/drawing/2014/main" id="{66879072-9602-4D3C-8872-7C7B4E6BE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1300" y="2366963"/>
            <a:ext cx="5437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的特征多项式为</a:t>
            </a:r>
          </a:p>
        </p:txBody>
      </p:sp>
      <p:graphicFrame>
        <p:nvGraphicFramePr>
          <p:cNvPr id="13320" name="Object 8">
            <a:extLst>
              <a:ext uri="{FF2B5EF4-FFF2-40B4-BE49-F238E27FC236}">
                <a16:creationId xmlns:a16="http://schemas.microsoft.com/office/drawing/2014/main" id="{25F268DF-6AA2-4D75-BD81-F3426EDB1E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0700" y="2819400"/>
          <a:ext cx="4495800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5" r:id="rId5" imgW="1993900" imgH="711200" progId="Equation.DSMT4">
                  <p:embed/>
                </p:oleObj>
              </mc:Choice>
              <mc:Fallback>
                <p:oleObj r:id="rId5" imgW="1993900" imgH="711200" progId="Equation.DSMT4">
                  <p:embed/>
                  <p:pic>
                    <p:nvPicPr>
                      <p:cNvPr id="13320" name="Object 8">
                        <a:extLst>
                          <a:ext uri="{FF2B5EF4-FFF2-40B4-BE49-F238E27FC236}">
                            <a16:creationId xmlns:a16="http://schemas.microsoft.com/office/drawing/2014/main" id="{25F268DF-6AA2-4D75-BD81-F3426EDB1E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" y="2819400"/>
                        <a:ext cx="4495800" cy="161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Object 10">
            <a:extLst>
              <a:ext uri="{FF2B5EF4-FFF2-40B4-BE49-F238E27FC236}">
                <a16:creationId xmlns:a16="http://schemas.microsoft.com/office/drawing/2014/main" id="{68830ED2-2243-4857-84DF-8E185B630A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6500" y="3124200"/>
          <a:ext cx="3429000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6" r:id="rId7" imgW="1460500" imgH="457200" progId="Equation.DSMT4">
                  <p:embed/>
                </p:oleObj>
              </mc:Choice>
              <mc:Fallback>
                <p:oleObj r:id="rId7" imgW="1460500" imgH="457200" progId="Equation.DSMT4">
                  <p:embed/>
                  <p:pic>
                    <p:nvPicPr>
                      <p:cNvPr id="13322" name="Object 10">
                        <a:extLst>
                          <a:ext uri="{FF2B5EF4-FFF2-40B4-BE49-F238E27FC236}">
                            <a16:creationId xmlns:a16="http://schemas.microsoft.com/office/drawing/2014/main" id="{68830ED2-2243-4857-84DF-8E185B630A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0" y="3124200"/>
                        <a:ext cx="3429000" cy="1074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4" name="Object 12">
            <a:extLst>
              <a:ext uri="{FF2B5EF4-FFF2-40B4-BE49-F238E27FC236}">
                <a16:creationId xmlns:a16="http://schemas.microsoft.com/office/drawing/2014/main" id="{4BD86B28-7EFC-4D98-B004-C9F5D60022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7500" y="4343400"/>
          <a:ext cx="701675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7" name="Equation" r:id="rId9" imgW="2743200" imgH="228600" progId="Equation.DSMT4">
                  <p:embed/>
                </p:oleObj>
              </mc:Choice>
              <mc:Fallback>
                <p:oleObj name="Equation" r:id="rId9" imgW="2743200" imgH="228600" progId="Equation.DSMT4">
                  <p:embed/>
                  <p:pic>
                    <p:nvPicPr>
                      <p:cNvPr id="13324" name="Object 12">
                        <a:extLst>
                          <a:ext uri="{FF2B5EF4-FFF2-40B4-BE49-F238E27FC236}">
                            <a16:creationId xmlns:a16="http://schemas.microsoft.com/office/drawing/2014/main" id="{4BD86B28-7EFC-4D98-B004-C9F5D60022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500" y="4343400"/>
                        <a:ext cx="7016750" cy="585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5" name="Text Box 13">
            <a:extLst>
              <a:ext uri="{FF2B5EF4-FFF2-40B4-BE49-F238E27FC236}">
                <a16:creationId xmlns:a16="http://schemas.microsoft.com/office/drawing/2014/main" id="{43493959-6EE0-4E3C-BB5E-E278F6927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" y="5734050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的特征值为</a:t>
            </a:r>
          </a:p>
        </p:txBody>
      </p:sp>
      <p:graphicFrame>
        <p:nvGraphicFramePr>
          <p:cNvPr id="13327" name="Object 15">
            <a:extLst>
              <a:ext uri="{FF2B5EF4-FFF2-40B4-BE49-F238E27FC236}">
                <a16:creationId xmlns:a16="http://schemas.microsoft.com/office/drawing/2014/main" id="{272CA148-560E-47FB-A5AA-37B97F978F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11300" y="4953000"/>
          <a:ext cx="2895600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8" r:id="rId11" imgW="1091726" imgH="228501" progId="Equation.DSMT4">
                  <p:embed/>
                </p:oleObj>
              </mc:Choice>
              <mc:Fallback>
                <p:oleObj r:id="rId11" imgW="1091726" imgH="228501" progId="Equation.DSMT4">
                  <p:embed/>
                  <p:pic>
                    <p:nvPicPr>
                      <p:cNvPr id="13327" name="Object 15">
                        <a:extLst>
                          <a:ext uri="{FF2B5EF4-FFF2-40B4-BE49-F238E27FC236}">
                            <a16:creationId xmlns:a16="http://schemas.microsoft.com/office/drawing/2014/main" id="{272CA148-560E-47FB-A5AA-37B97F978F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4953000"/>
                        <a:ext cx="2895600" cy="604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9" name="Object 17">
            <a:extLst>
              <a:ext uri="{FF2B5EF4-FFF2-40B4-BE49-F238E27FC236}">
                <a16:creationId xmlns:a16="http://schemas.microsoft.com/office/drawing/2014/main" id="{7CDBDF9F-211A-4432-95EC-DD8D5673EE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1000" y="5745163"/>
          <a:ext cx="3352800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9" r:id="rId13" imgW="1308100" imgH="228600" progId="Equation.DSMT4">
                  <p:embed/>
                </p:oleObj>
              </mc:Choice>
              <mc:Fallback>
                <p:oleObj r:id="rId13" imgW="1308100" imgH="228600" progId="Equation.DSMT4">
                  <p:embed/>
                  <p:pic>
                    <p:nvPicPr>
                      <p:cNvPr id="13329" name="Object 17">
                        <a:extLst>
                          <a:ext uri="{FF2B5EF4-FFF2-40B4-BE49-F238E27FC236}">
                            <a16:creationId xmlns:a16="http://schemas.microsoft.com/office/drawing/2014/main" id="{7CDBDF9F-211A-4432-95EC-DD8D5673EE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000" y="5745163"/>
                        <a:ext cx="3352800" cy="588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" fill="hold"/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8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3" dur="5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build="p" autoUpdateAnimBg="0"/>
      <p:bldP spid="13317" grpId="0" build="p" autoUpdateAnimBg="0"/>
      <p:bldP spid="13318" grpId="0" build="p" autoUpdateAnimBg="0"/>
      <p:bldP spid="1332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5" name="日期占位符 1">
            <a:extLst>
              <a:ext uri="{FF2B5EF4-FFF2-40B4-BE49-F238E27FC236}">
                <a16:creationId xmlns:a16="http://schemas.microsoft.com/office/drawing/2014/main" id="{044698A0-7E45-4999-953E-DBAF4951672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1CDED5B-0AEB-46D6-B2F5-22574CC05995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8206" name="页脚占位符 2">
            <a:extLst>
              <a:ext uri="{FF2B5EF4-FFF2-40B4-BE49-F238E27FC236}">
                <a16:creationId xmlns:a16="http://schemas.microsoft.com/office/drawing/2014/main" id="{49F4CCCF-EE78-487A-BD7E-81A6BFFF0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 2010, 24ppt</a:t>
            </a:r>
          </a:p>
        </p:txBody>
      </p:sp>
      <p:sp>
        <p:nvSpPr>
          <p:cNvPr id="8207" name="灯片编号占位符 3">
            <a:extLst>
              <a:ext uri="{FF2B5EF4-FFF2-40B4-BE49-F238E27FC236}">
                <a16:creationId xmlns:a16="http://schemas.microsoft.com/office/drawing/2014/main" id="{0C6F4055-58D4-47FD-AEB4-4E7BF86B0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7145249-7573-4FB7-BD4D-4398B4A1C7AD}" type="slidenum">
              <a:rPr lang="en-US" altLang="zh-CN"/>
              <a:pPr eaLnBrk="1" hangingPunct="1"/>
              <a:t>13</a:t>
            </a:fld>
            <a:endParaRPr lang="en-US" altLang="zh-CN"/>
          </a:p>
        </p:txBody>
      </p:sp>
      <p:graphicFrame>
        <p:nvGraphicFramePr>
          <p:cNvPr id="14339" name="Object 3">
            <a:extLst>
              <a:ext uri="{FF2B5EF4-FFF2-40B4-BE49-F238E27FC236}">
                <a16:creationId xmlns:a16="http://schemas.microsoft.com/office/drawing/2014/main" id="{BB4F99A0-78A1-41B6-94D6-ECFF086324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333375"/>
          <a:ext cx="67119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3" name="Equation" r:id="rId3" imgW="2781000" imgH="228600" progId="Equation.DSMT4">
                  <p:embed/>
                </p:oleObj>
              </mc:Choice>
              <mc:Fallback>
                <p:oleObj name="Equation" r:id="rId3" imgW="2781000" imgH="228600" progId="Equation.DSMT4">
                  <p:embed/>
                  <p:pic>
                    <p:nvPicPr>
                      <p:cNvPr id="14339" name="Object 3">
                        <a:extLst>
                          <a:ext uri="{FF2B5EF4-FFF2-40B4-BE49-F238E27FC236}">
                            <a16:creationId xmlns:a16="http://schemas.microsoft.com/office/drawing/2014/main" id="{BB4F99A0-78A1-41B6-94D6-ECFF086324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33375"/>
                        <a:ext cx="6711950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5">
            <a:extLst>
              <a:ext uri="{FF2B5EF4-FFF2-40B4-BE49-F238E27FC236}">
                <a16:creationId xmlns:a16="http://schemas.microsoft.com/office/drawing/2014/main" id="{FEF757E0-FE23-461A-8171-DDEBCA1FFB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914400"/>
          <a:ext cx="25146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4" r:id="rId5" imgW="1282700" imgH="711200" progId="Equation.DSMT4">
                  <p:embed/>
                </p:oleObj>
              </mc:Choice>
              <mc:Fallback>
                <p:oleObj r:id="rId5" imgW="1282700" imgH="711200" progId="Equation.DSMT4">
                  <p:embed/>
                  <p:pic>
                    <p:nvPicPr>
                      <p:cNvPr id="14341" name="Object 5">
                        <a:extLst>
                          <a:ext uri="{FF2B5EF4-FFF2-40B4-BE49-F238E27FC236}">
                            <a16:creationId xmlns:a16="http://schemas.microsoft.com/office/drawing/2014/main" id="{FEF757E0-FE23-461A-8171-DDEBCA1FFB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914400"/>
                        <a:ext cx="2514600" cy="1397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Line 6">
            <a:extLst>
              <a:ext uri="{FF2B5EF4-FFF2-40B4-BE49-F238E27FC236}">
                <a16:creationId xmlns:a16="http://schemas.microsoft.com/office/drawing/2014/main" id="{88E54C96-4244-463B-AEE7-0405849DC5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1524000"/>
            <a:ext cx="1066800" cy="0"/>
          </a:xfrm>
          <a:prstGeom prst="line">
            <a:avLst/>
          </a:prstGeom>
          <a:noFill/>
          <a:ln w="9525">
            <a:solidFill>
              <a:srgbClr val="D6009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4344" name="Object 8">
            <a:extLst>
              <a:ext uri="{FF2B5EF4-FFF2-40B4-BE49-F238E27FC236}">
                <a16:creationId xmlns:a16="http://schemas.microsoft.com/office/drawing/2014/main" id="{20332C21-C41F-4D21-AE9C-E05F957C22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1066800"/>
          <a:ext cx="9763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5" r:id="rId7" imgW="431613" imgH="228501" progId="Equation.DSMT4">
                  <p:embed/>
                </p:oleObj>
              </mc:Choice>
              <mc:Fallback>
                <p:oleObj r:id="rId7" imgW="431613" imgH="228501" progId="Equation.DSMT4">
                  <p:embed/>
                  <p:pic>
                    <p:nvPicPr>
                      <p:cNvPr id="14344" name="Object 8">
                        <a:extLst>
                          <a:ext uri="{FF2B5EF4-FFF2-40B4-BE49-F238E27FC236}">
                            <a16:creationId xmlns:a16="http://schemas.microsoft.com/office/drawing/2014/main" id="{20332C21-C41F-4D21-AE9C-E05F957C22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066800"/>
                        <a:ext cx="9763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10">
            <a:extLst>
              <a:ext uri="{FF2B5EF4-FFF2-40B4-BE49-F238E27FC236}">
                <a16:creationId xmlns:a16="http://schemas.microsoft.com/office/drawing/2014/main" id="{A2227EDF-8D1E-455A-8023-594AE52DB6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1447800"/>
          <a:ext cx="91440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6" r:id="rId9" imgW="355446" imgH="228501" progId="Equation.DSMT4">
                  <p:embed/>
                </p:oleObj>
              </mc:Choice>
              <mc:Fallback>
                <p:oleObj r:id="rId9" imgW="355446" imgH="228501" progId="Equation.DSMT4">
                  <p:embed/>
                  <p:pic>
                    <p:nvPicPr>
                      <p:cNvPr id="14346" name="Object 10">
                        <a:extLst>
                          <a:ext uri="{FF2B5EF4-FFF2-40B4-BE49-F238E27FC236}">
                            <a16:creationId xmlns:a16="http://schemas.microsoft.com/office/drawing/2014/main" id="{A2227EDF-8D1E-455A-8023-594AE52DB6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47800"/>
                        <a:ext cx="914400" cy="592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8" name="Object 12">
            <a:extLst>
              <a:ext uri="{FF2B5EF4-FFF2-40B4-BE49-F238E27FC236}">
                <a16:creationId xmlns:a16="http://schemas.microsoft.com/office/drawing/2014/main" id="{F80E0F2F-4FA5-4560-B59C-E0B212B19B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914400"/>
          <a:ext cx="1676400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7" r:id="rId11" imgW="863225" imgH="710891" progId="Equation.DSMT4">
                  <p:embed/>
                </p:oleObj>
              </mc:Choice>
              <mc:Fallback>
                <p:oleObj r:id="rId11" imgW="863225" imgH="710891" progId="Equation.DSMT4">
                  <p:embed/>
                  <p:pic>
                    <p:nvPicPr>
                      <p:cNvPr id="14348" name="Object 12">
                        <a:extLst>
                          <a:ext uri="{FF2B5EF4-FFF2-40B4-BE49-F238E27FC236}">
                            <a16:creationId xmlns:a16="http://schemas.microsoft.com/office/drawing/2014/main" id="{F80E0F2F-4FA5-4560-B59C-E0B212B19B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914400"/>
                        <a:ext cx="1676400" cy="1381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9" name="Line 13">
            <a:extLst>
              <a:ext uri="{FF2B5EF4-FFF2-40B4-BE49-F238E27FC236}">
                <a16:creationId xmlns:a16="http://schemas.microsoft.com/office/drawing/2014/main" id="{A16E5DF5-B8A9-44A9-99ED-3B3C3689C19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1524000"/>
            <a:ext cx="990600" cy="0"/>
          </a:xfrm>
          <a:prstGeom prst="line">
            <a:avLst/>
          </a:prstGeom>
          <a:noFill/>
          <a:ln w="9525">
            <a:solidFill>
              <a:srgbClr val="D6009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4351" name="Object 15">
            <a:extLst>
              <a:ext uri="{FF2B5EF4-FFF2-40B4-BE49-F238E27FC236}">
                <a16:creationId xmlns:a16="http://schemas.microsoft.com/office/drawing/2014/main" id="{72247C65-3213-4B06-A64B-26FD5AA91C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1066800"/>
          <a:ext cx="87153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8" r:id="rId13" imgW="368300" imgH="228600" progId="Equation.DSMT4">
                  <p:embed/>
                </p:oleObj>
              </mc:Choice>
              <mc:Fallback>
                <p:oleObj r:id="rId13" imgW="368300" imgH="228600" progId="Equation.DSMT4">
                  <p:embed/>
                  <p:pic>
                    <p:nvPicPr>
                      <p:cNvPr id="14351" name="Object 15">
                        <a:extLst>
                          <a:ext uri="{FF2B5EF4-FFF2-40B4-BE49-F238E27FC236}">
                            <a16:creationId xmlns:a16="http://schemas.microsoft.com/office/drawing/2014/main" id="{72247C65-3213-4B06-A64B-26FD5AA91C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066800"/>
                        <a:ext cx="871538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3" name="Object 17">
            <a:extLst>
              <a:ext uri="{FF2B5EF4-FFF2-40B4-BE49-F238E27FC236}">
                <a16:creationId xmlns:a16="http://schemas.microsoft.com/office/drawing/2014/main" id="{5D063953-F154-4387-A50D-EA94872885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1524000"/>
          <a:ext cx="909638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9" r:id="rId15" imgW="444307" imgH="228501" progId="Equation.DSMT4">
                  <p:embed/>
                </p:oleObj>
              </mc:Choice>
              <mc:Fallback>
                <p:oleObj r:id="rId15" imgW="444307" imgH="228501" progId="Equation.DSMT4">
                  <p:embed/>
                  <p:pic>
                    <p:nvPicPr>
                      <p:cNvPr id="14353" name="Object 17">
                        <a:extLst>
                          <a:ext uri="{FF2B5EF4-FFF2-40B4-BE49-F238E27FC236}">
                            <a16:creationId xmlns:a16="http://schemas.microsoft.com/office/drawing/2014/main" id="{5D063953-F154-4387-A50D-EA94872885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524000"/>
                        <a:ext cx="909638" cy="465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5" name="Object 19">
            <a:extLst>
              <a:ext uri="{FF2B5EF4-FFF2-40B4-BE49-F238E27FC236}">
                <a16:creationId xmlns:a16="http://schemas.microsoft.com/office/drawing/2014/main" id="{CA9B3FD3-527D-436F-BF5E-E0DBB596AC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838200"/>
          <a:ext cx="1600200" cy="148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0" r:id="rId17" imgW="774364" imgH="710891" progId="Equation.DSMT4">
                  <p:embed/>
                </p:oleObj>
              </mc:Choice>
              <mc:Fallback>
                <p:oleObj r:id="rId17" imgW="774364" imgH="710891" progId="Equation.DSMT4">
                  <p:embed/>
                  <p:pic>
                    <p:nvPicPr>
                      <p:cNvPr id="14355" name="Object 19">
                        <a:extLst>
                          <a:ext uri="{FF2B5EF4-FFF2-40B4-BE49-F238E27FC236}">
                            <a16:creationId xmlns:a16="http://schemas.microsoft.com/office/drawing/2014/main" id="{CA9B3FD3-527D-436F-BF5E-E0DBB596AC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838200"/>
                        <a:ext cx="1600200" cy="1481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6" name="Text Box 20">
            <a:extLst>
              <a:ext uri="{FF2B5EF4-FFF2-40B4-BE49-F238E27FC236}">
                <a16:creationId xmlns:a16="http://schemas.microsoft.com/office/drawing/2014/main" id="{CC8D6818-4974-4F17-89D6-0E21D5637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508500"/>
            <a:ext cx="4968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从而得到方程组的一个基础解系为</a:t>
            </a:r>
          </a:p>
        </p:txBody>
      </p:sp>
      <p:graphicFrame>
        <p:nvGraphicFramePr>
          <p:cNvPr id="14358" name="Object 22">
            <a:extLst>
              <a:ext uri="{FF2B5EF4-FFF2-40B4-BE49-F238E27FC236}">
                <a16:creationId xmlns:a16="http://schemas.microsoft.com/office/drawing/2014/main" id="{84F62DE9-0707-4F46-BBA9-B915C5B6DB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4581525"/>
          <a:ext cx="18288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1" name="Equation" r:id="rId19" imgW="761760" imgH="228600" progId="Equation.DSMT4">
                  <p:embed/>
                </p:oleObj>
              </mc:Choice>
              <mc:Fallback>
                <p:oleObj name="Equation" r:id="rId19" imgW="761760" imgH="228600" progId="Equation.DSMT4">
                  <p:embed/>
                  <p:pic>
                    <p:nvPicPr>
                      <p:cNvPr id="14358" name="Object 22">
                        <a:extLst>
                          <a:ext uri="{FF2B5EF4-FFF2-40B4-BE49-F238E27FC236}">
                            <a16:creationId xmlns:a16="http://schemas.microsoft.com/office/drawing/2014/main" id="{84F62DE9-0707-4F46-BBA9-B915C5B6DB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4581525"/>
                        <a:ext cx="1828800" cy="550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0" name="Object 24">
            <a:extLst>
              <a:ext uri="{FF2B5EF4-FFF2-40B4-BE49-F238E27FC236}">
                <a16:creationId xmlns:a16="http://schemas.microsoft.com/office/drawing/2014/main" id="{977A88E4-379F-4BCA-9F8B-2D0A113A56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5373688"/>
          <a:ext cx="7345363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2" name="Equation" r:id="rId21" imgW="3200400" imgH="228600" progId="Equation.DSMT4">
                  <p:embed/>
                </p:oleObj>
              </mc:Choice>
              <mc:Fallback>
                <p:oleObj name="Equation" r:id="rId21" imgW="3200400" imgH="228600" progId="Equation.DSMT4">
                  <p:embed/>
                  <p:pic>
                    <p:nvPicPr>
                      <p:cNvPr id="14360" name="Object 24">
                        <a:extLst>
                          <a:ext uri="{FF2B5EF4-FFF2-40B4-BE49-F238E27FC236}">
                            <a16:creationId xmlns:a16="http://schemas.microsoft.com/office/drawing/2014/main" id="{977A88E4-379F-4BCA-9F8B-2D0A113A56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5373688"/>
                        <a:ext cx="7345363" cy="525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79" name="Rectangle 43">
            <a:extLst>
              <a:ext uri="{FF2B5EF4-FFF2-40B4-BE49-F238E27FC236}">
                <a16:creationId xmlns:a16="http://schemas.microsoft.com/office/drawing/2014/main" id="{7B0F675D-0698-45E7-B8FF-3AD98A967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2420938"/>
            <a:ext cx="628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由最后一个行阶梯形矩阵得原方程组的解为：</a:t>
            </a:r>
          </a:p>
        </p:txBody>
      </p:sp>
      <p:graphicFrame>
        <p:nvGraphicFramePr>
          <p:cNvPr id="14380" name="Object 44">
            <a:extLst>
              <a:ext uri="{FF2B5EF4-FFF2-40B4-BE49-F238E27FC236}">
                <a16:creationId xmlns:a16="http://schemas.microsoft.com/office/drawing/2014/main" id="{15640ABB-0BE4-428D-9918-FE6CC7E539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2924175"/>
          <a:ext cx="4033837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3" name="Equation" r:id="rId23" imgW="2108160" imgH="711000" progId="Equation.DSMT4">
                  <p:embed/>
                </p:oleObj>
              </mc:Choice>
              <mc:Fallback>
                <p:oleObj name="Equation" r:id="rId23" imgW="2108160" imgH="711000" progId="Equation.DSMT4">
                  <p:embed/>
                  <p:pic>
                    <p:nvPicPr>
                      <p:cNvPr id="14380" name="Object 44">
                        <a:extLst>
                          <a:ext uri="{FF2B5EF4-FFF2-40B4-BE49-F238E27FC236}">
                            <a16:creationId xmlns:a16="http://schemas.microsoft.com/office/drawing/2014/main" id="{15640ABB-0BE4-428D-9918-FE6CC7E539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924175"/>
                        <a:ext cx="4033837" cy="1368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7" dur="500"/>
                                        <p:tgtEl>
                                          <p:spTgt spid="14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2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7" dur="500"/>
                                        <p:tgtEl>
                                          <p:spTgt spid="1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6" grpId="0" autoUpdateAnimBg="0"/>
      <p:bldP spid="1437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7" name="日期占位符 1">
            <a:extLst>
              <a:ext uri="{FF2B5EF4-FFF2-40B4-BE49-F238E27FC236}">
                <a16:creationId xmlns:a16="http://schemas.microsoft.com/office/drawing/2014/main" id="{BF1FD659-655B-44C7-A1AA-37FFB70C8DF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8E9C4E1-CB9A-4C70-BE0A-3E9D75753BE1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9228" name="页脚占位符 2">
            <a:extLst>
              <a:ext uri="{FF2B5EF4-FFF2-40B4-BE49-F238E27FC236}">
                <a16:creationId xmlns:a16="http://schemas.microsoft.com/office/drawing/2014/main" id="{657F717E-3520-49AF-B441-631E1C400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 2010, 24ppt</a:t>
            </a:r>
          </a:p>
        </p:txBody>
      </p:sp>
      <p:sp>
        <p:nvSpPr>
          <p:cNvPr id="9229" name="灯片编号占位符 3">
            <a:extLst>
              <a:ext uri="{FF2B5EF4-FFF2-40B4-BE49-F238E27FC236}">
                <a16:creationId xmlns:a16="http://schemas.microsoft.com/office/drawing/2014/main" id="{A6450ABC-2F6B-4745-8FAE-203450A79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87AB419-8F34-41AF-9EF6-D3747BFDF891}" type="slidenum">
              <a:rPr lang="en-US" altLang="zh-CN"/>
              <a:pPr eaLnBrk="1" hangingPunct="1"/>
              <a:t>14</a:t>
            </a:fld>
            <a:endParaRPr lang="en-US" altLang="zh-CN"/>
          </a:p>
        </p:txBody>
      </p:sp>
      <p:graphicFrame>
        <p:nvGraphicFramePr>
          <p:cNvPr id="47119" name="Object 15">
            <a:extLst>
              <a:ext uri="{FF2B5EF4-FFF2-40B4-BE49-F238E27FC236}">
                <a16:creationId xmlns:a16="http://schemas.microsoft.com/office/drawing/2014/main" id="{02140CEB-E145-441B-A570-B6B58C6565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275" y="301625"/>
          <a:ext cx="7212013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1" name="Equation" r:id="rId3" imgW="3085920" imgH="228600" progId="Equation.DSMT4">
                  <p:embed/>
                </p:oleObj>
              </mc:Choice>
              <mc:Fallback>
                <p:oleObj name="Equation" r:id="rId3" imgW="3085920" imgH="228600" progId="Equation.DSMT4">
                  <p:embed/>
                  <p:pic>
                    <p:nvPicPr>
                      <p:cNvPr id="47119" name="Object 15">
                        <a:extLst>
                          <a:ext uri="{FF2B5EF4-FFF2-40B4-BE49-F238E27FC236}">
                            <a16:creationId xmlns:a16="http://schemas.microsoft.com/office/drawing/2014/main" id="{02140CEB-E145-441B-A570-B6B58C6565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75" y="301625"/>
                        <a:ext cx="7212013" cy="534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0" name="Object 16">
            <a:extLst>
              <a:ext uri="{FF2B5EF4-FFF2-40B4-BE49-F238E27FC236}">
                <a16:creationId xmlns:a16="http://schemas.microsoft.com/office/drawing/2014/main" id="{C33EBC6F-4391-401B-AA39-CCDC8E9A55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836613"/>
          <a:ext cx="2743200" cy="14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2" name="Equation" r:id="rId5" imgW="1358310" imgH="710891" progId="Equation.DSMT4">
                  <p:embed/>
                </p:oleObj>
              </mc:Choice>
              <mc:Fallback>
                <p:oleObj name="Equation" r:id="rId5" imgW="1358310" imgH="710891" progId="Equation.DSMT4">
                  <p:embed/>
                  <p:pic>
                    <p:nvPicPr>
                      <p:cNvPr id="47120" name="Object 16">
                        <a:extLst>
                          <a:ext uri="{FF2B5EF4-FFF2-40B4-BE49-F238E27FC236}">
                            <a16:creationId xmlns:a16="http://schemas.microsoft.com/office/drawing/2014/main" id="{C33EBC6F-4391-401B-AA39-CCDC8E9A55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836613"/>
                        <a:ext cx="2743200" cy="1439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1" name="Line 17">
            <a:extLst>
              <a:ext uri="{FF2B5EF4-FFF2-40B4-BE49-F238E27FC236}">
                <a16:creationId xmlns:a16="http://schemas.microsoft.com/office/drawing/2014/main" id="{2C78B11F-F3FB-49F7-ABA8-E90B18C5317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8" y="1522413"/>
            <a:ext cx="1066800" cy="1587"/>
          </a:xfrm>
          <a:prstGeom prst="line">
            <a:avLst/>
          </a:prstGeom>
          <a:noFill/>
          <a:ln w="9525">
            <a:solidFill>
              <a:srgbClr val="D6009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47122" name="Object 18">
            <a:extLst>
              <a:ext uri="{FF2B5EF4-FFF2-40B4-BE49-F238E27FC236}">
                <a16:creationId xmlns:a16="http://schemas.microsoft.com/office/drawing/2014/main" id="{5E987E2E-D9A2-4925-8D6E-E21DEB0E5A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8488" y="989013"/>
          <a:ext cx="9144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3" r:id="rId7" imgW="355446" imgH="228501" progId="Equation.DSMT4">
                  <p:embed/>
                </p:oleObj>
              </mc:Choice>
              <mc:Fallback>
                <p:oleObj r:id="rId7" imgW="355446" imgH="228501" progId="Equation.DSMT4">
                  <p:embed/>
                  <p:pic>
                    <p:nvPicPr>
                      <p:cNvPr id="47122" name="Object 18">
                        <a:extLst>
                          <a:ext uri="{FF2B5EF4-FFF2-40B4-BE49-F238E27FC236}">
                            <a16:creationId xmlns:a16="http://schemas.microsoft.com/office/drawing/2014/main" id="{5E987E2E-D9A2-4925-8D6E-E21DEB0E5A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488" y="989013"/>
                        <a:ext cx="914400" cy="59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3" name="Object 19">
            <a:extLst>
              <a:ext uri="{FF2B5EF4-FFF2-40B4-BE49-F238E27FC236}">
                <a16:creationId xmlns:a16="http://schemas.microsoft.com/office/drawing/2014/main" id="{0B90C170-B413-4547-A261-7D1213D6D7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1488" y="760413"/>
          <a:ext cx="1676400" cy="151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4" r:id="rId9" imgW="787400" imgH="711200" progId="Equation.DSMT4">
                  <p:embed/>
                </p:oleObj>
              </mc:Choice>
              <mc:Fallback>
                <p:oleObj r:id="rId9" imgW="787400" imgH="711200" progId="Equation.DSMT4">
                  <p:embed/>
                  <p:pic>
                    <p:nvPicPr>
                      <p:cNvPr id="47123" name="Object 19">
                        <a:extLst>
                          <a:ext uri="{FF2B5EF4-FFF2-40B4-BE49-F238E27FC236}">
                            <a16:creationId xmlns:a16="http://schemas.microsoft.com/office/drawing/2014/main" id="{0B90C170-B413-4547-A261-7D1213D6D7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1488" y="760413"/>
                        <a:ext cx="1676400" cy="1514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4" name="Object 20">
            <a:extLst>
              <a:ext uri="{FF2B5EF4-FFF2-40B4-BE49-F238E27FC236}">
                <a16:creationId xmlns:a16="http://schemas.microsoft.com/office/drawing/2014/main" id="{2787BF93-FBF2-48A2-8F53-127A6AC2B3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62675" y="3500438"/>
          <a:ext cx="1138238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5" name="Equation" r:id="rId11" imgW="558720" imgH="711000" progId="Equation.DSMT4">
                  <p:embed/>
                </p:oleObj>
              </mc:Choice>
              <mc:Fallback>
                <p:oleObj name="Equation" r:id="rId11" imgW="558720" imgH="711000" progId="Equation.DSMT4">
                  <p:embed/>
                  <p:pic>
                    <p:nvPicPr>
                      <p:cNvPr id="47124" name="Object 20">
                        <a:extLst>
                          <a:ext uri="{FF2B5EF4-FFF2-40B4-BE49-F238E27FC236}">
                            <a16:creationId xmlns:a16="http://schemas.microsoft.com/office/drawing/2014/main" id="{2787BF93-FBF2-48A2-8F53-127A6AC2B3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2675" y="3500438"/>
                        <a:ext cx="1138238" cy="144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5" name="Object 21">
            <a:extLst>
              <a:ext uri="{FF2B5EF4-FFF2-40B4-BE49-F238E27FC236}">
                <a16:creationId xmlns:a16="http://schemas.microsoft.com/office/drawing/2014/main" id="{1556D46F-2197-4FB0-8B6F-86186D363F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51725" y="3500438"/>
          <a:ext cx="1198563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6" r:id="rId13" imgW="558558" imgH="710891" progId="Equation.DSMT4">
                  <p:embed/>
                </p:oleObj>
              </mc:Choice>
              <mc:Fallback>
                <p:oleObj r:id="rId13" imgW="558558" imgH="710891" progId="Equation.DSMT4">
                  <p:embed/>
                  <p:pic>
                    <p:nvPicPr>
                      <p:cNvPr id="47125" name="Object 21">
                        <a:extLst>
                          <a:ext uri="{FF2B5EF4-FFF2-40B4-BE49-F238E27FC236}">
                            <a16:creationId xmlns:a16="http://schemas.microsoft.com/office/drawing/2014/main" id="{1556D46F-2197-4FB0-8B6F-86186D363F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3500438"/>
                        <a:ext cx="1198563" cy="152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7" name="Object 23">
            <a:extLst>
              <a:ext uri="{FF2B5EF4-FFF2-40B4-BE49-F238E27FC236}">
                <a16:creationId xmlns:a16="http://schemas.microsoft.com/office/drawing/2014/main" id="{5EC14EFE-F0FD-4037-81F5-5C9EAC643E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5013325"/>
          <a:ext cx="61928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7" name="Equation" r:id="rId15" imgW="2857320" imgH="228600" progId="Equation.DSMT4">
                  <p:embed/>
                </p:oleObj>
              </mc:Choice>
              <mc:Fallback>
                <p:oleObj name="Equation" r:id="rId15" imgW="2857320" imgH="228600" progId="Equation.DSMT4">
                  <p:embed/>
                  <p:pic>
                    <p:nvPicPr>
                      <p:cNvPr id="47127" name="Object 23">
                        <a:extLst>
                          <a:ext uri="{FF2B5EF4-FFF2-40B4-BE49-F238E27FC236}">
                            <a16:creationId xmlns:a16="http://schemas.microsoft.com/office/drawing/2014/main" id="{5EC14EFE-F0FD-4037-81F5-5C9EAC643E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5013325"/>
                        <a:ext cx="6192837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8" name="Object 24">
            <a:extLst>
              <a:ext uri="{FF2B5EF4-FFF2-40B4-BE49-F238E27FC236}">
                <a16:creationId xmlns:a16="http://schemas.microsoft.com/office/drawing/2014/main" id="{0794BD44-8AEA-4B37-AC37-47A2B2BDA6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5516563"/>
          <a:ext cx="4824413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8" r:id="rId17" imgW="2032000" imgH="228600" progId="Equation.DSMT4">
                  <p:embed/>
                </p:oleObj>
              </mc:Choice>
              <mc:Fallback>
                <p:oleObj r:id="rId17" imgW="2032000" imgH="228600" progId="Equation.DSMT4">
                  <p:embed/>
                  <p:pic>
                    <p:nvPicPr>
                      <p:cNvPr id="47128" name="Object 24">
                        <a:extLst>
                          <a:ext uri="{FF2B5EF4-FFF2-40B4-BE49-F238E27FC236}">
                            <a16:creationId xmlns:a16="http://schemas.microsoft.com/office/drawing/2014/main" id="{0794BD44-8AEA-4B37-AC37-47A2B2BDA6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5516563"/>
                        <a:ext cx="4824413" cy="544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9" name="Rectangle 25">
            <a:extLst>
              <a:ext uri="{FF2B5EF4-FFF2-40B4-BE49-F238E27FC236}">
                <a16:creationId xmlns:a16="http://schemas.microsoft.com/office/drawing/2014/main" id="{47CDBDE5-1D62-4EE6-B448-68BD9E509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2276475"/>
            <a:ext cx="628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由最后一个行阶梯形矩阵得原方程组的解为：</a:t>
            </a:r>
          </a:p>
        </p:txBody>
      </p:sp>
      <p:graphicFrame>
        <p:nvGraphicFramePr>
          <p:cNvPr id="47130" name="Object 26">
            <a:extLst>
              <a:ext uri="{FF2B5EF4-FFF2-40B4-BE49-F238E27FC236}">
                <a16:creationId xmlns:a16="http://schemas.microsoft.com/office/drawing/2014/main" id="{996434D4-E806-4D52-9300-39AE732C31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2708275"/>
          <a:ext cx="5256212" cy="201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9" name="Equation" r:id="rId19" imgW="2793960" imgH="1066680" progId="Equation.DSMT4">
                  <p:embed/>
                </p:oleObj>
              </mc:Choice>
              <mc:Fallback>
                <p:oleObj name="Equation" r:id="rId19" imgW="2793960" imgH="1066680" progId="Equation.DSMT4">
                  <p:embed/>
                  <p:pic>
                    <p:nvPicPr>
                      <p:cNvPr id="47130" name="Object 26">
                        <a:extLst>
                          <a:ext uri="{FF2B5EF4-FFF2-40B4-BE49-F238E27FC236}">
                            <a16:creationId xmlns:a16="http://schemas.microsoft.com/office/drawing/2014/main" id="{996434D4-E806-4D52-9300-39AE732C31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708275"/>
                        <a:ext cx="5256212" cy="2017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31" name="Text Box 27">
            <a:extLst>
              <a:ext uri="{FF2B5EF4-FFF2-40B4-BE49-F238E27FC236}">
                <a16:creationId xmlns:a16="http://schemas.microsoft.com/office/drawing/2014/main" id="{31254163-2BC3-46BB-B900-4B7E3F4FD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708275"/>
            <a:ext cx="29527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从而得到方程组的一个基础解系为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7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7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7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7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" dur="500"/>
                                        <p:tgtEl>
                                          <p:spTgt spid="47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4" dur="500"/>
                                        <p:tgtEl>
                                          <p:spTgt spid="47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7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7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7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4" dur="500"/>
                                        <p:tgtEl>
                                          <p:spTgt spid="47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29" grpId="0"/>
      <p:bldP spid="4713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446856" y="246509"/>
            <a:ext cx="8229600" cy="1454150"/>
            <a:chOff x="467544" y="174501"/>
            <a:chExt cx="8229600" cy="1454150"/>
          </a:xfrm>
        </p:grpSpPr>
        <p:sp>
          <p:nvSpPr>
            <p:cNvPr id="13" name="内容占位符 2"/>
            <p:cNvSpPr txBox="1"/>
            <p:nvPr/>
          </p:nvSpPr>
          <p:spPr>
            <a:xfrm>
              <a:off x="467544" y="620688"/>
              <a:ext cx="8229600" cy="53265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altLang="en-US" sz="2400" b="1"/>
                <a:t>例</a:t>
              </a:r>
              <a:r>
                <a:rPr lang="en-US" altLang="zh-CN" sz="2400" b="1"/>
                <a:t>4</a:t>
              </a:r>
              <a:r>
                <a:rPr lang="en-US" altLang="zh-CN" sz="2400"/>
                <a:t>   </a:t>
              </a:r>
              <a:r>
                <a:rPr lang="zh-CN" altLang="en-US" sz="2400"/>
                <a:t>求方阵                     的特征值</a:t>
              </a:r>
              <a:r>
                <a:rPr lang="en-US" altLang="zh-CN" sz="2400"/>
                <a:t>3</a:t>
              </a:r>
              <a:r>
                <a:rPr lang="zh-CN" altLang="en-US" sz="2400"/>
                <a:t>对应的特征向量</a:t>
              </a:r>
              <a:r>
                <a:rPr lang="en-US" altLang="zh-CN" sz="2400"/>
                <a:t>.</a:t>
              </a:r>
              <a:endParaRPr lang="zh-CN" altLang="en-US" sz="2400"/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/>
          </p:nvGraphicFramePr>
          <p:xfrm>
            <a:off x="2301926" y="174501"/>
            <a:ext cx="2290762" cy="1454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9" name="Equation" r:id="rId3" imgW="26822400" imgH="17068800" progId="Equation.DSMT4">
                    <p:embed/>
                  </p:oleObj>
                </mc:Choice>
                <mc:Fallback>
                  <p:oleObj name="Equation" r:id="rId3" imgW="26822400" imgH="17068800" progId="Equation.DSMT4">
                    <p:embed/>
                    <p:pic>
                      <p:nvPicPr>
                        <p:cNvPr id="0" name="图片 62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1926" y="174501"/>
                          <a:ext cx="2290762" cy="1454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内容占位符 2"/>
          <p:cNvSpPr txBox="1"/>
          <p:nvPr/>
        </p:nvSpPr>
        <p:spPr>
          <a:xfrm>
            <a:off x="467544" y="1816224"/>
            <a:ext cx="648072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/>
              <a:t>解</a:t>
            </a:r>
          </a:p>
        </p:txBody>
      </p:sp>
      <p:sp>
        <p:nvSpPr>
          <p:cNvPr id="17" name="内容占位符 2"/>
          <p:cNvSpPr txBox="1"/>
          <p:nvPr/>
        </p:nvSpPr>
        <p:spPr>
          <a:xfrm>
            <a:off x="1093101" y="1816224"/>
            <a:ext cx="3744416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/>
              <a:t>解齐次线性方程组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706862" y="1844824"/>
          <a:ext cx="18732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0" name="Equation" r:id="rId5" imgW="21945600" imgH="4876800" progId="Equation.DSMT4">
                  <p:embed/>
                </p:oleObj>
              </mc:Choice>
              <mc:Fallback>
                <p:oleObj name="Equation" r:id="rId5" imgW="21945600" imgH="4876800" progId="Equation.DSMT4">
                  <p:embed/>
                  <p:pic>
                    <p:nvPicPr>
                      <p:cNvPr id="0" name="图片 62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6862" y="1844824"/>
                        <a:ext cx="187325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内容占位符 2"/>
          <p:cNvSpPr txBox="1"/>
          <p:nvPr/>
        </p:nvSpPr>
        <p:spPr>
          <a:xfrm>
            <a:off x="467544" y="2752328"/>
            <a:ext cx="3744416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/>
              <a:t>即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899592" y="2276872"/>
          <a:ext cx="2238375" cy="145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1" name="Equation" r:id="rId7" imgW="26212800" imgH="17068800" progId="Equation.DSMT4">
                  <p:embed/>
                </p:oleObj>
              </mc:Choice>
              <mc:Fallback>
                <p:oleObj name="Equation" r:id="rId7" imgW="26212800" imgH="17068800" progId="Equation.DSMT4">
                  <p:embed/>
                  <p:pic>
                    <p:nvPicPr>
                      <p:cNvPr id="0" name="图片 62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2276872"/>
                        <a:ext cx="2238375" cy="1455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内容占位符 2"/>
          <p:cNvSpPr txBox="1"/>
          <p:nvPr/>
        </p:nvSpPr>
        <p:spPr>
          <a:xfrm>
            <a:off x="467544" y="4336504"/>
            <a:ext cx="5040560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/>
              <a:t>从而齐次线性方程组的解可表示为</a:t>
            </a: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220072" y="3875534"/>
          <a:ext cx="2757488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2" name="Equation" r:id="rId9" imgW="32308800" imgH="17068800" progId="Equation.DSMT4">
                  <p:embed/>
                </p:oleObj>
              </mc:Choice>
              <mc:Fallback>
                <p:oleObj name="Equation" r:id="rId9" imgW="32308800" imgH="17068800" progId="Equation.DSMT4">
                  <p:embed/>
                  <p:pic>
                    <p:nvPicPr>
                      <p:cNvPr id="0" name="图片 62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2" y="3875534"/>
                        <a:ext cx="2757488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内容占位符 2"/>
          <p:cNvSpPr txBox="1"/>
          <p:nvPr/>
        </p:nvSpPr>
        <p:spPr>
          <a:xfrm>
            <a:off x="3923928" y="2752328"/>
            <a:ext cx="3744416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/>
              <a:t>解得</a:t>
            </a: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716016" y="2276922"/>
          <a:ext cx="1638300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3" name="Equation" r:id="rId11" imgW="19202400" imgH="17068800" progId="Equation.DSMT4">
                  <p:embed/>
                </p:oleObj>
              </mc:Choice>
              <mc:Fallback>
                <p:oleObj name="Equation" r:id="rId11" imgW="19202400" imgH="17068800" progId="Equation.DSMT4">
                  <p:embed/>
                  <p:pic>
                    <p:nvPicPr>
                      <p:cNvPr id="0" name="图片 62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2276922"/>
                        <a:ext cx="1638300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内容占位符 2"/>
          <p:cNvSpPr txBox="1"/>
          <p:nvPr/>
        </p:nvSpPr>
        <p:spPr>
          <a:xfrm>
            <a:off x="467544" y="5817021"/>
            <a:ext cx="5040560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/>
              <a:t>故</a:t>
            </a:r>
            <a:r>
              <a:rPr lang="en-US" altLang="zh-CN" sz="2400"/>
              <a:t>3</a:t>
            </a:r>
            <a:r>
              <a:rPr lang="zh-CN" altLang="en-US" sz="2400"/>
              <a:t>对应的特征向量为</a:t>
            </a: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3491880" y="5356051"/>
          <a:ext cx="2757488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4" name="Equation" r:id="rId13" imgW="32308800" imgH="17068800" progId="Equation.DSMT4">
                  <p:embed/>
                </p:oleObj>
              </mc:Choice>
              <mc:Fallback>
                <p:oleObj name="Equation" r:id="rId13" imgW="32308800" imgH="17068800" progId="Equation.DSMT4">
                  <p:embed/>
                  <p:pic>
                    <p:nvPicPr>
                      <p:cNvPr id="0" name="图片 62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5356051"/>
                        <a:ext cx="2757488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6300192" y="5834186"/>
            <a:ext cx="3168352" cy="532656"/>
            <a:chOff x="7308304" y="5834186"/>
            <a:chExt cx="3168352" cy="532656"/>
          </a:xfrm>
        </p:grpSpPr>
        <p:sp>
          <p:nvSpPr>
            <p:cNvPr id="26" name="内容占位符 2"/>
            <p:cNvSpPr txBox="1"/>
            <p:nvPr/>
          </p:nvSpPr>
          <p:spPr>
            <a:xfrm>
              <a:off x="7308304" y="5834186"/>
              <a:ext cx="3168352" cy="53265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altLang="en-US" sz="2400"/>
                <a:t>其中      不全为零</a:t>
              </a:r>
              <a:r>
                <a:rPr lang="en-US" altLang="zh-CN" sz="2400"/>
                <a:t>.</a:t>
              </a:r>
              <a:endParaRPr lang="zh-CN" altLang="en-US" sz="2400"/>
            </a:p>
          </p:txBody>
        </p:sp>
        <p:graphicFrame>
          <p:nvGraphicFramePr>
            <p:cNvPr id="27" name="对象 26"/>
            <p:cNvGraphicFramePr>
              <a:graphicFrameLocks noChangeAspect="1"/>
            </p:cNvGraphicFramePr>
            <p:nvPr/>
          </p:nvGraphicFramePr>
          <p:xfrm>
            <a:off x="7956376" y="5841007"/>
            <a:ext cx="728662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65" name="Equation" r:id="rId14" imgW="8534400" imgH="5486400" progId="Equation.DSMT4">
                    <p:embed/>
                  </p:oleObj>
                </mc:Choice>
                <mc:Fallback>
                  <p:oleObj name="Equation" r:id="rId14" imgW="8534400" imgH="5486400" progId="Equation.DSMT4">
                    <p:embed/>
                    <p:pic>
                      <p:nvPicPr>
                        <p:cNvPr id="0" name="图片 62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56376" y="5841007"/>
                          <a:ext cx="728662" cy="468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直角三角形 22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直角三角形 27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1" grpId="0"/>
      <p:bldP spid="22" grpId="0"/>
      <p:bldP spid="19" grpId="0"/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/>
              <a:t>四、特征值的性质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06104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/>
              <a:t>性质</a:t>
            </a:r>
            <a:r>
              <a:rPr lang="en-US" altLang="zh-CN" sz="2400" b="1"/>
              <a:t>2.22.1</a:t>
            </a:r>
            <a:r>
              <a:rPr lang="en-US" altLang="zh-CN" sz="2400"/>
              <a:t>   </a:t>
            </a:r>
            <a:r>
              <a:rPr lang="zh-CN" altLang="en-US" sz="2400"/>
              <a:t>设</a:t>
            </a:r>
            <a:r>
              <a:rPr lang="zh-CN" altLang="en-US" sz="800"/>
              <a:t>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/>
              <a:t>为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/>
              <a:t>阶方阵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的特征值，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/>
              <a:t>为其对应的特征向量，则</a:t>
            </a:r>
            <a:endParaRPr lang="en-US" altLang="zh-CN" sz="24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/>
              <a:t>(1)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kλ</a:t>
            </a:r>
            <a:r>
              <a:rPr lang="en-US" altLang="zh-CN" sz="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/>
              <a:t>为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的特征值，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/>
              <a:t>为对应的特征向量</a:t>
            </a:r>
            <a:endParaRPr lang="en-US" altLang="zh-CN" sz="24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/>
              <a:t>(2)</a:t>
            </a:r>
            <a:r>
              <a:rPr lang="zh-CN" altLang="en-US" sz="2400"/>
              <a:t>当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可逆时，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30000"/>
              <a:t>-1</a:t>
            </a:r>
            <a:r>
              <a:rPr lang="zh-CN" altLang="en-US" sz="2400"/>
              <a:t>为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30000"/>
              <a:t>-1</a:t>
            </a:r>
            <a:r>
              <a:rPr lang="zh-CN" altLang="en-US" sz="2400"/>
              <a:t>的特征值，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/>
              <a:t>为对应的特征向量</a:t>
            </a:r>
            <a:endParaRPr lang="en-US" altLang="zh-CN" sz="24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/>
              <a:t>(3)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/>
              <a:t>为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/>
              <a:t>的特征值，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/>
              <a:t>为对应的特征向量</a:t>
            </a:r>
            <a:endParaRPr lang="en-US" altLang="zh-CN" sz="24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/>
              <a:t>(4)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zh-CN" altLang="en-US" sz="2400"/>
              <a:t>为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zh-CN" altLang="en-US" sz="2400"/>
              <a:t>的特征值</a:t>
            </a:r>
            <a:r>
              <a:rPr lang="en-US" altLang="zh-CN" sz="2400"/>
              <a:t>.</a:t>
            </a:r>
            <a:endParaRPr lang="zh-CN" altLang="en-US" sz="2400"/>
          </a:p>
        </p:txBody>
      </p:sp>
      <p:sp>
        <p:nvSpPr>
          <p:cNvPr id="11" name="内容占位符 2"/>
          <p:cNvSpPr txBox="1"/>
          <p:nvPr/>
        </p:nvSpPr>
        <p:spPr>
          <a:xfrm>
            <a:off x="467544" y="5272608"/>
            <a:ext cx="8229600" cy="14687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b="1"/>
              <a:t>性质</a:t>
            </a:r>
            <a:r>
              <a:rPr lang="en-US" altLang="zh-CN" sz="2400" b="1"/>
              <a:t>2.22.2</a:t>
            </a:r>
            <a:r>
              <a:rPr lang="en-US" altLang="zh-CN" sz="2400"/>
              <a:t>   </a:t>
            </a:r>
            <a:r>
              <a:rPr lang="zh-CN" altLang="en-US" sz="2400"/>
              <a:t>设有多项式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sz="2400"/>
              <a:t>(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/>
              <a:t>)=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/>
              <a:t>0</a:t>
            </a:r>
            <a:r>
              <a:rPr lang="en-US" altLang="zh-CN" sz="2400"/>
              <a:t>+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/>
              <a:t>1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/>
              <a:t>+...+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/>
              <a:t>，若</a:t>
            </a:r>
            <a:r>
              <a:rPr lang="zh-CN" altLang="en-US" sz="800"/>
              <a:t>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/>
              <a:t>为方阵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的特征值，则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sz="2400"/>
              <a:t>(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/>
              <a:t>)</a:t>
            </a:r>
            <a:r>
              <a:rPr lang="zh-CN" altLang="en-US" sz="2400"/>
              <a:t>为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sz="2400"/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/>
              <a:t>)=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/>
              <a:t>0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/>
              <a:t>+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/>
              <a:t>1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/>
              <a:t>+...+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/>
              <a:t>的特征值</a:t>
            </a:r>
            <a:r>
              <a:rPr lang="en-US" altLang="zh-CN" sz="2400"/>
              <a:t>.</a:t>
            </a:r>
            <a:endParaRPr lang="zh-CN" altLang="en-US" sz="2400"/>
          </a:p>
        </p:txBody>
      </p:sp>
      <p:sp>
        <p:nvSpPr>
          <p:cNvPr id="5" name="直角三角形 4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直角三角形 5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日期占位符 1">
            <a:extLst>
              <a:ext uri="{FF2B5EF4-FFF2-40B4-BE49-F238E27FC236}">
                <a16:creationId xmlns:a16="http://schemas.microsoft.com/office/drawing/2014/main" id="{0A466809-DABE-47B5-A299-27083CBF079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A0C4AA1-6AD3-47B5-BF0C-B4BAFAE4A479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3317" name="页脚占位符 2">
            <a:extLst>
              <a:ext uri="{FF2B5EF4-FFF2-40B4-BE49-F238E27FC236}">
                <a16:creationId xmlns:a16="http://schemas.microsoft.com/office/drawing/2014/main" id="{2C617DF5-B119-4B64-A262-10268261B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 2010, 24ppt</a:t>
            </a:r>
          </a:p>
        </p:txBody>
      </p:sp>
      <p:sp>
        <p:nvSpPr>
          <p:cNvPr id="13318" name="灯片编号占位符 3">
            <a:extLst>
              <a:ext uri="{FF2B5EF4-FFF2-40B4-BE49-F238E27FC236}">
                <a16:creationId xmlns:a16="http://schemas.microsoft.com/office/drawing/2014/main" id="{31B19039-597A-452D-A672-D8EEA18AA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3852911-1D63-4E22-855F-D86D4138DC3B}" type="slidenum">
              <a:rPr lang="en-US" altLang="zh-CN"/>
              <a:pPr eaLnBrk="1" hangingPunct="1"/>
              <a:t>17</a:t>
            </a:fld>
            <a:endParaRPr lang="en-US" altLang="zh-CN"/>
          </a:p>
        </p:txBody>
      </p:sp>
      <p:graphicFrame>
        <p:nvGraphicFramePr>
          <p:cNvPr id="35844" name="Object 4">
            <a:extLst>
              <a:ext uri="{FF2B5EF4-FFF2-40B4-BE49-F238E27FC236}">
                <a16:creationId xmlns:a16="http://schemas.microsoft.com/office/drawing/2014/main" id="{0F2B14AE-A031-4B67-9E07-728A7E9130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424213"/>
              </p:ext>
            </p:extLst>
          </p:nvPr>
        </p:nvGraphicFramePr>
        <p:xfrm>
          <a:off x="709613" y="188913"/>
          <a:ext cx="5059362" cy="225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6" name="Equation" r:id="rId3" imgW="2641320" imgH="1180800" progId="Equation.DSMT4">
                  <p:embed/>
                </p:oleObj>
              </mc:Choice>
              <mc:Fallback>
                <p:oleObj name="Equation" r:id="rId3" imgW="2641320" imgH="1180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13" y="188913"/>
                        <a:ext cx="5059362" cy="2255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>
            <a:extLst>
              <a:ext uri="{FF2B5EF4-FFF2-40B4-BE49-F238E27FC236}">
                <a16:creationId xmlns:a16="http://schemas.microsoft.com/office/drawing/2014/main" id="{FC9401ED-4178-49DD-B6CA-613D90689112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2565400"/>
            <a:ext cx="6105525" cy="528638"/>
            <a:chOff x="204" y="1616"/>
            <a:chExt cx="3846" cy="333"/>
          </a:xfrm>
        </p:grpSpPr>
        <p:sp>
          <p:nvSpPr>
            <p:cNvPr id="13320" name="Rectangle 5">
              <a:extLst>
                <a:ext uri="{FF2B5EF4-FFF2-40B4-BE49-F238E27FC236}">
                  <a16:creationId xmlns:a16="http://schemas.microsoft.com/office/drawing/2014/main" id="{90B0AADF-9FD5-4C86-952A-8DF2C5EAA6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1616"/>
              <a:ext cx="5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/>
                <a:t>证明</a:t>
              </a:r>
            </a:p>
          </p:txBody>
        </p:sp>
        <p:sp>
          <p:nvSpPr>
            <p:cNvPr id="13321" name="Rectangle 6">
              <a:extLst>
                <a:ext uri="{FF2B5EF4-FFF2-40B4-BE49-F238E27FC236}">
                  <a16:creationId xmlns:a16="http://schemas.microsoft.com/office/drawing/2014/main" id="{CD2642A4-D801-41A6-ABEA-61936C9B3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1661"/>
              <a:ext cx="325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/>
                <a:t>设</a:t>
              </a:r>
              <a:r>
                <a:rPr lang="en-US" altLang="zh-CN" sz="2400" b="1"/>
                <a:t>x</a:t>
              </a:r>
              <a:r>
                <a:rPr lang="zh-CN" altLang="en-US" sz="2400" b="1"/>
                <a:t>为对应于</a:t>
              </a:r>
              <a:r>
                <a:rPr lang="en-US" altLang="zh-CN" sz="2400" b="1"/>
                <a:t>A</a:t>
              </a:r>
              <a:r>
                <a:rPr lang="zh-CN" altLang="en-US" sz="2400" b="1"/>
                <a:t>的一个特征向量，则有</a:t>
              </a:r>
            </a:p>
          </p:txBody>
        </p:sp>
      </p:grpSp>
      <p:graphicFrame>
        <p:nvGraphicFramePr>
          <p:cNvPr id="35847" name="Object 7">
            <a:extLst>
              <a:ext uri="{FF2B5EF4-FFF2-40B4-BE49-F238E27FC236}">
                <a16:creationId xmlns:a16="http://schemas.microsoft.com/office/drawing/2014/main" id="{3D15EE4E-26FF-4D11-BCEF-FB39FBAD8E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3068638"/>
          <a:ext cx="5257800" cy="278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7" name="Equation" r:id="rId5" imgW="2247840" imgH="1193760" progId="Equation.DSMT4">
                  <p:embed/>
                </p:oleObj>
              </mc:Choice>
              <mc:Fallback>
                <p:oleObj name="Equation" r:id="rId5" imgW="2247840" imgH="1193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068638"/>
                        <a:ext cx="5257800" cy="2782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9004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10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2" name="日期占位符 1">
            <a:extLst>
              <a:ext uri="{FF2B5EF4-FFF2-40B4-BE49-F238E27FC236}">
                <a16:creationId xmlns:a16="http://schemas.microsoft.com/office/drawing/2014/main" id="{BABFD632-8197-448B-BFED-9D43BF9A814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50720F4-71D4-4189-8A75-03BBF718F049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4343" name="页脚占位符 2">
            <a:extLst>
              <a:ext uri="{FF2B5EF4-FFF2-40B4-BE49-F238E27FC236}">
                <a16:creationId xmlns:a16="http://schemas.microsoft.com/office/drawing/2014/main" id="{2B98AE15-CC0D-42F2-9D0F-DC6AFE8F5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 2010, 24ppt</a:t>
            </a:r>
          </a:p>
        </p:txBody>
      </p:sp>
      <p:sp>
        <p:nvSpPr>
          <p:cNvPr id="14344" name="灯片编号占位符 3">
            <a:extLst>
              <a:ext uri="{FF2B5EF4-FFF2-40B4-BE49-F238E27FC236}">
                <a16:creationId xmlns:a16="http://schemas.microsoft.com/office/drawing/2014/main" id="{574976F8-84DE-47A8-990D-B327A207E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3D46FFA-ADBC-407C-A22A-8B6895F0C4D7}" type="slidenum">
              <a:rPr lang="en-US" altLang="zh-CN"/>
              <a:pPr eaLnBrk="1" hangingPunct="1"/>
              <a:t>18</a:t>
            </a:fld>
            <a:endParaRPr lang="en-US" altLang="zh-CN"/>
          </a:p>
        </p:txBody>
      </p:sp>
      <p:graphicFrame>
        <p:nvGraphicFramePr>
          <p:cNvPr id="49158" name="Object 6">
            <a:extLst>
              <a:ext uri="{FF2B5EF4-FFF2-40B4-BE49-F238E27FC236}">
                <a16:creationId xmlns:a16="http://schemas.microsoft.com/office/drawing/2014/main" id="{72D67410-1817-4ECA-B557-F1BA7C5370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188913"/>
          <a:ext cx="5257800" cy="278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4" name="Equation" r:id="rId3" imgW="2247840" imgH="1193760" progId="Equation.DSMT4">
                  <p:embed/>
                </p:oleObj>
              </mc:Choice>
              <mc:Fallback>
                <p:oleObj name="Equation" r:id="rId3" imgW="2247840" imgH="1193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88913"/>
                        <a:ext cx="5257800" cy="2782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9" name="Rectangle 7">
            <a:extLst>
              <a:ext uri="{FF2B5EF4-FFF2-40B4-BE49-F238E27FC236}">
                <a16:creationId xmlns:a16="http://schemas.microsoft.com/office/drawing/2014/main" id="{28B284D7-F731-4A2B-9529-4C8EF8386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997200"/>
            <a:ext cx="3554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以上各式两端求和，即得</a:t>
            </a:r>
          </a:p>
        </p:txBody>
      </p:sp>
      <p:graphicFrame>
        <p:nvGraphicFramePr>
          <p:cNvPr id="49160" name="Object 8">
            <a:extLst>
              <a:ext uri="{FF2B5EF4-FFF2-40B4-BE49-F238E27FC236}">
                <a16:creationId xmlns:a16="http://schemas.microsoft.com/office/drawing/2014/main" id="{CF7330BD-649E-4393-BAE1-161EBB7BF1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3573463"/>
          <a:ext cx="7345363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5" name="Equation" r:id="rId5" imgW="3047760" imgH="533160" progId="Equation.DSMT4">
                  <p:embed/>
                </p:oleObj>
              </mc:Choice>
              <mc:Fallback>
                <p:oleObj name="Equation" r:id="rId5" imgW="304776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573463"/>
                        <a:ext cx="7345363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>
            <a:extLst>
              <a:ext uri="{FF2B5EF4-FFF2-40B4-BE49-F238E27FC236}">
                <a16:creationId xmlns:a16="http://schemas.microsoft.com/office/drawing/2014/main" id="{7F8EED9D-5D54-40DD-B6DF-15F05EBFF40D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5157788"/>
            <a:ext cx="4237037" cy="547687"/>
            <a:chOff x="521" y="3249"/>
            <a:chExt cx="2669" cy="345"/>
          </a:xfrm>
        </p:grpSpPr>
        <p:sp>
          <p:nvSpPr>
            <p:cNvPr id="14347" name="Rectangle 9">
              <a:extLst>
                <a:ext uri="{FF2B5EF4-FFF2-40B4-BE49-F238E27FC236}">
                  <a16:creationId xmlns:a16="http://schemas.microsoft.com/office/drawing/2014/main" id="{1D2D0D94-5BA0-4068-BBF3-718E79F841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3249"/>
              <a:ext cx="3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/>
                <a:t>故</a:t>
              </a:r>
            </a:p>
          </p:txBody>
        </p:sp>
        <p:sp>
          <p:nvSpPr>
            <p:cNvPr id="14348" name="Rectangle 10">
              <a:extLst>
                <a:ext uri="{FF2B5EF4-FFF2-40B4-BE49-F238E27FC236}">
                  <a16:creationId xmlns:a16="http://schemas.microsoft.com/office/drawing/2014/main" id="{D9CBF2CC-08B0-4BD0-BF8B-13CB027EEF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2" y="3249"/>
              <a:ext cx="3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/>
                <a:t>为</a:t>
              </a:r>
            </a:p>
          </p:txBody>
        </p:sp>
        <p:sp>
          <p:nvSpPr>
            <p:cNvPr id="14349" name="Rectangle 11">
              <a:extLst>
                <a:ext uri="{FF2B5EF4-FFF2-40B4-BE49-F238E27FC236}">
                  <a16:creationId xmlns:a16="http://schemas.microsoft.com/office/drawing/2014/main" id="{D5CB1442-9785-4DB4-ADDC-0E9E97EFC9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9" y="3249"/>
              <a:ext cx="108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/>
                <a:t>的特征值。</a:t>
              </a:r>
            </a:p>
          </p:txBody>
        </p:sp>
        <p:graphicFrame>
          <p:nvGraphicFramePr>
            <p:cNvPr id="14340" name="Object 12">
              <a:extLst>
                <a:ext uri="{FF2B5EF4-FFF2-40B4-BE49-F238E27FC236}">
                  <a16:creationId xmlns:a16="http://schemas.microsoft.com/office/drawing/2014/main" id="{B17F31A7-AC0F-4ED9-A836-A53CBF45A6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93" y="3249"/>
            <a:ext cx="499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76" name="Equation" r:id="rId7" imgW="368280" imgH="253800" progId="Equation.DSMT4">
                    <p:embed/>
                  </p:oleObj>
                </mc:Choice>
                <mc:Fallback>
                  <p:oleObj name="Equation" r:id="rId7" imgW="3682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3" y="3249"/>
                          <a:ext cx="499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1" name="Object 13">
              <a:extLst>
                <a:ext uri="{FF2B5EF4-FFF2-40B4-BE49-F238E27FC236}">
                  <a16:creationId xmlns:a16="http://schemas.microsoft.com/office/drawing/2014/main" id="{496758D7-522D-4A2F-AB83-2E0C44FED8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10" y="3249"/>
            <a:ext cx="499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77" name="Equation" r:id="rId9" imgW="380880" imgH="253800" progId="Equation.DSMT4">
                    <p:embed/>
                  </p:oleObj>
                </mc:Choice>
                <mc:Fallback>
                  <p:oleObj name="Equation" r:id="rId9" imgW="3808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0" y="3249"/>
                          <a:ext cx="499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08061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内容占位符 2"/>
          <p:cNvSpPr txBox="1"/>
          <p:nvPr/>
        </p:nvSpPr>
        <p:spPr>
          <a:xfrm>
            <a:off x="446856" y="404664"/>
            <a:ext cx="8229600" cy="165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b="1"/>
              <a:t>例</a:t>
            </a:r>
            <a:r>
              <a:rPr lang="en-US" altLang="zh-CN" sz="2400" b="1"/>
              <a:t>5</a:t>
            </a:r>
            <a:r>
              <a:rPr lang="en-US" altLang="zh-CN" sz="2400"/>
              <a:t>   </a:t>
            </a:r>
            <a:r>
              <a:rPr lang="zh-CN" altLang="en-US" sz="2400"/>
              <a:t>证明：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/>
              <a:t>阶方阵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的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/>
              <a:t>个特征值的和等于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的主对角线上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/>
              <a:t>个元素的和；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/>
              <a:t>个特征值的乘积等于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的行列式</a:t>
            </a:r>
            <a:r>
              <a:rPr lang="en-US" altLang="zh-CN" sz="2400"/>
              <a:t>.</a:t>
            </a:r>
            <a:endParaRPr lang="zh-CN" altLang="en-US" sz="2400"/>
          </a:p>
        </p:txBody>
      </p:sp>
      <p:sp>
        <p:nvSpPr>
          <p:cNvPr id="16" name="内容占位符 2"/>
          <p:cNvSpPr txBox="1"/>
          <p:nvPr/>
        </p:nvSpPr>
        <p:spPr>
          <a:xfrm>
            <a:off x="467544" y="2419126"/>
            <a:ext cx="648072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/>
              <a:t>证</a:t>
            </a:r>
          </a:p>
        </p:txBody>
      </p:sp>
      <p:sp>
        <p:nvSpPr>
          <p:cNvPr id="17" name="内容占位符 2"/>
          <p:cNvSpPr txBox="1"/>
          <p:nvPr/>
        </p:nvSpPr>
        <p:spPr>
          <a:xfrm>
            <a:off x="1093100" y="2419126"/>
            <a:ext cx="7727371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/>
              <a:t>设                             的特征值为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422400" y="1741140"/>
          <a:ext cx="3149600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1" name="Equation" r:id="rId3" imgW="36880800" imgH="22555200" progId="Equation.DSMT4">
                  <p:embed/>
                </p:oleObj>
              </mc:Choice>
              <mc:Fallback>
                <p:oleObj name="Equation" r:id="rId3" imgW="36880800" imgH="22555200" progId="Equation.DSMT4">
                  <p:embed/>
                  <p:pic>
                    <p:nvPicPr>
                      <p:cNvPr id="0" name="图片 102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1741140"/>
                        <a:ext cx="3149600" cy="192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6156176" y="2447726"/>
          <a:ext cx="14573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name="Equation" r:id="rId5" imgW="17068800" imgH="5486400" progId="Equation.DSMT4">
                  <p:embed/>
                </p:oleObj>
              </mc:Choice>
              <mc:Fallback>
                <p:oleObj name="Equation" r:id="rId5" imgW="17068800" imgH="5486400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176" y="2447726"/>
                        <a:ext cx="1457325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内容占位符 2"/>
          <p:cNvSpPr txBox="1"/>
          <p:nvPr/>
        </p:nvSpPr>
        <p:spPr>
          <a:xfrm>
            <a:off x="467544" y="4579366"/>
            <a:ext cx="7727371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/>
              <a:t>因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的特征方程为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946300" y="3881214"/>
          <a:ext cx="4217988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Equation" r:id="rId7" imgW="49377600" imgH="22555200" progId="Equation.DSMT4">
                  <p:embed/>
                </p:oleObj>
              </mc:Choice>
              <mc:Fallback>
                <p:oleObj name="Equation" r:id="rId7" imgW="49377600" imgH="22555200" progId="Equation.DSMT4">
                  <p:embed/>
                  <p:pic>
                    <p:nvPicPr>
                      <p:cNvPr id="0" name="图片 102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6300" y="3881214"/>
                        <a:ext cx="4217988" cy="192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直角三角形 9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直角三角形 10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/>
          <p:nvPr/>
        </p:nvSpPr>
        <p:spPr>
          <a:xfrm>
            <a:off x="395536" y="5517232"/>
            <a:ext cx="8229600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FF0000"/>
                </a:solidFill>
              </a:rPr>
              <a:t>结论：方阵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>
                <a:solidFill>
                  <a:srgbClr val="FF0000"/>
                </a:solidFill>
              </a:rPr>
              <a:t>不可逆的充要条件是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>
                <a:solidFill>
                  <a:srgbClr val="FF0000"/>
                </a:solidFill>
              </a:rPr>
              <a:t>至少有一个特征值为零</a:t>
            </a:r>
            <a:r>
              <a:rPr lang="en-US" altLang="zh-CN" sz="2400" b="1">
                <a:solidFill>
                  <a:srgbClr val="FF0000"/>
                </a:solidFill>
              </a:rPr>
              <a:t>.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083195" y="1889125"/>
          <a:ext cx="7161213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1" name="Equation" r:id="rId3" imgW="83820000" imgH="22555200" progId="Equation.DSMT4">
                  <p:embed/>
                </p:oleObj>
              </mc:Choice>
              <mc:Fallback>
                <p:oleObj name="Equation" r:id="rId3" imgW="83820000" imgH="22555200" progId="Equation.DSMT4">
                  <p:embed/>
                  <p:pic>
                    <p:nvPicPr>
                      <p:cNvPr id="0" name="图片 123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3195" y="1889125"/>
                        <a:ext cx="7161213" cy="192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内容占位符 2"/>
          <p:cNvSpPr txBox="1"/>
          <p:nvPr/>
        </p:nvSpPr>
        <p:spPr>
          <a:xfrm>
            <a:off x="467544" y="592088"/>
            <a:ext cx="8157592" cy="13247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/>
              <a:t>而             既为特征方程的根，又是</a:t>
            </a:r>
            <a:endParaRPr lang="en-US" altLang="zh-CN" sz="240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/>
              <a:t>的根，因此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827584" y="620688"/>
          <a:ext cx="145732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2" name="Equation" r:id="rId5" imgW="17068800" imgH="5486400" progId="Equation.DSMT4">
                  <p:embed/>
                </p:oleObj>
              </mc:Choice>
              <mc:Fallback>
                <p:oleObj name="Equation" r:id="rId5" imgW="17068800" imgH="54864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620688"/>
                        <a:ext cx="1457325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557884" y="1052736"/>
          <a:ext cx="36703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3" name="Equation" r:id="rId7" imgW="42976800" imgH="5486400" progId="Equation.DSMT4">
                  <p:embed/>
                </p:oleObj>
              </mc:Choice>
              <mc:Fallback>
                <p:oleObj name="Equation" r:id="rId7" imgW="42976800" imgH="5486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7884" y="1052736"/>
                        <a:ext cx="36703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内容占位符 2"/>
          <p:cNvSpPr txBox="1"/>
          <p:nvPr/>
        </p:nvSpPr>
        <p:spPr>
          <a:xfrm>
            <a:off x="467544" y="3976464"/>
            <a:ext cx="8157592" cy="6046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/>
              <a:t>比较两端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aseline="30000"/>
              <a:t>-1</a:t>
            </a:r>
            <a:r>
              <a:rPr lang="zh-CN" altLang="en-US" sz="2400"/>
              <a:t>的系数得</a:t>
            </a:r>
            <a:endParaRPr lang="en-US" altLang="zh-CN" sz="2400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440385" y="4040808"/>
          <a:ext cx="437197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4" name="Equation" r:id="rId9" imgW="51206400" imgH="5486400" progId="Equation.DSMT4">
                  <p:embed/>
                </p:oleObj>
              </mc:Choice>
              <mc:Fallback>
                <p:oleObj name="Equation" r:id="rId9" imgW="51206400" imgH="5486400" progId="Equation.DSMT4">
                  <p:embed/>
                  <p:pic>
                    <p:nvPicPr>
                      <p:cNvPr id="0" name="图片 123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0385" y="4040808"/>
                        <a:ext cx="4371975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981325" y="4563591"/>
          <a:ext cx="184626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5" name="Equation" r:id="rId11" imgW="21640800" imgH="6096000" progId="Equation.DSMT4">
                  <p:embed/>
                </p:oleObj>
              </mc:Choice>
              <mc:Fallback>
                <p:oleObj name="Equation" r:id="rId11" imgW="21640800" imgH="609600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1325" y="4563591"/>
                        <a:ext cx="184626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内容占位符 2"/>
          <p:cNvSpPr txBox="1"/>
          <p:nvPr/>
        </p:nvSpPr>
        <p:spPr>
          <a:xfrm>
            <a:off x="467544" y="4552528"/>
            <a:ext cx="8157592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/>
              <a:t>比较两端常数项得</a:t>
            </a:r>
          </a:p>
        </p:txBody>
      </p:sp>
      <p:sp>
        <p:nvSpPr>
          <p:cNvPr id="11" name="直角三角形 10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直角三角形 11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日期占位符 1">
            <a:extLst>
              <a:ext uri="{FF2B5EF4-FFF2-40B4-BE49-F238E27FC236}">
                <a16:creationId xmlns:a16="http://schemas.microsoft.com/office/drawing/2014/main" id="{92547664-85DD-4122-9591-200F6059DFD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955A6CA-93A3-48F4-BD06-2E67AA8D427D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1270" name="页脚占位符 2">
            <a:extLst>
              <a:ext uri="{FF2B5EF4-FFF2-40B4-BE49-F238E27FC236}">
                <a16:creationId xmlns:a16="http://schemas.microsoft.com/office/drawing/2014/main" id="{2CD01CE5-54DC-4B09-8B42-A58A34A1C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 2010, 24ppt</a:t>
            </a:r>
          </a:p>
        </p:txBody>
      </p:sp>
      <p:sp>
        <p:nvSpPr>
          <p:cNvPr id="11271" name="灯片编号占位符 3">
            <a:extLst>
              <a:ext uri="{FF2B5EF4-FFF2-40B4-BE49-F238E27FC236}">
                <a16:creationId xmlns:a16="http://schemas.microsoft.com/office/drawing/2014/main" id="{0F34D810-AFAC-4477-B207-1B9BF67F2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7EE080A-F3AF-41C4-B9A9-BBC5336243BD}" type="slidenum">
              <a:rPr lang="en-US" altLang="zh-CN"/>
              <a:pPr eaLnBrk="1" hangingPunct="1"/>
              <a:t>21</a:t>
            </a:fld>
            <a:endParaRPr lang="en-US" altLang="zh-CN"/>
          </a:p>
        </p:txBody>
      </p:sp>
      <p:graphicFrame>
        <p:nvGraphicFramePr>
          <p:cNvPr id="34820" name="Object 4">
            <a:extLst>
              <a:ext uri="{FF2B5EF4-FFF2-40B4-BE49-F238E27FC236}">
                <a16:creationId xmlns:a16="http://schemas.microsoft.com/office/drawing/2014/main" id="{8E7E70A7-FCB0-46E2-81B4-2BE15AA79B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8007184"/>
              </p:ext>
            </p:extLst>
          </p:nvPr>
        </p:nvGraphicFramePr>
        <p:xfrm>
          <a:off x="334197" y="404664"/>
          <a:ext cx="8206553" cy="2204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6" name="Equation" r:id="rId3" imgW="3441600" imgH="927000" progId="Equation.DSMT4">
                  <p:embed/>
                </p:oleObj>
              </mc:Choice>
              <mc:Fallback>
                <p:oleObj name="Equation" r:id="rId3" imgW="3441600" imgH="927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197" y="404664"/>
                        <a:ext cx="8206553" cy="220404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Object 5">
            <a:extLst>
              <a:ext uri="{FF2B5EF4-FFF2-40B4-BE49-F238E27FC236}">
                <a16:creationId xmlns:a16="http://schemas.microsoft.com/office/drawing/2014/main" id="{116173A0-DD82-426D-BF75-018AFCC5A2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325" y="3213100"/>
          <a:ext cx="7972425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7" name="Equation" r:id="rId5" imgW="3517560" imgH="723600" progId="Equation.DSMT4">
                  <p:embed/>
                </p:oleObj>
              </mc:Choice>
              <mc:Fallback>
                <p:oleObj name="Equation" r:id="rId5" imgW="351756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25" y="3213100"/>
                        <a:ext cx="7972425" cy="184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2" name="Object 6">
            <a:extLst>
              <a:ext uri="{FF2B5EF4-FFF2-40B4-BE49-F238E27FC236}">
                <a16:creationId xmlns:a16="http://schemas.microsoft.com/office/drawing/2014/main" id="{9532B1E5-FD0E-4163-BB8D-2073E30831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5084763"/>
          <a:ext cx="7096125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8" name="Equation" r:id="rId7" imgW="2717640" imgH="482400" progId="Equation.DSMT4">
                  <p:embed/>
                </p:oleObj>
              </mc:Choice>
              <mc:Fallback>
                <p:oleObj name="Equation" r:id="rId7" imgW="27176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084763"/>
                        <a:ext cx="7096125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534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日期占位符 3">
            <a:extLst>
              <a:ext uri="{FF2B5EF4-FFF2-40B4-BE49-F238E27FC236}">
                <a16:creationId xmlns:a16="http://schemas.microsoft.com/office/drawing/2014/main" id="{ABA3A49F-3A3E-4AAD-9D78-7AC638151A5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758E10E-C527-4C59-B334-6B36E200FF9C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2294" name="页脚占位符 4">
            <a:extLst>
              <a:ext uri="{FF2B5EF4-FFF2-40B4-BE49-F238E27FC236}">
                <a16:creationId xmlns:a16="http://schemas.microsoft.com/office/drawing/2014/main" id="{F936B219-19BE-414A-98D3-28D9AC368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 2010, 24ppt</a:t>
            </a:r>
          </a:p>
        </p:txBody>
      </p:sp>
      <p:sp>
        <p:nvSpPr>
          <p:cNvPr id="12295" name="灯片编号占位符 5">
            <a:extLst>
              <a:ext uri="{FF2B5EF4-FFF2-40B4-BE49-F238E27FC236}">
                <a16:creationId xmlns:a16="http://schemas.microsoft.com/office/drawing/2014/main" id="{977360D7-F7D0-4C43-8E58-322DF8804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F6F06A8-F242-45E5-B99E-E4C4024A1F20}" type="slidenum">
              <a:rPr lang="en-US" altLang="zh-CN"/>
              <a:pPr eaLnBrk="1" hangingPunct="1"/>
              <a:t>22</a:t>
            </a:fld>
            <a:endParaRPr lang="en-US" altLang="zh-CN"/>
          </a:p>
        </p:txBody>
      </p:sp>
      <p:sp>
        <p:nvSpPr>
          <p:cNvPr id="48130" name="Text Box 2">
            <a:extLst>
              <a:ext uri="{FF2B5EF4-FFF2-40B4-BE49-F238E27FC236}">
                <a16:creationId xmlns:a16="http://schemas.microsoft.com/office/drawing/2014/main" id="{3241FA98-E63E-4BB3-A721-8E0138761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(2)  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由于</a:t>
            </a:r>
          </a:p>
        </p:txBody>
      </p:sp>
      <p:graphicFrame>
        <p:nvGraphicFramePr>
          <p:cNvPr id="48131" name="Object 3">
            <a:extLst>
              <a:ext uri="{FF2B5EF4-FFF2-40B4-BE49-F238E27FC236}">
                <a16:creationId xmlns:a16="http://schemas.microsoft.com/office/drawing/2014/main" id="{B54E6A2B-E669-400B-A87C-C20DD95425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95250"/>
          <a:ext cx="4632325" cy="253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0" name="Equation" r:id="rId3" imgW="2552400" imgH="1396800" progId="Equation.DSMT4">
                  <p:embed/>
                </p:oleObj>
              </mc:Choice>
              <mc:Fallback>
                <p:oleObj name="Equation" r:id="rId3" imgW="2552400" imgH="1396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95250"/>
                        <a:ext cx="4632325" cy="2535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2" name="Object 4">
            <a:extLst>
              <a:ext uri="{FF2B5EF4-FFF2-40B4-BE49-F238E27FC236}">
                <a16:creationId xmlns:a16="http://schemas.microsoft.com/office/drawing/2014/main" id="{3151C842-4D04-4680-8F6B-9D4F36B031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3933825"/>
          <a:ext cx="7561262" cy="215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1" name="Equation" r:id="rId5" imgW="3479760" imgH="990360" progId="Equation.DSMT4">
                  <p:embed/>
                </p:oleObj>
              </mc:Choice>
              <mc:Fallback>
                <p:oleObj name="Equation" r:id="rId5" imgW="3479760" imgH="990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933825"/>
                        <a:ext cx="7561262" cy="215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5">
            <a:extLst>
              <a:ext uri="{FF2B5EF4-FFF2-40B4-BE49-F238E27FC236}">
                <a16:creationId xmlns:a16="http://schemas.microsoft.com/office/drawing/2014/main" id="{66E22CA8-7894-4E68-9C34-E7B2E972E9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063" y="2636838"/>
          <a:ext cx="7654925" cy="1265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2" name="Equation" r:id="rId7" imgW="4228920" imgH="698400" progId="Equation.DSMT4">
                  <p:embed/>
                </p:oleObj>
              </mc:Choice>
              <mc:Fallback>
                <p:oleObj name="Equation" r:id="rId7" imgW="422892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063" y="2636838"/>
                        <a:ext cx="7654925" cy="1265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9343829"/>
      </p:ext>
    </p:extLst>
  </p:cSld>
  <p:clrMapOvr>
    <a:masterClrMapping/>
  </p:clrMapOvr>
  <p:transition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内容占位符 2"/>
          <p:cNvSpPr txBox="1"/>
          <p:nvPr/>
        </p:nvSpPr>
        <p:spPr>
          <a:xfrm>
            <a:off x="446856" y="692696"/>
            <a:ext cx="8229600" cy="165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b="1"/>
              <a:t>例</a:t>
            </a:r>
            <a:r>
              <a:rPr lang="en-US" altLang="zh-CN" sz="2400" b="1"/>
              <a:t>6</a:t>
            </a:r>
            <a:r>
              <a:rPr lang="en-US" altLang="zh-CN" sz="2400"/>
              <a:t>   </a:t>
            </a:r>
            <a:r>
              <a:rPr lang="zh-CN" altLang="en-US" sz="2400"/>
              <a:t>已知</a:t>
            </a:r>
            <a:r>
              <a:rPr lang="en-US" altLang="zh-CN" sz="2400"/>
              <a:t>3</a:t>
            </a:r>
            <a:r>
              <a:rPr lang="zh-CN" altLang="en-US" sz="2400"/>
              <a:t>阶方阵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的特征值为</a:t>
            </a:r>
            <a:r>
              <a:rPr lang="en-US" altLang="zh-CN" sz="2400"/>
              <a:t>1,2,-1</a:t>
            </a:r>
            <a:r>
              <a:rPr lang="zh-CN" altLang="en-US" sz="2400"/>
              <a:t>，求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/>
              <a:t>=(2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aseline="30000"/>
              <a:t>*</a:t>
            </a:r>
            <a:r>
              <a:rPr lang="en-US" altLang="zh-CN" sz="2400"/>
              <a:t>)</a:t>
            </a:r>
            <a:r>
              <a:rPr lang="en-US" altLang="zh-CN" sz="2400" baseline="30000"/>
              <a:t>-1</a:t>
            </a:r>
            <a:r>
              <a:rPr lang="zh-CN" altLang="en-US" sz="2400"/>
              <a:t>的特征值</a:t>
            </a:r>
            <a:r>
              <a:rPr lang="en-US" altLang="zh-CN" sz="2400"/>
              <a:t>.</a:t>
            </a:r>
            <a:endParaRPr lang="zh-CN" altLang="en-US" sz="2400"/>
          </a:p>
        </p:txBody>
      </p:sp>
      <p:sp>
        <p:nvSpPr>
          <p:cNvPr id="16" name="内容占位符 2"/>
          <p:cNvSpPr txBox="1"/>
          <p:nvPr/>
        </p:nvSpPr>
        <p:spPr>
          <a:xfrm>
            <a:off x="467544" y="1959719"/>
            <a:ext cx="648072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/>
              <a:t>解</a:t>
            </a:r>
          </a:p>
        </p:txBody>
      </p:sp>
      <p:sp>
        <p:nvSpPr>
          <p:cNvPr id="17" name="内容占位符 2"/>
          <p:cNvSpPr txBox="1"/>
          <p:nvPr/>
        </p:nvSpPr>
        <p:spPr>
          <a:xfrm>
            <a:off x="1093101" y="1959719"/>
            <a:ext cx="3744416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/>
              <a:t>由于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763688" y="1973883"/>
          <a:ext cx="1535112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8" name="Equation" r:id="rId3" imgW="17983200" imgH="6096000" progId="Equation.DSMT4">
                  <p:embed/>
                </p:oleObj>
              </mc:Choice>
              <mc:Fallback>
                <p:oleObj name="Equation" r:id="rId3" imgW="17983200" imgH="6096000" progId="Equation.DSMT4">
                  <p:embed/>
                  <p:pic>
                    <p:nvPicPr>
                      <p:cNvPr id="0" name="图片 83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1973883"/>
                        <a:ext cx="1535112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内容占位符 2"/>
          <p:cNvSpPr txBox="1"/>
          <p:nvPr/>
        </p:nvSpPr>
        <p:spPr>
          <a:xfrm>
            <a:off x="467544" y="2535783"/>
            <a:ext cx="3744416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/>
              <a:t>因此</a:t>
            </a:r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1205855" y="2405683"/>
          <a:ext cx="4086225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9" name="Equation" r:id="rId5" imgW="47853600" imgH="9448800" progId="Equation.DSMT4">
                  <p:embed/>
                </p:oleObj>
              </mc:Choice>
              <mc:Fallback>
                <p:oleObj name="Equation" r:id="rId5" imgW="47853600" imgH="9448800" progId="Equation.DSMT4">
                  <p:embed/>
                  <p:pic>
                    <p:nvPicPr>
                      <p:cNvPr id="0" name="图片 83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5855" y="2405683"/>
                        <a:ext cx="4086225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内容占位符 2"/>
          <p:cNvSpPr txBox="1"/>
          <p:nvPr/>
        </p:nvSpPr>
        <p:spPr>
          <a:xfrm>
            <a:off x="467544" y="3126531"/>
            <a:ext cx="3744416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/>
              <a:t>从而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/>
              <a:t>的特征值为</a:t>
            </a:r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1187624" y="3644503"/>
          <a:ext cx="1509712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0" name="Equation" r:id="rId7" imgW="17678400" imgH="9448800" progId="Equation.DSMT4">
                  <p:embed/>
                </p:oleObj>
              </mc:Choice>
              <mc:Fallback>
                <p:oleObj name="Equation" r:id="rId7" imgW="17678400" imgH="9448800" progId="Equation.DSMT4">
                  <p:embed/>
                  <p:pic>
                    <p:nvPicPr>
                      <p:cNvPr id="0" name="图片 83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3644503"/>
                        <a:ext cx="1509712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178175" y="3680445"/>
          <a:ext cx="1560513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1" name="Equation" r:id="rId9" imgW="18288000" imgH="9448800" progId="Equation.DSMT4">
                  <p:embed/>
                </p:oleObj>
              </mc:Choice>
              <mc:Fallback>
                <p:oleObj name="Equation" r:id="rId9" imgW="18288000" imgH="9448800" progId="Equation.DSMT4">
                  <p:embed/>
                  <p:pic>
                    <p:nvPicPr>
                      <p:cNvPr id="0" name="对象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8175" y="3680445"/>
                        <a:ext cx="1560513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364088" y="3704258"/>
          <a:ext cx="1690688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2" name="Equation" r:id="rId11" imgW="19812000" imgH="9448800" progId="Equation.DSMT4">
                  <p:embed/>
                </p:oleObj>
              </mc:Choice>
              <mc:Fallback>
                <p:oleObj name="Equation" r:id="rId11" imgW="19812000" imgH="9448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88" y="3704258"/>
                        <a:ext cx="1690688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335784" y="1959422"/>
          <a:ext cx="109220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3" name="Equation" r:id="rId13" imgW="12801600" imgH="4572000" progId="Equation.DSMT4">
                  <p:embed/>
                </p:oleObj>
              </mc:Choice>
              <mc:Fallback>
                <p:oleObj name="Equation" r:id="rId13" imgW="12801600" imgH="4572000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5784" y="1959422"/>
                        <a:ext cx="109220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直角三角形 14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直角三角形 17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3" grpId="0"/>
      <p:bldP spid="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内容占位符 2"/>
          <p:cNvSpPr txBox="1"/>
          <p:nvPr/>
        </p:nvSpPr>
        <p:spPr>
          <a:xfrm>
            <a:off x="446856" y="692696"/>
            <a:ext cx="8229600" cy="165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b="1"/>
              <a:t>例</a:t>
            </a:r>
            <a:r>
              <a:rPr lang="en-US" altLang="zh-CN" sz="2400" b="1"/>
              <a:t>7</a:t>
            </a:r>
            <a:r>
              <a:rPr lang="en-US" altLang="zh-CN" sz="2400"/>
              <a:t>   </a:t>
            </a:r>
            <a:r>
              <a:rPr lang="zh-CN" altLang="en-US" sz="2400"/>
              <a:t>设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/>
              <a:t>阶方阵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满足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30000"/>
              <a:t>2</a:t>
            </a:r>
            <a:r>
              <a:rPr lang="en-US" altLang="zh-CN" sz="2400"/>
              <a:t>-3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/>
              <a:t>+2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/>
              <a:t>=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400"/>
              <a:t>，证明：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的特征值只能是</a:t>
            </a:r>
            <a:r>
              <a:rPr lang="en-US" altLang="zh-CN" sz="2400"/>
              <a:t>1</a:t>
            </a:r>
            <a:r>
              <a:rPr lang="zh-CN" altLang="en-US" sz="2400"/>
              <a:t>或</a:t>
            </a:r>
            <a:r>
              <a:rPr lang="en-US" altLang="zh-CN" sz="2400"/>
              <a:t>2.</a:t>
            </a:r>
            <a:endParaRPr lang="zh-CN" altLang="en-US" sz="2400"/>
          </a:p>
        </p:txBody>
      </p:sp>
      <p:sp>
        <p:nvSpPr>
          <p:cNvPr id="16" name="内容占位符 2"/>
          <p:cNvSpPr txBox="1"/>
          <p:nvPr/>
        </p:nvSpPr>
        <p:spPr>
          <a:xfrm>
            <a:off x="467544" y="1960240"/>
            <a:ext cx="648072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/>
              <a:t>证</a:t>
            </a:r>
          </a:p>
        </p:txBody>
      </p:sp>
      <p:sp>
        <p:nvSpPr>
          <p:cNvPr id="17" name="内容占位符 2"/>
          <p:cNvSpPr txBox="1"/>
          <p:nvPr/>
        </p:nvSpPr>
        <p:spPr>
          <a:xfrm>
            <a:off x="1093101" y="1960240"/>
            <a:ext cx="3744416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/>
              <a:t>设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zh-CN" altLang="en-US" sz="2400"/>
              <a:t>为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的特征值</a:t>
            </a:r>
          </a:p>
        </p:txBody>
      </p:sp>
      <p:sp>
        <p:nvSpPr>
          <p:cNvPr id="6" name="内容占位符 2"/>
          <p:cNvSpPr txBox="1"/>
          <p:nvPr/>
        </p:nvSpPr>
        <p:spPr>
          <a:xfrm>
            <a:off x="3347864" y="1960240"/>
            <a:ext cx="5544616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/>
              <a:t>，则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30000"/>
              <a:t>2</a:t>
            </a:r>
            <a:r>
              <a:rPr lang="en-US" altLang="zh-CN" sz="2400"/>
              <a:t>-3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/>
              <a:t>+2</a:t>
            </a:r>
            <a:r>
              <a:rPr lang="zh-CN" altLang="en-US" sz="2400"/>
              <a:t>为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30000"/>
              <a:t>2</a:t>
            </a:r>
            <a:r>
              <a:rPr lang="en-US" altLang="zh-CN" sz="2400"/>
              <a:t>-3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/>
              <a:t>+2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en-US" sz="2400"/>
              <a:t>的特征值</a:t>
            </a:r>
          </a:p>
        </p:txBody>
      </p:sp>
      <p:sp>
        <p:nvSpPr>
          <p:cNvPr id="8" name="内容占位符 2"/>
          <p:cNvSpPr txBox="1"/>
          <p:nvPr/>
        </p:nvSpPr>
        <p:spPr>
          <a:xfrm>
            <a:off x="467544" y="2608312"/>
            <a:ext cx="5544616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/>
              <a:t>而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30000"/>
              <a:t>2</a:t>
            </a:r>
            <a:r>
              <a:rPr lang="en-US" altLang="zh-CN" sz="2400"/>
              <a:t>-3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/>
              <a:t>+2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en-US" sz="2400"/>
              <a:t>为零矩阵，只有特征值</a:t>
            </a:r>
            <a:r>
              <a:rPr lang="en-US" altLang="zh-CN" sz="2400"/>
              <a:t>0</a:t>
            </a:r>
            <a:endParaRPr lang="zh-CN" altLang="en-US" sz="2400"/>
          </a:p>
        </p:txBody>
      </p:sp>
      <p:sp>
        <p:nvSpPr>
          <p:cNvPr id="9" name="内容占位符 2"/>
          <p:cNvSpPr txBox="1"/>
          <p:nvPr/>
        </p:nvSpPr>
        <p:spPr>
          <a:xfrm>
            <a:off x="467544" y="3328392"/>
            <a:ext cx="6840760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/>
              <a:t>因此                   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30000"/>
              <a:t>2</a:t>
            </a:r>
            <a:r>
              <a:rPr lang="en-US" altLang="zh-CN" sz="2400"/>
              <a:t>-3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/>
              <a:t>+2=0</a:t>
            </a:r>
            <a:endParaRPr lang="zh-CN" altLang="en-US" sz="2400"/>
          </a:p>
        </p:txBody>
      </p:sp>
      <p:sp>
        <p:nvSpPr>
          <p:cNvPr id="10" name="内容占位符 2"/>
          <p:cNvSpPr txBox="1"/>
          <p:nvPr/>
        </p:nvSpPr>
        <p:spPr>
          <a:xfrm>
            <a:off x="467544" y="4048472"/>
            <a:ext cx="5760640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/>
              <a:t>从而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zh-CN" altLang="en-US" sz="2400"/>
              <a:t>只能是</a:t>
            </a:r>
            <a:r>
              <a:rPr lang="en-US" altLang="zh-CN" sz="2400"/>
              <a:t>1</a:t>
            </a:r>
            <a:r>
              <a:rPr lang="zh-CN" altLang="en-US" sz="2400"/>
              <a:t>或</a:t>
            </a:r>
            <a:r>
              <a:rPr lang="en-US" altLang="zh-CN" sz="2400"/>
              <a:t>2.</a:t>
            </a:r>
            <a:endParaRPr lang="zh-CN" altLang="en-US" sz="2400"/>
          </a:p>
        </p:txBody>
      </p:sp>
      <p:sp>
        <p:nvSpPr>
          <p:cNvPr id="11" name="直角三角形 10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直角三角形 11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6" grpId="0"/>
      <p:bldP spid="8" grpId="0"/>
      <p:bldP spid="9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日期占位符 1">
            <a:extLst>
              <a:ext uri="{FF2B5EF4-FFF2-40B4-BE49-F238E27FC236}">
                <a16:creationId xmlns:a16="http://schemas.microsoft.com/office/drawing/2014/main" id="{F03D6D1A-089A-4F13-922F-C48FEFEDAD6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6E07134-C4EE-44AE-BE7D-CA0D48A822FE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5365" name="页脚占位符 2">
            <a:extLst>
              <a:ext uri="{FF2B5EF4-FFF2-40B4-BE49-F238E27FC236}">
                <a16:creationId xmlns:a16="http://schemas.microsoft.com/office/drawing/2014/main" id="{7D55F671-44BA-4E0F-B4B7-0D59B95FB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 2010, 24ppt</a:t>
            </a:r>
          </a:p>
        </p:txBody>
      </p:sp>
      <p:sp>
        <p:nvSpPr>
          <p:cNvPr id="15366" name="灯片编号占位符 3">
            <a:extLst>
              <a:ext uri="{FF2B5EF4-FFF2-40B4-BE49-F238E27FC236}">
                <a16:creationId xmlns:a16="http://schemas.microsoft.com/office/drawing/2014/main" id="{9181FE56-8DBF-474E-9116-8016308F1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832018A-8FEB-4F1C-8AEE-6D3F493267D9}" type="slidenum">
              <a:rPr lang="en-US" altLang="zh-CN"/>
              <a:pPr eaLnBrk="1" hangingPunct="1"/>
              <a:t>25</a:t>
            </a:fld>
            <a:endParaRPr lang="en-US" altLang="zh-CN"/>
          </a:p>
        </p:txBody>
      </p:sp>
      <p:sp>
        <p:nvSpPr>
          <p:cNvPr id="15367" name="Rectangle 2">
            <a:extLst>
              <a:ext uri="{FF2B5EF4-FFF2-40B4-BE49-F238E27FC236}">
                <a16:creationId xmlns:a16="http://schemas.microsoft.com/office/drawing/2014/main" id="{2C53CE17-9418-4334-B1EF-CD8F4C508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9450" y="3954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7411" name="Object 3">
            <a:extLst>
              <a:ext uri="{FF2B5EF4-FFF2-40B4-BE49-F238E27FC236}">
                <a16:creationId xmlns:a16="http://schemas.microsoft.com/office/drawing/2014/main" id="{911329D4-4466-4ACA-89FA-F1810A0B0B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1185863"/>
          <a:ext cx="627697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2" name="Equation" r:id="rId3" imgW="2781000" imgH="393480" progId="Equation.DSMT4">
                  <p:embed/>
                </p:oleObj>
              </mc:Choice>
              <mc:Fallback>
                <p:oleObj name="Equation" r:id="rId3" imgW="27810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185863"/>
                        <a:ext cx="6276975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8" name="Rectangle 4">
            <a:extLst>
              <a:ext uri="{FF2B5EF4-FFF2-40B4-BE49-F238E27FC236}">
                <a16:creationId xmlns:a16="http://schemas.microsoft.com/office/drawing/2014/main" id="{B7E9A5FD-27EA-404B-A69A-A7D82FB92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9813" y="3597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7413" name="Object 5">
            <a:extLst>
              <a:ext uri="{FF2B5EF4-FFF2-40B4-BE49-F238E27FC236}">
                <a16:creationId xmlns:a16="http://schemas.microsoft.com/office/drawing/2014/main" id="{334B195F-9D4D-4386-AE16-782864F146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500" y="2316163"/>
          <a:ext cx="7289800" cy="245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3" name="Equation" r:id="rId5" imgW="3479760" imgH="1168200" progId="Equation.DSMT4">
                  <p:embed/>
                </p:oleObj>
              </mc:Choice>
              <mc:Fallback>
                <p:oleObj name="Equation" r:id="rId5" imgW="3479760" imgH="116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2316163"/>
                        <a:ext cx="7289800" cy="2451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9" name="Text Box 8">
            <a:extLst>
              <a:ext uri="{FF2B5EF4-FFF2-40B4-BE49-F238E27FC236}">
                <a16:creationId xmlns:a16="http://schemas.microsoft.com/office/drawing/2014/main" id="{6C0DCA9F-2ED4-44C7-8673-E9488EDBA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82588"/>
            <a:ext cx="66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FF"/>
                </a:solidFill>
              </a:rPr>
              <a:t>注</a:t>
            </a:r>
            <a:r>
              <a:rPr lang="en-US" altLang="zh-CN" sz="2800" b="1">
                <a:solidFill>
                  <a:srgbClr val="0000FF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647497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1" name="日期占位符 1">
            <a:extLst>
              <a:ext uri="{FF2B5EF4-FFF2-40B4-BE49-F238E27FC236}">
                <a16:creationId xmlns:a16="http://schemas.microsoft.com/office/drawing/2014/main" id="{681D973A-5463-45C1-9C54-13DFC3A007D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DD8421B-E3F8-4FA7-96CD-3630C865D285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6392" name="页脚占位符 2">
            <a:extLst>
              <a:ext uri="{FF2B5EF4-FFF2-40B4-BE49-F238E27FC236}">
                <a16:creationId xmlns:a16="http://schemas.microsoft.com/office/drawing/2014/main" id="{200EDA4B-8CC3-4D2B-BD74-D2DB8EA4E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 2010, 24ppt</a:t>
            </a:r>
          </a:p>
        </p:txBody>
      </p:sp>
      <p:sp>
        <p:nvSpPr>
          <p:cNvPr id="16393" name="灯片编号占位符 3">
            <a:extLst>
              <a:ext uri="{FF2B5EF4-FFF2-40B4-BE49-F238E27FC236}">
                <a16:creationId xmlns:a16="http://schemas.microsoft.com/office/drawing/2014/main" id="{6DF1843F-3C59-4A84-BFEF-22494B4FB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BFD9A0C-3439-4252-8C5C-32C898AF1194}" type="slidenum">
              <a:rPr lang="en-US" altLang="zh-CN"/>
              <a:pPr eaLnBrk="1" hangingPunct="1"/>
              <a:t>26</a:t>
            </a:fld>
            <a:endParaRPr lang="en-US" altLang="zh-CN"/>
          </a:p>
        </p:txBody>
      </p:sp>
      <p:graphicFrame>
        <p:nvGraphicFramePr>
          <p:cNvPr id="32773" name="Object 5">
            <a:extLst>
              <a:ext uri="{FF2B5EF4-FFF2-40B4-BE49-F238E27FC236}">
                <a16:creationId xmlns:a16="http://schemas.microsoft.com/office/drawing/2014/main" id="{0A684C72-759A-4C04-81F9-C5D64E14C9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1412875"/>
          <a:ext cx="7038975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2" name="Equation" r:id="rId3" imgW="3060360" imgH="457200" progId="Equation.DSMT4">
                  <p:embed/>
                </p:oleObj>
              </mc:Choice>
              <mc:Fallback>
                <p:oleObj name="Equation" r:id="rId3" imgW="30603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412875"/>
                        <a:ext cx="7038975" cy="1042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5" name="Text Box 7">
            <a:extLst>
              <a:ext uri="{FF2B5EF4-FFF2-40B4-BE49-F238E27FC236}">
                <a16:creationId xmlns:a16="http://schemas.microsoft.com/office/drawing/2014/main" id="{85583BD8-388B-41BB-B94F-A31F34962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263900"/>
            <a:ext cx="85328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(4).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矩阵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的任一特征向量所对应的特征值是唯一的。</a:t>
            </a:r>
          </a:p>
        </p:txBody>
      </p:sp>
      <p:graphicFrame>
        <p:nvGraphicFramePr>
          <p:cNvPr id="32777" name="Object 9">
            <a:extLst>
              <a:ext uri="{FF2B5EF4-FFF2-40B4-BE49-F238E27FC236}">
                <a16:creationId xmlns:a16="http://schemas.microsoft.com/office/drawing/2014/main" id="{B8A4D23E-A990-440F-ADEC-2B181219D2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52525" y="3983038"/>
          <a:ext cx="435610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3" r:id="rId5" imgW="1790700" imgH="228600" progId="Equation.DSMT4">
                  <p:embed/>
                </p:oleObj>
              </mc:Choice>
              <mc:Fallback>
                <p:oleObj r:id="rId5" imgW="1790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2525" y="3983038"/>
                        <a:ext cx="4356100" cy="557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9" name="Object 11">
            <a:extLst>
              <a:ext uri="{FF2B5EF4-FFF2-40B4-BE49-F238E27FC236}">
                <a16:creationId xmlns:a16="http://schemas.microsoft.com/office/drawing/2014/main" id="{7C97FA5C-3545-4044-BE70-5337B0E46B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3775" y="4775200"/>
          <a:ext cx="22098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4" r:id="rId7" imgW="1002865" imgH="228501" progId="Equation.DSMT4">
                  <p:embed/>
                </p:oleObj>
              </mc:Choice>
              <mc:Fallback>
                <p:oleObj r:id="rId7" imgW="1002865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4775200"/>
                        <a:ext cx="2209800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1" name="Object 13">
            <a:extLst>
              <a:ext uri="{FF2B5EF4-FFF2-40B4-BE49-F238E27FC236}">
                <a16:creationId xmlns:a16="http://schemas.microsoft.com/office/drawing/2014/main" id="{CBEA21A1-F084-4746-9EDE-08FD0B094E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4848225"/>
          <a:ext cx="27432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5" r:id="rId9" imgW="1219200" imgH="457200" progId="Equation.DSMT4">
                  <p:embed/>
                </p:oleObj>
              </mc:Choice>
              <mc:Fallback>
                <p:oleObj r:id="rId9" imgW="12192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4848225"/>
                        <a:ext cx="2743200" cy="1028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3" name="Object 15">
            <a:extLst>
              <a:ext uri="{FF2B5EF4-FFF2-40B4-BE49-F238E27FC236}">
                <a16:creationId xmlns:a16="http://schemas.microsoft.com/office/drawing/2014/main" id="{4F8E8590-DC7F-48FC-B7DF-98EBC1C615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1863" y="5100638"/>
          <a:ext cx="1655762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6" r:id="rId11" imgW="672808" imgH="228501" progId="Equation.DSMT4">
                  <p:embed/>
                </p:oleObj>
              </mc:Choice>
              <mc:Fallback>
                <p:oleObj r:id="rId11" imgW="672808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5100638"/>
                        <a:ext cx="1655762" cy="560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9786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5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1">
            <a:extLst>
              <a:ext uri="{FF2B5EF4-FFF2-40B4-BE49-F238E27FC236}">
                <a16:creationId xmlns:a16="http://schemas.microsoft.com/office/drawing/2014/main" id="{E05E6FAF-D9EA-4931-86D8-D0D83B44BD4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A5937CE-D384-4834-88DC-B793E70FC8D7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34819" name="页脚占位符 2">
            <a:extLst>
              <a:ext uri="{FF2B5EF4-FFF2-40B4-BE49-F238E27FC236}">
                <a16:creationId xmlns:a16="http://schemas.microsoft.com/office/drawing/2014/main" id="{630B844E-4AC1-416A-996A-6A6CCEE2E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 2010, 24ppt</a:t>
            </a:r>
          </a:p>
        </p:txBody>
      </p:sp>
      <p:sp>
        <p:nvSpPr>
          <p:cNvPr id="34820" name="灯片编号占位符 3">
            <a:extLst>
              <a:ext uri="{FF2B5EF4-FFF2-40B4-BE49-F238E27FC236}">
                <a16:creationId xmlns:a16="http://schemas.microsoft.com/office/drawing/2014/main" id="{8E624E88-7F24-4DCE-BC09-BE94D08DA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2A40E15-3EDD-4F15-ADF7-4E36526BB21C}" type="slidenum">
              <a:rPr lang="en-US" altLang="zh-CN"/>
              <a:pPr eaLnBrk="1" hangingPunct="1"/>
              <a:t>27</a:t>
            </a:fld>
            <a:endParaRPr lang="en-US" altLang="zh-CN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C8D9B004-5A12-4101-80D1-DB72FA74C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65113"/>
            <a:ext cx="8839200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是一个三阶方阵，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是它的三个特征值，试求</a:t>
            </a:r>
          </a:p>
          <a:p>
            <a:pPr algn="just"/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(1) A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对角线上元素之和</a:t>
            </a:r>
          </a:p>
          <a:p>
            <a:pPr algn="just"/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(2) | A |</a:t>
            </a:r>
          </a:p>
          <a:p>
            <a:pPr algn="just"/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(3) | A</a:t>
            </a:r>
            <a:r>
              <a:rPr lang="en-US" altLang="zh-CN" sz="2800" baseline="30000"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+ A + E |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260A92BB-01E4-4130-92CD-8F4044AE4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" y="2536825"/>
            <a:ext cx="84232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67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A = (a</a:t>
            </a:r>
            <a:r>
              <a:rPr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ij 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由定理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3.3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知</a:t>
            </a:r>
          </a:p>
          <a:p>
            <a:pPr algn="just"/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11 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+ a</a:t>
            </a:r>
            <a:r>
              <a:rPr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22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 + a</a:t>
            </a:r>
            <a:r>
              <a:rPr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33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 =λ</a:t>
            </a:r>
            <a:r>
              <a:rPr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+λ</a:t>
            </a:r>
            <a:r>
              <a:rPr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+λ</a:t>
            </a:r>
            <a:r>
              <a:rPr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3 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= 1 + 2 + 3 = 6</a:t>
            </a:r>
          </a:p>
          <a:p>
            <a:pPr algn="just"/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       | A | =λ</a:t>
            </a:r>
            <a:r>
              <a:rPr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λ</a:t>
            </a:r>
            <a:r>
              <a:rPr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λ</a:t>
            </a:r>
            <a:r>
              <a:rPr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3 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=1 ×2 ×3 = 6</a:t>
            </a:r>
          </a:p>
          <a:p>
            <a:pPr algn="just"/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因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的特征值为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，由定理知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DF7553E0-EF8B-432B-B3CC-91703A48C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" y="4441825"/>
            <a:ext cx="79914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857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     A</a:t>
            </a:r>
            <a:r>
              <a:rPr lang="en-US" altLang="zh-CN" sz="2800" baseline="30000"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+ A + E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的特征值依次为</a:t>
            </a:r>
          </a:p>
          <a:p>
            <a:pPr algn="just"/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1+1+1=3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aseline="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 + 2 + 1=7, 3</a:t>
            </a:r>
            <a:r>
              <a:rPr lang="en-US" altLang="zh-CN" sz="2800" baseline="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 + 3 + 1 = 13</a:t>
            </a:r>
          </a:p>
          <a:p>
            <a:pPr algn="just"/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再由定理知</a:t>
            </a:r>
          </a:p>
          <a:p>
            <a:pPr algn="just"/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| A</a:t>
            </a:r>
            <a:r>
              <a:rPr lang="en-US" altLang="zh-CN" sz="2800" baseline="30000"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+ A + E | = 3×7×13 = 273.</a:t>
            </a:r>
          </a:p>
        </p:txBody>
      </p:sp>
    </p:spTree>
    <p:extLst>
      <p:ext uri="{BB962C8B-B14F-4D97-AF65-F5344CB8AC3E}">
        <p14:creationId xmlns:p14="http://schemas.microsoft.com/office/powerpoint/2010/main" val="145367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日期占位符 1">
            <a:extLst>
              <a:ext uri="{FF2B5EF4-FFF2-40B4-BE49-F238E27FC236}">
                <a16:creationId xmlns:a16="http://schemas.microsoft.com/office/drawing/2014/main" id="{6E3B50C2-2CEC-4C2D-AA1C-A8BD4FEF1B1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44E512D-A405-42FA-B901-9811353CCD15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7413" name="页脚占位符 2">
            <a:extLst>
              <a:ext uri="{FF2B5EF4-FFF2-40B4-BE49-F238E27FC236}">
                <a16:creationId xmlns:a16="http://schemas.microsoft.com/office/drawing/2014/main" id="{50EBA244-862D-42DC-BF73-F23BF651D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 2010, 24ppt</a:t>
            </a:r>
          </a:p>
        </p:txBody>
      </p:sp>
      <p:sp>
        <p:nvSpPr>
          <p:cNvPr id="17414" name="灯片编号占位符 3">
            <a:extLst>
              <a:ext uri="{FF2B5EF4-FFF2-40B4-BE49-F238E27FC236}">
                <a16:creationId xmlns:a16="http://schemas.microsoft.com/office/drawing/2014/main" id="{1F4C15F1-4798-4A2A-96B9-5C7A2259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5CF575C-805D-4B1F-BC82-3C202628DE6E}" type="slidenum">
              <a:rPr lang="en-US" altLang="zh-CN"/>
              <a:pPr eaLnBrk="1" hangingPunct="1"/>
              <a:t>28</a:t>
            </a:fld>
            <a:endParaRPr lang="en-US" altLang="zh-CN"/>
          </a:p>
        </p:txBody>
      </p:sp>
      <p:sp>
        <p:nvSpPr>
          <p:cNvPr id="50178" name="WordArt 2">
            <a:extLst>
              <a:ext uri="{FF2B5EF4-FFF2-40B4-BE49-F238E27FC236}">
                <a16:creationId xmlns:a16="http://schemas.microsoft.com/office/drawing/2014/main" id="{E710AAE5-6A51-48B0-B5C2-C8CDCF97CA1D}"/>
              </a:ext>
            </a:extLst>
          </p:cNvPr>
          <p:cNvSpPr>
            <a:spLocks noChangeArrowheads="1" noChangeShapeType="1" noTextEdit="1"/>
          </p:cNvSpPr>
          <p:nvPr/>
        </p:nvSpPr>
        <p:spPr bwMode="blackWhite">
          <a:xfrm>
            <a:off x="395288" y="620713"/>
            <a:ext cx="504825" cy="4048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400" kern="1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hlink">
                    <a:alpha val="87057"/>
                  </a:schemeClr>
                </a:soli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50179" name="Text Box 3">
            <a:extLst>
              <a:ext uri="{FF2B5EF4-FFF2-40B4-BE49-F238E27FC236}">
                <a16:creationId xmlns:a16="http://schemas.microsoft.com/office/drawing/2014/main" id="{F9B3CE02-CF6F-4F19-B741-CA3ED5B37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620713"/>
            <a:ext cx="7200900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试证 </a:t>
            </a:r>
            <a:r>
              <a:rPr lang="en-US" altLang="zh-CN" sz="2400"/>
              <a:t>n </a:t>
            </a:r>
            <a:r>
              <a:rPr lang="zh-CN" altLang="en-US" sz="2400"/>
              <a:t>阶矩阵 </a:t>
            </a:r>
            <a:r>
              <a:rPr lang="en-US" altLang="zh-CN" sz="2400"/>
              <a:t>A </a:t>
            </a:r>
            <a:r>
              <a:rPr lang="zh-CN" altLang="en-US" sz="2400"/>
              <a:t>是奇异矩阵的充要条件是 </a:t>
            </a:r>
            <a:r>
              <a:rPr lang="en-US" altLang="zh-CN" sz="2400"/>
              <a:t>A </a:t>
            </a:r>
            <a:r>
              <a:rPr lang="zh-CN" altLang="en-US" sz="2400"/>
              <a:t>中至少</a:t>
            </a:r>
          </a:p>
          <a:p>
            <a:pPr>
              <a:spcBef>
                <a:spcPct val="50000"/>
              </a:spcBef>
            </a:pPr>
            <a:r>
              <a:rPr lang="zh-CN" altLang="en-US" sz="2400"/>
              <a:t>有一个特征值为</a:t>
            </a:r>
            <a:r>
              <a:rPr lang="en-US" altLang="zh-CN" sz="2400"/>
              <a:t>0</a:t>
            </a:r>
            <a:r>
              <a:rPr lang="zh-CN" altLang="en-US" sz="2400"/>
              <a:t>。</a:t>
            </a:r>
          </a:p>
        </p:txBody>
      </p:sp>
      <p:sp>
        <p:nvSpPr>
          <p:cNvPr id="50180" name="Text Box 4">
            <a:extLst>
              <a:ext uri="{FF2B5EF4-FFF2-40B4-BE49-F238E27FC236}">
                <a16:creationId xmlns:a16="http://schemas.microsoft.com/office/drawing/2014/main" id="{26D837FE-2EFB-48C6-96FE-2944AF85A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844675"/>
            <a:ext cx="10080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FF0000"/>
                </a:solidFill>
              </a:rPr>
              <a:t>证明</a:t>
            </a:r>
          </a:p>
        </p:txBody>
      </p:sp>
      <p:sp>
        <p:nvSpPr>
          <p:cNvPr id="50181" name="Text Box 5">
            <a:extLst>
              <a:ext uri="{FF2B5EF4-FFF2-40B4-BE49-F238E27FC236}">
                <a16:creationId xmlns:a16="http://schemas.microsoft.com/office/drawing/2014/main" id="{F291E63C-D68D-4658-983A-6886E1276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060575"/>
            <a:ext cx="1008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因为</a:t>
            </a:r>
          </a:p>
        </p:txBody>
      </p:sp>
      <p:graphicFrame>
        <p:nvGraphicFramePr>
          <p:cNvPr id="50182" name="Object 6">
            <a:extLst>
              <a:ext uri="{FF2B5EF4-FFF2-40B4-BE49-F238E27FC236}">
                <a16:creationId xmlns:a16="http://schemas.microsoft.com/office/drawing/2014/main" id="{85264FA2-9776-4BD0-8C39-FB1C3F6BB0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1989138"/>
          <a:ext cx="4751388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0" name="Equation" r:id="rId3" imgW="1815840" imgH="253800" progId="Equation.DSMT4">
                  <p:embed/>
                </p:oleObj>
              </mc:Choice>
              <mc:Fallback>
                <p:oleObj name="Equation" r:id="rId3" imgW="18158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989138"/>
                        <a:ext cx="4751388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3" name="Text Box 7">
            <a:extLst>
              <a:ext uri="{FF2B5EF4-FFF2-40B4-BE49-F238E27FC236}">
                <a16:creationId xmlns:a16="http://schemas.microsoft.com/office/drawing/2014/main" id="{1A3D669D-2B6D-4EBA-A704-5AB3072BE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7513" y="2060575"/>
            <a:ext cx="2376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为</a:t>
            </a:r>
            <a:r>
              <a:rPr lang="en-US" altLang="zh-CN" sz="2400"/>
              <a:t>A</a:t>
            </a:r>
            <a:r>
              <a:rPr lang="zh-CN" altLang="en-US" sz="2400"/>
              <a:t>的特征值）</a:t>
            </a:r>
          </a:p>
        </p:txBody>
      </p:sp>
      <p:sp>
        <p:nvSpPr>
          <p:cNvPr id="50184" name="Text Box 8">
            <a:extLst>
              <a:ext uri="{FF2B5EF4-FFF2-40B4-BE49-F238E27FC236}">
                <a16:creationId xmlns:a16="http://schemas.microsoft.com/office/drawing/2014/main" id="{1D61E36B-D44F-457F-8176-0E21506D4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852738"/>
            <a:ext cx="865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所以</a:t>
            </a:r>
          </a:p>
        </p:txBody>
      </p:sp>
      <p:graphicFrame>
        <p:nvGraphicFramePr>
          <p:cNvPr id="50185" name="Object 9">
            <a:extLst>
              <a:ext uri="{FF2B5EF4-FFF2-40B4-BE49-F238E27FC236}">
                <a16:creationId xmlns:a16="http://schemas.microsoft.com/office/drawing/2014/main" id="{FADF6147-E446-49E2-9055-6A2A755EF9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2708275"/>
          <a:ext cx="118745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1" name="Equation" r:id="rId5" imgW="419040" imgH="253800" progId="Equation.DSMT4">
                  <p:embed/>
                </p:oleObj>
              </mc:Choice>
              <mc:Fallback>
                <p:oleObj name="Equation" r:id="rId5" imgW="4190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2708275"/>
                        <a:ext cx="118745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6" name="Text Box 10">
            <a:extLst>
              <a:ext uri="{FF2B5EF4-FFF2-40B4-BE49-F238E27FC236}">
                <a16:creationId xmlns:a16="http://schemas.microsoft.com/office/drawing/2014/main" id="{89E443A9-5056-4D59-9ED8-B9A7D5546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2852738"/>
            <a:ext cx="5256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的充分必要条件是至少有一个特征值</a:t>
            </a:r>
          </a:p>
        </p:txBody>
      </p:sp>
      <p:sp>
        <p:nvSpPr>
          <p:cNvPr id="50187" name="Text Box 11">
            <a:extLst>
              <a:ext uri="{FF2B5EF4-FFF2-40B4-BE49-F238E27FC236}">
                <a16:creationId xmlns:a16="http://schemas.microsoft.com/office/drawing/2014/main" id="{2D3840AB-4435-486D-B4C6-922B9709B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3644900"/>
            <a:ext cx="158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为零。</a:t>
            </a:r>
          </a:p>
        </p:txBody>
      </p:sp>
    </p:spTree>
    <p:extLst>
      <p:ext uri="{BB962C8B-B14F-4D97-AF65-F5344CB8AC3E}">
        <p14:creationId xmlns:p14="http://schemas.microsoft.com/office/powerpoint/2010/main" val="2357525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0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0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/>
      <p:bldP spid="50180" grpId="0"/>
      <p:bldP spid="50181" grpId="0"/>
      <p:bldP spid="50183" grpId="0"/>
      <p:bldP spid="50184" grpId="0"/>
      <p:bldP spid="50186" grpId="0"/>
      <p:bldP spid="5018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/>
              <a:t>五、特征向量的性质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148356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/>
              <a:t>性质</a:t>
            </a:r>
            <a:r>
              <a:rPr lang="en-US" altLang="zh-CN" sz="2400" b="1"/>
              <a:t>2.23.1</a:t>
            </a:r>
            <a:r>
              <a:rPr lang="en-US" altLang="zh-CN" sz="2400"/>
              <a:t>   </a:t>
            </a:r>
            <a:r>
              <a:rPr lang="zh-CN" altLang="en-US" sz="2400"/>
              <a:t>若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1</a:t>
            </a:r>
            <a:r>
              <a:rPr lang="zh-CN" altLang="en-US" sz="2400"/>
              <a:t>，</a:t>
            </a:r>
            <a:r>
              <a:rPr lang="en-US" altLang="zh-CN" sz="3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2</a:t>
            </a:r>
            <a:r>
              <a:rPr lang="zh-CN" altLang="en-US" sz="2400"/>
              <a:t>是方阵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的同一特征值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zh-CN" altLang="en-US" sz="2400"/>
              <a:t>的特征向量，则非零向量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aseline="-25000"/>
              <a:t>1</a:t>
            </a:r>
            <a:r>
              <a:rPr lang="en-US" altLang="zh-CN" sz="3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1</a:t>
            </a:r>
            <a:r>
              <a:rPr lang="en-US" altLang="zh-CN" sz="2400"/>
              <a:t>+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aseline="-25000"/>
              <a:t>2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2</a:t>
            </a:r>
            <a:r>
              <a:rPr lang="zh-CN" altLang="en-US" sz="2400"/>
              <a:t>也是方阵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的特征向量</a:t>
            </a:r>
            <a:r>
              <a:rPr lang="en-US" altLang="zh-CN" sz="2400"/>
              <a:t>.</a:t>
            </a:r>
            <a:endParaRPr lang="zh-CN" altLang="en-US" sz="2400"/>
          </a:p>
        </p:txBody>
      </p:sp>
      <p:sp>
        <p:nvSpPr>
          <p:cNvPr id="9" name="内容占位符 2"/>
          <p:cNvSpPr txBox="1"/>
          <p:nvPr/>
        </p:nvSpPr>
        <p:spPr>
          <a:xfrm>
            <a:off x="467544" y="3112368"/>
            <a:ext cx="8229600" cy="1684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b="1"/>
              <a:t>性质</a:t>
            </a:r>
            <a:r>
              <a:rPr lang="en-US" altLang="zh-CN" sz="2400" b="1"/>
              <a:t>2.23.2</a:t>
            </a:r>
            <a:r>
              <a:rPr lang="en-US" altLang="zh-CN" sz="2400"/>
              <a:t>   </a:t>
            </a:r>
            <a:r>
              <a:rPr lang="zh-CN" altLang="en-US" sz="2400"/>
              <a:t>若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1</a:t>
            </a:r>
            <a:r>
              <a:rPr lang="zh-CN" altLang="en-US" sz="2400"/>
              <a:t>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2</a:t>
            </a:r>
            <a:r>
              <a:rPr lang="zh-CN" altLang="en-US" sz="2400"/>
              <a:t>是方阵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的不同特征值的特征向量，则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1</a:t>
            </a:r>
            <a:r>
              <a:rPr lang="zh-CN" altLang="en-US" sz="2400"/>
              <a:t>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2</a:t>
            </a:r>
            <a:r>
              <a:rPr lang="zh-CN" altLang="en-US" sz="2400"/>
              <a:t>线性无关</a:t>
            </a:r>
            <a:r>
              <a:rPr lang="en-US" altLang="zh-CN" sz="2400"/>
              <a:t>.</a:t>
            </a:r>
            <a:endParaRPr lang="zh-CN" altLang="en-US" sz="2400"/>
          </a:p>
        </p:txBody>
      </p:sp>
      <p:sp>
        <p:nvSpPr>
          <p:cNvPr id="10" name="内容占位符 2"/>
          <p:cNvSpPr txBox="1"/>
          <p:nvPr/>
        </p:nvSpPr>
        <p:spPr>
          <a:xfrm>
            <a:off x="467544" y="4624536"/>
            <a:ext cx="8229600" cy="1684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b="1"/>
              <a:t>性质</a:t>
            </a:r>
            <a:r>
              <a:rPr lang="en-US" altLang="zh-CN" sz="2400" b="1"/>
              <a:t>2.23.3</a:t>
            </a:r>
            <a:r>
              <a:rPr lang="en-US" altLang="zh-CN" sz="2400"/>
              <a:t>   </a:t>
            </a:r>
            <a:r>
              <a:rPr lang="zh-CN" altLang="en-US" sz="2400"/>
              <a:t>若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1</a:t>
            </a:r>
            <a:r>
              <a:rPr lang="zh-CN" altLang="en-US" sz="2400"/>
              <a:t>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2</a:t>
            </a:r>
            <a:r>
              <a:rPr lang="zh-CN" altLang="en-US" sz="2400"/>
              <a:t> ，</a:t>
            </a:r>
            <a:r>
              <a:rPr lang="en-US" altLang="zh-CN" sz="2400"/>
              <a:t>...</a:t>
            </a:r>
            <a:r>
              <a:rPr lang="zh-CN" altLang="en-US" sz="2400"/>
              <a:t>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/>
              <a:t>是方阵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的不同特征值对应的的特征向量，则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1</a:t>
            </a:r>
            <a:r>
              <a:rPr lang="zh-CN" altLang="en-US" sz="2400"/>
              <a:t>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2</a:t>
            </a:r>
            <a:r>
              <a:rPr lang="zh-CN" altLang="en-US" sz="2400"/>
              <a:t> ，</a:t>
            </a:r>
            <a:r>
              <a:rPr lang="en-US" altLang="zh-CN" sz="2400"/>
              <a:t>...</a:t>
            </a:r>
            <a:r>
              <a:rPr lang="zh-CN" altLang="en-US" sz="2400"/>
              <a:t>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zh-CN" altLang="en-US" sz="2400"/>
              <a:t>线性无关</a:t>
            </a:r>
            <a:r>
              <a:rPr lang="en-US" altLang="zh-CN" sz="2400"/>
              <a:t>.</a:t>
            </a:r>
            <a:endParaRPr lang="zh-CN" altLang="en-US" sz="2400"/>
          </a:p>
        </p:txBody>
      </p:sp>
      <p:sp>
        <p:nvSpPr>
          <p:cNvPr id="6" name="直角三角形 5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直角三角形 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>
          <a:xfrm>
            <a:off x="467544" y="1628800"/>
            <a:ext cx="8229600" cy="360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b="1"/>
              <a:t>性质</a:t>
            </a:r>
            <a:r>
              <a:rPr lang="en-US" altLang="zh-CN" sz="2400" b="1"/>
              <a:t>2.23.4</a:t>
            </a:r>
            <a:r>
              <a:rPr lang="en-US" altLang="zh-CN" sz="2400"/>
              <a:t>   </a:t>
            </a:r>
            <a:r>
              <a:rPr lang="zh-CN" altLang="en-US" sz="2400"/>
              <a:t>若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/>
              <a:t>1</a:t>
            </a:r>
            <a:r>
              <a:rPr lang="zh-CN" altLang="en-US" sz="2400"/>
              <a:t>，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/>
              <a:t>2</a:t>
            </a:r>
            <a:r>
              <a:rPr lang="zh-CN" altLang="en-US" sz="2400"/>
              <a:t> ，</a:t>
            </a:r>
            <a:r>
              <a:rPr lang="en-US" altLang="zh-CN" sz="2400"/>
              <a:t>...</a:t>
            </a:r>
            <a:r>
              <a:rPr lang="zh-CN" altLang="en-US" sz="2400"/>
              <a:t>，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/>
              <a:t>是方阵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的不同特征值，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aseline="-25000"/>
              <a:t>1</a:t>
            </a:r>
            <a:r>
              <a:rPr lang="zh-CN" altLang="en-US" sz="2400"/>
              <a:t>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aseline="-25000"/>
              <a:t>2</a:t>
            </a:r>
            <a:r>
              <a:rPr lang="zh-CN" altLang="en-US" sz="2400"/>
              <a:t> ，</a:t>
            </a:r>
            <a:r>
              <a:rPr lang="en-US" altLang="zh-CN" sz="2400"/>
              <a:t>...</a:t>
            </a:r>
            <a:r>
              <a:rPr lang="zh-CN" altLang="en-US" sz="2400"/>
              <a:t>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kr</a:t>
            </a:r>
            <a:r>
              <a:rPr lang="en-US" altLang="zh-CN" sz="1400" i="1" baseline="-50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/>
              <a:t>为特征值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zh-CN" altLang="en-US" sz="2400"/>
              <a:t>的特征向量且线性无关，则</a:t>
            </a:r>
            <a:endParaRPr lang="en-US" altLang="zh-CN" sz="2400"/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11</a:t>
            </a:r>
            <a:r>
              <a:rPr lang="zh-CN" altLang="en-US" sz="2400"/>
              <a:t>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12</a:t>
            </a:r>
            <a:r>
              <a:rPr lang="zh-CN" altLang="en-US" sz="2400"/>
              <a:t> ，</a:t>
            </a:r>
            <a:r>
              <a:rPr lang="en-US" altLang="zh-CN" sz="2400"/>
              <a:t>...</a:t>
            </a:r>
            <a:r>
              <a:rPr lang="zh-CN" altLang="en-US" sz="2400"/>
              <a:t>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>
                <a:latin typeface="+mn-ea"/>
                <a:cs typeface="Times New Roman" panose="02020603050405020304" pitchFamily="18" charset="0"/>
              </a:rPr>
              <a:t>1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1400" i="1" baseline="-5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latin typeface="+mn-ea"/>
                <a:cs typeface="Times New Roman" panose="02020603050405020304" pitchFamily="18" charset="0"/>
              </a:rPr>
              <a:t>; </a:t>
            </a:r>
            <a:r>
              <a:rPr lang="en-US" altLang="zh-CN" sz="2400"/>
              <a:t>... </a:t>
            </a:r>
            <a:r>
              <a:rPr lang="en-US" altLang="zh-CN" sz="2400">
                <a:latin typeface="+mn-ea"/>
                <a:cs typeface="Times New Roman" panose="02020603050405020304" pitchFamily="18" charset="0"/>
              </a:rPr>
              <a:t>;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aseline="-25000"/>
              <a:t>1</a:t>
            </a:r>
            <a:r>
              <a:rPr lang="zh-CN" altLang="en-US" sz="2400"/>
              <a:t>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aseline="-25000"/>
              <a:t>2</a:t>
            </a:r>
            <a:r>
              <a:rPr lang="zh-CN" altLang="en-US" sz="2400"/>
              <a:t> ，</a:t>
            </a:r>
            <a:r>
              <a:rPr lang="en-US" altLang="zh-CN" sz="2400"/>
              <a:t>...</a:t>
            </a:r>
            <a:r>
              <a:rPr lang="zh-CN" altLang="en-US" sz="2400"/>
              <a:t>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  <a:r>
              <a:rPr lang="en-US" altLang="zh-CN" sz="1400" i="1" baseline="-50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/>
              <a:t>线性无关</a:t>
            </a:r>
            <a:r>
              <a:rPr lang="en-US" altLang="zh-CN" sz="2400"/>
              <a:t>.</a:t>
            </a:r>
            <a:endParaRPr lang="zh-CN" altLang="en-US" sz="2400"/>
          </a:p>
        </p:txBody>
      </p:sp>
      <p:sp>
        <p:nvSpPr>
          <p:cNvPr id="4" name="直角三角形 3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直角三角形 4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内容占位符 2"/>
          <p:cNvSpPr txBox="1"/>
          <p:nvPr/>
        </p:nvSpPr>
        <p:spPr>
          <a:xfrm>
            <a:off x="446856" y="476672"/>
            <a:ext cx="8229600" cy="136815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b="1"/>
              <a:t>例</a:t>
            </a:r>
            <a:r>
              <a:rPr lang="en-US" altLang="zh-CN" sz="2400" b="1"/>
              <a:t>8</a:t>
            </a:r>
            <a:r>
              <a:rPr lang="en-US" altLang="zh-CN" sz="2400"/>
              <a:t>   </a:t>
            </a:r>
            <a:r>
              <a:rPr lang="zh-CN" altLang="en-US" sz="2400"/>
              <a:t>设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1</a:t>
            </a:r>
            <a:r>
              <a:rPr lang="zh-CN" altLang="en-US" sz="2400"/>
              <a:t>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2</a:t>
            </a:r>
            <a:r>
              <a:rPr lang="zh-CN" altLang="en-US" sz="2400"/>
              <a:t>是方阵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的不同特征值对应的特征向量，证明：</a:t>
            </a:r>
            <a:r>
              <a:rPr lang="en-US" altLang="zh-CN" sz="2400"/>
              <a:t>2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1</a:t>
            </a:r>
            <a:r>
              <a:rPr lang="en-US" altLang="zh-CN" sz="2400"/>
              <a:t>+3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2</a:t>
            </a:r>
            <a:r>
              <a:rPr lang="zh-CN" altLang="en-US" sz="2400">
                <a:solidFill>
                  <a:srgbClr val="0000FF"/>
                </a:solidFill>
              </a:rPr>
              <a:t>不是</a:t>
            </a:r>
            <a:r>
              <a:rPr lang="zh-CN" altLang="en-US" sz="800">
                <a:solidFill>
                  <a:srgbClr val="0000FF"/>
                </a:solidFill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的特征向量</a:t>
            </a:r>
            <a:r>
              <a:rPr lang="en-US" altLang="zh-CN" sz="2400"/>
              <a:t>.</a:t>
            </a:r>
            <a:endParaRPr lang="zh-CN" altLang="en-US" sz="2400"/>
          </a:p>
        </p:txBody>
      </p:sp>
      <p:sp>
        <p:nvSpPr>
          <p:cNvPr id="16" name="内容占位符 2"/>
          <p:cNvSpPr txBox="1"/>
          <p:nvPr/>
        </p:nvSpPr>
        <p:spPr>
          <a:xfrm>
            <a:off x="467544" y="1851968"/>
            <a:ext cx="648072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/>
              <a:t>证</a:t>
            </a:r>
          </a:p>
        </p:txBody>
      </p:sp>
      <p:sp>
        <p:nvSpPr>
          <p:cNvPr id="17" name="内容占位符 2"/>
          <p:cNvSpPr txBox="1"/>
          <p:nvPr/>
        </p:nvSpPr>
        <p:spPr>
          <a:xfrm>
            <a:off x="1093100" y="1851968"/>
            <a:ext cx="7583355" cy="964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/>
              <a:t>设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1</a:t>
            </a:r>
            <a:r>
              <a:rPr lang="zh-CN" altLang="en-US" sz="2400"/>
              <a:t>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2</a:t>
            </a:r>
            <a:r>
              <a:rPr lang="zh-CN" altLang="en-US" sz="2400"/>
              <a:t>对应的特征值分别为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/>
              <a:t>1</a:t>
            </a:r>
            <a:r>
              <a:rPr lang="zh-CN" altLang="en-US" sz="2400"/>
              <a:t>，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/>
              <a:t>2</a:t>
            </a:r>
            <a:r>
              <a:rPr lang="en-US" altLang="zh-CN" sz="2400"/>
              <a:t>(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/>
              <a:t>1</a:t>
            </a:r>
            <a:r>
              <a:rPr lang="zh-CN" altLang="en-US" sz="2400"/>
              <a:t>≠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/>
              <a:t>2</a:t>
            </a:r>
            <a:r>
              <a:rPr lang="en-US" altLang="zh-CN" sz="2400"/>
              <a:t>)</a:t>
            </a:r>
            <a:r>
              <a:rPr lang="zh-CN" altLang="en-US" sz="2400"/>
              <a:t>，则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759075" y="2348732"/>
          <a:ext cx="299243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5" name="Equation" r:id="rId3" imgW="35052000" imgH="5486400" progId="Equation.DSMT4">
                  <p:embed/>
                </p:oleObj>
              </mc:Choice>
              <mc:Fallback>
                <p:oleObj name="Equation" r:id="rId3" imgW="35052000" imgH="5486400" progId="Equation.DSMT4">
                  <p:embed/>
                  <p:pic>
                    <p:nvPicPr>
                      <p:cNvPr id="0" name="图片 93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9075" y="2348732"/>
                        <a:ext cx="2992438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内容占位符 2"/>
          <p:cNvSpPr txBox="1"/>
          <p:nvPr/>
        </p:nvSpPr>
        <p:spPr>
          <a:xfrm>
            <a:off x="467544" y="2860080"/>
            <a:ext cx="7583355" cy="964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/>
              <a:t>假设</a:t>
            </a:r>
            <a:r>
              <a:rPr lang="en-US" altLang="zh-CN" sz="2400"/>
              <a:t>2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1</a:t>
            </a:r>
            <a:r>
              <a:rPr lang="en-US" altLang="zh-CN" sz="2400"/>
              <a:t>+3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2</a:t>
            </a:r>
            <a:r>
              <a:rPr lang="zh-CN" altLang="en-US" sz="2400"/>
              <a:t>是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的特征向量，对应的特征值为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/>
              <a:t>3</a:t>
            </a:r>
            <a:r>
              <a:rPr lang="zh-CN" altLang="en-US" sz="2400"/>
              <a:t>，则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336800" y="3393307"/>
          <a:ext cx="372110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6" name="Equation" r:id="rId5" imgW="43586400" imgH="5486400" progId="Equation.DSMT4">
                  <p:embed/>
                </p:oleObj>
              </mc:Choice>
              <mc:Fallback>
                <p:oleObj name="Equation" r:id="rId5" imgW="43586400" imgH="5486400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800" y="3393307"/>
                        <a:ext cx="3721100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内容占位符 2"/>
          <p:cNvSpPr txBox="1"/>
          <p:nvPr/>
        </p:nvSpPr>
        <p:spPr>
          <a:xfrm>
            <a:off x="467544" y="3896792"/>
            <a:ext cx="7583355" cy="964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/>
              <a:t>而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899592" y="3961632"/>
          <a:ext cx="5621337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7" name="Equation" r:id="rId7" imgW="65836800" imgH="5486400" progId="Equation.DSMT4">
                  <p:embed/>
                </p:oleObj>
              </mc:Choice>
              <mc:Fallback>
                <p:oleObj name="Equation" r:id="rId7" imgW="65836800" imgH="5486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3961632"/>
                        <a:ext cx="5621337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内容占位符 2"/>
          <p:cNvSpPr txBox="1"/>
          <p:nvPr/>
        </p:nvSpPr>
        <p:spPr>
          <a:xfrm>
            <a:off x="467544" y="4480520"/>
            <a:ext cx="7583355" cy="964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/>
              <a:t>因此</a:t>
            </a:r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1138932" y="4508599"/>
          <a:ext cx="37211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8" name="Equation" r:id="rId9" imgW="43586400" imgH="5486400" progId="Equation.DSMT4">
                  <p:embed/>
                </p:oleObj>
              </mc:Choice>
              <mc:Fallback>
                <p:oleObj name="Equation" r:id="rId9" imgW="43586400" imgH="5486400" progId="Equation.DSMT4">
                  <p:embed/>
                  <p:pic>
                    <p:nvPicPr>
                      <p:cNvPr id="0" name="图片 93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932" y="4508599"/>
                        <a:ext cx="372110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内容占位符 2"/>
          <p:cNvSpPr txBox="1"/>
          <p:nvPr/>
        </p:nvSpPr>
        <p:spPr>
          <a:xfrm>
            <a:off x="4644008" y="4552528"/>
            <a:ext cx="4392488" cy="964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/>
              <a:t>，即</a:t>
            </a:r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5285804" y="4544864"/>
          <a:ext cx="382270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9" name="Equation" r:id="rId11" imgW="44805600" imgH="5486400" progId="Equation.DSMT4">
                  <p:embed/>
                </p:oleObj>
              </mc:Choice>
              <mc:Fallback>
                <p:oleObj name="Equation" r:id="rId11" imgW="44805600" imgH="5486400" progId="Equation.DSMT4">
                  <p:embed/>
                  <p:pic>
                    <p:nvPicPr>
                      <p:cNvPr id="0" name="图片 93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5804" y="4544864"/>
                        <a:ext cx="3822700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内容占位符 2"/>
          <p:cNvSpPr txBox="1"/>
          <p:nvPr/>
        </p:nvSpPr>
        <p:spPr>
          <a:xfrm>
            <a:off x="467544" y="4969768"/>
            <a:ext cx="7583355" cy="964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/>
              <a:t>由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1</a:t>
            </a:r>
            <a:r>
              <a:rPr lang="zh-CN" altLang="en-US" sz="2400"/>
              <a:t>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2</a:t>
            </a:r>
            <a:r>
              <a:rPr lang="zh-CN" altLang="en-US" sz="2400"/>
              <a:t>线性无关得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347864" y="5048919"/>
          <a:ext cx="2808287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0" name="Equation" r:id="rId13" imgW="32918400" imgH="5486400" progId="Equation.DSMT4">
                  <p:embed/>
                </p:oleObj>
              </mc:Choice>
              <mc:Fallback>
                <p:oleObj name="Equation" r:id="rId13" imgW="32918400" imgH="5486400" progId="Equation.DSMT4">
                  <p:embed/>
                  <p:pic>
                    <p:nvPicPr>
                      <p:cNvPr id="0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5048919"/>
                        <a:ext cx="2808287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内容占位符 2"/>
          <p:cNvSpPr txBox="1"/>
          <p:nvPr/>
        </p:nvSpPr>
        <p:spPr>
          <a:xfrm>
            <a:off x="467545" y="5517232"/>
            <a:ext cx="2448272" cy="6046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/>
              <a:t>于是</a:t>
            </a:r>
          </a:p>
        </p:txBody>
      </p:sp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1187624" y="5553547"/>
          <a:ext cx="150812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1" name="Equation" r:id="rId15" imgW="17678400" imgH="5486400" progId="Equation.DSMT4">
                  <p:embed/>
                </p:oleObj>
              </mc:Choice>
              <mc:Fallback>
                <p:oleObj name="Equation" r:id="rId15" imgW="17678400" imgH="5486400" progId="Equation.DSMT4">
                  <p:embed/>
                  <p:pic>
                    <p:nvPicPr>
                      <p:cNvPr id="0" name="图片 93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5553547"/>
                        <a:ext cx="1508125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内容占位符 2"/>
          <p:cNvSpPr txBox="1"/>
          <p:nvPr/>
        </p:nvSpPr>
        <p:spPr>
          <a:xfrm>
            <a:off x="2533261" y="5545832"/>
            <a:ext cx="4559019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/>
              <a:t>，矛盾！</a:t>
            </a:r>
          </a:p>
        </p:txBody>
      </p:sp>
      <p:sp>
        <p:nvSpPr>
          <p:cNvPr id="37" name="内容占位符 2"/>
          <p:cNvSpPr txBox="1"/>
          <p:nvPr/>
        </p:nvSpPr>
        <p:spPr>
          <a:xfrm>
            <a:off x="467544" y="6049888"/>
            <a:ext cx="7583355" cy="620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/>
              <a:t>因此</a:t>
            </a:r>
            <a:r>
              <a:rPr lang="en-US" altLang="zh-CN" sz="2400"/>
              <a:t>2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1</a:t>
            </a:r>
            <a:r>
              <a:rPr lang="en-US" altLang="zh-CN" sz="2400"/>
              <a:t>+3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2</a:t>
            </a:r>
            <a:r>
              <a:rPr lang="zh-CN" altLang="en-US" sz="2400"/>
              <a:t>不是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的特征向量</a:t>
            </a:r>
            <a:r>
              <a:rPr lang="en-US" altLang="zh-CN" sz="2400"/>
              <a:t>.</a:t>
            </a:r>
            <a:endParaRPr lang="zh-CN" altLang="en-US" sz="2400"/>
          </a:p>
        </p:txBody>
      </p:sp>
      <p:sp>
        <p:nvSpPr>
          <p:cNvPr id="24" name="直角三角形 23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直角三角形 24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3" grpId="0"/>
      <p:bldP spid="28" grpId="0"/>
      <p:bldP spid="29" grpId="0"/>
      <p:bldP spid="31" grpId="0"/>
      <p:bldP spid="33" grpId="0"/>
      <p:bldP spid="34" grpId="0"/>
      <p:bldP spid="36" grpId="0"/>
      <p:bldP spid="3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内容占位符 2"/>
          <p:cNvSpPr txBox="1"/>
          <p:nvPr/>
        </p:nvSpPr>
        <p:spPr>
          <a:xfrm>
            <a:off x="446856" y="692696"/>
            <a:ext cx="8229600" cy="30243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b="1"/>
              <a:t>例</a:t>
            </a:r>
            <a:r>
              <a:rPr lang="en-US" altLang="zh-CN" sz="2400" b="1"/>
              <a:t>9</a:t>
            </a:r>
            <a:r>
              <a:rPr lang="en-US" altLang="zh-CN" sz="2400"/>
              <a:t>   </a:t>
            </a:r>
            <a:r>
              <a:rPr lang="zh-CN" altLang="en-US" sz="2400"/>
              <a:t>若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/>
              <a:t>1</a:t>
            </a:r>
            <a:r>
              <a:rPr lang="zh-CN" altLang="en-US" sz="2400"/>
              <a:t>，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/>
              <a:t>2</a:t>
            </a:r>
            <a:r>
              <a:rPr lang="zh-CN" altLang="en-US" sz="2400"/>
              <a:t> ，</a:t>
            </a:r>
            <a:r>
              <a:rPr lang="en-US" altLang="zh-CN" sz="2400"/>
              <a:t>...</a:t>
            </a:r>
            <a:r>
              <a:rPr lang="zh-CN" altLang="en-US" sz="2400"/>
              <a:t>，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/>
              <a:t>是方阵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的</a:t>
            </a:r>
            <a:r>
              <a:rPr lang="zh-CN" altLang="en-US" sz="2400" b="1">
                <a:solidFill>
                  <a:srgbClr val="0000FF"/>
                </a:solidFill>
              </a:rPr>
              <a:t>全部</a:t>
            </a:r>
            <a:r>
              <a:rPr lang="zh-CN" altLang="en-US" sz="2400"/>
              <a:t>不同特征值，特征值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zh-CN" altLang="en-US" sz="2400"/>
              <a:t>的特征向量的极大无关组为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aseline="-25000"/>
              <a:t>1</a:t>
            </a:r>
            <a:r>
              <a:rPr lang="zh-CN" altLang="en-US" sz="2400"/>
              <a:t>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aseline="-25000"/>
              <a:t>2</a:t>
            </a:r>
            <a:r>
              <a:rPr lang="zh-CN" altLang="en-US" sz="2400"/>
              <a:t> ，</a:t>
            </a:r>
            <a:r>
              <a:rPr lang="en-US" altLang="zh-CN" sz="2400"/>
              <a:t>...</a:t>
            </a:r>
            <a:r>
              <a:rPr lang="zh-CN" altLang="en-US" sz="2400"/>
              <a:t>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kr</a:t>
            </a:r>
            <a:r>
              <a:rPr lang="en-US" altLang="zh-CN" sz="1400" i="1" baseline="-50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/>
              <a:t>，则</a:t>
            </a:r>
            <a:endParaRPr lang="en-US" altLang="zh-CN" sz="2400"/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11</a:t>
            </a:r>
            <a:r>
              <a:rPr lang="zh-CN" altLang="en-US" sz="2400"/>
              <a:t>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/>
              <a:t>12</a:t>
            </a:r>
            <a:r>
              <a:rPr lang="zh-CN" altLang="en-US" sz="2400"/>
              <a:t> ，</a:t>
            </a:r>
            <a:r>
              <a:rPr lang="en-US" altLang="zh-CN" sz="2400"/>
              <a:t>...</a:t>
            </a:r>
            <a:r>
              <a:rPr lang="zh-CN" altLang="en-US" sz="2400"/>
              <a:t>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aseline="-25000">
                <a:latin typeface="+mn-ea"/>
                <a:cs typeface="Times New Roman" panose="02020603050405020304" pitchFamily="18" charset="0"/>
              </a:rPr>
              <a:t>1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1400" i="1" baseline="-5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latin typeface="+mn-ea"/>
                <a:cs typeface="Times New Roman" panose="02020603050405020304" pitchFamily="18" charset="0"/>
              </a:rPr>
              <a:t>; </a:t>
            </a:r>
            <a:r>
              <a:rPr lang="en-US" altLang="zh-CN" sz="2400"/>
              <a:t>... </a:t>
            </a:r>
            <a:r>
              <a:rPr lang="en-US" altLang="zh-CN" sz="2400">
                <a:latin typeface="+mn-ea"/>
                <a:cs typeface="Times New Roman" panose="02020603050405020304" pitchFamily="18" charset="0"/>
              </a:rPr>
              <a:t>;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aseline="-25000"/>
              <a:t>1</a:t>
            </a:r>
            <a:r>
              <a:rPr lang="zh-CN" altLang="en-US" sz="2400"/>
              <a:t>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aseline="-25000"/>
              <a:t>2</a:t>
            </a:r>
            <a:r>
              <a:rPr lang="zh-CN" altLang="en-US" sz="2400"/>
              <a:t> ，</a:t>
            </a:r>
            <a:r>
              <a:rPr lang="en-US" altLang="zh-CN" sz="2400"/>
              <a:t>...</a:t>
            </a:r>
            <a:r>
              <a:rPr lang="zh-CN" altLang="en-US" sz="2400"/>
              <a:t>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  <a:r>
              <a:rPr lang="en-US" altLang="zh-CN" sz="1400" i="1" baseline="-50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/>
              <a:t>为方阵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/>
              <a:t>的全部特征向量的极大无关组</a:t>
            </a:r>
            <a:r>
              <a:rPr lang="en-US" altLang="zh-CN" sz="2400"/>
              <a:t>.</a:t>
            </a:r>
            <a:endParaRPr lang="zh-CN" altLang="en-US" sz="2400"/>
          </a:p>
        </p:txBody>
      </p:sp>
      <p:sp>
        <p:nvSpPr>
          <p:cNvPr id="3" name="直角三角形 2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直角三角形 3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日期占位符 1">
            <a:extLst>
              <a:ext uri="{FF2B5EF4-FFF2-40B4-BE49-F238E27FC236}">
                <a16:creationId xmlns:a16="http://schemas.microsoft.com/office/drawing/2014/main" id="{609382E7-322D-48B4-BFED-969442825B6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D948081-C8B6-4EA0-9A70-4214A608B338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8438" name="页脚占位符 2">
            <a:extLst>
              <a:ext uri="{FF2B5EF4-FFF2-40B4-BE49-F238E27FC236}">
                <a16:creationId xmlns:a16="http://schemas.microsoft.com/office/drawing/2014/main" id="{A52A6FF2-AAAB-4D49-97F7-F71568159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18439" name="灯片编号占位符 3">
            <a:extLst>
              <a:ext uri="{FF2B5EF4-FFF2-40B4-BE49-F238E27FC236}">
                <a16:creationId xmlns:a16="http://schemas.microsoft.com/office/drawing/2014/main" id="{52E7A2D3-732C-4BD3-8F22-8CFB8A68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B103C52-6F62-4C16-BE59-C2F041BF18B1}" type="slidenum">
              <a:rPr lang="en-US" altLang="zh-CN"/>
              <a:pPr eaLnBrk="1" hangingPunct="1"/>
              <a:t>33</a:t>
            </a:fld>
            <a:endParaRPr lang="en-US" altLang="zh-CN"/>
          </a:p>
        </p:txBody>
      </p:sp>
      <p:sp>
        <p:nvSpPr>
          <p:cNvPr id="18440" name="Rectangle 56">
            <a:extLst>
              <a:ext uri="{FF2B5EF4-FFF2-40B4-BE49-F238E27FC236}">
                <a16:creationId xmlns:a16="http://schemas.microsoft.com/office/drawing/2014/main" id="{08FCFBF8-2F05-43D5-972D-B9587F8D8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19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1" name="Rectangle 57">
            <a:extLst>
              <a:ext uri="{FF2B5EF4-FFF2-40B4-BE49-F238E27FC236}">
                <a16:creationId xmlns:a16="http://schemas.microsoft.com/office/drawing/2014/main" id="{D83C66EF-E0DE-4B67-9BD0-B64A4017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549275"/>
            <a:ext cx="1487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一 填空题</a:t>
            </a:r>
          </a:p>
        </p:txBody>
      </p:sp>
      <p:graphicFrame>
        <p:nvGraphicFramePr>
          <p:cNvPr id="18434" name="Object 2">
            <a:extLst>
              <a:ext uri="{FF2B5EF4-FFF2-40B4-BE49-F238E27FC236}">
                <a16:creationId xmlns:a16="http://schemas.microsoft.com/office/drawing/2014/main" id="{4CD11EA3-353A-4557-8E8F-B1EAAF1B87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908050"/>
          <a:ext cx="1243013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5" name="Equation" r:id="rId3" imgW="838080" imgH="711000" progId="Equation.DSMT4">
                  <p:embed/>
                </p:oleObj>
              </mc:Choice>
              <mc:Fallback>
                <p:oleObj name="Equation" r:id="rId3" imgW="838080" imgH="711000" progId="Equation.DSMT4">
                  <p:embed/>
                  <p:pic>
                    <p:nvPicPr>
                      <p:cNvPr id="18434" name="Object 2">
                        <a:extLst>
                          <a:ext uri="{FF2B5EF4-FFF2-40B4-BE49-F238E27FC236}">
                            <a16:creationId xmlns:a16="http://schemas.microsoft.com/office/drawing/2014/main" id="{4CD11EA3-353A-4557-8E8F-B1EAAF1B87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908050"/>
                        <a:ext cx="1243013" cy="1062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3">
            <a:extLst>
              <a:ext uri="{FF2B5EF4-FFF2-40B4-BE49-F238E27FC236}">
                <a16:creationId xmlns:a16="http://schemas.microsoft.com/office/drawing/2014/main" id="{2A7261BF-7A2B-40C4-B411-6850539F05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836613"/>
          <a:ext cx="158432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6" name="Equation" r:id="rId5" imgW="990170" imgH="710891" progId="Equation.DSMT4">
                  <p:embed/>
                </p:oleObj>
              </mc:Choice>
              <mc:Fallback>
                <p:oleObj name="Equation" r:id="rId5" imgW="990170" imgH="710891" progId="Equation.DSMT4">
                  <p:embed/>
                  <p:pic>
                    <p:nvPicPr>
                      <p:cNvPr id="18435" name="Object 3">
                        <a:extLst>
                          <a:ext uri="{FF2B5EF4-FFF2-40B4-BE49-F238E27FC236}">
                            <a16:creationId xmlns:a16="http://schemas.microsoft.com/office/drawing/2014/main" id="{2A7261BF-7A2B-40C4-B411-6850539F05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836613"/>
                        <a:ext cx="1584325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2" name="Rectangle 60">
            <a:extLst>
              <a:ext uri="{FF2B5EF4-FFF2-40B4-BE49-F238E27FC236}">
                <a16:creationId xmlns:a16="http://schemas.microsoft.com/office/drawing/2014/main" id="{CDB97E13-BCFA-4EE2-B7B7-B8A3B2E9F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25538"/>
            <a:ext cx="1262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endParaRPr lang="en-US" altLang="zh-CN" sz="2400"/>
          </a:p>
        </p:txBody>
      </p:sp>
      <p:sp>
        <p:nvSpPr>
          <p:cNvPr id="18443" name="Rectangle 61">
            <a:extLst>
              <a:ext uri="{FF2B5EF4-FFF2-40B4-BE49-F238E27FC236}">
                <a16:creationId xmlns:a16="http://schemas.microsoft.com/office/drawing/2014/main" id="{BCCE4803-D346-4616-8FCF-377B19431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1052513"/>
            <a:ext cx="806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endParaRPr lang="en-US" altLang="zh-CN" sz="2400"/>
          </a:p>
        </p:txBody>
      </p:sp>
      <p:sp>
        <p:nvSpPr>
          <p:cNvPr id="18444" name="Rectangle 62">
            <a:extLst>
              <a:ext uri="{FF2B5EF4-FFF2-40B4-BE49-F238E27FC236}">
                <a16:creationId xmlns:a16="http://schemas.microsoft.com/office/drawing/2014/main" id="{DD861E64-5CA0-40CE-8576-2AB7717E6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989138"/>
            <a:ext cx="5081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=___________ , b = __________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/>
          </a:p>
        </p:txBody>
      </p:sp>
      <p:sp>
        <p:nvSpPr>
          <p:cNvPr id="18445" name="Rectangle 63">
            <a:extLst>
              <a:ext uri="{FF2B5EF4-FFF2-40B4-BE49-F238E27FC236}">
                <a16:creationId xmlns:a16="http://schemas.microsoft.com/office/drawing/2014/main" id="{2804A076-C38A-46A9-A7D1-1B447EFDC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1052513"/>
            <a:ext cx="2570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有相同的特征值 </a:t>
            </a:r>
            <a:r>
              <a:rPr lang="en-US" altLang="zh-CN" sz="2400"/>
              <a:t>, </a:t>
            </a:r>
          </a:p>
        </p:txBody>
      </p:sp>
      <p:sp>
        <p:nvSpPr>
          <p:cNvPr id="18446" name="Rectangle 65">
            <a:extLst>
              <a:ext uri="{FF2B5EF4-FFF2-40B4-BE49-F238E27FC236}">
                <a16:creationId xmlns:a16="http://schemas.microsoft.com/office/drawing/2014/main" id="{1891A1EB-F800-4B8D-B418-A754DD903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71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352" name="Object 4">
            <a:extLst>
              <a:ext uri="{FF2B5EF4-FFF2-40B4-BE49-F238E27FC236}">
                <a16:creationId xmlns:a16="http://schemas.microsoft.com/office/drawing/2014/main" id="{329B8288-E6A1-43E8-B8A2-A094461E02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2997200"/>
          <a:ext cx="8207375" cy="302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7" name="Equation" r:id="rId7" imgW="3022600" imgH="1117600" progId="Equation.DSMT4">
                  <p:embed/>
                </p:oleObj>
              </mc:Choice>
              <mc:Fallback>
                <p:oleObj name="Equation" r:id="rId7" imgW="3022600" imgH="1117600" progId="Equation.DSMT4">
                  <p:embed/>
                  <p:pic>
                    <p:nvPicPr>
                      <p:cNvPr id="12352" name="Object 4">
                        <a:extLst>
                          <a:ext uri="{FF2B5EF4-FFF2-40B4-BE49-F238E27FC236}">
                            <a16:creationId xmlns:a16="http://schemas.microsoft.com/office/drawing/2014/main" id="{329B8288-E6A1-43E8-B8A2-A094461E02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997200"/>
                        <a:ext cx="8207375" cy="302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3" name="日期占位符 1">
            <a:extLst>
              <a:ext uri="{FF2B5EF4-FFF2-40B4-BE49-F238E27FC236}">
                <a16:creationId xmlns:a16="http://schemas.microsoft.com/office/drawing/2014/main" id="{011EC9F7-F4B5-4CD5-AF66-5C520306B37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1DF1CB5-EFF3-4C23-B753-CC15F9111B21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9464" name="页脚占位符 2">
            <a:extLst>
              <a:ext uri="{FF2B5EF4-FFF2-40B4-BE49-F238E27FC236}">
                <a16:creationId xmlns:a16="http://schemas.microsoft.com/office/drawing/2014/main" id="{50F51961-BDB1-4FD3-85AE-6F4A401F8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19465" name="灯片编号占位符 3">
            <a:extLst>
              <a:ext uri="{FF2B5EF4-FFF2-40B4-BE49-F238E27FC236}">
                <a16:creationId xmlns:a16="http://schemas.microsoft.com/office/drawing/2014/main" id="{D201B764-1147-414D-9387-8EAF51322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FF6E136-7E43-4714-AD3A-9063C718B08E}" type="slidenum">
              <a:rPr lang="en-US" altLang="zh-CN"/>
              <a:pPr eaLnBrk="1" hangingPunct="1"/>
              <a:t>34</a:t>
            </a:fld>
            <a:endParaRPr lang="en-US" altLang="zh-CN"/>
          </a:p>
        </p:txBody>
      </p:sp>
      <p:graphicFrame>
        <p:nvGraphicFramePr>
          <p:cNvPr id="143385" name="Object 2">
            <a:extLst>
              <a:ext uri="{FF2B5EF4-FFF2-40B4-BE49-F238E27FC236}">
                <a16:creationId xmlns:a16="http://schemas.microsoft.com/office/drawing/2014/main" id="{F78433B8-BF53-486A-B987-E86FC60F64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2781300"/>
          <a:ext cx="6418262" cy="341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5" name="Equation" r:id="rId3" imgW="3276360" imgH="1752480" progId="Equation.DSMT4">
                  <p:embed/>
                </p:oleObj>
              </mc:Choice>
              <mc:Fallback>
                <p:oleObj name="Equation" r:id="rId3" imgW="3276360" imgH="1752480" progId="Equation.DSMT4">
                  <p:embed/>
                  <p:pic>
                    <p:nvPicPr>
                      <p:cNvPr id="143385" name="Object 2">
                        <a:extLst>
                          <a:ext uri="{FF2B5EF4-FFF2-40B4-BE49-F238E27FC236}">
                            <a16:creationId xmlns:a16="http://schemas.microsoft.com/office/drawing/2014/main" id="{F78433B8-BF53-486A-B987-E86FC60F64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781300"/>
                        <a:ext cx="6418262" cy="3414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3">
            <a:extLst>
              <a:ext uri="{FF2B5EF4-FFF2-40B4-BE49-F238E27FC236}">
                <a16:creationId xmlns:a16="http://schemas.microsoft.com/office/drawing/2014/main" id="{DEBA88F5-95DC-4B41-ACF2-BA5FE1F033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463" y="1268413"/>
          <a:ext cx="431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6" name="Equation" r:id="rId5" imgW="190417" imgH="190417" progId="Equation.DSMT4">
                  <p:embed/>
                </p:oleObj>
              </mc:Choice>
              <mc:Fallback>
                <p:oleObj name="Equation" r:id="rId5" imgW="190417" imgH="190417" progId="Equation.DSMT4">
                  <p:embed/>
                  <p:pic>
                    <p:nvPicPr>
                      <p:cNvPr id="19459" name="Object 3">
                        <a:extLst>
                          <a:ext uri="{FF2B5EF4-FFF2-40B4-BE49-F238E27FC236}">
                            <a16:creationId xmlns:a16="http://schemas.microsoft.com/office/drawing/2014/main" id="{DEBA88F5-95DC-4B41-ACF2-BA5FE1F033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1268413"/>
                        <a:ext cx="4318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>
            <a:extLst>
              <a:ext uri="{FF2B5EF4-FFF2-40B4-BE49-F238E27FC236}">
                <a16:creationId xmlns:a16="http://schemas.microsoft.com/office/drawing/2014/main" id="{06C7D2EF-E935-42F7-AC03-A98B5699DD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25" y="1125538"/>
          <a:ext cx="935038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7" name="Equation" r:id="rId7" imgW="457200" imgH="393700" progId="Equation.DSMT4">
                  <p:embed/>
                </p:oleObj>
              </mc:Choice>
              <mc:Fallback>
                <p:oleObj name="Equation" r:id="rId7" imgW="457200" imgH="393700" progId="Equation.DSMT4">
                  <p:embed/>
                  <p:pic>
                    <p:nvPicPr>
                      <p:cNvPr id="19460" name="Object 4">
                        <a:extLst>
                          <a:ext uri="{FF2B5EF4-FFF2-40B4-BE49-F238E27FC236}">
                            <a16:creationId xmlns:a16="http://schemas.microsoft.com/office/drawing/2014/main" id="{06C7D2EF-E935-42F7-AC03-A98B5699DD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1125538"/>
                        <a:ext cx="935038" cy="798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5">
            <a:extLst>
              <a:ext uri="{FF2B5EF4-FFF2-40B4-BE49-F238E27FC236}">
                <a16:creationId xmlns:a16="http://schemas.microsoft.com/office/drawing/2014/main" id="{699705F4-C94A-496E-8122-3FD8020D6A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1844675"/>
          <a:ext cx="1944688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8" name="Equation" r:id="rId9" imgW="863225" imgH="330057" progId="Equation.DSMT4">
                  <p:embed/>
                </p:oleObj>
              </mc:Choice>
              <mc:Fallback>
                <p:oleObj name="Equation" r:id="rId9" imgW="863225" imgH="330057" progId="Equation.DSMT4">
                  <p:embed/>
                  <p:pic>
                    <p:nvPicPr>
                      <p:cNvPr id="19461" name="Object 5">
                        <a:extLst>
                          <a:ext uri="{FF2B5EF4-FFF2-40B4-BE49-F238E27FC236}">
                            <a16:creationId xmlns:a16="http://schemas.microsoft.com/office/drawing/2014/main" id="{699705F4-C94A-496E-8122-3FD8020D6A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844675"/>
                        <a:ext cx="1944688" cy="649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6" name="Rectangle 29">
            <a:extLst>
              <a:ext uri="{FF2B5EF4-FFF2-40B4-BE49-F238E27FC236}">
                <a16:creationId xmlns:a16="http://schemas.microsoft.com/office/drawing/2014/main" id="{FDDE1853-756D-4E86-A10C-7C83C10A9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268413"/>
            <a:ext cx="4637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、设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阶方阵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的转置伴随矩阵为</a:t>
            </a:r>
            <a:endParaRPr lang="zh-CN" altLang="en-US" sz="2400"/>
          </a:p>
        </p:txBody>
      </p:sp>
      <p:sp>
        <p:nvSpPr>
          <p:cNvPr id="19467" name="Rectangle 30">
            <a:extLst>
              <a:ext uri="{FF2B5EF4-FFF2-40B4-BE49-F238E27FC236}">
                <a16:creationId xmlns:a16="http://schemas.microsoft.com/office/drawing/2014/main" id="{57205D3C-87A7-4750-B42B-BB3972748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12684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endParaRPr lang="zh-CN" altLang="en-US" sz="2400"/>
          </a:p>
        </p:txBody>
      </p:sp>
      <p:sp>
        <p:nvSpPr>
          <p:cNvPr id="19468" name="Rectangle 31">
            <a:extLst>
              <a:ext uri="{FF2B5EF4-FFF2-40B4-BE49-F238E27FC236}">
                <a16:creationId xmlns:a16="http://schemas.microsoft.com/office/drawing/2014/main" id="{DB5A7611-E592-4388-AB43-8A63250AB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1341438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endParaRPr lang="zh-CN" altLang="en-US" sz="2400"/>
          </a:p>
        </p:txBody>
      </p:sp>
      <p:sp>
        <p:nvSpPr>
          <p:cNvPr id="19469" name="Rectangle 32">
            <a:extLst>
              <a:ext uri="{FF2B5EF4-FFF2-40B4-BE49-F238E27FC236}">
                <a16:creationId xmlns:a16="http://schemas.microsoft.com/office/drawing/2014/main" id="{B32120F7-1DCA-4113-9300-C0A84D4AD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1916113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zh-CN" altLang="en-US" sz="2400" u="sng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200" u="sng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en-US"/>
          </a:p>
        </p:txBody>
      </p:sp>
      <p:sp>
        <p:nvSpPr>
          <p:cNvPr id="19470" name="Rectangle 34">
            <a:extLst>
              <a:ext uri="{FF2B5EF4-FFF2-40B4-BE49-F238E27FC236}">
                <a16:creationId xmlns:a16="http://schemas.microsoft.com/office/drawing/2014/main" id="{24F66847-EA87-4C77-88D2-6614D4ECF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9462" name="Object 6">
            <a:extLst>
              <a:ext uri="{FF2B5EF4-FFF2-40B4-BE49-F238E27FC236}">
                <a16:creationId xmlns:a16="http://schemas.microsoft.com/office/drawing/2014/main" id="{C70AC36C-67FE-408E-AABD-37C27A7784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1844675"/>
          <a:ext cx="6762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9" name="Equation" r:id="rId11" imgW="330057" imgH="393529" progId="Equation.DSMT4">
                  <p:embed/>
                </p:oleObj>
              </mc:Choice>
              <mc:Fallback>
                <p:oleObj name="Equation" r:id="rId11" imgW="330057" imgH="393529" progId="Equation.DSMT4">
                  <p:embed/>
                  <p:pic>
                    <p:nvPicPr>
                      <p:cNvPr id="19462" name="Object 6">
                        <a:extLst>
                          <a:ext uri="{FF2B5EF4-FFF2-40B4-BE49-F238E27FC236}">
                            <a16:creationId xmlns:a16="http://schemas.microsoft.com/office/drawing/2014/main" id="{C70AC36C-67FE-408E-AABD-37C27A7784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1844675"/>
                        <a:ext cx="676275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1" name="日期占位符 1">
            <a:extLst>
              <a:ext uri="{FF2B5EF4-FFF2-40B4-BE49-F238E27FC236}">
                <a16:creationId xmlns:a16="http://schemas.microsoft.com/office/drawing/2014/main" id="{21CB4D1A-20F1-4431-9B74-09C34565576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706ED24-F07F-45F7-828F-5663EC3552A2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0492" name="页脚占位符 2">
            <a:extLst>
              <a:ext uri="{FF2B5EF4-FFF2-40B4-BE49-F238E27FC236}">
                <a16:creationId xmlns:a16="http://schemas.microsoft.com/office/drawing/2014/main" id="{ECF49D2D-5726-4C54-A2B6-428BF932C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20493" name="灯片编号占位符 3">
            <a:extLst>
              <a:ext uri="{FF2B5EF4-FFF2-40B4-BE49-F238E27FC236}">
                <a16:creationId xmlns:a16="http://schemas.microsoft.com/office/drawing/2014/main" id="{51617948-A83E-4FA1-9D3A-19F867C52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DEB45BE-053E-4C7A-99F3-655D39D77D1E}" type="slidenum">
              <a:rPr lang="en-US" altLang="zh-CN"/>
              <a:pPr eaLnBrk="1" hangingPunct="1"/>
              <a:t>35</a:t>
            </a:fld>
            <a:endParaRPr lang="en-US" altLang="zh-CN"/>
          </a:p>
        </p:txBody>
      </p:sp>
      <p:sp>
        <p:nvSpPr>
          <p:cNvPr id="20494" name="Rectangle 2">
            <a:extLst>
              <a:ext uri="{FF2B5EF4-FFF2-40B4-BE49-F238E27FC236}">
                <a16:creationId xmlns:a16="http://schemas.microsoft.com/office/drawing/2014/main" id="{E71E7394-4B61-48EB-A54E-9CACE1A92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41449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》2005</a:t>
            </a:r>
            <a:r>
              <a:rPr lang="zh-CN" altLang="en-US" b="1"/>
              <a:t>学年第一学期，试卷</a:t>
            </a:r>
          </a:p>
        </p:txBody>
      </p:sp>
      <p:sp>
        <p:nvSpPr>
          <p:cNvPr id="20495" name="Rectangle 4">
            <a:extLst>
              <a:ext uri="{FF2B5EF4-FFF2-40B4-BE49-F238E27FC236}">
                <a16:creationId xmlns:a16="http://schemas.microsoft.com/office/drawing/2014/main" id="{546F8952-CC70-4CD2-A8E9-64EF4A61E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71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496" name="Rectangle 5">
            <a:extLst>
              <a:ext uri="{FF2B5EF4-FFF2-40B4-BE49-F238E27FC236}">
                <a16:creationId xmlns:a16="http://schemas.microsoft.com/office/drawing/2014/main" id="{D5999A12-ADB8-4C85-93EB-5C160DF12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38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497" name="Rectangle 20">
            <a:extLst>
              <a:ext uri="{FF2B5EF4-FFF2-40B4-BE49-F238E27FC236}">
                <a16:creationId xmlns:a16="http://schemas.microsoft.com/office/drawing/2014/main" id="{60AE5CD3-D6CD-4E5D-A52B-8A9711878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49275"/>
            <a:ext cx="1716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二、单选题</a:t>
            </a:r>
          </a:p>
        </p:txBody>
      </p:sp>
      <p:graphicFrame>
        <p:nvGraphicFramePr>
          <p:cNvPr id="20482" name="Object 28">
            <a:extLst>
              <a:ext uri="{FF2B5EF4-FFF2-40B4-BE49-F238E27FC236}">
                <a16:creationId xmlns:a16="http://schemas.microsoft.com/office/drawing/2014/main" id="{BBA048D9-61D6-4A9C-A200-558056F0D4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1125538"/>
          <a:ext cx="339725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1" name="Equation" r:id="rId3" imgW="152268" imgH="164957" progId="Equation.DSMT4">
                  <p:embed/>
                </p:oleObj>
              </mc:Choice>
              <mc:Fallback>
                <p:oleObj name="Equation" r:id="rId3" imgW="152268" imgH="164957" progId="Equation.DSMT4">
                  <p:embed/>
                  <p:pic>
                    <p:nvPicPr>
                      <p:cNvPr id="20482" name="Object 28">
                        <a:extLst>
                          <a:ext uri="{FF2B5EF4-FFF2-40B4-BE49-F238E27FC236}">
                            <a16:creationId xmlns:a16="http://schemas.microsoft.com/office/drawing/2014/main" id="{BBA048D9-61D6-4A9C-A200-558056F0D4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125538"/>
                        <a:ext cx="339725" cy="360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27">
            <a:extLst>
              <a:ext uri="{FF2B5EF4-FFF2-40B4-BE49-F238E27FC236}">
                <a16:creationId xmlns:a16="http://schemas.microsoft.com/office/drawing/2014/main" id="{C5B5FF3A-7B8F-4C99-89BC-28D96F7C1C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1125538"/>
          <a:ext cx="312738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2" name="Equation" r:id="rId5" imgW="126835" imgH="139518" progId="Equation.DSMT4">
                  <p:embed/>
                </p:oleObj>
              </mc:Choice>
              <mc:Fallback>
                <p:oleObj name="Equation" r:id="rId5" imgW="126835" imgH="139518" progId="Equation.DSMT4">
                  <p:embed/>
                  <p:pic>
                    <p:nvPicPr>
                      <p:cNvPr id="20483" name="Object 27">
                        <a:extLst>
                          <a:ext uri="{FF2B5EF4-FFF2-40B4-BE49-F238E27FC236}">
                            <a16:creationId xmlns:a16="http://schemas.microsoft.com/office/drawing/2014/main" id="{C5B5FF3A-7B8F-4C99-89BC-28D96F7C1C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125538"/>
                        <a:ext cx="312738" cy="360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26">
            <a:extLst>
              <a:ext uri="{FF2B5EF4-FFF2-40B4-BE49-F238E27FC236}">
                <a16:creationId xmlns:a16="http://schemas.microsoft.com/office/drawing/2014/main" id="{607E2414-CF57-483A-AE16-81130DC6CC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95750" y="1009650"/>
          <a:ext cx="1169988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3" name="Equation" r:id="rId7" imgW="507960" imgH="228600" progId="Equation.DSMT4">
                  <p:embed/>
                </p:oleObj>
              </mc:Choice>
              <mc:Fallback>
                <p:oleObj name="Equation" r:id="rId7" imgW="507960" imgH="228600" progId="Equation.DSMT4">
                  <p:embed/>
                  <p:pic>
                    <p:nvPicPr>
                      <p:cNvPr id="20484" name="Object 26">
                        <a:extLst>
                          <a:ext uri="{FF2B5EF4-FFF2-40B4-BE49-F238E27FC236}">
                            <a16:creationId xmlns:a16="http://schemas.microsoft.com/office/drawing/2014/main" id="{607E2414-CF57-483A-AE16-81130DC6CC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5750" y="1009650"/>
                        <a:ext cx="1169988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25">
            <a:extLst>
              <a:ext uri="{FF2B5EF4-FFF2-40B4-BE49-F238E27FC236}">
                <a16:creationId xmlns:a16="http://schemas.microsoft.com/office/drawing/2014/main" id="{2B8488D7-5E1B-43AD-8D06-23F6495596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1700213"/>
          <a:ext cx="339725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4" name="Equation" r:id="rId9" imgW="152268" imgH="164957" progId="Equation.DSMT4">
                  <p:embed/>
                </p:oleObj>
              </mc:Choice>
              <mc:Fallback>
                <p:oleObj name="Equation" r:id="rId9" imgW="152268" imgH="164957" progId="Equation.DSMT4">
                  <p:embed/>
                  <p:pic>
                    <p:nvPicPr>
                      <p:cNvPr id="20485" name="Object 25">
                        <a:extLst>
                          <a:ext uri="{FF2B5EF4-FFF2-40B4-BE49-F238E27FC236}">
                            <a16:creationId xmlns:a16="http://schemas.microsoft.com/office/drawing/2014/main" id="{2B8488D7-5E1B-43AD-8D06-23F6495596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700213"/>
                        <a:ext cx="339725" cy="360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24">
            <a:extLst>
              <a:ext uri="{FF2B5EF4-FFF2-40B4-BE49-F238E27FC236}">
                <a16:creationId xmlns:a16="http://schemas.microsoft.com/office/drawing/2014/main" id="{C64C84FE-9FBE-45C8-A98A-9D694C0CDD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1700213"/>
          <a:ext cx="158432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5" name="Equation" r:id="rId11" imgW="787058" imgH="203112" progId="Equation.DSMT4">
                  <p:embed/>
                </p:oleObj>
              </mc:Choice>
              <mc:Fallback>
                <p:oleObj name="Equation" r:id="rId11" imgW="787058" imgH="203112" progId="Equation.DSMT4">
                  <p:embed/>
                  <p:pic>
                    <p:nvPicPr>
                      <p:cNvPr id="20486" name="Object 24">
                        <a:extLst>
                          <a:ext uri="{FF2B5EF4-FFF2-40B4-BE49-F238E27FC236}">
                            <a16:creationId xmlns:a16="http://schemas.microsoft.com/office/drawing/2014/main" id="{C64C84FE-9FBE-45C8-A98A-9D694C0CDD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1700213"/>
                        <a:ext cx="1584325" cy="401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23">
            <a:extLst>
              <a:ext uri="{FF2B5EF4-FFF2-40B4-BE49-F238E27FC236}">
                <a16:creationId xmlns:a16="http://schemas.microsoft.com/office/drawing/2014/main" id="{61A7F9F2-247B-4CE5-85E0-D4303DDF3C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2349500"/>
          <a:ext cx="33972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6" name="Equation" r:id="rId13" imgW="152268" imgH="164957" progId="Equation.DSMT4">
                  <p:embed/>
                </p:oleObj>
              </mc:Choice>
              <mc:Fallback>
                <p:oleObj name="Equation" r:id="rId13" imgW="152268" imgH="164957" progId="Equation.DSMT4">
                  <p:embed/>
                  <p:pic>
                    <p:nvPicPr>
                      <p:cNvPr id="20487" name="Object 23">
                        <a:extLst>
                          <a:ext uri="{FF2B5EF4-FFF2-40B4-BE49-F238E27FC236}">
                            <a16:creationId xmlns:a16="http://schemas.microsoft.com/office/drawing/2014/main" id="{61A7F9F2-247B-4CE5-85E0-D4303DDF3C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349500"/>
                        <a:ext cx="339725" cy="360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22">
            <a:extLst>
              <a:ext uri="{FF2B5EF4-FFF2-40B4-BE49-F238E27FC236}">
                <a16:creationId xmlns:a16="http://schemas.microsoft.com/office/drawing/2014/main" id="{382CB531-BE42-4A68-9524-87BC9C840E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2276475"/>
          <a:ext cx="91122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7" name="Equation" r:id="rId14" imgW="482400" imgH="203040" progId="Equation.DSMT4">
                  <p:embed/>
                </p:oleObj>
              </mc:Choice>
              <mc:Fallback>
                <p:oleObj name="Equation" r:id="rId14" imgW="482400" imgH="203040" progId="Equation.DSMT4">
                  <p:embed/>
                  <p:pic>
                    <p:nvPicPr>
                      <p:cNvPr id="20488" name="Object 22">
                        <a:extLst>
                          <a:ext uri="{FF2B5EF4-FFF2-40B4-BE49-F238E27FC236}">
                            <a16:creationId xmlns:a16="http://schemas.microsoft.com/office/drawing/2014/main" id="{382CB531-BE42-4A68-9524-87BC9C840E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276475"/>
                        <a:ext cx="911225" cy="384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9" name="Object 21">
            <a:extLst>
              <a:ext uri="{FF2B5EF4-FFF2-40B4-BE49-F238E27FC236}">
                <a16:creationId xmlns:a16="http://schemas.microsoft.com/office/drawing/2014/main" id="{4BC43187-7898-44FB-8DEF-5C935B20DF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2349500"/>
          <a:ext cx="338137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8" name="Equation" r:id="rId16" imgW="152268" imgH="164957" progId="Equation.DSMT4">
                  <p:embed/>
                </p:oleObj>
              </mc:Choice>
              <mc:Fallback>
                <p:oleObj name="Equation" r:id="rId16" imgW="152268" imgH="164957" progId="Equation.DSMT4">
                  <p:embed/>
                  <p:pic>
                    <p:nvPicPr>
                      <p:cNvPr id="20489" name="Object 21">
                        <a:extLst>
                          <a:ext uri="{FF2B5EF4-FFF2-40B4-BE49-F238E27FC236}">
                            <a16:creationId xmlns:a16="http://schemas.microsoft.com/office/drawing/2014/main" id="{4BC43187-7898-44FB-8DEF-5C935B20DF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2349500"/>
                        <a:ext cx="338137" cy="358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8" name="Rectangle 29">
            <a:extLst>
              <a:ext uri="{FF2B5EF4-FFF2-40B4-BE49-F238E27FC236}">
                <a16:creationId xmlns:a16="http://schemas.microsoft.com/office/drawing/2014/main" id="{A9904473-1705-46B6-AD90-FE25C9C08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052513"/>
            <a:ext cx="94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3. </a:t>
            </a:r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设</a:t>
            </a:r>
            <a:endParaRPr lang="zh-CN" altLang="en-US" sz="2400"/>
          </a:p>
        </p:txBody>
      </p:sp>
      <p:sp>
        <p:nvSpPr>
          <p:cNvPr id="20499" name="Rectangle 30">
            <a:extLst>
              <a:ext uri="{FF2B5EF4-FFF2-40B4-BE49-F238E27FC236}">
                <a16:creationId xmlns:a16="http://schemas.microsoft.com/office/drawing/2014/main" id="{FA6AFE4F-4AD3-4433-951A-4EF598539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0525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是</a:t>
            </a:r>
            <a:endParaRPr lang="zh-CN" altLang="en-US" sz="2400"/>
          </a:p>
        </p:txBody>
      </p:sp>
      <p:sp>
        <p:nvSpPr>
          <p:cNvPr id="20500" name="Rectangle 31">
            <a:extLst>
              <a:ext uri="{FF2B5EF4-FFF2-40B4-BE49-F238E27FC236}">
                <a16:creationId xmlns:a16="http://schemas.microsoft.com/office/drawing/2014/main" id="{C7EADA66-E463-4634-9C6E-7AFE80F59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1052513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阶方阵，满足</a:t>
            </a:r>
            <a:endParaRPr lang="zh-CN" altLang="en-US" sz="2400"/>
          </a:p>
        </p:txBody>
      </p:sp>
      <p:sp>
        <p:nvSpPr>
          <p:cNvPr id="20501" name="Rectangle 32">
            <a:extLst>
              <a:ext uri="{FF2B5EF4-FFF2-40B4-BE49-F238E27FC236}">
                <a16:creationId xmlns:a16="http://schemas.microsoft.com/office/drawing/2014/main" id="{3C148471-23F1-4305-BFBB-014BF2645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628775"/>
            <a:ext cx="125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304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2400"/>
          </a:p>
        </p:txBody>
      </p:sp>
      <p:sp>
        <p:nvSpPr>
          <p:cNvPr id="20502" name="Rectangle 33">
            <a:extLst>
              <a:ext uri="{FF2B5EF4-FFF2-40B4-BE49-F238E27FC236}">
                <a16:creationId xmlns:a16="http://schemas.microsoft.com/office/drawing/2014/main" id="{3B1B8E62-DC12-4BE0-9A1D-B9CB3A1A1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628775"/>
            <a:ext cx="125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2400"/>
          </a:p>
        </p:txBody>
      </p:sp>
      <p:sp>
        <p:nvSpPr>
          <p:cNvPr id="20503" name="Rectangle 34">
            <a:extLst>
              <a:ext uri="{FF2B5EF4-FFF2-40B4-BE49-F238E27FC236}">
                <a16:creationId xmlns:a16="http://schemas.microsoft.com/office/drawing/2014/main" id="{9C429848-0BC6-4A8C-AFC1-5B178523D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76475"/>
            <a:ext cx="125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304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2400"/>
          </a:p>
        </p:txBody>
      </p:sp>
      <p:sp>
        <p:nvSpPr>
          <p:cNvPr id="20504" name="Rectangle 35">
            <a:extLst>
              <a:ext uri="{FF2B5EF4-FFF2-40B4-BE49-F238E27FC236}">
                <a16:creationId xmlns:a16="http://schemas.microsoft.com/office/drawing/2014/main" id="{13D8B41D-3A8B-41C4-9999-7069C6D16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2276475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的伴随矩阵</a:t>
            </a:r>
            <a:endParaRPr lang="zh-CN" altLang="en-US" sz="2400"/>
          </a:p>
        </p:txBody>
      </p:sp>
      <p:sp>
        <p:nvSpPr>
          <p:cNvPr id="20505" name="Rectangle 36">
            <a:extLst>
              <a:ext uri="{FF2B5EF4-FFF2-40B4-BE49-F238E27FC236}">
                <a16:creationId xmlns:a16="http://schemas.microsoft.com/office/drawing/2014/main" id="{1A5C1E8D-61DB-4828-AE84-A3E6BB1B0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2276475"/>
            <a:ext cx="1479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2400"/>
          </a:p>
        </p:txBody>
      </p:sp>
      <p:sp>
        <p:nvSpPr>
          <p:cNvPr id="12314" name="Rectangle 37">
            <a:extLst>
              <a:ext uri="{FF2B5EF4-FFF2-40B4-BE49-F238E27FC236}">
                <a16:creationId xmlns:a16="http://schemas.microsoft.com/office/drawing/2014/main" id="{43C25BFF-86D4-4820-878B-234480EFC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781300"/>
            <a:ext cx="1504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答案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altLang="zh-CN" sz="2400"/>
          </a:p>
        </p:txBody>
      </p:sp>
      <p:sp>
        <p:nvSpPr>
          <p:cNvPr id="20507" name="Rectangle 38">
            <a:extLst>
              <a:ext uri="{FF2B5EF4-FFF2-40B4-BE49-F238E27FC236}">
                <a16:creationId xmlns:a16="http://schemas.microsoft.com/office/drawing/2014/main" id="{2303AFDF-E639-48E4-AC7F-71A432C38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979488"/>
            <a:ext cx="1771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则（        ）</a:t>
            </a:r>
          </a:p>
        </p:txBody>
      </p:sp>
      <p:sp>
        <p:nvSpPr>
          <p:cNvPr id="20508" name="Rectangle 39">
            <a:extLst>
              <a:ext uri="{FF2B5EF4-FFF2-40B4-BE49-F238E27FC236}">
                <a16:creationId xmlns:a16="http://schemas.microsoft.com/office/drawing/2014/main" id="{08E3883C-FCE0-4FC2-BD3A-50B14F461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628775"/>
            <a:ext cx="1962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的行列式为</a:t>
            </a:r>
            <a:r>
              <a:rPr lang="en-US" altLang="zh-CN" sz="2400"/>
              <a:t>1.</a:t>
            </a:r>
          </a:p>
        </p:txBody>
      </p:sp>
      <p:sp>
        <p:nvSpPr>
          <p:cNvPr id="20509" name="Rectangle 40">
            <a:extLst>
              <a:ext uri="{FF2B5EF4-FFF2-40B4-BE49-F238E27FC236}">
                <a16:creationId xmlns:a16="http://schemas.microsoft.com/office/drawing/2014/main" id="{3A2808DE-C360-4507-8EAD-550C6A637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1628775"/>
            <a:ext cx="1792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不同时可逆</a:t>
            </a:r>
            <a:r>
              <a:rPr lang="en-US" altLang="zh-CN" sz="2400"/>
              <a:t>.</a:t>
            </a:r>
          </a:p>
        </p:txBody>
      </p:sp>
      <p:sp>
        <p:nvSpPr>
          <p:cNvPr id="20510" name="Rectangle 41">
            <a:extLst>
              <a:ext uri="{FF2B5EF4-FFF2-40B4-BE49-F238E27FC236}">
                <a16:creationId xmlns:a16="http://schemas.microsoft.com/office/drawing/2014/main" id="{4B4A3239-D90A-4550-9C77-0146485C0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2349500"/>
            <a:ext cx="2266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的特征值全是</a:t>
            </a:r>
            <a:r>
              <a:rPr lang="en-US" altLang="zh-CN" sz="2400"/>
              <a:t>1.</a:t>
            </a:r>
          </a:p>
        </p:txBody>
      </p:sp>
      <p:sp>
        <p:nvSpPr>
          <p:cNvPr id="20511" name="Rectangle 43">
            <a:extLst>
              <a:ext uri="{FF2B5EF4-FFF2-40B4-BE49-F238E27FC236}">
                <a16:creationId xmlns:a16="http://schemas.microsoft.com/office/drawing/2014/main" id="{AD879677-3B64-4C6A-BAF3-5036F29C3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8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298" name="Object 42">
            <a:extLst>
              <a:ext uri="{FF2B5EF4-FFF2-40B4-BE49-F238E27FC236}">
                <a16:creationId xmlns:a16="http://schemas.microsoft.com/office/drawing/2014/main" id="{81006B1A-0201-40D8-819A-5CD431E65C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3500438"/>
          <a:ext cx="8207375" cy="2627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9" name="Equation" r:id="rId17" imgW="3174840" imgH="1015920" progId="Equation.DSMT4">
                  <p:embed/>
                </p:oleObj>
              </mc:Choice>
              <mc:Fallback>
                <p:oleObj name="Equation" r:id="rId17" imgW="3174840" imgH="1015920" progId="Equation.DSMT4">
                  <p:embed/>
                  <p:pic>
                    <p:nvPicPr>
                      <p:cNvPr id="12298" name="Object 42">
                        <a:extLst>
                          <a:ext uri="{FF2B5EF4-FFF2-40B4-BE49-F238E27FC236}">
                            <a16:creationId xmlns:a16="http://schemas.microsoft.com/office/drawing/2014/main" id="{81006B1A-0201-40D8-819A-5CD431E65C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500438"/>
                        <a:ext cx="8207375" cy="2627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5" name="日期占位符 1">
            <a:extLst>
              <a:ext uri="{FF2B5EF4-FFF2-40B4-BE49-F238E27FC236}">
                <a16:creationId xmlns:a16="http://schemas.microsoft.com/office/drawing/2014/main" id="{65C5A2D9-EAED-480B-8223-B3C1BF5A88B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402A19F-4EC9-4155-816D-FB314F9E8AD4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1516" name="页脚占位符 2">
            <a:extLst>
              <a:ext uri="{FF2B5EF4-FFF2-40B4-BE49-F238E27FC236}">
                <a16:creationId xmlns:a16="http://schemas.microsoft.com/office/drawing/2014/main" id="{A09CD97E-59E8-4CAB-92BB-56F6C40F0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21517" name="灯片编号占位符 3">
            <a:extLst>
              <a:ext uri="{FF2B5EF4-FFF2-40B4-BE49-F238E27FC236}">
                <a16:creationId xmlns:a16="http://schemas.microsoft.com/office/drawing/2014/main" id="{FBB9D80C-417D-4E33-960C-6A189FD75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32270B0-7902-46D6-806F-02FA39567733}" type="slidenum">
              <a:rPr lang="en-US" altLang="zh-CN"/>
              <a:pPr eaLnBrk="1" hangingPunct="1"/>
              <a:t>36</a:t>
            </a:fld>
            <a:endParaRPr lang="en-US" altLang="zh-CN"/>
          </a:p>
        </p:txBody>
      </p:sp>
      <p:sp>
        <p:nvSpPr>
          <p:cNvPr id="21518" name="Rectangle 2">
            <a:extLst>
              <a:ext uri="{FF2B5EF4-FFF2-40B4-BE49-F238E27FC236}">
                <a16:creationId xmlns:a16="http://schemas.microsoft.com/office/drawing/2014/main" id="{CE427249-B74F-4856-A24D-8827476F2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41449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》2007</a:t>
            </a:r>
            <a:r>
              <a:rPr lang="zh-CN" altLang="en-US" b="1"/>
              <a:t>学年第二学期，试卷</a:t>
            </a:r>
          </a:p>
        </p:txBody>
      </p:sp>
      <p:sp>
        <p:nvSpPr>
          <p:cNvPr id="21519" name="Rectangle 3">
            <a:extLst>
              <a:ext uri="{FF2B5EF4-FFF2-40B4-BE49-F238E27FC236}">
                <a16:creationId xmlns:a16="http://schemas.microsoft.com/office/drawing/2014/main" id="{2B5A3067-426F-46ED-B0E7-7D9DD5B83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38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20" name="Rectangle 15">
            <a:extLst>
              <a:ext uri="{FF2B5EF4-FFF2-40B4-BE49-F238E27FC236}">
                <a16:creationId xmlns:a16="http://schemas.microsoft.com/office/drawing/2014/main" id="{41C49936-AC42-4E8D-9386-DD53E7128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21" name="Rectangle 37">
            <a:extLst>
              <a:ext uri="{FF2B5EF4-FFF2-40B4-BE49-F238E27FC236}">
                <a16:creationId xmlns:a16="http://schemas.microsoft.com/office/drawing/2014/main" id="{832F7635-339E-45CA-BBAD-B77CB5CC1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9275"/>
            <a:ext cx="170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一</a:t>
            </a:r>
            <a:r>
              <a:rPr lang="en-US" altLang="zh-CN" sz="2400"/>
              <a:t>﹑</a:t>
            </a:r>
            <a:r>
              <a:rPr lang="zh-CN" altLang="en-US" sz="2400"/>
              <a:t>选择题</a:t>
            </a:r>
          </a:p>
        </p:txBody>
      </p:sp>
      <p:graphicFrame>
        <p:nvGraphicFramePr>
          <p:cNvPr id="21506" name="Object 45">
            <a:extLst>
              <a:ext uri="{FF2B5EF4-FFF2-40B4-BE49-F238E27FC236}">
                <a16:creationId xmlns:a16="http://schemas.microsoft.com/office/drawing/2014/main" id="{B258CE08-381A-44BA-8101-E74187AE48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1052513"/>
          <a:ext cx="13684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5" name="Equation" r:id="rId3" imgW="685800" imgH="241300" progId="Equation.DSMT4">
                  <p:embed/>
                </p:oleObj>
              </mc:Choice>
              <mc:Fallback>
                <p:oleObj name="Equation" r:id="rId3" imgW="685800" imgH="241300" progId="Equation.DSMT4">
                  <p:embed/>
                  <p:pic>
                    <p:nvPicPr>
                      <p:cNvPr id="21506" name="Object 45">
                        <a:extLst>
                          <a:ext uri="{FF2B5EF4-FFF2-40B4-BE49-F238E27FC236}">
                            <a16:creationId xmlns:a16="http://schemas.microsoft.com/office/drawing/2014/main" id="{B258CE08-381A-44BA-8101-E74187AE48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1052513"/>
                        <a:ext cx="1368425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44">
            <a:extLst>
              <a:ext uri="{FF2B5EF4-FFF2-40B4-BE49-F238E27FC236}">
                <a16:creationId xmlns:a16="http://schemas.microsoft.com/office/drawing/2014/main" id="{E86A4B9A-4A8B-4F1D-8E0A-CB3AED9269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78463" y="1052513"/>
          <a:ext cx="925512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6" name="Equation" r:id="rId5" imgW="380880" imgH="203040" progId="Equation.DSMT4">
                  <p:embed/>
                </p:oleObj>
              </mc:Choice>
              <mc:Fallback>
                <p:oleObj name="Equation" r:id="rId5" imgW="380880" imgH="203040" progId="Equation.DSMT4">
                  <p:embed/>
                  <p:pic>
                    <p:nvPicPr>
                      <p:cNvPr id="21507" name="Object 44">
                        <a:extLst>
                          <a:ext uri="{FF2B5EF4-FFF2-40B4-BE49-F238E27FC236}">
                            <a16:creationId xmlns:a16="http://schemas.microsoft.com/office/drawing/2014/main" id="{E86A4B9A-4A8B-4F1D-8E0A-CB3AED9269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8463" y="1052513"/>
                        <a:ext cx="925512" cy="490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43">
            <a:extLst>
              <a:ext uri="{FF2B5EF4-FFF2-40B4-BE49-F238E27FC236}">
                <a16:creationId xmlns:a16="http://schemas.microsoft.com/office/drawing/2014/main" id="{2809AE2B-EF6E-4AEA-8421-14FE1E039C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5825" y="1052513"/>
          <a:ext cx="16557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7" name="Equation" r:id="rId7" imgW="825500" imgH="228600" progId="Equation.DSMT4">
                  <p:embed/>
                </p:oleObj>
              </mc:Choice>
              <mc:Fallback>
                <p:oleObj name="Equation" r:id="rId7" imgW="825500" imgH="228600" progId="Equation.DSMT4">
                  <p:embed/>
                  <p:pic>
                    <p:nvPicPr>
                      <p:cNvPr id="21508" name="Object 43">
                        <a:extLst>
                          <a:ext uri="{FF2B5EF4-FFF2-40B4-BE49-F238E27FC236}">
                            <a16:creationId xmlns:a16="http://schemas.microsoft.com/office/drawing/2014/main" id="{2809AE2B-EF6E-4AEA-8421-14FE1E039C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1052513"/>
                        <a:ext cx="1655763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42">
            <a:extLst>
              <a:ext uri="{FF2B5EF4-FFF2-40B4-BE49-F238E27FC236}">
                <a16:creationId xmlns:a16="http://schemas.microsoft.com/office/drawing/2014/main" id="{21122058-CDF8-4326-974F-FA2517E02D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1484313"/>
          <a:ext cx="5048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8" name="Equation" r:id="rId9" imgW="203024" imgH="253780" progId="Equation.DSMT4">
                  <p:embed/>
                </p:oleObj>
              </mc:Choice>
              <mc:Fallback>
                <p:oleObj name="Equation" r:id="rId9" imgW="203024" imgH="253780" progId="Equation.DSMT4">
                  <p:embed/>
                  <p:pic>
                    <p:nvPicPr>
                      <p:cNvPr id="21509" name="Object 42">
                        <a:extLst>
                          <a:ext uri="{FF2B5EF4-FFF2-40B4-BE49-F238E27FC236}">
                            <a16:creationId xmlns:a16="http://schemas.microsoft.com/office/drawing/2014/main" id="{21122058-CDF8-4326-974F-FA2517E02D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484313"/>
                        <a:ext cx="504825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41">
            <a:extLst>
              <a:ext uri="{FF2B5EF4-FFF2-40B4-BE49-F238E27FC236}">
                <a16:creationId xmlns:a16="http://schemas.microsoft.com/office/drawing/2014/main" id="{17F6FE96-1AAA-4E26-97B4-8910789BB6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205038"/>
          <a:ext cx="79851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9" name="Equation" r:id="rId11" imgW="393480" imgH="203040" progId="Equation.DSMT4">
                  <p:embed/>
                </p:oleObj>
              </mc:Choice>
              <mc:Fallback>
                <p:oleObj name="Equation" r:id="rId11" imgW="393480" imgH="203040" progId="Equation.DSMT4">
                  <p:embed/>
                  <p:pic>
                    <p:nvPicPr>
                      <p:cNvPr id="21510" name="Object 41">
                        <a:extLst>
                          <a:ext uri="{FF2B5EF4-FFF2-40B4-BE49-F238E27FC236}">
                            <a16:creationId xmlns:a16="http://schemas.microsoft.com/office/drawing/2014/main" id="{17F6FE96-1AAA-4E26-97B4-8910789BB6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205038"/>
                        <a:ext cx="798513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40">
            <a:extLst>
              <a:ext uri="{FF2B5EF4-FFF2-40B4-BE49-F238E27FC236}">
                <a16:creationId xmlns:a16="http://schemas.microsoft.com/office/drawing/2014/main" id="{B08D4E42-CBEA-495C-99C9-5926288BF8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2205038"/>
          <a:ext cx="69532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0" name="Equation" r:id="rId13" imgW="380880" imgH="203040" progId="Equation.DSMT4">
                  <p:embed/>
                </p:oleObj>
              </mc:Choice>
              <mc:Fallback>
                <p:oleObj name="Equation" r:id="rId13" imgW="380880" imgH="203040" progId="Equation.DSMT4">
                  <p:embed/>
                  <p:pic>
                    <p:nvPicPr>
                      <p:cNvPr id="21511" name="Object 40">
                        <a:extLst>
                          <a:ext uri="{FF2B5EF4-FFF2-40B4-BE49-F238E27FC236}">
                            <a16:creationId xmlns:a16="http://schemas.microsoft.com/office/drawing/2014/main" id="{B08D4E42-CBEA-495C-99C9-5926288BF8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205038"/>
                        <a:ext cx="695325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39">
            <a:extLst>
              <a:ext uri="{FF2B5EF4-FFF2-40B4-BE49-F238E27FC236}">
                <a16:creationId xmlns:a16="http://schemas.microsoft.com/office/drawing/2014/main" id="{63976D6F-1628-4903-A003-9B41233664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35488" y="2205038"/>
          <a:ext cx="122713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1" name="Equation" r:id="rId15" imgW="622080" imgH="203040" progId="Equation.DSMT4">
                  <p:embed/>
                </p:oleObj>
              </mc:Choice>
              <mc:Fallback>
                <p:oleObj name="Equation" r:id="rId15" imgW="622080" imgH="203040" progId="Equation.DSMT4">
                  <p:embed/>
                  <p:pic>
                    <p:nvPicPr>
                      <p:cNvPr id="21512" name="Object 39">
                        <a:extLst>
                          <a:ext uri="{FF2B5EF4-FFF2-40B4-BE49-F238E27FC236}">
                            <a16:creationId xmlns:a16="http://schemas.microsoft.com/office/drawing/2014/main" id="{63976D6F-1628-4903-A003-9B41233664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5488" y="2205038"/>
                        <a:ext cx="1227137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Object 38">
            <a:extLst>
              <a:ext uri="{FF2B5EF4-FFF2-40B4-BE49-F238E27FC236}">
                <a16:creationId xmlns:a16="http://schemas.microsoft.com/office/drawing/2014/main" id="{007FC63B-3AF3-4416-BB25-C02AA1BF28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8488" y="2205038"/>
          <a:ext cx="130492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2" name="Equation" r:id="rId17" imgW="622080" imgH="203040" progId="Equation.DSMT4">
                  <p:embed/>
                </p:oleObj>
              </mc:Choice>
              <mc:Fallback>
                <p:oleObj name="Equation" r:id="rId17" imgW="622080" imgH="203040" progId="Equation.DSMT4">
                  <p:embed/>
                  <p:pic>
                    <p:nvPicPr>
                      <p:cNvPr id="21513" name="Object 38">
                        <a:extLst>
                          <a:ext uri="{FF2B5EF4-FFF2-40B4-BE49-F238E27FC236}">
                            <a16:creationId xmlns:a16="http://schemas.microsoft.com/office/drawing/2014/main" id="{007FC63B-3AF3-4416-BB25-C02AA1BF28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2205038"/>
                        <a:ext cx="1304925" cy="420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2" name="Rectangle 46">
            <a:extLst>
              <a:ext uri="{FF2B5EF4-FFF2-40B4-BE49-F238E27FC236}">
                <a16:creationId xmlns:a16="http://schemas.microsoft.com/office/drawing/2014/main" id="{8573A72D-1198-4A6C-9002-B319A9440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052513"/>
            <a:ext cx="231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如果三阶方阵</a:t>
            </a:r>
            <a:endParaRPr lang="zh-CN" altLang="en-US" sz="2400"/>
          </a:p>
        </p:txBody>
      </p:sp>
      <p:sp>
        <p:nvSpPr>
          <p:cNvPr id="21523" name="Rectangle 47">
            <a:extLst>
              <a:ext uri="{FF2B5EF4-FFF2-40B4-BE49-F238E27FC236}">
                <a16:creationId xmlns:a16="http://schemas.microsoft.com/office/drawing/2014/main" id="{88FC8FFB-D064-40FE-BDBC-537A795E2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1052513"/>
            <a:ext cx="170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的特征值为</a:t>
            </a:r>
            <a:endParaRPr lang="zh-CN" altLang="en-US" sz="2400"/>
          </a:p>
        </p:txBody>
      </p:sp>
      <p:sp>
        <p:nvSpPr>
          <p:cNvPr id="21524" name="Rectangle 48">
            <a:extLst>
              <a:ext uri="{FF2B5EF4-FFF2-40B4-BE49-F238E27FC236}">
                <a16:creationId xmlns:a16="http://schemas.microsoft.com/office/drawing/2014/main" id="{DD19A1E7-2605-451F-8C82-E64C9E5AE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1052513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endParaRPr lang="zh-CN" altLang="en-US" sz="2400"/>
          </a:p>
        </p:txBody>
      </p:sp>
      <p:sp>
        <p:nvSpPr>
          <p:cNvPr id="21525" name="Rectangle 49">
            <a:extLst>
              <a:ext uri="{FF2B5EF4-FFF2-40B4-BE49-F238E27FC236}">
                <a16:creationId xmlns:a16="http://schemas.microsoft.com/office/drawing/2014/main" id="{32BCD3D0-12B2-439D-A768-B70E31DC6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55733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及</a:t>
            </a:r>
            <a:endParaRPr lang="zh-CN" altLang="en-US" sz="2400"/>
          </a:p>
        </p:txBody>
      </p:sp>
      <p:sp>
        <p:nvSpPr>
          <p:cNvPr id="21526" name="Rectangle 50">
            <a:extLst>
              <a:ext uri="{FF2B5EF4-FFF2-40B4-BE49-F238E27FC236}">
                <a16:creationId xmlns:a16="http://schemas.microsoft.com/office/drawing/2014/main" id="{5B167F5C-9770-40D6-9801-ACCC39B14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133600"/>
            <a:ext cx="869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(A) </a:t>
            </a:r>
            <a:endParaRPr lang="en-US" altLang="zh-CN" sz="2400"/>
          </a:p>
        </p:txBody>
      </p:sp>
      <p:sp>
        <p:nvSpPr>
          <p:cNvPr id="21527" name="Rectangle 51">
            <a:extLst>
              <a:ext uri="{FF2B5EF4-FFF2-40B4-BE49-F238E27FC236}">
                <a16:creationId xmlns:a16="http://schemas.microsoft.com/office/drawing/2014/main" id="{42F93D2E-7D11-418C-BF59-29DBBAA47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2133600"/>
            <a:ext cx="125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(B) </a:t>
            </a:r>
            <a:endParaRPr lang="en-US" altLang="zh-CN" sz="2400"/>
          </a:p>
        </p:txBody>
      </p:sp>
      <p:sp>
        <p:nvSpPr>
          <p:cNvPr id="21528" name="Rectangle 52">
            <a:extLst>
              <a:ext uri="{FF2B5EF4-FFF2-40B4-BE49-F238E27FC236}">
                <a16:creationId xmlns:a16="http://schemas.microsoft.com/office/drawing/2014/main" id="{DA704C0F-D020-4149-82EC-9882506F6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2133600"/>
            <a:ext cx="1327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(C) </a:t>
            </a:r>
            <a:endParaRPr lang="en-US" altLang="zh-CN" sz="2400"/>
          </a:p>
        </p:txBody>
      </p:sp>
      <p:sp>
        <p:nvSpPr>
          <p:cNvPr id="21529" name="Rectangle 53">
            <a:extLst>
              <a:ext uri="{FF2B5EF4-FFF2-40B4-BE49-F238E27FC236}">
                <a16:creationId xmlns:a16="http://schemas.microsoft.com/office/drawing/2014/main" id="{110AFED0-F11E-4530-B685-CA0B65C90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2133600"/>
            <a:ext cx="1327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(D) </a:t>
            </a:r>
            <a:endParaRPr lang="en-US" altLang="zh-CN" sz="2400"/>
          </a:p>
        </p:txBody>
      </p:sp>
      <p:sp>
        <p:nvSpPr>
          <p:cNvPr id="24602" name="Rectangle 54">
            <a:extLst>
              <a:ext uri="{FF2B5EF4-FFF2-40B4-BE49-F238E27FC236}">
                <a16:creationId xmlns:a16="http://schemas.microsoft.com/office/drawing/2014/main" id="{A0E6BB8D-8FBD-4CC4-B184-F76AFA3D6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781300"/>
            <a:ext cx="120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答案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altLang="zh-CN" sz="2400"/>
          </a:p>
        </p:txBody>
      </p:sp>
      <p:sp>
        <p:nvSpPr>
          <p:cNvPr id="21531" name="Rectangle 55">
            <a:extLst>
              <a:ext uri="{FF2B5EF4-FFF2-40B4-BE49-F238E27FC236}">
                <a16:creationId xmlns:a16="http://schemas.microsoft.com/office/drawing/2014/main" id="{9CF1B94E-6327-4CDD-B522-C154408E4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1628775"/>
            <a:ext cx="2363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分别等于</a:t>
            </a:r>
            <a:r>
              <a:rPr lang="en-US" altLang="zh-CN" sz="2400"/>
              <a:t>(         )</a:t>
            </a:r>
          </a:p>
        </p:txBody>
      </p:sp>
      <p:sp>
        <p:nvSpPr>
          <p:cNvPr id="21532" name="Rectangle 57">
            <a:extLst>
              <a:ext uri="{FF2B5EF4-FFF2-40B4-BE49-F238E27FC236}">
                <a16:creationId xmlns:a16="http://schemas.microsoft.com/office/drawing/2014/main" id="{D3B0510B-FCE8-44A6-B84A-2021BB96C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76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4586" name="Object 56">
            <a:extLst>
              <a:ext uri="{FF2B5EF4-FFF2-40B4-BE49-F238E27FC236}">
                <a16:creationId xmlns:a16="http://schemas.microsoft.com/office/drawing/2014/main" id="{1F27E5AA-30E8-411C-85E0-E662B0A067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3500438"/>
          <a:ext cx="7921625" cy="247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3" name="Equation" r:id="rId19" imgW="3073320" imgH="965160" progId="Equation.DSMT4">
                  <p:embed/>
                </p:oleObj>
              </mc:Choice>
              <mc:Fallback>
                <p:oleObj name="Equation" r:id="rId19" imgW="3073320" imgH="965160" progId="Equation.DSMT4">
                  <p:embed/>
                  <p:pic>
                    <p:nvPicPr>
                      <p:cNvPr id="24586" name="Object 56">
                        <a:extLst>
                          <a:ext uri="{FF2B5EF4-FFF2-40B4-BE49-F238E27FC236}">
                            <a16:creationId xmlns:a16="http://schemas.microsoft.com/office/drawing/2014/main" id="{1F27E5AA-30E8-411C-85E0-E662B0A067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500438"/>
                        <a:ext cx="7921625" cy="2473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0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5" name="日期占位符 1">
            <a:extLst>
              <a:ext uri="{FF2B5EF4-FFF2-40B4-BE49-F238E27FC236}">
                <a16:creationId xmlns:a16="http://schemas.microsoft.com/office/drawing/2014/main" id="{CC14ADD3-3C59-4355-84F9-79451AD16E5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DFBCEEC-53AC-4F61-890C-525F5F8BE2B4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2536" name="页脚占位符 2">
            <a:extLst>
              <a:ext uri="{FF2B5EF4-FFF2-40B4-BE49-F238E27FC236}">
                <a16:creationId xmlns:a16="http://schemas.microsoft.com/office/drawing/2014/main" id="{860DB900-19C6-45BB-850F-53DD8B61F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22537" name="灯片编号占位符 3">
            <a:extLst>
              <a:ext uri="{FF2B5EF4-FFF2-40B4-BE49-F238E27FC236}">
                <a16:creationId xmlns:a16="http://schemas.microsoft.com/office/drawing/2014/main" id="{1C9F403F-5D30-4152-9426-4DE1650AA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14FB63E-E4B5-43BA-A0AC-6A0E96C70473}" type="slidenum">
              <a:rPr lang="en-US" altLang="zh-CN"/>
              <a:pPr eaLnBrk="1" hangingPunct="1"/>
              <a:t>37</a:t>
            </a:fld>
            <a:endParaRPr lang="en-US" altLang="zh-CN"/>
          </a:p>
        </p:txBody>
      </p:sp>
      <p:sp>
        <p:nvSpPr>
          <p:cNvPr id="22538" name="Rectangle 2">
            <a:extLst>
              <a:ext uri="{FF2B5EF4-FFF2-40B4-BE49-F238E27FC236}">
                <a16:creationId xmlns:a16="http://schemas.microsoft.com/office/drawing/2014/main" id="{DA3EBDF6-735B-4190-89A5-48A4B1983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41449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》2007</a:t>
            </a:r>
            <a:r>
              <a:rPr lang="zh-CN" altLang="en-US" b="1"/>
              <a:t>学年第二学期，试卷</a:t>
            </a:r>
          </a:p>
        </p:txBody>
      </p:sp>
      <p:sp>
        <p:nvSpPr>
          <p:cNvPr id="22539" name="Rectangle 3">
            <a:extLst>
              <a:ext uri="{FF2B5EF4-FFF2-40B4-BE49-F238E27FC236}">
                <a16:creationId xmlns:a16="http://schemas.microsoft.com/office/drawing/2014/main" id="{862B59E1-A962-4830-B502-798E624C5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38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40" name="Rectangle 4">
            <a:extLst>
              <a:ext uri="{FF2B5EF4-FFF2-40B4-BE49-F238E27FC236}">
                <a16:creationId xmlns:a16="http://schemas.microsoft.com/office/drawing/2014/main" id="{9DFE288D-D914-492E-A263-F0B473E0C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93725"/>
            <a:ext cx="1327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二</a:t>
            </a:r>
            <a:r>
              <a:rPr lang="en-US" altLang="zh-CN"/>
              <a:t>﹑</a:t>
            </a:r>
            <a:r>
              <a:rPr lang="zh-CN" altLang="en-US"/>
              <a:t>填空题</a:t>
            </a:r>
          </a:p>
        </p:txBody>
      </p:sp>
      <p:sp>
        <p:nvSpPr>
          <p:cNvPr id="22541" name="Rectangle 11">
            <a:extLst>
              <a:ext uri="{FF2B5EF4-FFF2-40B4-BE49-F238E27FC236}">
                <a16:creationId xmlns:a16="http://schemas.microsoft.com/office/drawing/2014/main" id="{BD995B17-B757-4FBD-AEFA-1FDE3735F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2530" name="Object 15">
            <a:extLst>
              <a:ext uri="{FF2B5EF4-FFF2-40B4-BE49-F238E27FC236}">
                <a16:creationId xmlns:a16="http://schemas.microsoft.com/office/drawing/2014/main" id="{0274B461-69CA-4F04-AE98-4005C153BC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1196975"/>
          <a:ext cx="503237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7" name="Equation" r:id="rId3" imgW="152268" imgH="164957" progId="Equation.DSMT4">
                  <p:embed/>
                </p:oleObj>
              </mc:Choice>
              <mc:Fallback>
                <p:oleObj name="Equation" r:id="rId3" imgW="152268" imgH="164957" progId="Equation.DSMT4">
                  <p:embed/>
                  <p:pic>
                    <p:nvPicPr>
                      <p:cNvPr id="22530" name="Object 15">
                        <a:extLst>
                          <a:ext uri="{FF2B5EF4-FFF2-40B4-BE49-F238E27FC236}">
                            <a16:creationId xmlns:a16="http://schemas.microsoft.com/office/drawing/2014/main" id="{0274B461-69CA-4F04-AE98-4005C153BC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1196975"/>
                        <a:ext cx="503237" cy="354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14">
            <a:extLst>
              <a:ext uri="{FF2B5EF4-FFF2-40B4-BE49-F238E27FC236}">
                <a16:creationId xmlns:a16="http://schemas.microsoft.com/office/drawing/2014/main" id="{C7558936-0A82-4114-A601-A5245602CF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5600" y="1125538"/>
          <a:ext cx="1439863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8" name="Equation" r:id="rId5" imgW="622030" imgH="203112" progId="Equation.DSMT4">
                  <p:embed/>
                </p:oleObj>
              </mc:Choice>
              <mc:Fallback>
                <p:oleObj name="Equation" r:id="rId5" imgW="622030" imgH="203112" progId="Equation.DSMT4">
                  <p:embed/>
                  <p:pic>
                    <p:nvPicPr>
                      <p:cNvPr id="22531" name="Object 14">
                        <a:extLst>
                          <a:ext uri="{FF2B5EF4-FFF2-40B4-BE49-F238E27FC236}">
                            <a16:creationId xmlns:a16="http://schemas.microsoft.com/office/drawing/2014/main" id="{C7558936-0A82-4114-A601-A5245602CF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1125538"/>
                        <a:ext cx="1439863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13">
            <a:extLst>
              <a:ext uri="{FF2B5EF4-FFF2-40B4-BE49-F238E27FC236}">
                <a16:creationId xmlns:a16="http://schemas.microsoft.com/office/drawing/2014/main" id="{1E21AA5A-F31C-471A-8DFB-C2D6C1E62C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1773238"/>
          <a:ext cx="4635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9" name="Equation" r:id="rId7" imgW="241195" imgH="190417" progId="Equation.DSMT4">
                  <p:embed/>
                </p:oleObj>
              </mc:Choice>
              <mc:Fallback>
                <p:oleObj name="Equation" r:id="rId7" imgW="241195" imgH="190417" progId="Equation.DSMT4">
                  <p:embed/>
                  <p:pic>
                    <p:nvPicPr>
                      <p:cNvPr id="22532" name="Object 13">
                        <a:extLst>
                          <a:ext uri="{FF2B5EF4-FFF2-40B4-BE49-F238E27FC236}">
                            <a16:creationId xmlns:a16="http://schemas.microsoft.com/office/drawing/2014/main" id="{1E21AA5A-F31C-471A-8DFB-C2D6C1E62C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773238"/>
                        <a:ext cx="46355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2" name="Rectangle 16">
            <a:extLst>
              <a:ext uri="{FF2B5EF4-FFF2-40B4-BE49-F238E27FC236}">
                <a16:creationId xmlns:a16="http://schemas.microsoft.com/office/drawing/2014/main" id="{DA27DDE4-9655-412C-B951-9067B083C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125538"/>
            <a:ext cx="247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8. </a:t>
            </a:r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三阶可逆矩阵</a:t>
            </a:r>
            <a:endParaRPr lang="zh-CN" altLang="en-US" sz="2400"/>
          </a:p>
        </p:txBody>
      </p:sp>
      <p:sp>
        <p:nvSpPr>
          <p:cNvPr id="22543" name="Rectangle 17">
            <a:extLst>
              <a:ext uri="{FF2B5EF4-FFF2-40B4-BE49-F238E27FC236}">
                <a16:creationId xmlns:a16="http://schemas.microsoft.com/office/drawing/2014/main" id="{85B4C63C-9121-46A6-9918-4D989EA7B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1125538"/>
            <a:ext cx="231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的特征值分别为</a:t>
            </a:r>
            <a:endParaRPr lang="zh-CN" altLang="en-US" sz="2400"/>
          </a:p>
        </p:txBody>
      </p:sp>
      <p:sp>
        <p:nvSpPr>
          <p:cNvPr id="22544" name="Rectangle 18">
            <a:extLst>
              <a:ext uri="{FF2B5EF4-FFF2-40B4-BE49-F238E27FC236}">
                <a16:creationId xmlns:a16="http://schemas.microsoft.com/office/drawing/2014/main" id="{070E6135-03C7-4196-82EB-8B8C018CD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1125538"/>
            <a:ext cx="94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endParaRPr lang="zh-CN" altLang="en-US" sz="2400"/>
          </a:p>
        </p:txBody>
      </p:sp>
      <p:sp>
        <p:nvSpPr>
          <p:cNvPr id="22545" name="Rectangle 19">
            <a:extLst>
              <a:ext uri="{FF2B5EF4-FFF2-40B4-BE49-F238E27FC236}">
                <a16:creationId xmlns:a16="http://schemas.microsoft.com/office/drawing/2014/main" id="{EFB8200C-F2E9-4B7B-84FC-2992A0AC1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773238"/>
            <a:ext cx="3689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的特征值分别为</a:t>
            </a:r>
            <a:r>
              <a:rPr lang="zh-CN" altLang="en-US" sz="2400" u="sng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zh-CN" altLang="en-US" sz="2400"/>
          </a:p>
        </p:txBody>
      </p:sp>
      <p:graphicFrame>
        <p:nvGraphicFramePr>
          <p:cNvPr id="29701" name="Object 20">
            <a:extLst>
              <a:ext uri="{FF2B5EF4-FFF2-40B4-BE49-F238E27FC236}">
                <a16:creationId xmlns:a16="http://schemas.microsoft.com/office/drawing/2014/main" id="{7F872448-ED48-49C5-9977-CACEE58F18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3213100"/>
          <a:ext cx="59118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0" name="Equation" r:id="rId9" imgW="1790640" imgH="393480" progId="Equation.DSMT4">
                  <p:embed/>
                </p:oleObj>
              </mc:Choice>
              <mc:Fallback>
                <p:oleObj name="Equation" r:id="rId9" imgW="1790640" imgH="393480" progId="Equation.DSMT4">
                  <p:embed/>
                  <p:pic>
                    <p:nvPicPr>
                      <p:cNvPr id="29701" name="Object 20">
                        <a:extLst>
                          <a:ext uri="{FF2B5EF4-FFF2-40B4-BE49-F238E27FC236}">
                            <a16:creationId xmlns:a16="http://schemas.microsoft.com/office/drawing/2014/main" id="{7F872448-ED48-49C5-9977-CACEE58F18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213100"/>
                        <a:ext cx="5911850" cy="844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21">
            <a:extLst>
              <a:ext uri="{FF2B5EF4-FFF2-40B4-BE49-F238E27FC236}">
                <a16:creationId xmlns:a16="http://schemas.microsoft.com/office/drawing/2014/main" id="{FD245F7B-19F0-4278-B63A-91EF5390DB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4365625"/>
          <a:ext cx="767397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1" name="Equation" r:id="rId11" imgW="2323800" imgH="393480" progId="Equation.DSMT4">
                  <p:embed/>
                </p:oleObj>
              </mc:Choice>
              <mc:Fallback>
                <p:oleObj name="Equation" r:id="rId11" imgW="2323800" imgH="393480" progId="Equation.DSMT4">
                  <p:embed/>
                  <p:pic>
                    <p:nvPicPr>
                      <p:cNvPr id="29702" name="Object 21">
                        <a:extLst>
                          <a:ext uri="{FF2B5EF4-FFF2-40B4-BE49-F238E27FC236}">
                            <a16:creationId xmlns:a16="http://schemas.microsoft.com/office/drawing/2014/main" id="{FD245F7B-19F0-4278-B63A-91EF5390DB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365625"/>
                        <a:ext cx="7673975" cy="844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日期占位符 1">
            <a:extLst>
              <a:ext uri="{FF2B5EF4-FFF2-40B4-BE49-F238E27FC236}">
                <a16:creationId xmlns:a16="http://schemas.microsoft.com/office/drawing/2014/main" id="{6921739C-7CDE-4FDA-A287-FF64CB02C66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706A510-FC76-4D0F-8990-CDE10AF9725A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3556" name="页脚占位符 2">
            <a:extLst>
              <a:ext uri="{FF2B5EF4-FFF2-40B4-BE49-F238E27FC236}">
                <a16:creationId xmlns:a16="http://schemas.microsoft.com/office/drawing/2014/main" id="{1E46EB10-FDF5-48D1-9B44-29E944087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23557" name="灯片编号占位符 3">
            <a:extLst>
              <a:ext uri="{FF2B5EF4-FFF2-40B4-BE49-F238E27FC236}">
                <a16:creationId xmlns:a16="http://schemas.microsoft.com/office/drawing/2014/main" id="{B8BEB40C-3C25-4963-82A4-764B5D32F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3839606-E69E-48BC-A271-70FF9A0098AC}" type="slidenum">
              <a:rPr lang="en-US" altLang="zh-CN"/>
              <a:pPr eaLnBrk="1" hangingPunct="1"/>
              <a:t>38</a:t>
            </a:fld>
            <a:endParaRPr lang="en-US" altLang="zh-CN"/>
          </a:p>
        </p:txBody>
      </p:sp>
      <p:sp>
        <p:nvSpPr>
          <p:cNvPr id="23558" name="Rectangle 2">
            <a:extLst>
              <a:ext uri="{FF2B5EF4-FFF2-40B4-BE49-F238E27FC236}">
                <a16:creationId xmlns:a16="http://schemas.microsoft.com/office/drawing/2014/main" id="{E255A07D-7B5A-4B7A-BE77-4F96DD6DC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511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》2010-2011</a:t>
            </a:r>
            <a:r>
              <a:rPr lang="zh-CN" altLang="en-US" b="1"/>
              <a:t>学年第</a:t>
            </a:r>
            <a:r>
              <a:rPr lang="en-US" altLang="zh-CN" b="1"/>
              <a:t>2</a:t>
            </a:r>
            <a:r>
              <a:rPr lang="zh-CN" altLang="en-US" b="1"/>
              <a:t>学期，试卷</a:t>
            </a:r>
          </a:p>
        </p:txBody>
      </p:sp>
      <p:sp>
        <p:nvSpPr>
          <p:cNvPr id="23559" name="Rectangle 3">
            <a:extLst>
              <a:ext uri="{FF2B5EF4-FFF2-40B4-BE49-F238E27FC236}">
                <a16:creationId xmlns:a16="http://schemas.microsoft.com/office/drawing/2014/main" id="{EFF153B4-A33F-400D-9E81-FD94DC97A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93725"/>
            <a:ext cx="13350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一、选择题</a:t>
            </a:r>
          </a:p>
        </p:txBody>
      </p:sp>
      <p:sp>
        <p:nvSpPr>
          <p:cNvPr id="23560" name="Rectangle 4">
            <a:extLst>
              <a:ext uri="{FF2B5EF4-FFF2-40B4-BE49-F238E27FC236}">
                <a16:creationId xmlns:a16="http://schemas.microsoft.com/office/drawing/2014/main" id="{08498967-DBBC-4402-80EC-F091DB27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1" name="Rectangle 5">
            <a:extLst>
              <a:ext uri="{FF2B5EF4-FFF2-40B4-BE49-F238E27FC236}">
                <a16:creationId xmlns:a16="http://schemas.microsoft.com/office/drawing/2014/main" id="{3B77C6D3-5FB7-41A7-B5A7-EA096B3C2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2" name="Rectangle 6">
            <a:extLst>
              <a:ext uri="{FF2B5EF4-FFF2-40B4-BE49-F238E27FC236}">
                <a16:creationId xmlns:a16="http://schemas.microsoft.com/office/drawing/2014/main" id="{36D377C0-6819-4C8F-A596-9DB5E76E0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3" name="Rectangle 7">
            <a:extLst>
              <a:ext uri="{FF2B5EF4-FFF2-40B4-BE49-F238E27FC236}">
                <a16:creationId xmlns:a16="http://schemas.microsoft.com/office/drawing/2014/main" id="{AAFBEDD0-95AE-49C2-821E-288C0610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120775"/>
            <a:ext cx="82867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≥2)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阶矩阵，且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，其中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为单位阵（下同），</a:t>
            </a:r>
          </a:p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则必有（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400"/>
          </a:p>
        </p:txBody>
      </p:sp>
      <p:graphicFrame>
        <p:nvGraphicFramePr>
          <p:cNvPr id="160776" name="Group 8">
            <a:extLst>
              <a:ext uri="{FF2B5EF4-FFF2-40B4-BE49-F238E27FC236}">
                <a16:creationId xmlns:a16="http://schemas.microsoft.com/office/drawing/2014/main" id="{50842DF8-5B26-4401-9373-7230D03579DF}"/>
              </a:ext>
            </a:extLst>
          </p:cNvPr>
          <p:cNvGraphicFramePr>
            <a:graphicFrameLocks noGrp="1"/>
          </p:cNvGraphicFramePr>
          <p:nvPr/>
        </p:nvGraphicFramePr>
        <p:xfrm>
          <a:off x="900113" y="2492375"/>
          <a:ext cx="7416800" cy="914400"/>
        </p:xfrm>
        <a:graphic>
          <a:graphicData uri="http://schemas.openxmlformats.org/drawingml/2006/table">
            <a:tbl>
              <a:tblPr/>
              <a:tblGrid>
                <a:gridCol w="370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(A)	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的行列式等于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(B)	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的逆矩阵等于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(C)	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的秩等于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(D)	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的特征值均为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2960" name="Object 25">
            <a:extLst>
              <a:ext uri="{FF2B5EF4-FFF2-40B4-BE49-F238E27FC236}">
                <a16:creationId xmlns:a16="http://schemas.microsoft.com/office/drawing/2014/main" id="{A38A9ABE-930C-4488-9610-A09012A25F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4149725"/>
          <a:ext cx="3440112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9" name="Equation" r:id="rId3" imgW="1663560" imgH="279360" progId="Equation.DSMT4">
                  <p:embed/>
                </p:oleObj>
              </mc:Choice>
              <mc:Fallback>
                <p:oleObj name="Equation" r:id="rId3" imgW="1663560" imgH="279360" progId="Equation.DSMT4">
                  <p:embed/>
                  <p:pic>
                    <p:nvPicPr>
                      <p:cNvPr id="82960" name="Object 25">
                        <a:extLst>
                          <a:ext uri="{FF2B5EF4-FFF2-40B4-BE49-F238E27FC236}">
                            <a16:creationId xmlns:a16="http://schemas.microsoft.com/office/drawing/2014/main" id="{A38A9ABE-930C-4488-9610-A09012A25F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149725"/>
                        <a:ext cx="3440112" cy="585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AD8668E4-E888-4D3E-AB35-7AF1F929C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078413"/>
            <a:ext cx="5111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答案：</a:t>
            </a:r>
            <a:r>
              <a:rPr lang="zh-CN" altLang="en-US" sz="2800" b="1">
                <a:sym typeface="Wingdings" panose="05000000000000000000" pitchFamily="2" charset="2"/>
              </a:rPr>
              <a:t>（ </a:t>
            </a:r>
            <a:r>
              <a:rPr lang="en-US" altLang="zh-CN" sz="2800" b="1">
                <a:sym typeface="Wingdings" panose="05000000000000000000" pitchFamily="2" charset="2"/>
              </a:rPr>
              <a:t>C </a:t>
            </a:r>
            <a:r>
              <a:rPr lang="zh-CN" altLang="en-US" sz="2800" b="1">
                <a:sym typeface="Wingdings" panose="05000000000000000000" pitchFamily="2" charset="2"/>
              </a:rPr>
              <a:t>）</a:t>
            </a:r>
            <a:endParaRPr lang="zh-CN" altLang="en-US" sz="2800" b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7" name="日期占位符 1">
            <a:extLst>
              <a:ext uri="{FF2B5EF4-FFF2-40B4-BE49-F238E27FC236}">
                <a16:creationId xmlns:a16="http://schemas.microsoft.com/office/drawing/2014/main" id="{8EE6992A-3832-4EA9-BC90-345381D2155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934F55F-6F91-4450-AE16-6AC5F96DF9DF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4588" name="页脚占位符 2">
            <a:extLst>
              <a:ext uri="{FF2B5EF4-FFF2-40B4-BE49-F238E27FC236}">
                <a16:creationId xmlns:a16="http://schemas.microsoft.com/office/drawing/2014/main" id="{0554B216-84A8-4D2E-B225-702702BD2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24589" name="灯片编号占位符 3">
            <a:extLst>
              <a:ext uri="{FF2B5EF4-FFF2-40B4-BE49-F238E27FC236}">
                <a16:creationId xmlns:a16="http://schemas.microsoft.com/office/drawing/2014/main" id="{4756F1E8-9C20-4877-8559-4EB620CBA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21EF16A-E8BE-4B74-AAE0-58EE3842A580}" type="slidenum">
              <a:rPr lang="en-US" altLang="zh-CN"/>
              <a:pPr eaLnBrk="1" hangingPunct="1"/>
              <a:t>39</a:t>
            </a:fld>
            <a:endParaRPr lang="en-US" altLang="zh-CN"/>
          </a:p>
        </p:txBody>
      </p:sp>
      <p:sp>
        <p:nvSpPr>
          <p:cNvPr id="24590" name="Rectangle 2">
            <a:extLst>
              <a:ext uri="{FF2B5EF4-FFF2-40B4-BE49-F238E27FC236}">
                <a16:creationId xmlns:a16="http://schemas.microsoft.com/office/drawing/2014/main" id="{A8901D47-2435-4BEF-8262-FB9B329D3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511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》2012-2013</a:t>
            </a:r>
            <a:r>
              <a:rPr lang="zh-CN" altLang="en-US" b="1"/>
              <a:t>学年第</a:t>
            </a:r>
            <a:r>
              <a:rPr lang="en-US" altLang="zh-CN" b="1"/>
              <a:t>2</a:t>
            </a:r>
            <a:r>
              <a:rPr lang="zh-CN" altLang="en-US" b="1"/>
              <a:t>学期，试卷</a:t>
            </a:r>
          </a:p>
        </p:txBody>
      </p:sp>
      <p:sp>
        <p:nvSpPr>
          <p:cNvPr id="24591" name="Rectangle 3">
            <a:extLst>
              <a:ext uri="{FF2B5EF4-FFF2-40B4-BE49-F238E27FC236}">
                <a16:creationId xmlns:a16="http://schemas.microsoft.com/office/drawing/2014/main" id="{8DB707A3-F8C0-48EF-92E2-2EF7A8EB7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44575" y="281463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4592" name="Rectangle 7">
            <a:extLst>
              <a:ext uri="{FF2B5EF4-FFF2-40B4-BE49-F238E27FC236}">
                <a16:creationId xmlns:a16="http://schemas.microsoft.com/office/drawing/2014/main" id="{69D71110-DE1B-4190-9099-B69474861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461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9.</a:t>
            </a:r>
            <a:endParaRPr lang="en-US" altLang="zh-CN" sz="2400"/>
          </a:p>
        </p:txBody>
      </p:sp>
      <p:sp>
        <p:nvSpPr>
          <p:cNvPr id="24593" name="Rectangle 19">
            <a:extLst>
              <a:ext uri="{FF2B5EF4-FFF2-40B4-BE49-F238E27FC236}">
                <a16:creationId xmlns:a16="http://schemas.microsoft.com/office/drawing/2014/main" id="{EEC93990-FCBA-452F-B73E-1AC37CE4B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0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94" name="Rectangle 22">
            <a:extLst>
              <a:ext uri="{FF2B5EF4-FFF2-40B4-BE49-F238E27FC236}">
                <a16:creationId xmlns:a16="http://schemas.microsoft.com/office/drawing/2014/main" id="{CAB6239D-6815-4735-A641-E44EAF560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95" name="Rectangle 25">
            <a:extLst>
              <a:ext uri="{FF2B5EF4-FFF2-40B4-BE49-F238E27FC236}">
                <a16:creationId xmlns:a16="http://schemas.microsoft.com/office/drawing/2014/main" id="{42228695-26AB-4EE3-8400-EFA17C00E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96" name="Rectangle 28">
            <a:extLst>
              <a:ext uri="{FF2B5EF4-FFF2-40B4-BE49-F238E27FC236}">
                <a16:creationId xmlns:a16="http://schemas.microsoft.com/office/drawing/2014/main" id="{E969F37D-C5B0-497B-8806-266223B81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97" name="Rectangle 30">
            <a:extLst>
              <a:ext uri="{FF2B5EF4-FFF2-40B4-BE49-F238E27FC236}">
                <a16:creationId xmlns:a16="http://schemas.microsoft.com/office/drawing/2014/main" id="{3645FCBD-8CB2-4D9A-9A93-4E17B4312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98" name="矩形 53">
            <a:extLst>
              <a:ext uri="{FF2B5EF4-FFF2-40B4-BE49-F238E27FC236}">
                <a16:creationId xmlns:a16="http://schemas.microsoft.com/office/drawing/2014/main" id="{B0585B16-C801-4087-AABB-013103BA2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692150"/>
            <a:ext cx="28527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/>
              <a:t>若</a:t>
            </a:r>
            <a:r>
              <a:rPr lang="en-US" altLang="zh-CN" sz="2400"/>
              <a:t>A</a:t>
            </a:r>
            <a:r>
              <a:rPr lang="zh-CN" altLang="zh-CN" sz="2400"/>
              <a:t>为三阶方阵，且</a:t>
            </a:r>
            <a:endParaRPr lang="zh-CN" altLang="en-US" sz="2400"/>
          </a:p>
        </p:txBody>
      </p:sp>
      <p:sp>
        <p:nvSpPr>
          <p:cNvPr id="24599" name="Rectangle 6">
            <a:extLst>
              <a:ext uri="{FF2B5EF4-FFF2-40B4-BE49-F238E27FC236}">
                <a16:creationId xmlns:a16="http://schemas.microsoft.com/office/drawing/2014/main" id="{AA049A34-E04B-4D74-9DA6-1DB7CF8FC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4578" name="Object 5">
            <a:extLst>
              <a:ext uri="{FF2B5EF4-FFF2-40B4-BE49-F238E27FC236}">
                <a16:creationId xmlns:a16="http://schemas.microsoft.com/office/drawing/2014/main" id="{1657A0DB-F92F-4000-B6B4-49A21B5498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692150"/>
          <a:ext cx="1328738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7" name="Equation" r:id="rId3" imgW="787058" imgH="253890" progId="Equation.DSMT4">
                  <p:embed/>
                </p:oleObj>
              </mc:Choice>
              <mc:Fallback>
                <p:oleObj name="Equation" r:id="rId3" imgW="787058" imgH="253890" progId="Equation.DSMT4">
                  <p:embed/>
                  <p:pic>
                    <p:nvPicPr>
                      <p:cNvPr id="24578" name="Object 5">
                        <a:extLst>
                          <a:ext uri="{FF2B5EF4-FFF2-40B4-BE49-F238E27FC236}">
                            <a16:creationId xmlns:a16="http://schemas.microsoft.com/office/drawing/2014/main" id="{1657A0DB-F92F-4000-B6B4-49A21B5498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692150"/>
                        <a:ext cx="1328738" cy="43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0" name="Rectangle 8">
            <a:extLst>
              <a:ext uri="{FF2B5EF4-FFF2-40B4-BE49-F238E27FC236}">
                <a16:creationId xmlns:a16="http://schemas.microsoft.com/office/drawing/2014/main" id="{5A6977FF-111F-4F4D-B26E-E273E14E6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4579" name="Object 7">
            <a:extLst>
              <a:ext uri="{FF2B5EF4-FFF2-40B4-BE49-F238E27FC236}">
                <a16:creationId xmlns:a16="http://schemas.microsoft.com/office/drawing/2014/main" id="{AFAC0E70-865C-4102-AF2D-5A91DC256A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692150"/>
          <a:ext cx="1328738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8" name="Equation" r:id="rId5" imgW="787058" imgH="253890" progId="Equation.DSMT4">
                  <p:embed/>
                </p:oleObj>
              </mc:Choice>
              <mc:Fallback>
                <p:oleObj name="Equation" r:id="rId5" imgW="787058" imgH="253890" progId="Equation.DSMT4">
                  <p:embed/>
                  <p:pic>
                    <p:nvPicPr>
                      <p:cNvPr id="24579" name="Object 7">
                        <a:extLst>
                          <a:ext uri="{FF2B5EF4-FFF2-40B4-BE49-F238E27FC236}">
                            <a16:creationId xmlns:a16="http://schemas.microsoft.com/office/drawing/2014/main" id="{AFAC0E70-865C-4102-AF2D-5A91DC256A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692150"/>
                        <a:ext cx="1328738" cy="43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1" name="Rectangle 10">
            <a:extLst>
              <a:ext uri="{FF2B5EF4-FFF2-40B4-BE49-F238E27FC236}">
                <a16:creationId xmlns:a16="http://schemas.microsoft.com/office/drawing/2014/main" id="{39159018-0352-4267-B4E7-7ADB2A4B6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4580" name="Object 9">
            <a:extLst>
              <a:ext uri="{FF2B5EF4-FFF2-40B4-BE49-F238E27FC236}">
                <a16:creationId xmlns:a16="http://schemas.microsoft.com/office/drawing/2014/main" id="{DCF6C06A-B793-41A2-84F5-7E7AFD7245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7763" y="692150"/>
          <a:ext cx="1423987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9" name="Equation" r:id="rId7" imgW="850531" imgH="253890" progId="Equation.DSMT4">
                  <p:embed/>
                </p:oleObj>
              </mc:Choice>
              <mc:Fallback>
                <p:oleObj name="Equation" r:id="rId7" imgW="850531" imgH="253890" progId="Equation.DSMT4">
                  <p:embed/>
                  <p:pic>
                    <p:nvPicPr>
                      <p:cNvPr id="24580" name="Object 9">
                        <a:extLst>
                          <a:ext uri="{FF2B5EF4-FFF2-40B4-BE49-F238E27FC236}">
                            <a16:creationId xmlns:a16="http://schemas.microsoft.com/office/drawing/2014/main" id="{DCF6C06A-B793-41A2-84F5-7E7AFD7245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692150"/>
                        <a:ext cx="1423987" cy="43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2" name="矩形 54">
            <a:extLst>
              <a:ext uri="{FF2B5EF4-FFF2-40B4-BE49-F238E27FC236}">
                <a16:creationId xmlns:a16="http://schemas.microsoft.com/office/drawing/2014/main" id="{8F4E0D04-A50C-4545-812C-737013676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96975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/>
              <a:t>则</a:t>
            </a:r>
            <a:endParaRPr lang="zh-CN" altLang="en-US" sz="2400"/>
          </a:p>
        </p:txBody>
      </p:sp>
      <p:sp>
        <p:nvSpPr>
          <p:cNvPr id="24603" name="Rectangle 12">
            <a:extLst>
              <a:ext uri="{FF2B5EF4-FFF2-40B4-BE49-F238E27FC236}">
                <a16:creationId xmlns:a16="http://schemas.microsoft.com/office/drawing/2014/main" id="{4A068D13-F4A8-4CEF-9C58-0FF69E5A1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4581" name="Object 11">
            <a:extLst>
              <a:ext uri="{FF2B5EF4-FFF2-40B4-BE49-F238E27FC236}">
                <a16:creationId xmlns:a16="http://schemas.microsoft.com/office/drawing/2014/main" id="{0D4A08B7-C595-46C5-B92F-7858F4D415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1196975"/>
          <a:ext cx="12827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0" name="Equation" r:id="rId9" imgW="698400" imgH="266400" progId="Equation.DSMT4">
                  <p:embed/>
                </p:oleObj>
              </mc:Choice>
              <mc:Fallback>
                <p:oleObj name="Equation" r:id="rId9" imgW="698400" imgH="266400" progId="Equation.DSMT4">
                  <p:embed/>
                  <p:pic>
                    <p:nvPicPr>
                      <p:cNvPr id="24581" name="Object 11">
                        <a:extLst>
                          <a:ext uri="{FF2B5EF4-FFF2-40B4-BE49-F238E27FC236}">
                            <a16:creationId xmlns:a16="http://schemas.microsoft.com/office/drawing/2014/main" id="{0D4A08B7-C595-46C5-B92F-7858F4D415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196975"/>
                        <a:ext cx="1282700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4" name="矩形 56">
            <a:extLst>
              <a:ext uri="{FF2B5EF4-FFF2-40B4-BE49-F238E27FC236}">
                <a16:creationId xmlns:a16="http://schemas.microsoft.com/office/drawing/2014/main" id="{C4FC12AC-4496-48B7-824F-F2C68A328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133600"/>
            <a:ext cx="8001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解：</a:t>
            </a:r>
          </a:p>
        </p:txBody>
      </p:sp>
      <p:grpSp>
        <p:nvGrpSpPr>
          <p:cNvPr id="2" name="组合 63">
            <a:extLst>
              <a:ext uri="{FF2B5EF4-FFF2-40B4-BE49-F238E27FC236}">
                <a16:creationId xmlns:a16="http://schemas.microsoft.com/office/drawing/2014/main" id="{FFFCCE2F-E227-4131-99A8-C1D3E5CF5C4D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2060575"/>
            <a:ext cx="4521200" cy="1385888"/>
            <a:chOff x="971600" y="2060848"/>
            <a:chExt cx="4521051" cy="1386260"/>
          </a:xfrm>
        </p:grpSpPr>
        <p:graphicFrame>
          <p:nvGraphicFramePr>
            <p:cNvPr id="24584" name="Object 13">
              <a:extLst>
                <a:ext uri="{FF2B5EF4-FFF2-40B4-BE49-F238E27FC236}">
                  <a16:creationId xmlns:a16="http://schemas.microsoft.com/office/drawing/2014/main" id="{54C535A8-9BE5-4126-B975-503DF68B9A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43608" y="2204864"/>
            <a:ext cx="1328738" cy="433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01" name="Equation" r:id="rId11" imgW="787058" imgH="253890" progId="Equation.DSMT4">
                    <p:embed/>
                  </p:oleObj>
                </mc:Choice>
                <mc:Fallback>
                  <p:oleObj name="Equation" r:id="rId11" imgW="787058" imgH="253890" progId="Equation.DSMT4">
                    <p:embed/>
                    <p:pic>
                      <p:nvPicPr>
                        <p:cNvPr id="24584" name="Object 13">
                          <a:extLst>
                            <a:ext uri="{FF2B5EF4-FFF2-40B4-BE49-F238E27FC236}">
                              <a16:creationId xmlns:a16="http://schemas.microsoft.com/office/drawing/2014/main" id="{54C535A8-9BE5-4126-B975-503DF68B9A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3608" y="2204864"/>
                          <a:ext cx="1328738" cy="433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5" name="Object 14">
              <a:extLst>
                <a:ext uri="{FF2B5EF4-FFF2-40B4-BE49-F238E27FC236}">
                  <a16:creationId xmlns:a16="http://schemas.microsoft.com/office/drawing/2014/main" id="{7ECB853B-A5C6-4A19-AEAA-0F98094148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55776" y="2060848"/>
            <a:ext cx="2936875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02" name="Equation" r:id="rId12" imgW="1739880" imgH="431640" progId="Equation.DSMT4">
                    <p:embed/>
                  </p:oleObj>
                </mc:Choice>
                <mc:Fallback>
                  <p:oleObj name="Equation" r:id="rId12" imgW="1739880" imgH="431640" progId="Equation.DSMT4">
                    <p:embed/>
                    <p:pic>
                      <p:nvPicPr>
                        <p:cNvPr id="24585" name="Object 14">
                          <a:extLst>
                            <a:ext uri="{FF2B5EF4-FFF2-40B4-BE49-F238E27FC236}">
                              <a16:creationId xmlns:a16="http://schemas.microsoft.com/office/drawing/2014/main" id="{7ECB853B-A5C6-4A19-AEAA-0F98094148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5776" y="2060848"/>
                          <a:ext cx="2936875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6" name="Object 15">
              <a:extLst>
                <a:ext uri="{FF2B5EF4-FFF2-40B4-BE49-F238E27FC236}">
                  <a16:creationId xmlns:a16="http://schemas.microsoft.com/office/drawing/2014/main" id="{4971680E-0C8E-467C-98C7-0C299CFB47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1600" y="2708920"/>
            <a:ext cx="3019425" cy="738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03" name="Equation" r:id="rId14" imgW="1803240" imgH="431640" progId="Equation.DSMT4">
                    <p:embed/>
                  </p:oleObj>
                </mc:Choice>
                <mc:Fallback>
                  <p:oleObj name="Equation" r:id="rId14" imgW="1803240" imgH="431640" progId="Equation.DSMT4">
                    <p:embed/>
                    <p:pic>
                      <p:nvPicPr>
                        <p:cNvPr id="24586" name="Object 15">
                          <a:extLst>
                            <a:ext uri="{FF2B5EF4-FFF2-40B4-BE49-F238E27FC236}">
                              <a16:creationId xmlns:a16="http://schemas.microsoft.com/office/drawing/2014/main" id="{4971680E-0C8E-467C-98C7-0C299CFB474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1600" y="2708920"/>
                          <a:ext cx="3019425" cy="7381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64">
            <a:extLst>
              <a:ext uri="{FF2B5EF4-FFF2-40B4-BE49-F238E27FC236}">
                <a16:creationId xmlns:a16="http://schemas.microsoft.com/office/drawing/2014/main" id="{B5200717-060A-463A-8115-1778CD00F0ED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3429000"/>
            <a:ext cx="4105275" cy="730250"/>
            <a:chOff x="827584" y="3429000"/>
            <a:chExt cx="4104456" cy="731033"/>
          </a:xfrm>
        </p:grpSpPr>
        <p:sp>
          <p:nvSpPr>
            <p:cNvPr id="24609" name="矩形 61">
              <a:extLst>
                <a:ext uri="{FF2B5EF4-FFF2-40B4-BE49-F238E27FC236}">
                  <a16:creationId xmlns:a16="http://schemas.microsoft.com/office/drawing/2014/main" id="{BE52DA61-A1FE-4C3B-AF82-1EAD270B9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7584" y="3429000"/>
              <a:ext cx="298799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所以 </a:t>
              </a:r>
              <a:r>
                <a:rPr lang="en-US" altLang="zh-CN" sz="2400"/>
                <a:t>A </a:t>
              </a:r>
              <a:r>
                <a:rPr lang="zh-CN" altLang="en-US" sz="2400"/>
                <a:t>的特征值为：</a:t>
              </a:r>
            </a:p>
          </p:txBody>
        </p:sp>
        <p:graphicFrame>
          <p:nvGraphicFramePr>
            <p:cNvPr id="24583" name="Object 16">
              <a:extLst>
                <a:ext uri="{FF2B5EF4-FFF2-40B4-BE49-F238E27FC236}">
                  <a16:creationId xmlns:a16="http://schemas.microsoft.com/office/drawing/2014/main" id="{442C41DD-E789-41D2-B453-E43402699D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07904" y="3429000"/>
            <a:ext cx="1224136" cy="7310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04" name="Equation" r:id="rId16" imgW="672840" imgH="393480" progId="Equation.DSMT4">
                    <p:embed/>
                  </p:oleObj>
                </mc:Choice>
                <mc:Fallback>
                  <p:oleObj name="Equation" r:id="rId16" imgW="672840" imgH="393480" progId="Equation.DSMT4">
                    <p:embed/>
                    <p:pic>
                      <p:nvPicPr>
                        <p:cNvPr id="24583" name="Object 16">
                          <a:extLst>
                            <a:ext uri="{FF2B5EF4-FFF2-40B4-BE49-F238E27FC236}">
                              <a16:creationId xmlns:a16="http://schemas.microsoft.com/office/drawing/2014/main" id="{442C41DD-E789-41D2-B453-E43402699D4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7904" y="3429000"/>
                          <a:ext cx="1224136" cy="73103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65">
            <a:extLst>
              <a:ext uri="{FF2B5EF4-FFF2-40B4-BE49-F238E27FC236}">
                <a16:creationId xmlns:a16="http://schemas.microsoft.com/office/drawing/2014/main" id="{054FB831-C77D-4FAF-BD12-33DE7B785018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4292600"/>
            <a:ext cx="3971925" cy="814388"/>
            <a:chOff x="899592" y="4293096"/>
            <a:chExt cx="3972545" cy="814388"/>
          </a:xfrm>
        </p:grpSpPr>
        <p:sp>
          <p:nvSpPr>
            <p:cNvPr id="24608" name="矩形 43">
              <a:extLst>
                <a:ext uri="{FF2B5EF4-FFF2-40B4-BE49-F238E27FC236}">
                  <a16:creationId xmlns:a16="http://schemas.microsoft.com/office/drawing/2014/main" id="{D80754F6-BCB8-4B19-813C-2603062608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4437112"/>
              <a:ext cx="11079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所以，</a:t>
              </a:r>
            </a:p>
          </p:txBody>
        </p:sp>
        <p:graphicFrame>
          <p:nvGraphicFramePr>
            <p:cNvPr id="24582" name="Object 17">
              <a:extLst>
                <a:ext uri="{FF2B5EF4-FFF2-40B4-BE49-F238E27FC236}">
                  <a16:creationId xmlns:a16="http://schemas.microsoft.com/office/drawing/2014/main" id="{78B4C33C-988A-446F-A658-A45122B7E3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79712" y="4293096"/>
            <a:ext cx="2892425" cy="814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05" name="Equation" r:id="rId18" imgW="1574640" imgH="431640" progId="Equation.DSMT4">
                    <p:embed/>
                  </p:oleObj>
                </mc:Choice>
                <mc:Fallback>
                  <p:oleObj name="Equation" r:id="rId18" imgW="1574640" imgH="431640" progId="Equation.DSMT4">
                    <p:embed/>
                    <p:pic>
                      <p:nvPicPr>
                        <p:cNvPr id="24582" name="Object 17">
                          <a:extLst>
                            <a:ext uri="{FF2B5EF4-FFF2-40B4-BE49-F238E27FC236}">
                              <a16:creationId xmlns:a16="http://schemas.microsoft.com/office/drawing/2014/main" id="{78B4C33C-988A-446F-A658-A45122B7E34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712" y="4293096"/>
                          <a:ext cx="2892425" cy="814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2" name="Rectangle 2">
            <a:extLst>
              <a:ext uri="{FF2B5EF4-FFF2-40B4-BE49-F238E27FC236}">
                <a16:creationId xmlns:a16="http://schemas.microsoft.com/office/drawing/2014/main" id="{704D2AA0-61BD-4B81-94F4-FEDB4518D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511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》2014-2015</a:t>
            </a:r>
            <a:r>
              <a:rPr lang="zh-CN" altLang="en-US" b="1"/>
              <a:t>学年第</a:t>
            </a:r>
            <a:r>
              <a:rPr lang="en-US" altLang="zh-CN" b="1"/>
              <a:t>2</a:t>
            </a:r>
            <a:r>
              <a:rPr lang="zh-CN" altLang="en-US" b="1"/>
              <a:t>学期，试卷</a:t>
            </a:r>
          </a:p>
        </p:txBody>
      </p:sp>
      <p:sp>
        <p:nvSpPr>
          <p:cNvPr id="25613" name="Rectangle 3">
            <a:extLst>
              <a:ext uri="{FF2B5EF4-FFF2-40B4-BE49-F238E27FC236}">
                <a16:creationId xmlns:a16="http://schemas.microsoft.com/office/drawing/2014/main" id="{168836DC-3BA8-4C02-B6B9-E5FA2BB50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44575" y="281463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5614" name="Rectangle 7">
            <a:extLst>
              <a:ext uri="{FF2B5EF4-FFF2-40B4-BE49-F238E27FC236}">
                <a16:creationId xmlns:a16="http://schemas.microsoft.com/office/drawing/2014/main" id="{742D6E69-50FF-4DEE-BC9F-9CE9E5F6E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461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5.</a:t>
            </a:r>
            <a:endParaRPr lang="en-US" altLang="zh-CN" sz="2400"/>
          </a:p>
        </p:txBody>
      </p:sp>
      <p:sp>
        <p:nvSpPr>
          <p:cNvPr id="25615" name="Rectangle 19">
            <a:extLst>
              <a:ext uri="{FF2B5EF4-FFF2-40B4-BE49-F238E27FC236}">
                <a16:creationId xmlns:a16="http://schemas.microsoft.com/office/drawing/2014/main" id="{4F434C82-3CA3-433B-901F-C9A580CBB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0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6" name="Rectangle 22">
            <a:extLst>
              <a:ext uri="{FF2B5EF4-FFF2-40B4-BE49-F238E27FC236}">
                <a16:creationId xmlns:a16="http://schemas.microsoft.com/office/drawing/2014/main" id="{A16D87A2-ABB7-4675-9418-6C83D7B68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7" name="Rectangle 25">
            <a:extLst>
              <a:ext uri="{FF2B5EF4-FFF2-40B4-BE49-F238E27FC236}">
                <a16:creationId xmlns:a16="http://schemas.microsoft.com/office/drawing/2014/main" id="{86A93850-B31D-49F5-A069-34D7F915E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8" name="Rectangle 28">
            <a:extLst>
              <a:ext uri="{FF2B5EF4-FFF2-40B4-BE49-F238E27FC236}">
                <a16:creationId xmlns:a16="http://schemas.microsoft.com/office/drawing/2014/main" id="{E7FADE43-FAD6-44C9-B7F5-B42CECA6E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9" name="Rectangle 30">
            <a:extLst>
              <a:ext uri="{FF2B5EF4-FFF2-40B4-BE49-F238E27FC236}">
                <a16:creationId xmlns:a16="http://schemas.microsoft.com/office/drawing/2014/main" id="{A7951FC3-A699-47D6-900F-28E2F6B56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20" name="Rectangle 6">
            <a:extLst>
              <a:ext uri="{FF2B5EF4-FFF2-40B4-BE49-F238E27FC236}">
                <a16:creationId xmlns:a16="http://schemas.microsoft.com/office/drawing/2014/main" id="{369C0B75-EAFC-4F24-866C-31AA4482C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21" name="Rectangle 8">
            <a:extLst>
              <a:ext uri="{FF2B5EF4-FFF2-40B4-BE49-F238E27FC236}">
                <a16:creationId xmlns:a16="http://schemas.microsoft.com/office/drawing/2014/main" id="{7898F52C-A42E-40E0-B865-B1F6BA60D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22" name="Rectangle 10">
            <a:extLst>
              <a:ext uri="{FF2B5EF4-FFF2-40B4-BE49-F238E27FC236}">
                <a16:creationId xmlns:a16="http://schemas.microsoft.com/office/drawing/2014/main" id="{AEE92E79-63EA-4A62-AAC3-8C8F7BDCA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23" name="Rectangle 12">
            <a:extLst>
              <a:ext uri="{FF2B5EF4-FFF2-40B4-BE49-F238E27FC236}">
                <a16:creationId xmlns:a16="http://schemas.microsoft.com/office/drawing/2014/main" id="{B70F8ED8-B193-42F1-9BE4-8EDBB3FBC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24" name="Rectangle 12">
            <a:extLst>
              <a:ext uri="{FF2B5EF4-FFF2-40B4-BE49-F238E27FC236}">
                <a16:creationId xmlns:a16="http://schemas.microsoft.com/office/drawing/2014/main" id="{89A39465-C140-4619-A6C5-82E92D1F1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25" name="Rectangle 14">
            <a:extLst>
              <a:ext uri="{FF2B5EF4-FFF2-40B4-BE49-F238E27FC236}">
                <a16:creationId xmlns:a16="http://schemas.microsoft.com/office/drawing/2014/main" id="{C9938BA4-5C8A-4D98-A2DC-F3504E130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26" name="Rectangle 16">
            <a:extLst>
              <a:ext uri="{FF2B5EF4-FFF2-40B4-BE49-F238E27FC236}">
                <a16:creationId xmlns:a16="http://schemas.microsoft.com/office/drawing/2014/main" id="{123E23A2-3022-4F8E-98F5-A86D59D70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27" name="Rectangle 2">
            <a:extLst>
              <a:ext uri="{FF2B5EF4-FFF2-40B4-BE49-F238E27FC236}">
                <a16:creationId xmlns:a16="http://schemas.microsoft.com/office/drawing/2014/main" id="{6257852F-7775-4220-A281-83A72AEF0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28" name="Rectangle 4">
            <a:extLst>
              <a:ext uri="{FF2B5EF4-FFF2-40B4-BE49-F238E27FC236}">
                <a16:creationId xmlns:a16="http://schemas.microsoft.com/office/drawing/2014/main" id="{DBCB14F8-F8D5-405C-A817-4D9E99651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29" name="Rectangle 8">
            <a:extLst>
              <a:ext uri="{FF2B5EF4-FFF2-40B4-BE49-F238E27FC236}">
                <a16:creationId xmlns:a16="http://schemas.microsoft.com/office/drawing/2014/main" id="{F5929CAE-0CB8-4425-A90D-D54059C48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30" name="Rectangle 10">
            <a:extLst>
              <a:ext uri="{FF2B5EF4-FFF2-40B4-BE49-F238E27FC236}">
                <a16:creationId xmlns:a16="http://schemas.microsoft.com/office/drawing/2014/main" id="{BAC8D5FE-80A2-42A0-898E-AA180E339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31" name="Rectangle 12">
            <a:extLst>
              <a:ext uri="{FF2B5EF4-FFF2-40B4-BE49-F238E27FC236}">
                <a16:creationId xmlns:a16="http://schemas.microsoft.com/office/drawing/2014/main" id="{F0076F43-B086-42CC-81C0-C691A8666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32" name="Rectangle 15">
            <a:extLst>
              <a:ext uri="{FF2B5EF4-FFF2-40B4-BE49-F238E27FC236}">
                <a16:creationId xmlns:a16="http://schemas.microsoft.com/office/drawing/2014/main" id="{BE3F5BF0-4944-44E6-80AB-F0EC0DE2C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33" name="Rectangle 17">
            <a:extLst>
              <a:ext uri="{FF2B5EF4-FFF2-40B4-BE49-F238E27FC236}">
                <a16:creationId xmlns:a16="http://schemas.microsoft.com/office/drawing/2014/main" id="{EF384EC7-D51E-490D-8B7E-40F77B8E7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34" name="Rectangle 19">
            <a:extLst>
              <a:ext uri="{FF2B5EF4-FFF2-40B4-BE49-F238E27FC236}">
                <a16:creationId xmlns:a16="http://schemas.microsoft.com/office/drawing/2014/main" id="{9F987513-AAA4-4D9C-9054-107D613DD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35" name="Rectangle 21">
            <a:extLst>
              <a:ext uri="{FF2B5EF4-FFF2-40B4-BE49-F238E27FC236}">
                <a16:creationId xmlns:a16="http://schemas.microsoft.com/office/drawing/2014/main" id="{9FA6E06C-057E-4C8D-B1E6-A30D21521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36" name="矩形 56">
            <a:extLst>
              <a:ext uri="{FF2B5EF4-FFF2-40B4-BE49-F238E27FC236}">
                <a16:creationId xmlns:a16="http://schemas.microsoft.com/office/drawing/2014/main" id="{693D16CF-374D-4AA5-BC85-23B9BBC81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62071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/>
              <a:t>设</a:t>
            </a:r>
            <a:endParaRPr lang="zh-CN" altLang="en-US" sz="2400"/>
          </a:p>
        </p:txBody>
      </p:sp>
      <p:sp>
        <p:nvSpPr>
          <p:cNvPr id="25637" name="Rectangle 14">
            <a:extLst>
              <a:ext uri="{FF2B5EF4-FFF2-40B4-BE49-F238E27FC236}">
                <a16:creationId xmlns:a16="http://schemas.microsoft.com/office/drawing/2014/main" id="{37FCEEF5-4DC4-42CA-A95D-138591134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5602" name="Object 13">
            <a:extLst>
              <a:ext uri="{FF2B5EF4-FFF2-40B4-BE49-F238E27FC236}">
                <a16:creationId xmlns:a16="http://schemas.microsoft.com/office/drawing/2014/main" id="{2BEA8022-6AE3-40B7-B791-9F6BC546F1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692150"/>
          <a:ext cx="288925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4" name="Equation" r:id="rId3" imgW="152268" imgH="164957" progId="Equation.DSMT4">
                  <p:embed/>
                </p:oleObj>
              </mc:Choice>
              <mc:Fallback>
                <p:oleObj name="Equation" r:id="rId3" imgW="152268" imgH="164957" progId="Equation.DSMT4">
                  <p:embed/>
                  <p:pic>
                    <p:nvPicPr>
                      <p:cNvPr id="25602" name="Object 13">
                        <a:extLst>
                          <a:ext uri="{FF2B5EF4-FFF2-40B4-BE49-F238E27FC236}">
                            <a16:creationId xmlns:a16="http://schemas.microsoft.com/office/drawing/2014/main" id="{2BEA8022-6AE3-40B7-B791-9F6BC546F1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692150"/>
                        <a:ext cx="288925" cy="306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8" name="矩形 57">
            <a:extLst>
              <a:ext uri="{FF2B5EF4-FFF2-40B4-BE49-F238E27FC236}">
                <a16:creationId xmlns:a16="http://schemas.microsoft.com/office/drawing/2014/main" id="{C36FA34E-6428-440D-998C-E1848E39F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620713"/>
            <a:ext cx="1108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/>
              <a:t>是任一</a:t>
            </a:r>
            <a:endParaRPr lang="zh-CN" altLang="en-US" sz="2400"/>
          </a:p>
        </p:txBody>
      </p:sp>
      <p:sp>
        <p:nvSpPr>
          <p:cNvPr id="25639" name="Rectangle 16">
            <a:extLst>
              <a:ext uri="{FF2B5EF4-FFF2-40B4-BE49-F238E27FC236}">
                <a16:creationId xmlns:a16="http://schemas.microsoft.com/office/drawing/2014/main" id="{51FE0B56-AE1A-4A9A-AFDF-581286F16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5603" name="Object 15">
            <a:extLst>
              <a:ext uri="{FF2B5EF4-FFF2-40B4-BE49-F238E27FC236}">
                <a16:creationId xmlns:a16="http://schemas.microsoft.com/office/drawing/2014/main" id="{F901E8D8-FDA7-4A21-AEAD-A9C3DC3844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620713"/>
          <a:ext cx="960437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5" name="Equation" r:id="rId5" imgW="533169" imgH="203112" progId="Equation.DSMT4">
                  <p:embed/>
                </p:oleObj>
              </mc:Choice>
              <mc:Fallback>
                <p:oleObj name="Equation" r:id="rId5" imgW="533169" imgH="203112" progId="Equation.DSMT4">
                  <p:embed/>
                  <p:pic>
                    <p:nvPicPr>
                      <p:cNvPr id="25603" name="Object 15">
                        <a:extLst>
                          <a:ext uri="{FF2B5EF4-FFF2-40B4-BE49-F238E27FC236}">
                            <a16:creationId xmlns:a16="http://schemas.microsoft.com/office/drawing/2014/main" id="{F901E8D8-FDA7-4A21-AEAD-A9C3DC3844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620713"/>
                        <a:ext cx="960437" cy="360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0" name="矩形 61">
            <a:extLst>
              <a:ext uri="{FF2B5EF4-FFF2-40B4-BE49-F238E27FC236}">
                <a16:creationId xmlns:a16="http://schemas.microsoft.com/office/drawing/2014/main" id="{4094A303-C32E-4493-820F-89B557DA1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549275"/>
            <a:ext cx="12779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/>
              <a:t>阶方阵</a:t>
            </a:r>
            <a:r>
              <a:rPr lang="en-US" altLang="zh-CN" sz="2400"/>
              <a:t>, </a:t>
            </a:r>
            <a:endParaRPr lang="zh-CN" altLang="en-US" sz="2400"/>
          </a:p>
        </p:txBody>
      </p:sp>
      <p:sp>
        <p:nvSpPr>
          <p:cNvPr id="25641" name="Rectangle 18">
            <a:extLst>
              <a:ext uri="{FF2B5EF4-FFF2-40B4-BE49-F238E27FC236}">
                <a16:creationId xmlns:a16="http://schemas.microsoft.com/office/drawing/2014/main" id="{B018825A-39E9-478E-8504-2A2A952DE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5604" name="Object 17">
            <a:extLst>
              <a:ext uri="{FF2B5EF4-FFF2-40B4-BE49-F238E27FC236}">
                <a16:creationId xmlns:a16="http://schemas.microsoft.com/office/drawing/2014/main" id="{C19B6A67-30D2-42F5-8F31-20ABB9B054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549275"/>
          <a:ext cx="287337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6" name="Equation" r:id="rId7" imgW="126725" imgH="177415" progId="Equation.DSMT4">
                  <p:embed/>
                </p:oleObj>
              </mc:Choice>
              <mc:Fallback>
                <p:oleObj name="Equation" r:id="rId7" imgW="126725" imgH="177415" progId="Equation.DSMT4">
                  <p:embed/>
                  <p:pic>
                    <p:nvPicPr>
                      <p:cNvPr id="25604" name="Object 17">
                        <a:extLst>
                          <a:ext uri="{FF2B5EF4-FFF2-40B4-BE49-F238E27FC236}">
                            <a16:creationId xmlns:a16="http://schemas.microsoft.com/office/drawing/2014/main" id="{C19B6A67-30D2-42F5-8F31-20ABB9B054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549275"/>
                        <a:ext cx="287337" cy="420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2" name="矩形 63">
            <a:extLst>
              <a:ext uri="{FF2B5EF4-FFF2-40B4-BE49-F238E27FC236}">
                <a16:creationId xmlns:a16="http://schemas.microsoft.com/office/drawing/2014/main" id="{0A326092-8D54-4A4B-9C3C-BC94506BA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549275"/>
            <a:ext cx="15859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/>
              <a:t>为常数</a:t>
            </a:r>
            <a:r>
              <a:rPr lang="en-US" altLang="zh-CN" sz="2400"/>
              <a:t>, </a:t>
            </a:r>
            <a:r>
              <a:rPr lang="zh-CN" altLang="zh-CN" sz="2400"/>
              <a:t>且</a:t>
            </a:r>
            <a:endParaRPr lang="zh-CN" altLang="en-US" sz="2400"/>
          </a:p>
        </p:txBody>
      </p:sp>
      <p:sp>
        <p:nvSpPr>
          <p:cNvPr id="25643" name="Rectangle 20">
            <a:extLst>
              <a:ext uri="{FF2B5EF4-FFF2-40B4-BE49-F238E27FC236}">
                <a16:creationId xmlns:a16="http://schemas.microsoft.com/office/drawing/2014/main" id="{C5779737-955A-4A57-8AC3-BCD096F4E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5605" name="Object 19">
            <a:extLst>
              <a:ext uri="{FF2B5EF4-FFF2-40B4-BE49-F238E27FC236}">
                <a16:creationId xmlns:a16="http://schemas.microsoft.com/office/drawing/2014/main" id="{466315AA-6BF4-4800-8073-14598CBBBA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788" y="549275"/>
          <a:ext cx="12128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7" name="Equation" r:id="rId9" imgW="558558" imgH="203112" progId="Equation.DSMT4">
                  <p:embed/>
                </p:oleObj>
              </mc:Choice>
              <mc:Fallback>
                <p:oleObj name="Equation" r:id="rId9" imgW="558558" imgH="203112" progId="Equation.DSMT4">
                  <p:embed/>
                  <p:pic>
                    <p:nvPicPr>
                      <p:cNvPr id="25605" name="Object 19">
                        <a:extLst>
                          <a:ext uri="{FF2B5EF4-FFF2-40B4-BE49-F238E27FC236}">
                            <a16:creationId xmlns:a16="http://schemas.microsoft.com/office/drawing/2014/main" id="{466315AA-6BF4-4800-8073-14598CBBBA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549275"/>
                        <a:ext cx="121285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4" name="矩形 67">
            <a:extLst>
              <a:ext uri="{FF2B5EF4-FFF2-40B4-BE49-F238E27FC236}">
                <a16:creationId xmlns:a16="http://schemas.microsoft.com/office/drawing/2014/main" id="{36057B71-40FD-477A-A224-993CFB9FD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125538"/>
            <a:ext cx="1108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/>
              <a:t>则必有</a:t>
            </a:r>
            <a:endParaRPr lang="zh-CN" altLang="en-US" sz="2400"/>
          </a:p>
        </p:txBody>
      </p:sp>
      <p:sp>
        <p:nvSpPr>
          <p:cNvPr id="25645" name="Rectangle 22">
            <a:extLst>
              <a:ext uri="{FF2B5EF4-FFF2-40B4-BE49-F238E27FC236}">
                <a16:creationId xmlns:a16="http://schemas.microsoft.com/office/drawing/2014/main" id="{5B7CBA9E-CFC4-4A26-8F67-5636DC6BB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5606" name="Object 21">
            <a:extLst>
              <a:ext uri="{FF2B5EF4-FFF2-40B4-BE49-F238E27FC236}">
                <a16:creationId xmlns:a16="http://schemas.microsoft.com/office/drawing/2014/main" id="{66B80ACF-5A99-4DFB-B3E5-79E1FA194D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1125538"/>
          <a:ext cx="178593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8" name="Equation" r:id="rId11" imgW="939600" imgH="253800" progId="Equation.DSMT4">
                  <p:embed/>
                </p:oleObj>
              </mc:Choice>
              <mc:Fallback>
                <p:oleObj name="Equation" r:id="rId11" imgW="939600" imgH="253800" progId="Equation.DSMT4">
                  <p:embed/>
                  <p:pic>
                    <p:nvPicPr>
                      <p:cNvPr id="25606" name="Object 21">
                        <a:extLst>
                          <a:ext uri="{FF2B5EF4-FFF2-40B4-BE49-F238E27FC236}">
                            <a16:creationId xmlns:a16="http://schemas.microsoft.com/office/drawing/2014/main" id="{66B80ACF-5A99-4DFB-B3E5-79E1FA194D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125538"/>
                        <a:ext cx="1785938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6" name="矩形 69">
            <a:extLst>
              <a:ext uri="{FF2B5EF4-FFF2-40B4-BE49-F238E27FC236}">
                <a16:creationId xmlns:a16="http://schemas.microsoft.com/office/drawing/2014/main" id="{1C218D71-0B18-4AB8-ACDE-6976DFDE2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628775"/>
            <a:ext cx="4746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A.</a:t>
            </a:r>
            <a:endParaRPr lang="zh-CN" altLang="en-US" sz="2400"/>
          </a:p>
        </p:txBody>
      </p:sp>
      <p:sp>
        <p:nvSpPr>
          <p:cNvPr id="25647" name="Rectangle 24">
            <a:extLst>
              <a:ext uri="{FF2B5EF4-FFF2-40B4-BE49-F238E27FC236}">
                <a16:creationId xmlns:a16="http://schemas.microsoft.com/office/drawing/2014/main" id="{BA0F92C0-5377-4AFB-AA1E-C206D4A7B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5607" name="Object 23">
            <a:extLst>
              <a:ext uri="{FF2B5EF4-FFF2-40B4-BE49-F238E27FC236}">
                <a16:creationId xmlns:a16="http://schemas.microsoft.com/office/drawing/2014/main" id="{00740377-D87D-41B9-B451-72F097832C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1628775"/>
          <a:ext cx="5556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9" name="Equation" r:id="rId13" imgW="253780" imgH="203024" progId="Equation.DSMT4">
                  <p:embed/>
                </p:oleObj>
              </mc:Choice>
              <mc:Fallback>
                <p:oleObj name="Equation" r:id="rId13" imgW="253780" imgH="203024" progId="Equation.DSMT4">
                  <p:embed/>
                  <p:pic>
                    <p:nvPicPr>
                      <p:cNvPr id="25607" name="Object 23">
                        <a:extLst>
                          <a:ext uri="{FF2B5EF4-FFF2-40B4-BE49-F238E27FC236}">
                            <a16:creationId xmlns:a16="http://schemas.microsoft.com/office/drawing/2014/main" id="{00740377-D87D-41B9-B451-72F097832C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628775"/>
                        <a:ext cx="555625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8" name="矩形 72">
            <a:extLst>
              <a:ext uri="{FF2B5EF4-FFF2-40B4-BE49-F238E27FC236}">
                <a16:creationId xmlns:a16="http://schemas.microsoft.com/office/drawing/2014/main" id="{4D0B0E4C-AFCA-4A39-A538-817B2D649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700213"/>
            <a:ext cx="5603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B. </a:t>
            </a:r>
            <a:endParaRPr lang="zh-CN" altLang="en-US" sz="2400"/>
          </a:p>
        </p:txBody>
      </p:sp>
      <p:sp>
        <p:nvSpPr>
          <p:cNvPr id="25649" name="Rectangle 26">
            <a:extLst>
              <a:ext uri="{FF2B5EF4-FFF2-40B4-BE49-F238E27FC236}">
                <a16:creationId xmlns:a16="http://schemas.microsoft.com/office/drawing/2014/main" id="{087A884C-6FA4-48AA-8841-8C5D4AE2F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5608" name="Object 25">
            <a:extLst>
              <a:ext uri="{FF2B5EF4-FFF2-40B4-BE49-F238E27FC236}">
                <a16:creationId xmlns:a16="http://schemas.microsoft.com/office/drawing/2014/main" id="{B980E522-1D53-4AA0-AEC2-DE63349181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1700213"/>
          <a:ext cx="801687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0" name="Equation" r:id="rId15" imgW="368140" imgH="203112" progId="Equation.DSMT4">
                  <p:embed/>
                </p:oleObj>
              </mc:Choice>
              <mc:Fallback>
                <p:oleObj name="Equation" r:id="rId15" imgW="368140" imgH="203112" progId="Equation.DSMT4">
                  <p:embed/>
                  <p:pic>
                    <p:nvPicPr>
                      <p:cNvPr id="25608" name="Object 25">
                        <a:extLst>
                          <a:ext uri="{FF2B5EF4-FFF2-40B4-BE49-F238E27FC236}">
                            <a16:creationId xmlns:a16="http://schemas.microsoft.com/office/drawing/2014/main" id="{B980E522-1D53-4AA0-AEC2-DE63349181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700213"/>
                        <a:ext cx="801687" cy="433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50" name="矩形 75">
            <a:extLst>
              <a:ext uri="{FF2B5EF4-FFF2-40B4-BE49-F238E27FC236}">
                <a16:creationId xmlns:a16="http://schemas.microsoft.com/office/drawing/2014/main" id="{633E5454-AA24-46D3-90DB-D916985C4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1700213"/>
            <a:ext cx="641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/>
              <a:t> </a:t>
            </a:r>
            <a:r>
              <a:rPr lang="en-US" altLang="zh-CN" sz="2400"/>
              <a:t>C. </a:t>
            </a:r>
            <a:endParaRPr lang="zh-CN" altLang="en-US" sz="2400"/>
          </a:p>
        </p:txBody>
      </p:sp>
      <p:sp>
        <p:nvSpPr>
          <p:cNvPr id="25651" name="Rectangle 28">
            <a:extLst>
              <a:ext uri="{FF2B5EF4-FFF2-40B4-BE49-F238E27FC236}">
                <a16:creationId xmlns:a16="http://schemas.microsoft.com/office/drawing/2014/main" id="{0DD05B98-26B2-413B-BAE1-DA00AAB3E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5609" name="Object 27">
            <a:extLst>
              <a:ext uri="{FF2B5EF4-FFF2-40B4-BE49-F238E27FC236}">
                <a16:creationId xmlns:a16="http://schemas.microsoft.com/office/drawing/2014/main" id="{157BC5BE-762F-42E2-AAF4-A39A570C8E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1700213"/>
          <a:ext cx="719138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1" name="Equation" r:id="rId17" imgW="330057" imgH="203112" progId="Equation.DSMT4">
                  <p:embed/>
                </p:oleObj>
              </mc:Choice>
              <mc:Fallback>
                <p:oleObj name="Equation" r:id="rId17" imgW="330057" imgH="203112" progId="Equation.DSMT4">
                  <p:embed/>
                  <p:pic>
                    <p:nvPicPr>
                      <p:cNvPr id="25609" name="Object 27">
                        <a:extLst>
                          <a:ext uri="{FF2B5EF4-FFF2-40B4-BE49-F238E27FC236}">
                            <a16:creationId xmlns:a16="http://schemas.microsoft.com/office/drawing/2014/main" id="{157BC5BE-762F-42E2-AAF4-A39A570C8E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1700213"/>
                        <a:ext cx="719138" cy="433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52" name="矩形 78">
            <a:extLst>
              <a:ext uri="{FF2B5EF4-FFF2-40B4-BE49-F238E27FC236}">
                <a16:creationId xmlns:a16="http://schemas.microsoft.com/office/drawing/2014/main" id="{AC2969F0-0202-484C-8282-2D8B95D14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1700213"/>
            <a:ext cx="4079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D</a:t>
            </a:r>
            <a:endParaRPr lang="zh-CN" altLang="en-US" sz="2400"/>
          </a:p>
        </p:txBody>
      </p:sp>
      <p:sp>
        <p:nvSpPr>
          <p:cNvPr id="25653" name="Rectangle 30">
            <a:extLst>
              <a:ext uri="{FF2B5EF4-FFF2-40B4-BE49-F238E27FC236}">
                <a16:creationId xmlns:a16="http://schemas.microsoft.com/office/drawing/2014/main" id="{9A28435C-8578-4F32-9550-B8D7514B7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5610" name="Object 29">
            <a:extLst>
              <a:ext uri="{FF2B5EF4-FFF2-40B4-BE49-F238E27FC236}">
                <a16:creationId xmlns:a16="http://schemas.microsoft.com/office/drawing/2014/main" id="{8754DC0B-1AC2-4B8B-8364-F265EE1C92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1700213"/>
          <a:ext cx="90487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2" name="Equation" r:id="rId19" imgW="418918" imgH="203112" progId="Equation.DSMT4">
                  <p:embed/>
                </p:oleObj>
              </mc:Choice>
              <mc:Fallback>
                <p:oleObj name="Equation" r:id="rId19" imgW="418918" imgH="203112" progId="Equation.DSMT4">
                  <p:embed/>
                  <p:pic>
                    <p:nvPicPr>
                      <p:cNvPr id="25610" name="Object 29">
                        <a:extLst>
                          <a:ext uri="{FF2B5EF4-FFF2-40B4-BE49-F238E27FC236}">
                            <a16:creationId xmlns:a16="http://schemas.microsoft.com/office/drawing/2014/main" id="{8754DC0B-1AC2-4B8B-8364-F265EE1C92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1700213"/>
                        <a:ext cx="904875" cy="433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67" name="Object 31">
            <a:extLst>
              <a:ext uri="{FF2B5EF4-FFF2-40B4-BE49-F238E27FC236}">
                <a16:creationId xmlns:a16="http://schemas.microsoft.com/office/drawing/2014/main" id="{15F50D8A-7F4A-44D5-B052-DB615CB06E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3284538"/>
          <a:ext cx="724058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3" name="Equation" r:id="rId21" imgW="3809880" imgH="253800" progId="Equation.DSMT4">
                  <p:embed/>
                </p:oleObj>
              </mc:Choice>
              <mc:Fallback>
                <p:oleObj name="Equation" r:id="rId21" imgW="3809880" imgH="253800" progId="Equation.DSMT4">
                  <p:embed/>
                  <p:pic>
                    <p:nvPicPr>
                      <p:cNvPr id="116767" name="Object 31">
                        <a:extLst>
                          <a:ext uri="{FF2B5EF4-FFF2-40B4-BE49-F238E27FC236}">
                            <a16:creationId xmlns:a16="http://schemas.microsoft.com/office/drawing/2014/main" id="{15F50D8A-7F4A-44D5-B052-DB615CB06E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284538"/>
                        <a:ext cx="7240587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矩形 82">
            <a:extLst>
              <a:ext uri="{FF2B5EF4-FFF2-40B4-BE49-F238E27FC236}">
                <a16:creationId xmlns:a16="http://schemas.microsoft.com/office/drawing/2014/main" id="{108784FC-0F43-4714-8CCF-FC6CF7D4B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492375"/>
            <a:ext cx="20304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答案</a:t>
            </a:r>
            <a:r>
              <a:rPr lang="zh-CN" altLang="en-US" sz="2400">
                <a:sym typeface="Wingdings" panose="05000000000000000000" pitchFamily="2" charset="2"/>
              </a:rPr>
              <a:t>： （</a:t>
            </a:r>
            <a:r>
              <a:rPr lang="en-US" altLang="zh-CN" sz="2400">
                <a:sym typeface="Wingdings" panose="05000000000000000000" pitchFamily="2" charset="2"/>
              </a:rPr>
              <a:t>D</a:t>
            </a:r>
            <a:r>
              <a:rPr lang="zh-CN" altLang="en-US" sz="2400">
                <a:sym typeface="Wingdings" panose="05000000000000000000" pitchFamily="2" charset="2"/>
              </a:rPr>
              <a:t>）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6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6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1" name="Rectangle 2">
            <a:extLst>
              <a:ext uri="{FF2B5EF4-FFF2-40B4-BE49-F238E27FC236}">
                <a16:creationId xmlns:a16="http://schemas.microsoft.com/office/drawing/2014/main" id="{8073EA04-DC0F-498A-8EFC-00EA2A962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511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》2014-2015</a:t>
            </a:r>
            <a:r>
              <a:rPr lang="zh-CN" altLang="en-US" b="1"/>
              <a:t>学年第</a:t>
            </a:r>
            <a:r>
              <a:rPr lang="en-US" altLang="zh-CN" b="1"/>
              <a:t>2</a:t>
            </a:r>
            <a:r>
              <a:rPr lang="zh-CN" altLang="en-US" b="1"/>
              <a:t>学期，试卷</a:t>
            </a:r>
          </a:p>
        </p:txBody>
      </p:sp>
      <p:sp>
        <p:nvSpPr>
          <p:cNvPr id="26632" name="Rectangle 3">
            <a:extLst>
              <a:ext uri="{FF2B5EF4-FFF2-40B4-BE49-F238E27FC236}">
                <a16:creationId xmlns:a16="http://schemas.microsoft.com/office/drawing/2014/main" id="{401ED036-C2F2-475F-906A-F82AECA74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44575" y="281463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6633" name="Rectangle 7">
            <a:extLst>
              <a:ext uri="{FF2B5EF4-FFF2-40B4-BE49-F238E27FC236}">
                <a16:creationId xmlns:a16="http://schemas.microsoft.com/office/drawing/2014/main" id="{F2EC95F7-AE8C-4DCB-8CA2-2D828B1FE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461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8.</a:t>
            </a:r>
            <a:endParaRPr lang="en-US" altLang="zh-CN" sz="2400"/>
          </a:p>
        </p:txBody>
      </p:sp>
      <p:sp>
        <p:nvSpPr>
          <p:cNvPr id="26634" name="Rectangle 19">
            <a:extLst>
              <a:ext uri="{FF2B5EF4-FFF2-40B4-BE49-F238E27FC236}">
                <a16:creationId xmlns:a16="http://schemas.microsoft.com/office/drawing/2014/main" id="{C6FA472A-5FB6-4A51-A6D8-DFD7D1762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0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5" name="Rectangle 22">
            <a:extLst>
              <a:ext uri="{FF2B5EF4-FFF2-40B4-BE49-F238E27FC236}">
                <a16:creationId xmlns:a16="http://schemas.microsoft.com/office/drawing/2014/main" id="{866E0244-B353-4D98-AE58-01529B335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6" name="Rectangle 25">
            <a:extLst>
              <a:ext uri="{FF2B5EF4-FFF2-40B4-BE49-F238E27FC236}">
                <a16:creationId xmlns:a16="http://schemas.microsoft.com/office/drawing/2014/main" id="{C1790FDC-D30E-49D2-8ACE-356111926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7" name="Rectangle 28">
            <a:extLst>
              <a:ext uri="{FF2B5EF4-FFF2-40B4-BE49-F238E27FC236}">
                <a16:creationId xmlns:a16="http://schemas.microsoft.com/office/drawing/2014/main" id="{736B049F-E1DA-4EFC-8EEB-305205BEA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8" name="Rectangle 30">
            <a:extLst>
              <a:ext uri="{FF2B5EF4-FFF2-40B4-BE49-F238E27FC236}">
                <a16:creationId xmlns:a16="http://schemas.microsoft.com/office/drawing/2014/main" id="{1B47A013-E685-44E1-9465-BF1C44661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9" name="Rectangle 6">
            <a:extLst>
              <a:ext uri="{FF2B5EF4-FFF2-40B4-BE49-F238E27FC236}">
                <a16:creationId xmlns:a16="http://schemas.microsoft.com/office/drawing/2014/main" id="{8A7B7E5D-EEA8-48F3-9AD7-8ACA397CD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40" name="Rectangle 8">
            <a:extLst>
              <a:ext uri="{FF2B5EF4-FFF2-40B4-BE49-F238E27FC236}">
                <a16:creationId xmlns:a16="http://schemas.microsoft.com/office/drawing/2014/main" id="{5CBABC3D-B8A0-4528-99A7-B6790D12E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41" name="Rectangle 10">
            <a:extLst>
              <a:ext uri="{FF2B5EF4-FFF2-40B4-BE49-F238E27FC236}">
                <a16:creationId xmlns:a16="http://schemas.microsoft.com/office/drawing/2014/main" id="{6074EEE0-A82B-41D9-BC12-0A5CAC909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42" name="Rectangle 12">
            <a:extLst>
              <a:ext uri="{FF2B5EF4-FFF2-40B4-BE49-F238E27FC236}">
                <a16:creationId xmlns:a16="http://schemas.microsoft.com/office/drawing/2014/main" id="{62A27DFA-B0F6-4D16-ACAF-F49E408C0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43" name="Rectangle 12">
            <a:extLst>
              <a:ext uri="{FF2B5EF4-FFF2-40B4-BE49-F238E27FC236}">
                <a16:creationId xmlns:a16="http://schemas.microsoft.com/office/drawing/2014/main" id="{59500951-9745-4A89-87E7-D3E878A0D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44" name="Rectangle 14">
            <a:extLst>
              <a:ext uri="{FF2B5EF4-FFF2-40B4-BE49-F238E27FC236}">
                <a16:creationId xmlns:a16="http://schemas.microsoft.com/office/drawing/2014/main" id="{1D22B0F9-7643-4686-8199-6CD94230F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45" name="Rectangle 16">
            <a:extLst>
              <a:ext uri="{FF2B5EF4-FFF2-40B4-BE49-F238E27FC236}">
                <a16:creationId xmlns:a16="http://schemas.microsoft.com/office/drawing/2014/main" id="{9B0E87B0-7B73-473E-ACBA-3E70D0489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46" name="Rectangle 2">
            <a:extLst>
              <a:ext uri="{FF2B5EF4-FFF2-40B4-BE49-F238E27FC236}">
                <a16:creationId xmlns:a16="http://schemas.microsoft.com/office/drawing/2014/main" id="{62A3D261-C019-4BE5-A3EE-AD21243C3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47" name="Rectangle 4">
            <a:extLst>
              <a:ext uri="{FF2B5EF4-FFF2-40B4-BE49-F238E27FC236}">
                <a16:creationId xmlns:a16="http://schemas.microsoft.com/office/drawing/2014/main" id="{1709D4FB-E89B-429E-A2B0-769A61B7F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48" name="Rectangle 8">
            <a:extLst>
              <a:ext uri="{FF2B5EF4-FFF2-40B4-BE49-F238E27FC236}">
                <a16:creationId xmlns:a16="http://schemas.microsoft.com/office/drawing/2014/main" id="{57E4DD58-A01E-4013-9C16-3F0FD7CEC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49" name="Rectangle 10">
            <a:extLst>
              <a:ext uri="{FF2B5EF4-FFF2-40B4-BE49-F238E27FC236}">
                <a16:creationId xmlns:a16="http://schemas.microsoft.com/office/drawing/2014/main" id="{EA8A20A8-C618-4025-AD3A-B727733C8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50" name="Rectangle 12">
            <a:extLst>
              <a:ext uri="{FF2B5EF4-FFF2-40B4-BE49-F238E27FC236}">
                <a16:creationId xmlns:a16="http://schemas.microsoft.com/office/drawing/2014/main" id="{0C4E910D-A7CF-4F7D-A084-A5206AC53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51" name="Rectangle 15">
            <a:extLst>
              <a:ext uri="{FF2B5EF4-FFF2-40B4-BE49-F238E27FC236}">
                <a16:creationId xmlns:a16="http://schemas.microsoft.com/office/drawing/2014/main" id="{BCCA1844-DD82-4CF0-82B3-42C893BC9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52" name="Rectangle 17">
            <a:extLst>
              <a:ext uri="{FF2B5EF4-FFF2-40B4-BE49-F238E27FC236}">
                <a16:creationId xmlns:a16="http://schemas.microsoft.com/office/drawing/2014/main" id="{D91C1E70-1638-4570-AE77-697027DBC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53" name="Rectangle 19">
            <a:extLst>
              <a:ext uri="{FF2B5EF4-FFF2-40B4-BE49-F238E27FC236}">
                <a16:creationId xmlns:a16="http://schemas.microsoft.com/office/drawing/2014/main" id="{9F41EFB1-EBAE-484D-AC1B-CB19FE2C1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54" name="Rectangle 21">
            <a:extLst>
              <a:ext uri="{FF2B5EF4-FFF2-40B4-BE49-F238E27FC236}">
                <a16:creationId xmlns:a16="http://schemas.microsoft.com/office/drawing/2014/main" id="{473EDA6A-63B9-47CF-8414-C24D1D4C9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55" name="Rectangle 14">
            <a:extLst>
              <a:ext uri="{FF2B5EF4-FFF2-40B4-BE49-F238E27FC236}">
                <a16:creationId xmlns:a16="http://schemas.microsoft.com/office/drawing/2014/main" id="{CAE2DAE5-D158-486D-BD80-70408C279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6626" name="Object 2">
            <a:extLst>
              <a:ext uri="{FF2B5EF4-FFF2-40B4-BE49-F238E27FC236}">
                <a16:creationId xmlns:a16="http://schemas.microsoft.com/office/drawing/2014/main" id="{377AC64F-2052-492D-889E-22C028D691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692150"/>
          <a:ext cx="338137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3" name="Equation" r:id="rId3" imgW="152268" imgH="164957" progId="Equation.DSMT4">
                  <p:embed/>
                </p:oleObj>
              </mc:Choice>
              <mc:Fallback>
                <p:oleObj name="Equation" r:id="rId3" imgW="152268" imgH="164957" progId="Equation.DSMT4">
                  <p:embed/>
                  <p:pic>
                    <p:nvPicPr>
                      <p:cNvPr id="26626" name="Object 2">
                        <a:extLst>
                          <a:ext uri="{FF2B5EF4-FFF2-40B4-BE49-F238E27FC236}">
                            <a16:creationId xmlns:a16="http://schemas.microsoft.com/office/drawing/2014/main" id="{377AC64F-2052-492D-889E-22C028D691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692150"/>
                        <a:ext cx="338137" cy="360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6" name="Rectangle 16">
            <a:extLst>
              <a:ext uri="{FF2B5EF4-FFF2-40B4-BE49-F238E27FC236}">
                <a16:creationId xmlns:a16="http://schemas.microsoft.com/office/drawing/2014/main" id="{830D37DC-A2CF-481F-93AB-4A8892105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57" name="Rectangle 18">
            <a:extLst>
              <a:ext uri="{FF2B5EF4-FFF2-40B4-BE49-F238E27FC236}">
                <a16:creationId xmlns:a16="http://schemas.microsoft.com/office/drawing/2014/main" id="{39B84AF9-A03D-46F8-84FF-A6F8ABEE4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58" name="Rectangle 20">
            <a:extLst>
              <a:ext uri="{FF2B5EF4-FFF2-40B4-BE49-F238E27FC236}">
                <a16:creationId xmlns:a16="http://schemas.microsoft.com/office/drawing/2014/main" id="{18E926AB-4847-4C99-8970-108E56C3A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59" name="Rectangle 22">
            <a:extLst>
              <a:ext uri="{FF2B5EF4-FFF2-40B4-BE49-F238E27FC236}">
                <a16:creationId xmlns:a16="http://schemas.microsoft.com/office/drawing/2014/main" id="{687B71C8-82AD-435D-8595-D7A7F71F9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60" name="Rectangle 24">
            <a:extLst>
              <a:ext uri="{FF2B5EF4-FFF2-40B4-BE49-F238E27FC236}">
                <a16:creationId xmlns:a16="http://schemas.microsoft.com/office/drawing/2014/main" id="{750AFCB8-0699-4643-BB7A-D42A8AD84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61" name="Rectangle 26">
            <a:extLst>
              <a:ext uri="{FF2B5EF4-FFF2-40B4-BE49-F238E27FC236}">
                <a16:creationId xmlns:a16="http://schemas.microsoft.com/office/drawing/2014/main" id="{A8CFFA68-AA28-4195-8AE4-CE9C94682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62" name="Rectangle 28">
            <a:extLst>
              <a:ext uri="{FF2B5EF4-FFF2-40B4-BE49-F238E27FC236}">
                <a16:creationId xmlns:a16="http://schemas.microsoft.com/office/drawing/2014/main" id="{D58E3883-349E-4707-B453-75CB7A2BE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63" name="Rectangle 30">
            <a:extLst>
              <a:ext uri="{FF2B5EF4-FFF2-40B4-BE49-F238E27FC236}">
                <a16:creationId xmlns:a16="http://schemas.microsoft.com/office/drawing/2014/main" id="{841AE9EA-DB7B-410B-AC2E-C8C1DA469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64" name="矩形 54">
            <a:extLst>
              <a:ext uri="{FF2B5EF4-FFF2-40B4-BE49-F238E27FC236}">
                <a16:creationId xmlns:a16="http://schemas.microsoft.com/office/drawing/2014/main" id="{7BF5DEF6-84D9-4F81-829C-C29C76A8D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620713"/>
            <a:ext cx="18938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/>
              <a:t>已知</a:t>
            </a:r>
            <a:r>
              <a:rPr lang="en-US" altLang="zh-CN" sz="2400"/>
              <a:t>3</a:t>
            </a:r>
            <a:r>
              <a:rPr lang="zh-CN" altLang="zh-CN" sz="2400"/>
              <a:t>阶矩阵</a:t>
            </a:r>
            <a:endParaRPr lang="zh-CN" altLang="en-US" sz="2400"/>
          </a:p>
        </p:txBody>
      </p:sp>
      <p:sp>
        <p:nvSpPr>
          <p:cNvPr id="26665" name="矩形 55">
            <a:extLst>
              <a:ext uri="{FF2B5EF4-FFF2-40B4-BE49-F238E27FC236}">
                <a16:creationId xmlns:a16="http://schemas.microsoft.com/office/drawing/2014/main" id="{AAD0DAF3-3A44-410B-8509-B676B0233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620713"/>
            <a:ext cx="40846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/>
              <a:t>的特征值分别为</a:t>
            </a:r>
            <a:r>
              <a:rPr lang="en-US" altLang="zh-CN" sz="2400"/>
              <a:t>1</a:t>
            </a:r>
            <a:r>
              <a:rPr lang="zh-CN" altLang="zh-CN" sz="2400"/>
              <a:t>，</a:t>
            </a:r>
            <a:r>
              <a:rPr lang="en-US" altLang="zh-CN" sz="2400"/>
              <a:t>2</a:t>
            </a:r>
            <a:r>
              <a:rPr lang="zh-CN" altLang="zh-CN" sz="2400"/>
              <a:t>，</a:t>
            </a:r>
            <a:r>
              <a:rPr lang="en-US" altLang="zh-CN" sz="2400"/>
              <a:t>3</a:t>
            </a:r>
            <a:r>
              <a:rPr lang="zh-CN" altLang="zh-CN" sz="2400"/>
              <a:t>，则</a:t>
            </a:r>
            <a:endParaRPr lang="zh-CN" altLang="en-US" sz="2400"/>
          </a:p>
        </p:txBody>
      </p:sp>
      <p:sp>
        <p:nvSpPr>
          <p:cNvPr id="26666" name="Rectangle 13">
            <a:extLst>
              <a:ext uri="{FF2B5EF4-FFF2-40B4-BE49-F238E27FC236}">
                <a16:creationId xmlns:a16="http://schemas.microsoft.com/office/drawing/2014/main" id="{1C7BB004-794F-49CA-990C-9C0F9B3FE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6627" name="Object 12">
            <a:extLst>
              <a:ext uri="{FF2B5EF4-FFF2-40B4-BE49-F238E27FC236}">
                <a16:creationId xmlns:a16="http://schemas.microsoft.com/office/drawing/2014/main" id="{9F172383-1A2A-4375-A0FB-DD4D04DD18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1268413"/>
          <a:ext cx="17367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4" name="Equation" r:id="rId5" imgW="1028520" imgH="266400" progId="Equation.DSMT4">
                  <p:embed/>
                </p:oleObj>
              </mc:Choice>
              <mc:Fallback>
                <p:oleObj name="Equation" r:id="rId5" imgW="1028520" imgH="266400" progId="Equation.DSMT4">
                  <p:embed/>
                  <p:pic>
                    <p:nvPicPr>
                      <p:cNvPr id="26627" name="Object 12">
                        <a:extLst>
                          <a:ext uri="{FF2B5EF4-FFF2-40B4-BE49-F238E27FC236}">
                            <a16:creationId xmlns:a16="http://schemas.microsoft.com/office/drawing/2014/main" id="{9F172383-1A2A-4375-A0FB-DD4D04DD18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268413"/>
                        <a:ext cx="1736725" cy="454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64">
            <a:extLst>
              <a:ext uri="{FF2B5EF4-FFF2-40B4-BE49-F238E27FC236}">
                <a16:creationId xmlns:a16="http://schemas.microsoft.com/office/drawing/2014/main" id="{4EE1908A-2175-43E3-8A64-EE3F9E8071BE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2060575"/>
            <a:ext cx="4368800" cy="1033463"/>
            <a:chOff x="611560" y="2060848"/>
            <a:chExt cx="4368602" cy="1033264"/>
          </a:xfrm>
        </p:grpSpPr>
        <p:graphicFrame>
          <p:nvGraphicFramePr>
            <p:cNvPr id="26629" name="Object 14">
              <a:extLst>
                <a:ext uri="{FF2B5EF4-FFF2-40B4-BE49-F238E27FC236}">
                  <a16:creationId xmlns:a16="http://schemas.microsoft.com/office/drawing/2014/main" id="{FD89F10C-BB34-4322-94EF-72FF22DBCF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1560" y="2060848"/>
            <a:ext cx="883696" cy="3705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35" name="Equation" r:id="rId7" imgW="393480" imgH="164880" progId="Equation.DSMT4">
                    <p:embed/>
                  </p:oleObj>
                </mc:Choice>
                <mc:Fallback>
                  <p:oleObj name="Equation" r:id="rId7" imgW="393480" imgH="164880" progId="Equation.DSMT4">
                    <p:embed/>
                    <p:pic>
                      <p:nvPicPr>
                        <p:cNvPr id="26629" name="Object 14">
                          <a:extLst>
                            <a:ext uri="{FF2B5EF4-FFF2-40B4-BE49-F238E27FC236}">
                              <a16:creationId xmlns:a16="http://schemas.microsoft.com/office/drawing/2014/main" id="{FD89F10C-BB34-4322-94EF-72FF22DBCFE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1560" y="2060848"/>
                          <a:ext cx="883696" cy="3705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70" name="矩形 59">
              <a:extLst>
                <a:ext uri="{FF2B5EF4-FFF2-40B4-BE49-F238E27FC236}">
                  <a16:creationId xmlns:a16="http://schemas.microsoft.com/office/drawing/2014/main" id="{E13F6829-9366-469D-9FEA-1A08C8BEB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7664" y="2060848"/>
              <a:ext cx="233910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的特征值分别为</a:t>
              </a:r>
              <a:endParaRPr lang="zh-CN" altLang="en-US" sz="2400"/>
            </a:p>
          </p:txBody>
        </p:sp>
        <p:graphicFrame>
          <p:nvGraphicFramePr>
            <p:cNvPr id="26630" name="Object 15">
              <a:extLst>
                <a:ext uri="{FF2B5EF4-FFF2-40B4-BE49-F238E27FC236}">
                  <a16:creationId xmlns:a16="http://schemas.microsoft.com/office/drawing/2014/main" id="{DDCC98E5-18C2-4324-9B51-23BAAC689CD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87624" y="2636912"/>
            <a:ext cx="3792538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36" name="Equation" r:id="rId9" imgW="1688760" imgH="203040" progId="Equation.DSMT4">
                    <p:embed/>
                  </p:oleObj>
                </mc:Choice>
                <mc:Fallback>
                  <p:oleObj name="Equation" r:id="rId9" imgW="1688760" imgH="203040" progId="Equation.DSMT4">
                    <p:embed/>
                    <p:pic>
                      <p:nvPicPr>
                        <p:cNvPr id="26630" name="Object 15">
                          <a:extLst>
                            <a:ext uri="{FF2B5EF4-FFF2-40B4-BE49-F238E27FC236}">
                              <a16:creationId xmlns:a16="http://schemas.microsoft.com/office/drawing/2014/main" id="{DDCC98E5-18C2-4324-9B51-23BAAC689CD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7624" y="2636912"/>
                          <a:ext cx="3792538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65">
            <a:extLst>
              <a:ext uri="{FF2B5EF4-FFF2-40B4-BE49-F238E27FC236}">
                <a16:creationId xmlns:a16="http://schemas.microsoft.com/office/drawing/2014/main" id="{CE27BACF-A59C-4476-B57A-8DA1EBCF9757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3357563"/>
            <a:ext cx="3544887" cy="503237"/>
            <a:chOff x="611560" y="3356992"/>
            <a:chExt cx="3543747" cy="504056"/>
          </a:xfrm>
        </p:grpSpPr>
        <p:sp>
          <p:nvSpPr>
            <p:cNvPr id="26669" name="矩形 62">
              <a:extLst>
                <a:ext uri="{FF2B5EF4-FFF2-40B4-BE49-F238E27FC236}">
                  <a16:creationId xmlns:a16="http://schemas.microsoft.com/office/drawing/2014/main" id="{B0D9CF2E-8FA9-494A-8AAC-ECD2EC542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560" y="3356992"/>
              <a:ext cx="8002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所以</a:t>
              </a:r>
            </a:p>
          </p:txBody>
        </p:sp>
        <p:graphicFrame>
          <p:nvGraphicFramePr>
            <p:cNvPr id="26628" name="Object 16">
              <a:extLst>
                <a:ext uri="{FF2B5EF4-FFF2-40B4-BE49-F238E27FC236}">
                  <a16:creationId xmlns:a16="http://schemas.microsoft.com/office/drawing/2014/main" id="{3E89262D-0E9F-4D30-B752-40674A4A31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5656" y="3356992"/>
            <a:ext cx="2679651" cy="504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37" name="Equation" r:id="rId11" imgW="1358640" imgH="253800" progId="Equation.DSMT4">
                    <p:embed/>
                  </p:oleObj>
                </mc:Choice>
                <mc:Fallback>
                  <p:oleObj name="Equation" r:id="rId11" imgW="1358640" imgH="253800" progId="Equation.DSMT4">
                    <p:embed/>
                    <p:pic>
                      <p:nvPicPr>
                        <p:cNvPr id="26628" name="Object 16">
                          <a:extLst>
                            <a:ext uri="{FF2B5EF4-FFF2-40B4-BE49-F238E27FC236}">
                              <a16:creationId xmlns:a16="http://schemas.microsoft.com/office/drawing/2014/main" id="{3E89262D-0E9F-4D30-B752-40674A4A31C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5656" y="3356992"/>
                          <a:ext cx="2679651" cy="5040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占位符 1">
            <a:extLst>
              <a:ext uri="{FF2B5EF4-FFF2-40B4-BE49-F238E27FC236}">
                <a16:creationId xmlns:a16="http://schemas.microsoft.com/office/drawing/2014/main" id="{E1E9530E-78CD-4C03-89FA-2C143A1EAB4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743F414-D82D-4F40-8350-1017A9F64449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40963" name="页脚占位符 2">
            <a:extLst>
              <a:ext uri="{FF2B5EF4-FFF2-40B4-BE49-F238E27FC236}">
                <a16:creationId xmlns:a16="http://schemas.microsoft.com/office/drawing/2014/main" id="{03BB11C0-D127-4824-BC40-59BC1DA79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 2010, 24ppt</a:t>
            </a:r>
          </a:p>
        </p:txBody>
      </p:sp>
      <p:sp>
        <p:nvSpPr>
          <p:cNvPr id="40964" name="灯片编号占位符 3">
            <a:extLst>
              <a:ext uri="{FF2B5EF4-FFF2-40B4-BE49-F238E27FC236}">
                <a16:creationId xmlns:a16="http://schemas.microsoft.com/office/drawing/2014/main" id="{7EDFA956-06F4-47A9-BBA9-1ECBC64CD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045C76F-14BA-42C1-A187-851B3EB2A2EE}" type="slidenum">
              <a:rPr lang="en-US" altLang="zh-CN"/>
              <a:pPr eaLnBrk="1" hangingPunct="1"/>
              <a:t>42</a:t>
            </a:fld>
            <a:endParaRPr lang="en-US" altLang="zh-CN"/>
          </a:p>
        </p:txBody>
      </p:sp>
      <p:pic>
        <p:nvPicPr>
          <p:cNvPr id="40965" name="Picture 2">
            <a:extLst>
              <a:ext uri="{FF2B5EF4-FFF2-40B4-BE49-F238E27FC236}">
                <a16:creationId xmlns:a16="http://schemas.microsoft.com/office/drawing/2014/main" id="{94F2A824-382B-44BB-9340-AD494A77A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620713"/>
            <a:ext cx="7704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59" name="Picture 3">
            <a:extLst>
              <a:ext uri="{FF2B5EF4-FFF2-40B4-BE49-F238E27FC236}">
                <a16:creationId xmlns:a16="http://schemas.microsoft.com/office/drawing/2014/main" id="{1AA8356A-C21A-48AC-8C82-C215BBF7C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355725"/>
            <a:ext cx="5400675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0" name="Picture 4">
            <a:extLst>
              <a:ext uri="{FF2B5EF4-FFF2-40B4-BE49-F238E27FC236}">
                <a16:creationId xmlns:a16="http://schemas.microsoft.com/office/drawing/2014/main" id="{CDC5980D-2BC1-4E94-9D13-75EA9D556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916113"/>
            <a:ext cx="6769100" cy="53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1" name="Picture 5">
            <a:extLst>
              <a:ext uri="{FF2B5EF4-FFF2-40B4-BE49-F238E27FC236}">
                <a16:creationId xmlns:a16="http://schemas.microsoft.com/office/drawing/2014/main" id="{DF170BA5-4417-4B75-9FA7-854E3E345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25" y="2565400"/>
            <a:ext cx="4681538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2" name="Picture 6">
            <a:extLst>
              <a:ext uri="{FF2B5EF4-FFF2-40B4-BE49-F238E27FC236}">
                <a16:creationId xmlns:a16="http://schemas.microsoft.com/office/drawing/2014/main" id="{86AC1BD8-1C18-4F1A-A5FF-5E081DC4A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3141663"/>
            <a:ext cx="5472113" cy="68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3" name="Picture 7">
            <a:extLst>
              <a:ext uri="{FF2B5EF4-FFF2-40B4-BE49-F238E27FC236}">
                <a16:creationId xmlns:a16="http://schemas.microsoft.com/office/drawing/2014/main" id="{546AD59E-9AEB-4A87-B594-ABDC35127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3860800"/>
            <a:ext cx="3240087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4" name="Picture 8">
            <a:extLst>
              <a:ext uri="{FF2B5EF4-FFF2-40B4-BE49-F238E27FC236}">
                <a16:creationId xmlns:a16="http://schemas.microsoft.com/office/drawing/2014/main" id="{D0A69107-82C7-4EF0-A1DD-6E06D6602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4551363"/>
            <a:ext cx="51847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5" name="Picture 9">
            <a:extLst>
              <a:ext uri="{FF2B5EF4-FFF2-40B4-BE49-F238E27FC236}">
                <a16:creationId xmlns:a16="http://schemas.microsoft.com/office/drawing/2014/main" id="{D69CB503-9601-4C39-AFED-031D9CE04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608513"/>
            <a:ext cx="1008063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6" name="Picture 10">
            <a:extLst>
              <a:ext uri="{FF2B5EF4-FFF2-40B4-BE49-F238E27FC236}">
                <a16:creationId xmlns:a16="http://schemas.microsoft.com/office/drawing/2014/main" id="{345A8239-1250-4D04-8F68-7E537BB33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5273675"/>
            <a:ext cx="5688013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Text Box 11">
            <a:extLst>
              <a:ext uri="{FF2B5EF4-FFF2-40B4-BE49-F238E27FC236}">
                <a16:creationId xmlns:a16="http://schemas.microsoft.com/office/drawing/2014/main" id="{4FD7CD99-F21C-4E32-A3B2-FE9547924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549275"/>
            <a:ext cx="488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</a:rPr>
              <a:t>3.</a:t>
            </a:r>
          </a:p>
        </p:txBody>
      </p:sp>
      <p:sp>
        <p:nvSpPr>
          <p:cNvPr id="45068" name="Text Box 12">
            <a:extLst>
              <a:ext uri="{FF2B5EF4-FFF2-40B4-BE49-F238E27FC236}">
                <a16:creationId xmlns:a16="http://schemas.microsoft.com/office/drawing/2014/main" id="{026820D8-61B0-4669-8339-3BB53C23F1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268413"/>
            <a:ext cx="7969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/>
              <a:t>六、作业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1259632" y="1340768"/>
            <a:ext cx="6696744" cy="2620888"/>
          </a:xfrm>
        </p:spPr>
        <p:txBody>
          <a:bodyPr>
            <a:noAutofit/>
          </a:bodyPr>
          <a:lstStyle/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600" dirty="0">
                <a:solidFill>
                  <a:srgbClr val="0000FF"/>
                </a:solidFill>
              </a:rPr>
              <a:t>P77 </a:t>
            </a:r>
            <a:r>
              <a:rPr lang="zh-CN" altLang="en-US" sz="3600" dirty="0">
                <a:solidFill>
                  <a:srgbClr val="0000FF"/>
                </a:solidFill>
              </a:rPr>
              <a:t>作业</a:t>
            </a:r>
            <a:r>
              <a:rPr lang="en-US" altLang="zh-CN" sz="3600" dirty="0">
                <a:solidFill>
                  <a:srgbClr val="0000FF"/>
                </a:solidFill>
              </a:rPr>
              <a:t>2.20  3</a:t>
            </a: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600" dirty="0">
                <a:solidFill>
                  <a:srgbClr val="0000FF"/>
                </a:solidFill>
              </a:rPr>
              <a:t>P79 </a:t>
            </a:r>
            <a:r>
              <a:rPr lang="zh-CN" altLang="en-US" sz="3600" dirty="0">
                <a:solidFill>
                  <a:srgbClr val="0000FF"/>
                </a:solidFill>
              </a:rPr>
              <a:t>作业</a:t>
            </a:r>
            <a:r>
              <a:rPr lang="en-US" altLang="zh-CN" sz="3600" dirty="0">
                <a:solidFill>
                  <a:srgbClr val="0000FF"/>
                </a:solidFill>
              </a:rPr>
              <a:t>2.21  2</a:t>
            </a: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600" dirty="0">
                <a:solidFill>
                  <a:srgbClr val="0000FF"/>
                </a:solidFill>
              </a:rPr>
              <a:t>P81 </a:t>
            </a:r>
            <a:r>
              <a:rPr lang="zh-CN" altLang="en-US" sz="3600" dirty="0">
                <a:solidFill>
                  <a:srgbClr val="0000FF"/>
                </a:solidFill>
              </a:rPr>
              <a:t>作业</a:t>
            </a:r>
            <a:r>
              <a:rPr lang="en-US" altLang="zh-CN" sz="3600" dirty="0">
                <a:solidFill>
                  <a:srgbClr val="0000FF"/>
                </a:solidFill>
              </a:rPr>
              <a:t>2.22  1</a:t>
            </a: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600" dirty="0">
                <a:solidFill>
                  <a:srgbClr val="0000FF"/>
                </a:solidFill>
              </a:rPr>
              <a:t>P84 </a:t>
            </a:r>
            <a:r>
              <a:rPr lang="zh-CN" altLang="en-US" sz="3600" dirty="0">
                <a:solidFill>
                  <a:srgbClr val="0000FF"/>
                </a:solidFill>
              </a:rPr>
              <a:t>作业</a:t>
            </a:r>
            <a:r>
              <a:rPr lang="en-US" altLang="zh-CN" sz="3600" dirty="0">
                <a:solidFill>
                  <a:srgbClr val="0000FF"/>
                </a:solidFill>
              </a:rPr>
              <a:t>2.23  1</a:t>
            </a: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600" dirty="0">
                <a:solidFill>
                  <a:srgbClr val="0000FF"/>
                </a:solidFill>
              </a:rPr>
              <a:t>预习</a:t>
            </a:r>
            <a:r>
              <a:rPr lang="en-US" altLang="zh-CN" sz="3600" dirty="0">
                <a:solidFill>
                  <a:srgbClr val="0000FF"/>
                </a:solidFill>
              </a:rPr>
              <a:t>2.19</a:t>
            </a:r>
            <a:r>
              <a:rPr lang="zh-CN" altLang="en-US" sz="3600" dirty="0">
                <a:solidFill>
                  <a:srgbClr val="0000FF"/>
                </a:solidFill>
              </a:rPr>
              <a:t>，</a:t>
            </a:r>
            <a:r>
              <a:rPr lang="en-US" altLang="zh-CN" sz="3600" dirty="0">
                <a:solidFill>
                  <a:srgbClr val="0000FF"/>
                </a:solidFill>
              </a:rPr>
              <a:t>2.24</a:t>
            </a:r>
            <a:r>
              <a:rPr lang="zh-CN" altLang="en-US" sz="3600" dirty="0">
                <a:solidFill>
                  <a:srgbClr val="0000FF"/>
                </a:solidFill>
              </a:rPr>
              <a:t>，</a:t>
            </a:r>
            <a:r>
              <a:rPr lang="en-US" altLang="zh-CN" sz="3600" dirty="0">
                <a:solidFill>
                  <a:srgbClr val="0000FF"/>
                </a:solidFill>
              </a:rPr>
              <a:t>2.25</a:t>
            </a: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600" dirty="0">
                <a:solidFill>
                  <a:srgbClr val="0000FF"/>
                </a:solidFill>
              </a:rPr>
              <a:t>观看视频</a:t>
            </a:r>
            <a:r>
              <a:rPr lang="en-US" altLang="zh-CN" sz="3600" dirty="0">
                <a:solidFill>
                  <a:srgbClr val="0000FF"/>
                </a:solidFill>
              </a:rPr>
              <a:t>2.19</a:t>
            </a:r>
            <a:r>
              <a:rPr lang="zh-CN" altLang="en-US" sz="3600" dirty="0">
                <a:solidFill>
                  <a:srgbClr val="0000FF"/>
                </a:solidFill>
              </a:rPr>
              <a:t>，</a:t>
            </a:r>
            <a:r>
              <a:rPr lang="en-US" altLang="zh-CN" sz="3600" dirty="0">
                <a:solidFill>
                  <a:srgbClr val="0000FF"/>
                </a:solidFill>
              </a:rPr>
              <a:t>2.24</a:t>
            </a:r>
            <a:r>
              <a:rPr lang="zh-CN" altLang="en-US" sz="3600" dirty="0">
                <a:solidFill>
                  <a:srgbClr val="0000FF"/>
                </a:solidFill>
              </a:rPr>
              <a:t>，</a:t>
            </a:r>
            <a:r>
              <a:rPr lang="en-US" altLang="zh-CN" sz="3600" dirty="0">
                <a:solidFill>
                  <a:srgbClr val="0000FF"/>
                </a:solidFill>
              </a:rPr>
              <a:t>2.25</a:t>
            </a:r>
            <a:endParaRPr lang="zh-CN" altLang="en-US" sz="3600" dirty="0">
              <a:solidFill>
                <a:srgbClr val="0000FF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76851" y="2556694"/>
            <a:ext cx="3204430" cy="4278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1975</Words>
  <Application>Microsoft Office PowerPoint</Application>
  <PresentationFormat>全屏显示(4:3)</PresentationFormat>
  <Paragraphs>307</Paragraphs>
  <Slides>43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43</vt:i4>
      </vt:variant>
    </vt:vector>
  </HeadingPairs>
  <TitlesOfParts>
    <vt:vector size="54" baseType="lpstr">
      <vt:lpstr>楷体_GB2312</vt:lpstr>
      <vt:lpstr>宋体</vt:lpstr>
      <vt:lpstr>微软雅黑</vt:lpstr>
      <vt:lpstr>Arial</vt:lpstr>
      <vt:lpstr>Calibri</vt:lpstr>
      <vt:lpstr>Times New Roman</vt:lpstr>
      <vt:lpstr>Verdana</vt:lpstr>
      <vt:lpstr>Wingdings</vt:lpstr>
      <vt:lpstr>1_Office 主题</vt:lpstr>
      <vt:lpstr>Equation</vt:lpstr>
      <vt:lpstr>MathType 5.0 Equation</vt:lpstr>
      <vt:lpstr>第十讲  特征值与特征向量</vt:lpstr>
      <vt:lpstr>一、特征值与特征向量的概念</vt:lpstr>
      <vt:lpstr>PowerPoint 演示文稿</vt:lpstr>
      <vt:lpstr>PowerPoint 演示文稿</vt:lpstr>
      <vt:lpstr>PowerPoint 演示文稿</vt:lpstr>
      <vt:lpstr>二、特征值的计算</vt:lpstr>
      <vt:lpstr>PowerPoint 演示文稿</vt:lpstr>
      <vt:lpstr>PowerPoint 演示文稿</vt:lpstr>
      <vt:lpstr>三、特征向量的计算 （观看P78特征值与特征向量）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四、特征值的性质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五、特征向量的性质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六、作业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特征值与特征向量</dc:title>
  <dc:creator>Administrator</dc:creator>
  <cp:lastModifiedBy>Administrator</cp:lastModifiedBy>
  <cp:revision>54</cp:revision>
  <dcterms:created xsi:type="dcterms:W3CDTF">2020-12-08T11:04:00Z</dcterms:created>
  <dcterms:modified xsi:type="dcterms:W3CDTF">2025-02-28T14:57:20Z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2052-11.1.0.10228</vt:lpwstr>
  </property>
</Properties>
</file>