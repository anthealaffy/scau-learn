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82"/>
  </p:notesMasterIdLst>
  <p:sldIdLst>
    <p:sldId id="256" r:id="rId2"/>
    <p:sldId id="258" r:id="rId3"/>
    <p:sldId id="278" r:id="rId4"/>
    <p:sldId id="315" r:id="rId5"/>
    <p:sldId id="347" r:id="rId6"/>
    <p:sldId id="281" r:id="rId7"/>
    <p:sldId id="287" r:id="rId8"/>
    <p:sldId id="282" r:id="rId9"/>
    <p:sldId id="260" r:id="rId10"/>
    <p:sldId id="316" r:id="rId11"/>
    <p:sldId id="262" r:id="rId12"/>
    <p:sldId id="263" r:id="rId13"/>
    <p:sldId id="359" r:id="rId14"/>
    <p:sldId id="349" r:id="rId15"/>
    <p:sldId id="325" r:id="rId16"/>
    <p:sldId id="265" r:id="rId17"/>
    <p:sldId id="266" r:id="rId18"/>
    <p:sldId id="288" r:id="rId19"/>
    <p:sldId id="267" r:id="rId20"/>
    <p:sldId id="268" r:id="rId21"/>
    <p:sldId id="269" r:id="rId22"/>
    <p:sldId id="270" r:id="rId23"/>
    <p:sldId id="271" r:id="rId24"/>
    <p:sldId id="372" r:id="rId25"/>
    <p:sldId id="273" r:id="rId26"/>
    <p:sldId id="274" r:id="rId27"/>
    <p:sldId id="275" r:id="rId28"/>
    <p:sldId id="276" r:id="rId29"/>
    <p:sldId id="361" r:id="rId30"/>
    <p:sldId id="360" r:id="rId31"/>
    <p:sldId id="339" r:id="rId32"/>
    <p:sldId id="340" r:id="rId33"/>
    <p:sldId id="362" r:id="rId34"/>
    <p:sldId id="363" r:id="rId35"/>
    <p:sldId id="364" r:id="rId36"/>
    <p:sldId id="369" r:id="rId37"/>
    <p:sldId id="367" r:id="rId38"/>
    <p:sldId id="368" r:id="rId39"/>
    <p:sldId id="370" r:id="rId40"/>
    <p:sldId id="371" r:id="rId41"/>
    <p:sldId id="289" r:id="rId42"/>
    <p:sldId id="292" r:id="rId43"/>
    <p:sldId id="290" r:id="rId44"/>
    <p:sldId id="291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73" r:id="rId53"/>
    <p:sldId id="374" r:id="rId54"/>
    <p:sldId id="375" r:id="rId55"/>
    <p:sldId id="376" r:id="rId56"/>
    <p:sldId id="377" r:id="rId57"/>
    <p:sldId id="277" r:id="rId58"/>
    <p:sldId id="378" r:id="rId59"/>
    <p:sldId id="379" r:id="rId60"/>
    <p:sldId id="380" r:id="rId61"/>
    <p:sldId id="381" r:id="rId62"/>
    <p:sldId id="264" r:id="rId63"/>
    <p:sldId id="280" r:id="rId64"/>
    <p:sldId id="382" r:id="rId65"/>
    <p:sldId id="383" r:id="rId66"/>
    <p:sldId id="283" r:id="rId67"/>
    <p:sldId id="284" r:id="rId68"/>
    <p:sldId id="384" r:id="rId69"/>
    <p:sldId id="285" r:id="rId70"/>
    <p:sldId id="286" r:id="rId71"/>
    <p:sldId id="385" r:id="rId72"/>
    <p:sldId id="386" r:id="rId73"/>
    <p:sldId id="387" r:id="rId74"/>
    <p:sldId id="388" r:id="rId75"/>
    <p:sldId id="389" r:id="rId76"/>
    <p:sldId id="390" r:id="rId77"/>
    <p:sldId id="391" r:id="rId78"/>
    <p:sldId id="392" r:id="rId79"/>
    <p:sldId id="393" r:id="rId80"/>
    <p:sldId id="272" r:id="rId8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848" autoAdjust="0"/>
  </p:normalViewPr>
  <p:slideViewPr>
    <p:cSldViewPr>
      <p:cViewPr varScale="1">
        <p:scale>
          <a:sx n="82" d="100"/>
          <a:sy n="82" d="100"/>
        </p:scale>
        <p:origin x="147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e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9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4" Type="http://schemas.openxmlformats.org/officeDocument/2006/relationships/image" Target="../media/image79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12" Type="http://schemas.openxmlformats.org/officeDocument/2006/relationships/image" Target="../media/image91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11" Type="http://schemas.openxmlformats.org/officeDocument/2006/relationships/image" Target="../media/image90.wmf"/><Relationship Id="rId5" Type="http://schemas.openxmlformats.org/officeDocument/2006/relationships/image" Target="../media/image84.wmf"/><Relationship Id="rId10" Type="http://schemas.openxmlformats.org/officeDocument/2006/relationships/image" Target="../media/image89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7" Type="http://schemas.openxmlformats.org/officeDocument/2006/relationships/image" Target="../media/image98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4" Type="http://schemas.openxmlformats.org/officeDocument/2006/relationships/image" Target="../media/image10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4" Type="http://schemas.openxmlformats.org/officeDocument/2006/relationships/image" Target="../media/image10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4" Type="http://schemas.openxmlformats.org/officeDocument/2006/relationships/image" Target="../media/image117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3" Type="http://schemas.openxmlformats.org/officeDocument/2006/relationships/image" Target="../media/image158.wmf"/><Relationship Id="rId7" Type="http://schemas.openxmlformats.org/officeDocument/2006/relationships/image" Target="../media/image162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7" Type="http://schemas.openxmlformats.org/officeDocument/2006/relationships/image" Target="../media/image170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image" Target="../media/image173.wmf"/><Relationship Id="rId7" Type="http://schemas.openxmlformats.org/officeDocument/2006/relationships/image" Target="../media/image177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6" Type="http://schemas.openxmlformats.org/officeDocument/2006/relationships/image" Target="../media/image176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Relationship Id="rId9" Type="http://schemas.openxmlformats.org/officeDocument/2006/relationships/image" Target="../media/image179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wmf"/><Relationship Id="rId1" Type="http://schemas.openxmlformats.org/officeDocument/2006/relationships/image" Target="../media/image180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image" Target="../media/image184.wmf"/><Relationship Id="rId7" Type="http://schemas.openxmlformats.org/officeDocument/2006/relationships/image" Target="../media/image188.wmf"/><Relationship Id="rId2" Type="http://schemas.openxmlformats.org/officeDocument/2006/relationships/image" Target="../media/image183.wmf"/><Relationship Id="rId1" Type="http://schemas.openxmlformats.org/officeDocument/2006/relationships/image" Target="../media/image182.e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Relationship Id="rId9" Type="http://schemas.openxmlformats.org/officeDocument/2006/relationships/image" Target="../media/image190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wmf"/><Relationship Id="rId2" Type="http://schemas.openxmlformats.org/officeDocument/2006/relationships/image" Target="../media/image192.wmf"/><Relationship Id="rId1" Type="http://schemas.openxmlformats.org/officeDocument/2006/relationships/image" Target="../media/image191.emf"/><Relationship Id="rId6" Type="http://schemas.openxmlformats.org/officeDocument/2006/relationships/image" Target="../media/image196.emf"/><Relationship Id="rId5" Type="http://schemas.openxmlformats.org/officeDocument/2006/relationships/image" Target="../media/image195.wmf"/><Relationship Id="rId4" Type="http://schemas.openxmlformats.org/officeDocument/2006/relationships/image" Target="../media/image194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3" Type="http://schemas.openxmlformats.org/officeDocument/2006/relationships/image" Target="../media/image200.wmf"/><Relationship Id="rId7" Type="http://schemas.openxmlformats.org/officeDocument/2006/relationships/image" Target="../media/image204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4" Type="http://schemas.openxmlformats.org/officeDocument/2006/relationships/image" Target="../media/image201.wmf"/><Relationship Id="rId9" Type="http://schemas.openxmlformats.org/officeDocument/2006/relationships/image" Target="../media/image206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wmf"/><Relationship Id="rId1" Type="http://schemas.openxmlformats.org/officeDocument/2006/relationships/image" Target="../media/image207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wmf"/><Relationship Id="rId1" Type="http://schemas.openxmlformats.org/officeDocument/2006/relationships/image" Target="../media/image209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7" Type="http://schemas.openxmlformats.org/officeDocument/2006/relationships/image" Target="../media/image217.w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Relationship Id="rId6" Type="http://schemas.openxmlformats.org/officeDocument/2006/relationships/image" Target="../media/image216.wmf"/><Relationship Id="rId5" Type="http://schemas.openxmlformats.org/officeDocument/2006/relationships/image" Target="../media/image215.wmf"/><Relationship Id="rId4" Type="http://schemas.openxmlformats.org/officeDocument/2006/relationships/image" Target="../media/image214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Relationship Id="rId4" Type="http://schemas.openxmlformats.org/officeDocument/2006/relationships/image" Target="../media/image221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Relationship Id="rId6" Type="http://schemas.openxmlformats.org/officeDocument/2006/relationships/image" Target="../media/image227.wmf"/><Relationship Id="rId5" Type="http://schemas.openxmlformats.org/officeDocument/2006/relationships/image" Target="../media/image226.wmf"/><Relationship Id="rId4" Type="http://schemas.openxmlformats.org/officeDocument/2006/relationships/image" Target="../media/image225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3" Type="http://schemas.openxmlformats.org/officeDocument/2006/relationships/image" Target="../media/image230.wmf"/><Relationship Id="rId7" Type="http://schemas.openxmlformats.org/officeDocument/2006/relationships/image" Target="../media/image234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10" Type="http://schemas.openxmlformats.org/officeDocument/2006/relationships/image" Target="../media/image237.wmf"/><Relationship Id="rId4" Type="http://schemas.openxmlformats.org/officeDocument/2006/relationships/image" Target="../media/image231.wmf"/><Relationship Id="rId9" Type="http://schemas.openxmlformats.org/officeDocument/2006/relationships/image" Target="../media/image236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3" Type="http://schemas.openxmlformats.org/officeDocument/2006/relationships/image" Target="../media/image240.wmf"/><Relationship Id="rId7" Type="http://schemas.openxmlformats.org/officeDocument/2006/relationships/image" Target="../media/image244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Relationship Id="rId9" Type="http://schemas.openxmlformats.org/officeDocument/2006/relationships/image" Target="../media/image246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wmf"/><Relationship Id="rId2" Type="http://schemas.openxmlformats.org/officeDocument/2006/relationships/image" Target="../media/image248.wmf"/><Relationship Id="rId1" Type="http://schemas.openxmlformats.org/officeDocument/2006/relationships/image" Target="../media/image247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wmf"/><Relationship Id="rId2" Type="http://schemas.openxmlformats.org/officeDocument/2006/relationships/image" Target="../media/image251.wmf"/><Relationship Id="rId1" Type="http://schemas.openxmlformats.org/officeDocument/2006/relationships/image" Target="../media/image250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wmf"/><Relationship Id="rId2" Type="http://schemas.openxmlformats.org/officeDocument/2006/relationships/image" Target="../media/image257.wmf"/><Relationship Id="rId1" Type="http://schemas.openxmlformats.org/officeDocument/2006/relationships/image" Target="../media/image256.wmf"/><Relationship Id="rId5" Type="http://schemas.openxmlformats.org/officeDocument/2006/relationships/image" Target="../media/image260.wmf"/><Relationship Id="rId4" Type="http://schemas.openxmlformats.org/officeDocument/2006/relationships/image" Target="../media/image259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wmf"/><Relationship Id="rId2" Type="http://schemas.openxmlformats.org/officeDocument/2006/relationships/image" Target="../media/image257.wmf"/><Relationship Id="rId1" Type="http://schemas.openxmlformats.org/officeDocument/2006/relationships/image" Target="../media/image256.wmf"/><Relationship Id="rId5" Type="http://schemas.openxmlformats.org/officeDocument/2006/relationships/image" Target="../media/image263.wmf"/><Relationship Id="rId4" Type="http://schemas.openxmlformats.org/officeDocument/2006/relationships/image" Target="../media/image262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wmf"/><Relationship Id="rId2" Type="http://schemas.openxmlformats.org/officeDocument/2006/relationships/image" Target="../media/image265.wmf"/><Relationship Id="rId1" Type="http://schemas.openxmlformats.org/officeDocument/2006/relationships/image" Target="../media/image264.wmf"/><Relationship Id="rId6" Type="http://schemas.openxmlformats.org/officeDocument/2006/relationships/image" Target="../media/image269.wmf"/><Relationship Id="rId5" Type="http://schemas.openxmlformats.org/officeDocument/2006/relationships/image" Target="../media/image268.wmf"/><Relationship Id="rId4" Type="http://schemas.openxmlformats.org/officeDocument/2006/relationships/image" Target="../media/image267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wmf"/><Relationship Id="rId7" Type="http://schemas.openxmlformats.org/officeDocument/2006/relationships/image" Target="../media/image276.wmf"/><Relationship Id="rId2" Type="http://schemas.openxmlformats.org/officeDocument/2006/relationships/image" Target="../media/image271.wmf"/><Relationship Id="rId1" Type="http://schemas.openxmlformats.org/officeDocument/2006/relationships/image" Target="../media/image270.wmf"/><Relationship Id="rId6" Type="http://schemas.openxmlformats.org/officeDocument/2006/relationships/image" Target="../media/image275.wmf"/><Relationship Id="rId5" Type="http://schemas.openxmlformats.org/officeDocument/2006/relationships/image" Target="../media/image274.wmf"/><Relationship Id="rId4" Type="http://schemas.openxmlformats.org/officeDocument/2006/relationships/image" Target="../media/image273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wmf"/><Relationship Id="rId3" Type="http://schemas.openxmlformats.org/officeDocument/2006/relationships/image" Target="../media/image269.wmf"/><Relationship Id="rId7" Type="http://schemas.openxmlformats.org/officeDocument/2006/relationships/image" Target="../media/image282.wmf"/><Relationship Id="rId12" Type="http://schemas.openxmlformats.org/officeDocument/2006/relationships/image" Target="../media/image267.wmf"/><Relationship Id="rId2" Type="http://schemas.openxmlformats.org/officeDocument/2006/relationships/image" Target="../media/image278.wmf"/><Relationship Id="rId1" Type="http://schemas.openxmlformats.org/officeDocument/2006/relationships/image" Target="../media/image277.wmf"/><Relationship Id="rId6" Type="http://schemas.openxmlformats.org/officeDocument/2006/relationships/image" Target="../media/image281.wmf"/><Relationship Id="rId11" Type="http://schemas.openxmlformats.org/officeDocument/2006/relationships/image" Target="../media/image266.wmf"/><Relationship Id="rId5" Type="http://schemas.openxmlformats.org/officeDocument/2006/relationships/image" Target="../media/image280.wmf"/><Relationship Id="rId10" Type="http://schemas.openxmlformats.org/officeDocument/2006/relationships/image" Target="../media/image265.wmf"/><Relationship Id="rId4" Type="http://schemas.openxmlformats.org/officeDocument/2006/relationships/image" Target="../media/image279.wmf"/><Relationship Id="rId9" Type="http://schemas.openxmlformats.org/officeDocument/2006/relationships/image" Target="../media/image264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3" Type="http://schemas.openxmlformats.org/officeDocument/2006/relationships/image" Target="../media/image286.wmf"/><Relationship Id="rId7" Type="http://schemas.openxmlformats.org/officeDocument/2006/relationships/image" Target="../media/image290.wmf"/><Relationship Id="rId2" Type="http://schemas.openxmlformats.org/officeDocument/2006/relationships/image" Target="../media/image285.wmf"/><Relationship Id="rId1" Type="http://schemas.openxmlformats.org/officeDocument/2006/relationships/image" Target="../media/image284.wmf"/><Relationship Id="rId6" Type="http://schemas.openxmlformats.org/officeDocument/2006/relationships/image" Target="../media/image289.wmf"/><Relationship Id="rId5" Type="http://schemas.openxmlformats.org/officeDocument/2006/relationships/image" Target="../media/image288.wmf"/><Relationship Id="rId4" Type="http://schemas.openxmlformats.org/officeDocument/2006/relationships/image" Target="../media/image287.w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2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wmf"/><Relationship Id="rId2" Type="http://schemas.openxmlformats.org/officeDocument/2006/relationships/image" Target="../media/image293.wmf"/><Relationship Id="rId1" Type="http://schemas.openxmlformats.org/officeDocument/2006/relationships/image" Target="../media/image292.wmf"/><Relationship Id="rId6" Type="http://schemas.openxmlformats.org/officeDocument/2006/relationships/image" Target="../media/image297.wmf"/><Relationship Id="rId5" Type="http://schemas.openxmlformats.org/officeDocument/2006/relationships/image" Target="../media/image296.wmf"/><Relationship Id="rId4" Type="http://schemas.openxmlformats.org/officeDocument/2006/relationships/image" Target="../media/image295.wmf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9.emf"/><Relationship Id="rId1" Type="http://schemas.openxmlformats.org/officeDocument/2006/relationships/image" Target="../media/image298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0.e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wmf"/><Relationship Id="rId2" Type="http://schemas.openxmlformats.org/officeDocument/2006/relationships/image" Target="../media/image302.wmf"/><Relationship Id="rId1" Type="http://schemas.openxmlformats.org/officeDocument/2006/relationships/image" Target="../media/image301.wmf"/><Relationship Id="rId6" Type="http://schemas.openxmlformats.org/officeDocument/2006/relationships/image" Target="../media/image306.wmf"/><Relationship Id="rId5" Type="http://schemas.openxmlformats.org/officeDocument/2006/relationships/image" Target="../media/image305.wmf"/><Relationship Id="rId4" Type="http://schemas.openxmlformats.org/officeDocument/2006/relationships/image" Target="../media/image304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3" Type="http://schemas.openxmlformats.org/officeDocument/2006/relationships/image" Target="../media/image309.wmf"/><Relationship Id="rId7" Type="http://schemas.openxmlformats.org/officeDocument/2006/relationships/image" Target="../media/image313.wmf"/><Relationship Id="rId2" Type="http://schemas.openxmlformats.org/officeDocument/2006/relationships/image" Target="../media/image308.wmf"/><Relationship Id="rId1" Type="http://schemas.openxmlformats.org/officeDocument/2006/relationships/image" Target="../media/image307.wmf"/><Relationship Id="rId6" Type="http://schemas.openxmlformats.org/officeDocument/2006/relationships/image" Target="../media/image312.wmf"/><Relationship Id="rId5" Type="http://schemas.openxmlformats.org/officeDocument/2006/relationships/image" Target="../media/image311.wmf"/><Relationship Id="rId10" Type="http://schemas.openxmlformats.org/officeDocument/2006/relationships/image" Target="../media/image316.wmf"/><Relationship Id="rId4" Type="http://schemas.openxmlformats.org/officeDocument/2006/relationships/image" Target="../media/image310.wmf"/><Relationship Id="rId9" Type="http://schemas.openxmlformats.org/officeDocument/2006/relationships/image" Target="../media/image315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9.wmf"/><Relationship Id="rId7" Type="http://schemas.openxmlformats.org/officeDocument/2006/relationships/image" Target="../media/image323.wmf"/><Relationship Id="rId2" Type="http://schemas.openxmlformats.org/officeDocument/2006/relationships/image" Target="../media/image318.wmf"/><Relationship Id="rId1" Type="http://schemas.openxmlformats.org/officeDocument/2006/relationships/image" Target="../media/image317.wmf"/><Relationship Id="rId6" Type="http://schemas.openxmlformats.org/officeDocument/2006/relationships/image" Target="../media/image322.wmf"/><Relationship Id="rId5" Type="http://schemas.openxmlformats.org/officeDocument/2006/relationships/image" Target="../media/image321.wmf"/><Relationship Id="rId4" Type="http://schemas.openxmlformats.org/officeDocument/2006/relationships/image" Target="../media/image320.w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5.wmf"/><Relationship Id="rId1" Type="http://schemas.openxmlformats.org/officeDocument/2006/relationships/image" Target="../media/image324.w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6.w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wmf"/><Relationship Id="rId2" Type="http://schemas.openxmlformats.org/officeDocument/2006/relationships/image" Target="../media/image328.wmf"/><Relationship Id="rId1" Type="http://schemas.openxmlformats.org/officeDocument/2006/relationships/image" Target="../media/image327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2.wmf"/><Relationship Id="rId2" Type="http://schemas.openxmlformats.org/officeDocument/2006/relationships/image" Target="../media/image331.wmf"/><Relationship Id="rId1" Type="http://schemas.openxmlformats.org/officeDocument/2006/relationships/image" Target="../media/image330.wmf"/><Relationship Id="rId4" Type="http://schemas.openxmlformats.org/officeDocument/2006/relationships/image" Target="../media/image333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wmf"/><Relationship Id="rId2" Type="http://schemas.openxmlformats.org/officeDocument/2006/relationships/image" Target="../media/image335.wmf"/><Relationship Id="rId1" Type="http://schemas.openxmlformats.org/officeDocument/2006/relationships/image" Target="../media/image334.wmf"/><Relationship Id="rId5" Type="http://schemas.openxmlformats.org/officeDocument/2006/relationships/image" Target="../media/image338.wmf"/><Relationship Id="rId4" Type="http://schemas.openxmlformats.org/officeDocument/2006/relationships/image" Target="../media/image337.wmf"/></Relationships>
</file>

<file path=ppt/drawings/_rels/vmlDrawing6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wmf"/><Relationship Id="rId2" Type="http://schemas.openxmlformats.org/officeDocument/2006/relationships/image" Target="../media/image338.wmf"/><Relationship Id="rId1" Type="http://schemas.openxmlformats.org/officeDocument/2006/relationships/image" Target="../media/image334.wmf"/><Relationship Id="rId6" Type="http://schemas.openxmlformats.org/officeDocument/2006/relationships/image" Target="../media/image342.wmf"/><Relationship Id="rId5" Type="http://schemas.openxmlformats.org/officeDocument/2006/relationships/image" Target="../media/image341.wmf"/><Relationship Id="rId4" Type="http://schemas.openxmlformats.org/officeDocument/2006/relationships/image" Target="../media/image340.wmf"/></Relationships>
</file>

<file path=ppt/drawings/_rels/vmlDrawing7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5.wmf"/><Relationship Id="rId2" Type="http://schemas.openxmlformats.org/officeDocument/2006/relationships/image" Target="../media/image344.wmf"/><Relationship Id="rId1" Type="http://schemas.openxmlformats.org/officeDocument/2006/relationships/image" Target="../media/image343.wmf"/><Relationship Id="rId5" Type="http://schemas.openxmlformats.org/officeDocument/2006/relationships/image" Target="../media/image347.wmf"/><Relationship Id="rId4" Type="http://schemas.openxmlformats.org/officeDocument/2006/relationships/image" Target="../media/image346.w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wmf"/><Relationship Id="rId3" Type="http://schemas.openxmlformats.org/officeDocument/2006/relationships/image" Target="../media/image350.wmf"/><Relationship Id="rId7" Type="http://schemas.openxmlformats.org/officeDocument/2006/relationships/image" Target="../media/image354.wmf"/><Relationship Id="rId2" Type="http://schemas.openxmlformats.org/officeDocument/2006/relationships/image" Target="../media/image349.wmf"/><Relationship Id="rId1" Type="http://schemas.openxmlformats.org/officeDocument/2006/relationships/image" Target="../media/image348.wmf"/><Relationship Id="rId6" Type="http://schemas.openxmlformats.org/officeDocument/2006/relationships/image" Target="../media/image353.wmf"/><Relationship Id="rId5" Type="http://schemas.openxmlformats.org/officeDocument/2006/relationships/image" Target="../media/image352.wmf"/><Relationship Id="rId10" Type="http://schemas.openxmlformats.org/officeDocument/2006/relationships/image" Target="../media/image357.wmf"/><Relationship Id="rId4" Type="http://schemas.openxmlformats.org/officeDocument/2006/relationships/image" Target="../media/image351.wmf"/><Relationship Id="rId9" Type="http://schemas.openxmlformats.org/officeDocument/2006/relationships/image" Target="../media/image356.w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wmf"/><Relationship Id="rId7" Type="http://schemas.openxmlformats.org/officeDocument/2006/relationships/image" Target="../media/image364.wmf"/><Relationship Id="rId2" Type="http://schemas.openxmlformats.org/officeDocument/2006/relationships/image" Target="../media/image359.wmf"/><Relationship Id="rId1" Type="http://schemas.openxmlformats.org/officeDocument/2006/relationships/image" Target="../media/image358.wmf"/><Relationship Id="rId6" Type="http://schemas.openxmlformats.org/officeDocument/2006/relationships/image" Target="../media/image363.wmf"/><Relationship Id="rId5" Type="http://schemas.openxmlformats.org/officeDocument/2006/relationships/image" Target="../media/image362.wmf"/><Relationship Id="rId4" Type="http://schemas.openxmlformats.org/officeDocument/2006/relationships/image" Target="../media/image36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08F89-9C62-40E6-A4B7-5241B108DC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07C1D-A20E-4502-A38E-1928A7EE265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3346AE7-B17D-42DE-B1BB-6883229025F6}" type="slidenum">
              <a:rPr lang="en-US" altLang="zh-CN" sz="1200" b="0"/>
              <a:t>14</a:t>
            </a:fld>
            <a:endParaRPr lang="en-US" altLang="zh-CN" sz="1200" b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F70E235-8780-4362-B9D8-28F0EE0DAEED}" type="slidenum">
              <a:rPr lang="en-US" altLang="zh-CN" sz="1200" b="0"/>
              <a:t>15</a:t>
            </a:fld>
            <a:endParaRPr lang="en-US" altLang="zh-CN" sz="1200" b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F70E235-8780-4362-B9D8-28F0EE0DAEED}" type="slidenum">
              <a:rPr lang="en-US" altLang="zh-CN" sz="1200" b="0"/>
              <a:t>29</a:t>
            </a:fld>
            <a:endParaRPr lang="en-US" altLang="zh-CN" sz="1200" b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F70E235-8780-4362-B9D8-28F0EE0DAEED}" type="slidenum">
              <a:rPr lang="en-US" altLang="zh-CN" sz="1200" b="0"/>
              <a:t>30</a:t>
            </a:fld>
            <a:endParaRPr lang="en-US" altLang="zh-CN" sz="1200" b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819797-D584-4FE6-9D5F-7F36E072B631}" type="slidenum">
              <a:rPr lang="en-US" altLang="zh-CN" sz="1200" b="0"/>
              <a:t>31</a:t>
            </a:fld>
            <a:endParaRPr lang="en-US" altLang="zh-CN" sz="1200" b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54B324-3C11-43E9-8525-E94CC75AE399}" type="slidenum">
              <a:rPr lang="en-US" altLang="zh-CN" sz="1200" b="0"/>
              <a:t>32</a:t>
            </a:fld>
            <a:endParaRPr lang="en-US" altLang="zh-CN" sz="1200" b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54B324-3C11-43E9-8525-E94CC75AE399}" type="slidenum">
              <a:rPr lang="en-US" altLang="zh-CN" sz="1200" b="0"/>
              <a:t>33</a:t>
            </a:fld>
            <a:endParaRPr lang="en-US" altLang="zh-CN" sz="1200" b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54B324-3C11-43E9-8525-E94CC75AE399}" type="slidenum">
              <a:rPr lang="en-US" altLang="zh-CN" sz="1200" b="0"/>
              <a:t>34</a:t>
            </a:fld>
            <a:endParaRPr lang="en-US" altLang="zh-CN" sz="1200" b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54B324-3C11-43E9-8525-E94CC75AE399}" type="slidenum">
              <a:rPr lang="en-US" altLang="zh-CN" sz="1200" b="0"/>
              <a:t>35</a:t>
            </a:fld>
            <a:endParaRPr lang="en-US" altLang="zh-CN" sz="1200" b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54B324-3C11-43E9-8525-E94CC75AE399}" type="slidenum">
              <a:rPr lang="en-US" altLang="zh-CN" sz="1200" b="0"/>
              <a:t>36</a:t>
            </a:fld>
            <a:endParaRPr lang="en-US" altLang="zh-CN" sz="1200" b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54B324-3C11-43E9-8525-E94CC75AE399}" type="slidenum">
              <a:rPr lang="en-US" altLang="zh-CN" sz="1200" b="0"/>
              <a:t>37</a:t>
            </a:fld>
            <a:endParaRPr lang="en-US" altLang="zh-CN" sz="1200" b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54B324-3C11-43E9-8525-E94CC75AE399}" type="slidenum">
              <a:rPr lang="en-US" altLang="zh-CN" sz="1200" b="0"/>
              <a:t>38</a:t>
            </a:fld>
            <a:endParaRPr lang="en-US" altLang="zh-CN" sz="1200" b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54B324-3C11-43E9-8525-E94CC75AE399}" type="slidenum">
              <a:rPr lang="en-US" altLang="zh-CN" sz="1200" b="0"/>
              <a:t>39</a:t>
            </a:fld>
            <a:endParaRPr lang="en-US" altLang="zh-CN" sz="1200" b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54B324-3C11-43E9-8525-E94CC75AE399}" type="slidenum">
              <a:rPr lang="en-US" altLang="zh-CN" sz="1200" b="0"/>
              <a:t>40</a:t>
            </a:fld>
            <a:endParaRPr lang="en-US" altLang="zh-CN" sz="1200" b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E37A39FD-0D38-4125-BC31-106450EBEF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A8AD983-F7D2-4DE1-9465-B7F5B84C0A66}" type="slidenum">
              <a:rPr lang="en-US" altLang="zh-CN"/>
              <a:pPr eaLnBrk="1" hangingPunct="1"/>
              <a:t>64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E009D81-11B9-40B2-9F6E-F7A274C626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754D8FF0-2B10-4307-A070-B328AFA5E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7BAB696C-F691-40EF-8A15-86276B34E9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CB32C3-734B-4CDB-89ED-C0EEEF28CDF7}" type="slidenum">
              <a:rPr lang="en-US" altLang="zh-CN"/>
              <a:pPr eaLnBrk="1" hangingPunct="1"/>
              <a:t>65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23D250E-C467-4B33-9381-CB04F58BDB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D4081101-FA8D-43BA-91D6-61F9B2BE21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20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63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59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70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67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64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45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52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6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22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01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7D4BE8A7-B45D-400C-83E7-58F01DA341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2DCB2-6859-4ABD-ACCC-BDA9B565C43A}" type="datetime3">
              <a:rPr lang="zh-CN" altLang="en-US"/>
              <a:pPr>
                <a:defRPr/>
              </a:pPr>
              <a:t>2025年2月28日星期五</a:t>
            </a:fld>
            <a:endParaRPr lang="en-US" altLang="zh-CN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D9DA6CCB-B251-4933-AFD7-B141451587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(Spring 2010,7ppt)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D7CB20A9-697B-4783-A61E-1ECA71C827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AB7793-99AE-44A3-93C3-C87C85B032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147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837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wmf"/><Relationship Id="rId20" Type="http://schemas.openxmlformats.org/officeDocument/2006/relationships/image" Target="../media/image23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18.w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5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43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2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48.wmf"/><Relationship Id="rId18" Type="http://schemas.openxmlformats.org/officeDocument/2006/relationships/oleObject" Target="../embeddings/oleObject51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5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0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51.w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4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6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74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7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7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87.wmf"/><Relationship Id="rId26" Type="http://schemas.openxmlformats.org/officeDocument/2006/relationships/image" Target="../media/image91.wmf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89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87.bin"/><Relationship Id="rId25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84.bin"/><Relationship Id="rId24" Type="http://schemas.openxmlformats.org/officeDocument/2006/relationships/image" Target="../media/image90.wmf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23" Type="http://schemas.openxmlformats.org/officeDocument/2006/relationships/oleObject" Target="../embeddings/oleObject90.bin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85.wmf"/><Relationship Id="rId22" Type="http://schemas.openxmlformats.org/officeDocument/2006/relationships/image" Target="../media/image8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8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9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9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0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08.wmf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0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0" Type="http://schemas.openxmlformats.org/officeDocument/2006/relationships/image" Target="../media/image112.wmf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15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1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27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27.bin"/><Relationship Id="rId17" Type="http://schemas.openxmlformats.org/officeDocument/2006/relationships/image" Target="../media/image1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9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26.wmf"/><Relationship Id="rId5" Type="http://schemas.openxmlformats.org/officeDocument/2006/relationships/image" Target="../media/image123.wmf"/><Relationship Id="rId15" Type="http://schemas.openxmlformats.org/officeDocument/2006/relationships/image" Target="../media/image128.wmf"/><Relationship Id="rId10" Type="http://schemas.openxmlformats.org/officeDocument/2006/relationships/oleObject" Target="../embeddings/oleObject126.bin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2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13" Type="http://schemas.openxmlformats.org/officeDocument/2006/relationships/image" Target="../media/image134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31.wmf"/><Relationship Id="rId12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33.wmf"/><Relationship Id="rId5" Type="http://schemas.openxmlformats.org/officeDocument/2006/relationships/image" Target="../media/image130.wmf"/><Relationship Id="rId10" Type="http://schemas.openxmlformats.org/officeDocument/2006/relationships/oleObject" Target="../embeddings/oleObject133.bin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32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39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36.wmf"/><Relationship Id="rId12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38.wmf"/><Relationship Id="rId5" Type="http://schemas.openxmlformats.org/officeDocument/2006/relationships/image" Target="../media/image135.wmf"/><Relationship Id="rId10" Type="http://schemas.openxmlformats.org/officeDocument/2006/relationships/oleObject" Target="../embeddings/oleObject138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7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44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41.wmf"/><Relationship Id="rId12" Type="http://schemas.openxmlformats.org/officeDocument/2006/relationships/oleObject" Target="../embeddings/oleObject144.bin"/><Relationship Id="rId17" Type="http://schemas.openxmlformats.org/officeDocument/2006/relationships/image" Target="../media/image14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6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43.wmf"/><Relationship Id="rId5" Type="http://schemas.openxmlformats.org/officeDocument/2006/relationships/image" Target="../media/image140.wmf"/><Relationship Id="rId15" Type="http://schemas.openxmlformats.org/officeDocument/2006/relationships/image" Target="../media/image145.wmf"/><Relationship Id="rId10" Type="http://schemas.openxmlformats.org/officeDocument/2006/relationships/oleObject" Target="../embeddings/oleObject143.bin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42.wmf"/><Relationship Id="rId14" Type="http://schemas.openxmlformats.org/officeDocument/2006/relationships/oleObject" Target="../embeddings/oleObject14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9.bin"/><Relationship Id="rId13" Type="http://schemas.openxmlformats.org/officeDocument/2006/relationships/image" Target="../media/image151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48.wmf"/><Relationship Id="rId12" Type="http://schemas.openxmlformats.org/officeDocument/2006/relationships/oleObject" Target="../embeddings/oleObject151.bin"/><Relationship Id="rId17" Type="http://schemas.openxmlformats.org/officeDocument/2006/relationships/image" Target="../media/image15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3.bin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50.wmf"/><Relationship Id="rId5" Type="http://schemas.openxmlformats.org/officeDocument/2006/relationships/image" Target="../media/image147.wmf"/><Relationship Id="rId15" Type="http://schemas.openxmlformats.org/officeDocument/2006/relationships/image" Target="../media/image152.wmf"/><Relationship Id="rId10" Type="http://schemas.openxmlformats.org/officeDocument/2006/relationships/oleObject" Target="../embeddings/oleObject150.bin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49.wmf"/><Relationship Id="rId14" Type="http://schemas.openxmlformats.org/officeDocument/2006/relationships/oleObject" Target="../embeddings/oleObject15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55.bin"/><Relationship Id="rId5" Type="http://schemas.openxmlformats.org/officeDocument/2006/relationships/image" Target="../media/image154.wmf"/><Relationship Id="rId4" Type="http://schemas.openxmlformats.org/officeDocument/2006/relationships/oleObject" Target="../embeddings/oleObject154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image" Target="../media/image160.wmf"/><Relationship Id="rId18" Type="http://schemas.openxmlformats.org/officeDocument/2006/relationships/oleObject" Target="../embeddings/oleObject163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57.wmf"/><Relationship Id="rId12" Type="http://schemas.openxmlformats.org/officeDocument/2006/relationships/oleObject" Target="../embeddings/oleObject160.bin"/><Relationship Id="rId17" Type="http://schemas.openxmlformats.org/officeDocument/2006/relationships/image" Target="../media/image16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2.bin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57.bin"/><Relationship Id="rId11" Type="http://schemas.openxmlformats.org/officeDocument/2006/relationships/image" Target="../media/image159.wmf"/><Relationship Id="rId5" Type="http://schemas.openxmlformats.org/officeDocument/2006/relationships/image" Target="../media/image156.wmf"/><Relationship Id="rId15" Type="http://schemas.openxmlformats.org/officeDocument/2006/relationships/image" Target="../media/image161.wmf"/><Relationship Id="rId10" Type="http://schemas.openxmlformats.org/officeDocument/2006/relationships/oleObject" Target="../embeddings/oleObject159.bin"/><Relationship Id="rId19" Type="http://schemas.openxmlformats.org/officeDocument/2006/relationships/image" Target="../media/image163.wmf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58.wmf"/><Relationship Id="rId14" Type="http://schemas.openxmlformats.org/officeDocument/2006/relationships/oleObject" Target="../embeddings/oleObject161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68.w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65.w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7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0.bin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67.wmf"/><Relationship Id="rId5" Type="http://schemas.openxmlformats.org/officeDocument/2006/relationships/image" Target="../media/image164.wmf"/><Relationship Id="rId15" Type="http://schemas.openxmlformats.org/officeDocument/2006/relationships/image" Target="../media/image169.wmf"/><Relationship Id="rId10" Type="http://schemas.openxmlformats.org/officeDocument/2006/relationships/oleObject" Target="../embeddings/oleObject167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66.wmf"/><Relationship Id="rId14" Type="http://schemas.openxmlformats.org/officeDocument/2006/relationships/oleObject" Target="../embeddings/oleObject169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image" Target="../media/image175.wmf"/><Relationship Id="rId18" Type="http://schemas.openxmlformats.org/officeDocument/2006/relationships/oleObject" Target="../embeddings/oleObject178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179.wmf"/><Relationship Id="rId7" Type="http://schemas.openxmlformats.org/officeDocument/2006/relationships/image" Target="../media/image172.wmf"/><Relationship Id="rId12" Type="http://schemas.openxmlformats.org/officeDocument/2006/relationships/oleObject" Target="../embeddings/oleObject175.bin"/><Relationship Id="rId17" Type="http://schemas.openxmlformats.org/officeDocument/2006/relationships/image" Target="../media/image17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7.bin"/><Relationship Id="rId20" Type="http://schemas.openxmlformats.org/officeDocument/2006/relationships/oleObject" Target="../embeddings/oleObject179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174.wmf"/><Relationship Id="rId5" Type="http://schemas.openxmlformats.org/officeDocument/2006/relationships/image" Target="../media/image171.wmf"/><Relationship Id="rId15" Type="http://schemas.openxmlformats.org/officeDocument/2006/relationships/image" Target="../media/image176.wmf"/><Relationship Id="rId10" Type="http://schemas.openxmlformats.org/officeDocument/2006/relationships/oleObject" Target="../embeddings/oleObject174.bin"/><Relationship Id="rId19" Type="http://schemas.openxmlformats.org/officeDocument/2006/relationships/image" Target="../media/image178.wmf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173.wmf"/><Relationship Id="rId14" Type="http://schemas.openxmlformats.org/officeDocument/2006/relationships/oleObject" Target="../embeddings/oleObject176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81.bin"/><Relationship Id="rId5" Type="http://schemas.openxmlformats.org/officeDocument/2006/relationships/image" Target="../media/image180.wmf"/><Relationship Id="rId4" Type="http://schemas.openxmlformats.org/officeDocument/2006/relationships/oleObject" Target="../embeddings/oleObject180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oleObject" Target="../embeddings/oleObject187.bin"/><Relationship Id="rId18" Type="http://schemas.openxmlformats.org/officeDocument/2006/relationships/image" Target="../media/image189.wmf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12" Type="http://schemas.openxmlformats.org/officeDocument/2006/relationships/image" Target="../media/image186.wmf"/><Relationship Id="rId17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8.wmf"/><Relationship Id="rId20" Type="http://schemas.openxmlformats.org/officeDocument/2006/relationships/image" Target="../media/image190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83.wmf"/><Relationship Id="rId11" Type="http://schemas.openxmlformats.org/officeDocument/2006/relationships/oleObject" Target="../embeddings/oleObject186.bin"/><Relationship Id="rId5" Type="http://schemas.openxmlformats.org/officeDocument/2006/relationships/oleObject" Target="../embeddings/oleObject183.bin"/><Relationship Id="rId15" Type="http://schemas.openxmlformats.org/officeDocument/2006/relationships/oleObject" Target="../embeddings/oleObject188.bin"/><Relationship Id="rId10" Type="http://schemas.openxmlformats.org/officeDocument/2006/relationships/image" Target="../media/image185.wmf"/><Relationship Id="rId19" Type="http://schemas.openxmlformats.org/officeDocument/2006/relationships/oleObject" Target="../embeddings/oleObject190.bin"/><Relationship Id="rId4" Type="http://schemas.openxmlformats.org/officeDocument/2006/relationships/image" Target="../media/image182.emf"/><Relationship Id="rId9" Type="http://schemas.openxmlformats.org/officeDocument/2006/relationships/oleObject" Target="../embeddings/oleObject185.bin"/><Relationship Id="rId14" Type="http://schemas.openxmlformats.org/officeDocument/2006/relationships/image" Target="../media/image187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196.bin"/><Relationship Id="rId3" Type="http://schemas.openxmlformats.org/officeDocument/2006/relationships/oleObject" Target="../embeddings/oleObject191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9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195.bin"/><Relationship Id="rId5" Type="http://schemas.openxmlformats.org/officeDocument/2006/relationships/oleObject" Target="../embeddings/oleObject192.bin"/><Relationship Id="rId10" Type="http://schemas.openxmlformats.org/officeDocument/2006/relationships/image" Target="../media/image194.wmf"/><Relationship Id="rId4" Type="http://schemas.openxmlformats.org/officeDocument/2006/relationships/image" Target="../media/image191.e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196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98.wmf"/><Relationship Id="rId5" Type="http://schemas.openxmlformats.org/officeDocument/2006/relationships/oleObject" Target="../embeddings/oleObject198.bin"/><Relationship Id="rId4" Type="http://schemas.openxmlformats.org/officeDocument/2006/relationships/image" Target="../media/image197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205.wmf"/><Relationship Id="rId3" Type="http://schemas.openxmlformats.org/officeDocument/2006/relationships/oleObject" Target="../embeddings/oleObject200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4.wmf"/><Relationship Id="rId20" Type="http://schemas.openxmlformats.org/officeDocument/2006/relationships/image" Target="../media/image206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98.wmf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10" Type="http://schemas.openxmlformats.org/officeDocument/2006/relationships/image" Target="../media/image201.wmf"/><Relationship Id="rId19" Type="http://schemas.openxmlformats.org/officeDocument/2006/relationships/oleObject" Target="../embeddings/oleObject208.bin"/><Relationship Id="rId4" Type="http://schemas.openxmlformats.org/officeDocument/2006/relationships/image" Target="../media/image197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03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08.wmf"/><Relationship Id="rId5" Type="http://schemas.openxmlformats.org/officeDocument/2006/relationships/oleObject" Target="../embeddings/oleObject210.bin"/><Relationship Id="rId4" Type="http://schemas.openxmlformats.org/officeDocument/2006/relationships/image" Target="../media/image207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10.wmf"/><Relationship Id="rId5" Type="http://schemas.openxmlformats.org/officeDocument/2006/relationships/oleObject" Target="../embeddings/oleObject212.bin"/><Relationship Id="rId4" Type="http://schemas.openxmlformats.org/officeDocument/2006/relationships/image" Target="../media/image209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13" Type="http://schemas.openxmlformats.org/officeDocument/2006/relationships/oleObject" Target="../embeddings/oleObject218.bin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21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7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12.wmf"/><Relationship Id="rId11" Type="http://schemas.openxmlformats.org/officeDocument/2006/relationships/oleObject" Target="../embeddings/oleObject217.bin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10" Type="http://schemas.openxmlformats.org/officeDocument/2006/relationships/image" Target="../media/image214.wmf"/><Relationship Id="rId4" Type="http://schemas.openxmlformats.org/officeDocument/2006/relationships/image" Target="../media/image211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216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19.wmf"/><Relationship Id="rId5" Type="http://schemas.openxmlformats.org/officeDocument/2006/relationships/oleObject" Target="../embeddings/oleObject221.bin"/><Relationship Id="rId10" Type="http://schemas.openxmlformats.org/officeDocument/2006/relationships/image" Target="../media/image221.wmf"/><Relationship Id="rId4" Type="http://schemas.openxmlformats.org/officeDocument/2006/relationships/image" Target="../media/image218.wmf"/><Relationship Id="rId9" Type="http://schemas.openxmlformats.org/officeDocument/2006/relationships/oleObject" Target="../embeddings/oleObject223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13" Type="http://schemas.openxmlformats.org/officeDocument/2006/relationships/oleObject" Target="../embeddings/oleObject229.bin"/><Relationship Id="rId3" Type="http://schemas.openxmlformats.org/officeDocument/2006/relationships/oleObject" Target="../embeddings/oleObject224.bin"/><Relationship Id="rId7" Type="http://schemas.openxmlformats.org/officeDocument/2006/relationships/oleObject" Target="../embeddings/oleObject226.bin"/><Relationship Id="rId12" Type="http://schemas.openxmlformats.org/officeDocument/2006/relationships/image" Target="../media/image2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23.wmf"/><Relationship Id="rId11" Type="http://schemas.openxmlformats.org/officeDocument/2006/relationships/oleObject" Target="../embeddings/oleObject228.bin"/><Relationship Id="rId5" Type="http://schemas.openxmlformats.org/officeDocument/2006/relationships/oleObject" Target="../embeddings/oleObject225.bin"/><Relationship Id="rId10" Type="http://schemas.openxmlformats.org/officeDocument/2006/relationships/image" Target="../media/image225.wmf"/><Relationship Id="rId4" Type="http://schemas.openxmlformats.org/officeDocument/2006/relationships/image" Target="../media/image222.wmf"/><Relationship Id="rId9" Type="http://schemas.openxmlformats.org/officeDocument/2006/relationships/oleObject" Target="../embeddings/oleObject227.bin"/><Relationship Id="rId14" Type="http://schemas.openxmlformats.org/officeDocument/2006/relationships/image" Target="../media/image227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235.wmf"/><Relationship Id="rId3" Type="http://schemas.openxmlformats.org/officeDocument/2006/relationships/oleObject" Target="../embeddings/oleObject230.bin"/><Relationship Id="rId21" Type="http://schemas.openxmlformats.org/officeDocument/2006/relationships/oleObject" Target="../embeddings/oleObject239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32.wmf"/><Relationship Id="rId17" Type="http://schemas.openxmlformats.org/officeDocument/2006/relationships/oleObject" Target="../embeddings/oleObject2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4.wmf"/><Relationship Id="rId20" Type="http://schemas.openxmlformats.org/officeDocument/2006/relationships/image" Target="../media/image236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29.w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10" Type="http://schemas.openxmlformats.org/officeDocument/2006/relationships/image" Target="../media/image231.wmf"/><Relationship Id="rId19" Type="http://schemas.openxmlformats.org/officeDocument/2006/relationships/oleObject" Target="../embeddings/oleObject238.bin"/><Relationship Id="rId4" Type="http://schemas.openxmlformats.org/officeDocument/2006/relationships/image" Target="../media/image228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33.wmf"/><Relationship Id="rId22" Type="http://schemas.openxmlformats.org/officeDocument/2006/relationships/image" Target="../media/image237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13" Type="http://schemas.openxmlformats.org/officeDocument/2006/relationships/oleObject" Target="../embeddings/oleObject245.bin"/><Relationship Id="rId18" Type="http://schemas.openxmlformats.org/officeDocument/2006/relationships/image" Target="../media/image245.wmf"/><Relationship Id="rId3" Type="http://schemas.openxmlformats.org/officeDocument/2006/relationships/oleObject" Target="../embeddings/oleObject240.bin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242.wmf"/><Relationship Id="rId17" Type="http://schemas.openxmlformats.org/officeDocument/2006/relationships/oleObject" Target="../embeddings/oleObject2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4.wmf"/><Relationship Id="rId20" Type="http://schemas.openxmlformats.org/officeDocument/2006/relationships/image" Target="../media/image246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244.bin"/><Relationship Id="rId5" Type="http://schemas.openxmlformats.org/officeDocument/2006/relationships/oleObject" Target="../embeddings/oleObject241.bin"/><Relationship Id="rId15" Type="http://schemas.openxmlformats.org/officeDocument/2006/relationships/oleObject" Target="../embeddings/oleObject246.bin"/><Relationship Id="rId10" Type="http://schemas.openxmlformats.org/officeDocument/2006/relationships/image" Target="../media/image241.wmf"/><Relationship Id="rId19" Type="http://schemas.openxmlformats.org/officeDocument/2006/relationships/oleObject" Target="../embeddings/oleObject248.bin"/><Relationship Id="rId4" Type="http://schemas.openxmlformats.org/officeDocument/2006/relationships/image" Target="../media/image238.w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243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48.wmf"/><Relationship Id="rId5" Type="http://schemas.openxmlformats.org/officeDocument/2006/relationships/oleObject" Target="../embeddings/oleObject250.bin"/><Relationship Id="rId4" Type="http://schemas.openxmlformats.org/officeDocument/2006/relationships/image" Target="../media/image247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4.bin"/><Relationship Id="rId3" Type="http://schemas.openxmlformats.org/officeDocument/2006/relationships/audio" Target="../media/audio1.wav"/><Relationship Id="rId7" Type="http://schemas.openxmlformats.org/officeDocument/2006/relationships/image" Target="../media/image2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253.bin"/><Relationship Id="rId5" Type="http://schemas.openxmlformats.org/officeDocument/2006/relationships/image" Target="../media/image250.wmf"/><Relationship Id="rId4" Type="http://schemas.openxmlformats.org/officeDocument/2006/relationships/oleObject" Target="../embeddings/oleObject252.bin"/><Relationship Id="rId9" Type="http://schemas.openxmlformats.org/officeDocument/2006/relationships/image" Target="../media/image252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3" Type="http://schemas.openxmlformats.org/officeDocument/2006/relationships/oleObject" Target="../embeddings/oleObject255.bin"/><Relationship Id="rId7" Type="http://schemas.openxmlformats.org/officeDocument/2006/relationships/oleObject" Target="../embeddings/oleObject25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54.wmf"/><Relationship Id="rId5" Type="http://schemas.openxmlformats.org/officeDocument/2006/relationships/oleObject" Target="../embeddings/oleObject256.bin"/><Relationship Id="rId4" Type="http://schemas.openxmlformats.org/officeDocument/2006/relationships/image" Target="../media/image253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3" Type="http://schemas.openxmlformats.org/officeDocument/2006/relationships/oleObject" Target="../embeddings/oleObject258.bin"/><Relationship Id="rId7" Type="http://schemas.openxmlformats.org/officeDocument/2006/relationships/oleObject" Target="../embeddings/oleObject260.bin"/><Relationship Id="rId12" Type="http://schemas.openxmlformats.org/officeDocument/2006/relationships/image" Target="../media/image26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57.wmf"/><Relationship Id="rId11" Type="http://schemas.openxmlformats.org/officeDocument/2006/relationships/oleObject" Target="../embeddings/oleObject262.bin"/><Relationship Id="rId5" Type="http://schemas.openxmlformats.org/officeDocument/2006/relationships/oleObject" Target="../embeddings/oleObject259.bin"/><Relationship Id="rId10" Type="http://schemas.openxmlformats.org/officeDocument/2006/relationships/image" Target="../media/image259.wmf"/><Relationship Id="rId4" Type="http://schemas.openxmlformats.org/officeDocument/2006/relationships/image" Target="../media/image256.wmf"/><Relationship Id="rId9" Type="http://schemas.openxmlformats.org/officeDocument/2006/relationships/oleObject" Target="../embeddings/oleObject261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3" Type="http://schemas.openxmlformats.org/officeDocument/2006/relationships/oleObject" Target="../embeddings/oleObject263.bin"/><Relationship Id="rId7" Type="http://schemas.openxmlformats.org/officeDocument/2006/relationships/oleObject" Target="../embeddings/oleObject265.bin"/><Relationship Id="rId12" Type="http://schemas.openxmlformats.org/officeDocument/2006/relationships/image" Target="../media/image26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57.wmf"/><Relationship Id="rId11" Type="http://schemas.openxmlformats.org/officeDocument/2006/relationships/oleObject" Target="../embeddings/oleObject267.bin"/><Relationship Id="rId5" Type="http://schemas.openxmlformats.org/officeDocument/2006/relationships/oleObject" Target="../embeddings/oleObject264.bin"/><Relationship Id="rId10" Type="http://schemas.openxmlformats.org/officeDocument/2006/relationships/image" Target="../media/image262.wmf"/><Relationship Id="rId4" Type="http://schemas.openxmlformats.org/officeDocument/2006/relationships/image" Target="../media/image256.wmf"/><Relationship Id="rId9" Type="http://schemas.openxmlformats.org/officeDocument/2006/relationships/oleObject" Target="../embeddings/oleObject266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0.bin"/><Relationship Id="rId13" Type="http://schemas.openxmlformats.org/officeDocument/2006/relationships/image" Target="../media/image268.wmf"/><Relationship Id="rId3" Type="http://schemas.openxmlformats.org/officeDocument/2006/relationships/audio" Target="../media/audio1.wav"/><Relationship Id="rId7" Type="http://schemas.openxmlformats.org/officeDocument/2006/relationships/image" Target="../media/image265.wmf"/><Relationship Id="rId12" Type="http://schemas.openxmlformats.org/officeDocument/2006/relationships/oleObject" Target="../embeddings/oleObject2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269.bin"/><Relationship Id="rId11" Type="http://schemas.openxmlformats.org/officeDocument/2006/relationships/image" Target="../media/image267.wmf"/><Relationship Id="rId5" Type="http://schemas.openxmlformats.org/officeDocument/2006/relationships/image" Target="../media/image264.wmf"/><Relationship Id="rId15" Type="http://schemas.openxmlformats.org/officeDocument/2006/relationships/image" Target="../media/image269.wmf"/><Relationship Id="rId10" Type="http://schemas.openxmlformats.org/officeDocument/2006/relationships/oleObject" Target="../embeddings/oleObject271.bin"/><Relationship Id="rId4" Type="http://schemas.openxmlformats.org/officeDocument/2006/relationships/oleObject" Target="../embeddings/oleObject268.bin"/><Relationship Id="rId9" Type="http://schemas.openxmlformats.org/officeDocument/2006/relationships/image" Target="../media/image266.wmf"/><Relationship Id="rId14" Type="http://schemas.openxmlformats.org/officeDocument/2006/relationships/oleObject" Target="../embeddings/oleObject273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13" Type="http://schemas.openxmlformats.org/officeDocument/2006/relationships/oleObject" Target="../embeddings/oleObject279.bin"/><Relationship Id="rId3" Type="http://schemas.openxmlformats.org/officeDocument/2006/relationships/oleObject" Target="../embeddings/oleObject274.bin"/><Relationship Id="rId7" Type="http://schemas.openxmlformats.org/officeDocument/2006/relationships/oleObject" Target="../embeddings/oleObject276.bin"/><Relationship Id="rId12" Type="http://schemas.openxmlformats.org/officeDocument/2006/relationships/image" Target="../media/image27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6.w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271.wmf"/><Relationship Id="rId11" Type="http://schemas.openxmlformats.org/officeDocument/2006/relationships/oleObject" Target="../embeddings/oleObject278.bin"/><Relationship Id="rId5" Type="http://schemas.openxmlformats.org/officeDocument/2006/relationships/oleObject" Target="../embeddings/oleObject275.bin"/><Relationship Id="rId15" Type="http://schemas.openxmlformats.org/officeDocument/2006/relationships/oleObject" Target="../embeddings/oleObject280.bin"/><Relationship Id="rId10" Type="http://schemas.openxmlformats.org/officeDocument/2006/relationships/image" Target="../media/image273.wmf"/><Relationship Id="rId4" Type="http://schemas.openxmlformats.org/officeDocument/2006/relationships/image" Target="../media/image270.wmf"/><Relationship Id="rId9" Type="http://schemas.openxmlformats.org/officeDocument/2006/relationships/oleObject" Target="../embeddings/oleObject277.bin"/><Relationship Id="rId14" Type="http://schemas.openxmlformats.org/officeDocument/2006/relationships/image" Target="../media/image275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oleObject" Target="../embeddings/oleObject286.bin"/><Relationship Id="rId18" Type="http://schemas.openxmlformats.org/officeDocument/2006/relationships/image" Target="../media/image283.wmf"/><Relationship Id="rId26" Type="http://schemas.openxmlformats.org/officeDocument/2006/relationships/image" Target="../media/image267.wmf"/><Relationship Id="rId3" Type="http://schemas.openxmlformats.org/officeDocument/2006/relationships/oleObject" Target="../embeddings/oleObject281.bin"/><Relationship Id="rId21" Type="http://schemas.openxmlformats.org/officeDocument/2006/relationships/oleObject" Target="../embeddings/oleObject290.bin"/><Relationship Id="rId7" Type="http://schemas.openxmlformats.org/officeDocument/2006/relationships/oleObject" Target="../embeddings/oleObject283.bin"/><Relationship Id="rId12" Type="http://schemas.openxmlformats.org/officeDocument/2006/relationships/image" Target="../media/image280.wmf"/><Relationship Id="rId17" Type="http://schemas.openxmlformats.org/officeDocument/2006/relationships/oleObject" Target="../embeddings/oleObject288.bin"/><Relationship Id="rId25" Type="http://schemas.openxmlformats.org/officeDocument/2006/relationships/oleObject" Target="../embeddings/oleObject2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2.wmf"/><Relationship Id="rId20" Type="http://schemas.openxmlformats.org/officeDocument/2006/relationships/image" Target="../media/image264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278.wmf"/><Relationship Id="rId11" Type="http://schemas.openxmlformats.org/officeDocument/2006/relationships/oleObject" Target="../embeddings/oleObject285.bin"/><Relationship Id="rId24" Type="http://schemas.openxmlformats.org/officeDocument/2006/relationships/image" Target="../media/image266.wmf"/><Relationship Id="rId5" Type="http://schemas.openxmlformats.org/officeDocument/2006/relationships/oleObject" Target="../embeddings/oleObject282.bin"/><Relationship Id="rId15" Type="http://schemas.openxmlformats.org/officeDocument/2006/relationships/oleObject" Target="../embeddings/oleObject287.bin"/><Relationship Id="rId23" Type="http://schemas.openxmlformats.org/officeDocument/2006/relationships/oleObject" Target="../embeddings/oleObject291.bin"/><Relationship Id="rId10" Type="http://schemas.openxmlformats.org/officeDocument/2006/relationships/image" Target="../media/image279.wmf"/><Relationship Id="rId19" Type="http://schemas.openxmlformats.org/officeDocument/2006/relationships/oleObject" Target="../embeddings/oleObject289.bin"/><Relationship Id="rId4" Type="http://schemas.openxmlformats.org/officeDocument/2006/relationships/image" Target="../media/image277.wmf"/><Relationship Id="rId9" Type="http://schemas.openxmlformats.org/officeDocument/2006/relationships/oleObject" Target="../embeddings/oleObject284.bin"/><Relationship Id="rId14" Type="http://schemas.openxmlformats.org/officeDocument/2006/relationships/image" Target="../media/image281.wmf"/><Relationship Id="rId22" Type="http://schemas.openxmlformats.org/officeDocument/2006/relationships/image" Target="../media/image265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291.wmf"/><Relationship Id="rId3" Type="http://schemas.openxmlformats.org/officeDocument/2006/relationships/oleObject" Target="../embeddings/oleObject293.bin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288.wmf"/><Relationship Id="rId17" Type="http://schemas.openxmlformats.org/officeDocument/2006/relationships/oleObject" Target="../embeddings/oleObject3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0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285.wmf"/><Relationship Id="rId11" Type="http://schemas.openxmlformats.org/officeDocument/2006/relationships/oleObject" Target="../embeddings/oleObject297.bin"/><Relationship Id="rId5" Type="http://schemas.openxmlformats.org/officeDocument/2006/relationships/oleObject" Target="../embeddings/oleObject294.bin"/><Relationship Id="rId15" Type="http://schemas.openxmlformats.org/officeDocument/2006/relationships/oleObject" Target="../embeddings/oleObject299.bin"/><Relationship Id="rId10" Type="http://schemas.openxmlformats.org/officeDocument/2006/relationships/image" Target="../media/image287.wmf"/><Relationship Id="rId4" Type="http://schemas.openxmlformats.org/officeDocument/2006/relationships/image" Target="../media/image284.w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289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4" Type="http://schemas.openxmlformats.org/officeDocument/2006/relationships/image" Target="../media/image292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4.bin"/><Relationship Id="rId13" Type="http://schemas.openxmlformats.org/officeDocument/2006/relationships/image" Target="../media/image296.wmf"/><Relationship Id="rId3" Type="http://schemas.openxmlformats.org/officeDocument/2006/relationships/audio" Target="../media/audio1.wav"/><Relationship Id="rId7" Type="http://schemas.openxmlformats.org/officeDocument/2006/relationships/image" Target="../media/image293.wmf"/><Relationship Id="rId12" Type="http://schemas.openxmlformats.org/officeDocument/2006/relationships/oleObject" Target="../embeddings/oleObject3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303.bin"/><Relationship Id="rId11" Type="http://schemas.openxmlformats.org/officeDocument/2006/relationships/image" Target="../media/image295.wmf"/><Relationship Id="rId5" Type="http://schemas.openxmlformats.org/officeDocument/2006/relationships/image" Target="../media/image292.wmf"/><Relationship Id="rId15" Type="http://schemas.openxmlformats.org/officeDocument/2006/relationships/image" Target="../media/image297.wmf"/><Relationship Id="rId10" Type="http://schemas.openxmlformats.org/officeDocument/2006/relationships/oleObject" Target="../embeddings/oleObject305.bin"/><Relationship Id="rId4" Type="http://schemas.openxmlformats.org/officeDocument/2006/relationships/oleObject" Target="../embeddings/oleObject302.bin"/><Relationship Id="rId9" Type="http://schemas.openxmlformats.org/officeDocument/2006/relationships/image" Target="../media/image294.wmf"/><Relationship Id="rId14" Type="http://schemas.openxmlformats.org/officeDocument/2006/relationships/oleObject" Target="../embeddings/oleObject307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9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oleObject" Target="../embeddings/oleObject309.bin"/><Relationship Id="rId5" Type="http://schemas.openxmlformats.org/officeDocument/2006/relationships/image" Target="../media/image298.emf"/><Relationship Id="rId4" Type="http://schemas.openxmlformats.org/officeDocument/2006/relationships/oleObject" Target="../embeddings/oleObject308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5" Type="http://schemas.openxmlformats.org/officeDocument/2006/relationships/image" Target="../media/image300.emf"/><Relationship Id="rId4" Type="http://schemas.openxmlformats.org/officeDocument/2006/relationships/oleObject" Target="../embeddings/oleObject310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wmf"/><Relationship Id="rId13" Type="http://schemas.openxmlformats.org/officeDocument/2006/relationships/oleObject" Target="../embeddings/oleObject316.bin"/><Relationship Id="rId3" Type="http://schemas.openxmlformats.org/officeDocument/2006/relationships/oleObject" Target="../embeddings/oleObject311.bin"/><Relationship Id="rId7" Type="http://schemas.openxmlformats.org/officeDocument/2006/relationships/oleObject" Target="../embeddings/oleObject313.bin"/><Relationship Id="rId12" Type="http://schemas.openxmlformats.org/officeDocument/2006/relationships/image" Target="../media/image3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302.wmf"/><Relationship Id="rId11" Type="http://schemas.openxmlformats.org/officeDocument/2006/relationships/oleObject" Target="../embeddings/oleObject315.bin"/><Relationship Id="rId5" Type="http://schemas.openxmlformats.org/officeDocument/2006/relationships/oleObject" Target="../embeddings/oleObject312.bin"/><Relationship Id="rId10" Type="http://schemas.openxmlformats.org/officeDocument/2006/relationships/image" Target="../media/image304.wmf"/><Relationship Id="rId4" Type="http://schemas.openxmlformats.org/officeDocument/2006/relationships/image" Target="../media/image301.wmf"/><Relationship Id="rId9" Type="http://schemas.openxmlformats.org/officeDocument/2006/relationships/oleObject" Target="../embeddings/oleObject314.bin"/><Relationship Id="rId14" Type="http://schemas.openxmlformats.org/officeDocument/2006/relationships/image" Target="../media/image306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wmf"/><Relationship Id="rId13" Type="http://schemas.openxmlformats.org/officeDocument/2006/relationships/oleObject" Target="../embeddings/oleObject322.bin"/><Relationship Id="rId18" Type="http://schemas.openxmlformats.org/officeDocument/2006/relationships/image" Target="../media/image314.wmf"/><Relationship Id="rId3" Type="http://schemas.openxmlformats.org/officeDocument/2006/relationships/oleObject" Target="../embeddings/oleObject317.bin"/><Relationship Id="rId21" Type="http://schemas.openxmlformats.org/officeDocument/2006/relationships/oleObject" Target="../embeddings/oleObject326.bin"/><Relationship Id="rId7" Type="http://schemas.openxmlformats.org/officeDocument/2006/relationships/oleObject" Target="../embeddings/oleObject319.bin"/><Relationship Id="rId12" Type="http://schemas.openxmlformats.org/officeDocument/2006/relationships/image" Target="../media/image311.wmf"/><Relationship Id="rId17" Type="http://schemas.openxmlformats.org/officeDocument/2006/relationships/oleObject" Target="../embeddings/oleObject3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3.wmf"/><Relationship Id="rId20" Type="http://schemas.openxmlformats.org/officeDocument/2006/relationships/image" Target="../media/image315.wmf"/><Relationship Id="rId1" Type="http://schemas.openxmlformats.org/officeDocument/2006/relationships/vmlDrawing" Target="../drawings/vmlDrawing62.vml"/><Relationship Id="rId6" Type="http://schemas.openxmlformats.org/officeDocument/2006/relationships/image" Target="../media/image308.wmf"/><Relationship Id="rId11" Type="http://schemas.openxmlformats.org/officeDocument/2006/relationships/oleObject" Target="../embeddings/oleObject321.bin"/><Relationship Id="rId5" Type="http://schemas.openxmlformats.org/officeDocument/2006/relationships/oleObject" Target="../embeddings/oleObject318.bin"/><Relationship Id="rId15" Type="http://schemas.openxmlformats.org/officeDocument/2006/relationships/oleObject" Target="../embeddings/oleObject323.bin"/><Relationship Id="rId10" Type="http://schemas.openxmlformats.org/officeDocument/2006/relationships/image" Target="../media/image310.wmf"/><Relationship Id="rId19" Type="http://schemas.openxmlformats.org/officeDocument/2006/relationships/oleObject" Target="../embeddings/oleObject325.bin"/><Relationship Id="rId4" Type="http://schemas.openxmlformats.org/officeDocument/2006/relationships/image" Target="../media/image307.wmf"/><Relationship Id="rId9" Type="http://schemas.openxmlformats.org/officeDocument/2006/relationships/oleObject" Target="../embeddings/oleObject320.bin"/><Relationship Id="rId14" Type="http://schemas.openxmlformats.org/officeDocument/2006/relationships/image" Target="../media/image312.wmf"/><Relationship Id="rId22" Type="http://schemas.openxmlformats.org/officeDocument/2006/relationships/image" Target="../media/image316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13" Type="http://schemas.openxmlformats.org/officeDocument/2006/relationships/oleObject" Target="../embeddings/oleObject332.bin"/><Relationship Id="rId3" Type="http://schemas.openxmlformats.org/officeDocument/2006/relationships/oleObject" Target="../embeddings/oleObject327.bin"/><Relationship Id="rId7" Type="http://schemas.openxmlformats.org/officeDocument/2006/relationships/oleObject" Target="../embeddings/oleObject329.bin"/><Relationship Id="rId12" Type="http://schemas.openxmlformats.org/officeDocument/2006/relationships/image" Target="../media/image32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3.wmf"/><Relationship Id="rId1" Type="http://schemas.openxmlformats.org/officeDocument/2006/relationships/vmlDrawing" Target="../drawings/vmlDrawing63.vml"/><Relationship Id="rId6" Type="http://schemas.openxmlformats.org/officeDocument/2006/relationships/image" Target="../media/image318.wmf"/><Relationship Id="rId11" Type="http://schemas.openxmlformats.org/officeDocument/2006/relationships/oleObject" Target="../embeddings/oleObject331.bin"/><Relationship Id="rId5" Type="http://schemas.openxmlformats.org/officeDocument/2006/relationships/oleObject" Target="../embeddings/oleObject328.bin"/><Relationship Id="rId15" Type="http://schemas.openxmlformats.org/officeDocument/2006/relationships/oleObject" Target="../embeddings/oleObject333.bin"/><Relationship Id="rId10" Type="http://schemas.openxmlformats.org/officeDocument/2006/relationships/image" Target="../media/image320.wmf"/><Relationship Id="rId4" Type="http://schemas.openxmlformats.org/officeDocument/2006/relationships/image" Target="../media/image317.wmf"/><Relationship Id="rId9" Type="http://schemas.openxmlformats.org/officeDocument/2006/relationships/oleObject" Target="../embeddings/oleObject330.bin"/><Relationship Id="rId14" Type="http://schemas.openxmlformats.org/officeDocument/2006/relationships/image" Target="../media/image322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325.wmf"/><Relationship Id="rId5" Type="http://schemas.openxmlformats.org/officeDocument/2006/relationships/oleObject" Target="../embeddings/oleObject335.bin"/><Relationship Id="rId4" Type="http://schemas.openxmlformats.org/officeDocument/2006/relationships/image" Target="../media/image324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5.vml"/><Relationship Id="rId4" Type="http://schemas.openxmlformats.org/officeDocument/2006/relationships/image" Target="../media/image326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3" Type="http://schemas.openxmlformats.org/officeDocument/2006/relationships/oleObject" Target="../embeddings/oleObject337.bin"/><Relationship Id="rId7" Type="http://schemas.openxmlformats.org/officeDocument/2006/relationships/oleObject" Target="../embeddings/oleObject3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328.wmf"/><Relationship Id="rId5" Type="http://schemas.openxmlformats.org/officeDocument/2006/relationships/oleObject" Target="../embeddings/oleObject338.bin"/><Relationship Id="rId4" Type="http://schemas.openxmlformats.org/officeDocument/2006/relationships/image" Target="../media/image327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wmf"/><Relationship Id="rId3" Type="http://schemas.openxmlformats.org/officeDocument/2006/relationships/oleObject" Target="../embeddings/oleObject340.bin"/><Relationship Id="rId7" Type="http://schemas.openxmlformats.org/officeDocument/2006/relationships/oleObject" Target="../embeddings/oleObject3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331.wmf"/><Relationship Id="rId5" Type="http://schemas.openxmlformats.org/officeDocument/2006/relationships/oleObject" Target="../embeddings/oleObject341.bin"/><Relationship Id="rId10" Type="http://schemas.openxmlformats.org/officeDocument/2006/relationships/image" Target="../media/image333.wmf"/><Relationship Id="rId4" Type="http://schemas.openxmlformats.org/officeDocument/2006/relationships/image" Target="../media/image330.wmf"/><Relationship Id="rId9" Type="http://schemas.openxmlformats.org/officeDocument/2006/relationships/oleObject" Target="../embeddings/oleObject343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13" Type="http://schemas.openxmlformats.org/officeDocument/2006/relationships/image" Target="../media/image338.wmf"/><Relationship Id="rId3" Type="http://schemas.openxmlformats.org/officeDocument/2006/relationships/oleObject" Target="../embeddings/oleObject344.bin"/><Relationship Id="rId7" Type="http://schemas.openxmlformats.org/officeDocument/2006/relationships/oleObject" Target="../embeddings/oleObject346.bin"/><Relationship Id="rId12" Type="http://schemas.openxmlformats.org/officeDocument/2006/relationships/oleObject" Target="../embeddings/oleObject3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335.wmf"/><Relationship Id="rId11" Type="http://schemas.openxmlformats.org/officeDocument/2006/relationships/oleObject" Target="../embeddings/oleObject348.bin"/><Relationship Id="rId5" Type="http://schemas.openxmlformats.org/officeDocument/2006/relationships/oleObject" Target="../embeddings/oleObject345.bin"/><Relationship Id="rId10" Type="http://schemas.openxmlformats.org/officeDocument/2006/relationships/image" Target="../media/image337.wmf"/><Relationship Id="rId4" Type="http://schemas.openxmlformats.org/officeDocument/2006/relationships/image" Target="../media/image334.wmf"/><Relationship Id="rId9" Type="http://schemas.openxmlformats.org/officeDocument/2006/relationships/oleObject" Target="../embeddings/oleObject347.bin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3.bin"/><Relationship Id="rId13" Type="http://schemas.openxmlformats.org/officeDocument/2006/relationships/oleObject" Target="../embeddings/oleObject357.bin"/><Relationship Id="rId18" Type="http://schemas.openxmlformats.org/officeDocument/2006/relationships/image" Target="../media/image341.wmf"/><Relationship Id="rId3" Type="http://schemas.openxmlformats.org/officeDocument/2006/relationships/oleObject" Target="../embeddings/oleObject350.bin"/><Relationship Id="rId7" Type="http://schemas.openxmlformats.org/officeDocument/2006/relationships/image" Target="../media/image338.wmf"/><Relationship Id="rId12" Type="http://schemas.openxmlformats.org/officeDocument/2006/relationships/image" Target="../media/image339.wmf"/><Relationship Id="rId17" Type="http://schemas.openxmlformats.org/officeDocument/2006/relationships/oleObject" Target="../embeddings/oleObject36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9.bin"/><Relationship Id="rId20" Type="http://schemas.openxmlformats.org/officeDocument/2006/relationships/image" Target="../media/image342.wmf"/><Relationship Id="rId1" Type="http://schemas.openxmlformats.org/officeDocument/2006/relationships/vmlDrawing" Target="../drawings/vmlDrawing69.vml"/><Relationship Id="rId6" Type="http://schemas.openxmlformats.org/officeDocument/2006/relationships/oleObject" Target="../embeddings/oleObject352.bin"/><Relationship Id="rId11" Type="http://schemas.openxmlformats.org/officeDocument/2006/relationships/oleObject" Target="../embeddings/oleObject356.bin"/><Relationship Id="rId5" Type="http://schemas.openxmlformats.org/officeDocument/2006/relationships/oleObject" Target="../embeddings/oleObject351.bin"/><Relationship Id="rId15" Type="http://schemas.openxmlformats.org/officeDocument/2006/relationships/image" Target="../media/image340.wmf"/><Relationship Id="rId10" Type="http://schemas.openxmlformats.org/officeDocument/2006/relationships/oleObject" Target="../embeddings/oleObject355.bin"/><Relationship Id="rId19" Type="http://schemas.openxmlformats.org/officeDocument/2006/relationships/oleObject" Target="../embeddings/oleObject361.bin"/><Relationship Id="rId4" Type="http://schemas.openxmlformats.org/officeDocument/2006/relationships/image" Target="../media/image334.wmf"/><Relationship Id="rId9" Type="http://schemas.openxmlformats.org/officeDocument/2006/relationships/oleObject" Target="../embeddings/oleObject354.bin"/><Relationship Id="rId14" Type="http://schemas.openxmlformats.org/officeDocument/2006/relationships/oleObject" Target="../embeddings/oleObject358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wmf"/><Relationship Id="rId3" Type="http://schemas.openxmlformats.org/officeDocument/2006/relationships/oleObject" Target="../embeddings/oleObject362.bin"/><Relationship Id="rId7" Type="http://schemas.openxmlformats.org/officeDocument/2006/relationships/oleObject" Target="../embeddings/oleObject364.bin"/><Relationship Id="rId12" Type="http://schemas.openxmlformats.org/officeDocument/2006/relationships/image" Target="../media/image34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344.wmf"/><Relationship Id="rId11" Type="http://schemas.openxmlformats.org/officeDocument/2006/relationships/oleObject" Target="../embeddings/oleObject366.bin"/><Relationship Id="rId5" Type="http://schemas.openxmlformats.org/officeDocument/2006/relationships/oleObject" Target="../embeddings/oleObject363.bin"/><Relationship Id="rId10" Type="http://schemas.openxmlformats.org/officeDocument/2006/relationships/image" Target="../media/image346.wmf"/><Relationship Id="rId4" Type="http://schemas.openxmlformats.org/officeDocument/2006/relationships/image" Target="../media/image343.wmf"/><Relationship Id="rId9" Type="http://schemas.openxmlformats.org/officeDocument/2006/relationships/oleObject" Target="../embeddings/oleObject365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wmf"/><Relationship Id="rId13" Type="http://schemas.openxmlformats.org/officeDocument/2006/relationships/oleObject" Target="../embeddings/oleObject372.bin"/><Relationship Id="rId18" Type="http://schemas.openxmlformats.org/officeDocument/2006/relationships/image" Target="../media/image355.wmf"/><Relationship Id="rId3" Type="http://schemas.openxmlformats.org/officeDocument/2006/relationships/oleObject" Target="../embeddings/oleObject367.bin"/><Relationship Id="rId21" Type="http://schemas.openxmlformats.org/officeDocument/2006/relationships/oleObject" Target="../embeddings/oleObject376.bin"/><Relationship Id="rId7" Type="http://schemas.openxmlformats.org/officeDocument/2006/relationships/oleObject" Target="../embeddings/oleObject369.bin"/><Relationship Id="rId12" Type="http://schemas.openxmlformats.org/officeDocument/2006/relationships/image" Target="../media/image352.wmf"/><Relationship Id="rId17" Type="http://schemas.openxmlformats.org/officeDocument/2006/relationships/oleObject" Target="../embeddings/oleObject3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4.wmf"/><Relationship Id="rId20" Type="http://schemas.openxmlformats.org/officeDocument/2006/relationships/image" Target="../media/image356.wmf"/><Relationship Id="rId1" Type="http://schemas.openxmlformats.org/officeDocument/2006/relationships/vmlDrawing" Target="../drawings/vmlDrawing71.vml"/><Relationship Id="rId6" Type="http://schemas.openxmlformats.org/officeDocument/2006/relationships/image" Target="../media/image349.wmf"/><Relationship Id="rId11" Type="http://schemas.openxmlformats.org/officeDocument/2006/relationships/oleObject" Target="../embeddings/oleObject371.bin"/><Relationship Id="rId5" Type="http://schemas.openxmlformats.org/officeDocument/2006/relationships/oleObject" Target="../embeddings/oleObject368.bin"/><Relationship Id="rId15" Type="http://schemas.openxmlformats.org/officeDocument/2006/relationships/oleObject" Target="../embeddings/oleObject373.bin"/><Relationship Id="rId10" Type="http://schemas.openxmlformats.org/officeDocument/2006/relationships/image" Target="../media/image351.wmf"/><Relationship Id="rId19" Type="http://schemas.openxmlformats.org/officeDocument/2006/relationships/oleObject" Target="../embeddings/oleObject375.bin"/><Relationship Id="rId4" Type="http://schemas.openxmlformats.org/officeDocument/2006/relationships/image" Target="../media/image348.wmf"/><Relationship Id="rId9" Type="http://schemas.openxmlformats.org/officeDocument/2006/relationships/oleObject" Target="../embeddings/oleObject370.bin"/><Relationship Id="rId14" Type="http://schemas.openxmlformats.org/officeDocument/2006/relationships/image" Target="../media/image353.wmf"/><Relationship Id="rId22" Type="http://schemas.openxmlformats.org/officeDocument/2006/relationships/image" Target="../media/image357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wmf"/><Relationship Id="rId13" Type="http://schemas.openxmlformats.org/officeDocument/2006/relationships/oleObject" Target="../embeddings/oleObject382.bin"/><Relationship Id="rId3" Type="http://schemas.openxmlformats.org/officeDocument/2006/relationships/oleObject" Target="../embeddings/oleObject377.bin"/><Relationship Id="rId7" Type="http://schemas.openxmlformats.org/officeDocument/2006/relationships/oleObject" Target="../embeddings/oleObject379.bin"/><Relationship Id="rId12" Type="http://schemas.openxmlformats.org/officeDocument/2006/relationships/image" Target="../media/image36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4.wmf"/><Relationship Id="rId1" Type="http://schemas.openxmlformats.org/officeDocument/2006/relationships/vmlDrawing" Target="../drawings/vmlDrawing72.vml"/><Relationship Id="rId6" Type="http://schemas.openxmlformats.org/officeDocument/2006/relationships/image" Target="../media/image359.wmf"/><Relationship Id="rId11" Type="http://schemas.openxmlformats.org/officeDocument/2006/relationships/oleObject" Target="../embeddings/oleObject381.bin"/><Relationship Id="rId5" Type="http://schemas.openxmlformats.org/officeDocument/2006/relationships/oleObject" Target="../embeddings/oleObject378.bin"/><Relationship Id="rId15" Type="http://schemas.openxmlformats.org/officeDocument/2006/relationships/oleObject" Target="../embeddings/oleObject383.bin"/><Relationship Id="rId10" Type="http://schemas.openxmlformats.org/officeDocument/2006/relationships/image" Target="../media/image361.wmf"/><Relationship Id="rId4" Type="http://schemas.openxmlformats.org/officeDocument/2006/relationships/image" Target="../media/image358.wmf"/><Relationship Id="rId9" Type="http://schemas.openxmlformats.org/officeDocument/2006/relationships/oleObject" Target="../embeddings/oleObject380.bin"/><Relationship Id="rId14" Type="http://schemas.openxmlformats.org/officeDocument/2006/relationships/image" Target="../media/image363.w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wmf"/><Relationship Id="rId2" Type="http://schemas.openxmlformats.org/officeDocument/2006/relationships/image" Target="../media/image365.wmf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2330" y="148478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zh-CN" altLang="en-US" sz="4800" dirty="0"/>
              <a:t>第三十一讲  二次型及其应用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53930" y="2852936"/>
            <a:ext cx="6400800" cy="256713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</a:rPr>
              <a:t>5.1 </a:t>
            </a:r>
            <a:r>
              <a:rPr lang="zh-CN" altLang="en-US" sz="2800" b="1" dirty="0">
                <a:solidFill>
                  <a:schemeClr val="tx1"/>
                </a:solidFill>
              </a:rPr>
              <a:t>二次型及其矩阵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</a:rPr>
              <a:t>5.2 </a:t>
            </a:r>
            <a:r>
              <a:rPr lang="zh-CN" altLang="en-US" sz="2800" b="1" dirty="0">
                <a:solidFill>
                  <a:schemeClr val="tx1"/>
                </a:solidFill>
              </a:rPr>
              <a:t>二次型的标准型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</a:rPr>
              <a:t>5.3 </a:t>
            </a:r>
            <a:r>
              <a:rPr lang="zh-CN" altLang="en-US" sz="2800" b="1" dirty="0">
                <a:solidFill>
                  <a:schemeClr val="tx1"/>
                </a:solidFill>
              </a:rPr>
              <a:t>实对称矩阵的对角化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</a:rPr>
              <a:t>5.4 </a:t>
            </a:r>
            <a:r>
              <a:rPr lang="zh-CN" altLang="en-US" sz="2800" b="1" dirty="0">
                <a:solidFill>
                  <a:schemeClr val="tx1"/>
                </a:solidFill>
              </a:rPr>
              <a:t>二次型的标准型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en-US" sz="2800" b="1" dirty="0">
              <a:solidFill>
                <a:schemeClr val="tx1"/>
              </a:solidFill>
            </a:endParaRPr>
          </a:p>
        </p:txBody>
      </p:sp>
      <p:pic>
        <p:nvPicPr>
          <p:cNvPr id="4" name="Picture 2" descr="scau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31" y="67811"/>
            <a:ext cx="5472112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角三角形 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直角三角形 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一、二次型及其矩阵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209913"/>
            <a:ext cx="8229600" cy="33289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5.1.1  </a:t>
            </a:r>
            <a:r>
              <a:rPr lang="zh-CN" altLang="en-US" sz="2400" dirty="0"/>
              <a:t>含有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个自变量的二次齐次函数：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叫作</a:t>
            </a:r>
            <a:r>
              <a:rPr lang="zh-CN" altLang="en-US" sz="2400" b="1" dirty="0">
                <a:solidFill>
                  <a:srgbClr val="0000FF"/>
                </a:solidFill>
              </a:rPr>
              <a:t>二次型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如果二次型的系数都为实数，则称二次型为</a:t>
            </a:r>
            <a:r>
              <a:rPr lang="zh-CN" altLang="en-US" sz="2400" b="1" dirty="0">
                <a:solidFill>
                  <a:srgbClr val="0000FF"/>
                </a:solidFill>
              </a:rPr>
              <a:t>实二次型</a:t>
            </a:r>
            <a:r>
              <a:rPr lang="zh-CN" altLang="en-US" sz="2400" dirty="0"/>
              <a:t>。</a:t>
            </a:r>
          </a:p>
        </p:txBody>
      </p:sp>
      <p:sp>
        <p:nvSpPr>
          <p:cNvPr id="10" name="Rectangle 44"/>
          <p:cNvSpPr>
            <a:spLocks noChangeArrowheads="1"/>
          </p:cNvSpPr>
          <p:nvPr/>
        </p:nvSpPr>
        <p:spPr bwMode="auto">
          <a:xfrm>
            <a:off x="2411760" y="202135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Object 83"/>
          <p:cNvGraphicFramePr>
            <a:graphicFrameLocks noChangeAspect="1"/>
          </p:cNvGraphicFramePr>
          <p:nvPr/>
        </p:nvGraphicFramePr>
        <p:xfrm>
          <a:off x="755576" y="1800159"/>
          <a:ext cx="7309097" cy="195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3060700" imgH="762000" progId="Equation.DSMT4">
                  <p:embed/>
                </p:oleObj>
              </mc:Choice>
              <mc:Fallback>
                <p:oleObj name="Equation" r:id="rId4" imgW="3060700" imgH="762000" progId="Equation.DSMT4">
                  <p:embed/>
                  <p:pic>
                    <p:nvPicPr>
                      <p:cNvPr id="0" name="图片 2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800159"/>
                        <a:ext cx="7309097" cy="1955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91"/>
          <p:cNvSpPr txBox="1">
            <a:spLocks noChangeArrowheads="1"/>
          </p:cNvSpPr>
          <p:nvPr/>
        </p:nvSpPr>
        <p:spPr bwMode="auto">
          <a:xfrm>
            <a:off x="441050" y="4921335"/>
            <a:ext cx="8931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0" dirty="0">
                <a:latin typeface="+mn-lt"/>
                <a:ea typeface="+mn-ea"/>
              </a:rPr>
              <a:t>例如</a:t>
            </a:r>
            <a:r>
              <a:rPr kumimoji="0" lang="zh-CN" altLang="en-US" sz="2800" dirty="0"/>
              <a:t> </a:t>
            </a:r>
          </a:p>
        </p:txBody>
      </p:sp>
      <p:graphicFrame>
        <p:nvGraphicFramePr>
          <p:cNvPr id="21" name="Object 92"/>
          <p:cNvGraphicFramePr>
            <a:graphicFrameLocks noChangeAspect="1"/>
          </p:cNvGraphicFramePr>
          <p:nvPr/>
        </p:nvGraphicFramePr>
        <p:xfrm>
          <a:off x="1403648" y="4897012"/>
          <a:ext cx="5112866" cy="600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1943100" imgH="228600" progId="Equation.DSMT4">
                  <p:embed/>
                </p:oleObj>
              </mc:Choice>
              <mc:Fallback>
                <p:oleObj name="Equation" r:id="rId6" imgW="1943100" imgH="228600" progId="Equation.DSMT4">
                  <p:embed/>
                  <p:pic>
                    <p:nvPicPr>
                      <p:cNvPr id="0" name="图片 2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4897012"/>
                        <a:ext cx="5112866" cy="600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3"/>
          <p:cNvGraphicFramePr>
            <a:graphicFrameLocks noChangeAspect="1"/>
          </p:cNvGraphicFramePr>
          <p:nvPr/>
        </p:nvGraphicFramePr>
        <p:xfrm>
          <a:off x="1655453" y="5642871"/>
          <a:ext cx="4609256" cy="624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8" imgW="1689100" imgH="228600" progId="Equation.DSMT4">
                  <p:embed/>
                </p:oleObj>
              </mc:Choice>
              <mc:Fallback>
                <p:oleObj name="Equation" r:id="rId8" imgW="1689100" imgH="228600" progId="Equation.DSMT4">
                  <p:embed/>
                  <p:pic>
                    <p:nvPicPr>
                      <p:cNvPr id="0" name="图片 22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453" y="5642871"/>
                        <a:ext cx="4609256" cy="6242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94"/>
          <p:cNvSpPr txBox="1">
            <a:spLocks noChangeArrowheads="1"/>
          </p:cNvSpPr>
          <p:nvPr/>
        </p:nvSpPr>
        <p:spPr bwMode="auto">
          <a:xfrm>
            <a:off x="6585919" y="4941318"/>
            <a:ext cx="15215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0" dirty="0">
                <a:latin typeface="+mn-lt"/>
                <a:ea typeface="+mn-ea"/>
              </a:rPr>
              <a:t>是二次型</a:t>
            </a:r>
            <a:r>
              <a:rPr lang="zh-CN" altLang="en-US" sz="2400" dirty="0">
                <a:latin typeface="+mn-lt"/>
                <a:ea typeface="+mn-ea"/>
              </a:rPr>
              <a:t> </a:t>
            </a:r>
          </a:p>
        </p:txBody>
      </p:sp>
      <p:sp>
        <p:nvSpPr>
          <p:cNvPr id="24" name="Text Box 95"/>
          <p:cNvSpPr txBox="1">
            <a:spLocks noChangeArrowheads="1"/>
          </p:cNvSpPr>
          <p:nvPr/>
        </p:nvSpPr>
        <p:spPr bwMode="auto">
          <a:xfrm>
            <a:off x="6472714" y="5669238"/>
            <a:ext cx="18293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0" dirty="0">
                <a:latin typeface="+mn-lt"/>
                <a:ea typeface="+mn-ea"/>
              </a:rPr>
              <a:t>不是二次型 </a:t>
            </a:r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3" grpId="0" autoUpdateAnimBg="0"/>
      <p:bldP spid="2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395536" y="223466"/>
            <a:ext cx="8229600" cy="63491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5.1.2  </a:t>
            </a:r>
            <a:r>
              <a:rPr lang="zh-CN" altLang="en-US" sz="2400" dirty="0"/>
              <a:t>设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元二次型</a:t>
            </a:r>
            <a:endParaRPr lang="en-US" altLang="zh-CN" sz="2400" dirty="0"/>
          </a:p>
        </p:txBody>
      </p:sp>
      <p:graphicFrame>
        <p:nvGraphicFramePr>
          <p:cNvPr id="21" name="Object 83"/>
          <p:cNvGraphicFramePr>
            <a:graphicFrameLocks noChangeAspect="1"/>
          </p:cNvGraphicFramePr>
          <p:nvPr/>
        </p:nvGraphicFramePr>
        <p:xfrm>
          <a:off x="755576" y="980670"/>
          <a:ext cx="7309097" cy="195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3060700" imgH="762000" progId="Equation.DSMT4">
                  <p:embed/>
                </p:oleObj>
              </mc:Choice>
              <mc:Fallback>
                <p:oleObj name="Equation" r:id="rId3" imgW="3060700" imgH="762000" progId="Equation.DSMT4">
                  <p:embed/>
                  <p:pic>
                    <p:nvPicPr>
                      <p:cNvPr id="0" name="图片 164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980670"/>
                        <a:ext cx="7309097" cy="1955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94"/>
          <p:cNvSpPr txBox="1">
            <a:spLocks noChangeArrowheads="1"/>
          </p:cNvSpPr>
          <p:nvPr/>
        </p:nvSpPr>
        <p:spPr bwMode="auto">
          <a:xfrm>
            <a:off x="523775" y="3592758"/>
            <a:ext cx="9060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0" dirty="0">
                <a:latin typeface="+mn-lt"/>
                <a:ea typeface="+mn-ea"/>
              </a:rPr>
              <a:t>矩阵</a:t>
            </a:r>
            <a:r>
              <a:rPr lang="zh-CN" altLang="en-US" sz="2400" dirty="0">
                <a:latin typeface="+mn-lt"/>
                <a:ea typeface="+mn-ea"/>
              </a:rPr>
              <a:t> </a:t>
            </a:r>
          </a:p>
        </p:txBody>
      </p:sp>
      <p:graphicFrame>
        <p:nvGraphicFramePr>
          <p:cNvPr id="23" name="Object 7"/>
          <p:cNvGraphicFramePr>
            <a:graphicFrameLocks noChangeAspect="1"/>
          </p:cNvGraphicFramePr>
          <p:nvPr/>
        </p:nvGraphicFramePr>
        <p:xfrm>
          <a:off x="1429792" y="2743440"/>
          <a:ext cx="3312368" cy="2160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37490400" imgH="22555200" progId="Equation.DSMT4">
                  <p:embed/>
                </p:oleObj>
              </mc:Choice>
              <mc:Fallback>
                <p:oleObj name="Equation" r:id="rId5" imgW="37490400" imgH="22555200" progId="Equation.DSMT4">
                  <p:embed/>
                  <p:pic>
                    <p:nvPicPr>
                      <p:cNvPr id="0" name="图片 164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792" y="2743440"/>
                        <a:ext cx="3312368" cy="21603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内容占位符 2"/>
          <p:cNvSpPr txBox="1"/>
          <p:nvPr/>
        </p:nvSpPr>
        <p:spPr>
          <a:xfrm>
            <a:off x="4795148" y="3478904"/>
            <a:ext cx="3540709" cy="7252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称为它的</a:t>
            </a:r>
            <a:r>
              <a:rPr lang="zh-CN" altLang="en-US" sz="2400" b="1" dirty="0">
                <a:solidFill>
                  <a:srgbClr val="0000FF"/>
                </a:solidFill>
              </a:rPr>
              <a:t>对应矩阵</a:t>
            </a:r>
            <a:r>
              <a:rPr lang="zh-CN" altLang="en-US" sz="2400" dirty="0"/>
              <a:t>。</a:t>
            </a:r>
          </a:p>
        </p:txBody>
      </p:sp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622549" y="5433032"/>
            <a:ext cx="1614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二次型</a:t>
            </a:r>
            <a:r>
              <a:rPr kumimoji="0" lang="zh-CN" altLang="en-US" sz="2800" dirty="0">
                <a:latin typeface="Arial" panose="020B0604020202020204" pitchFamily="34" charset="0"/>
              </a:rPr>
              <a:t>  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6" name="Line 3"/>
          <p:cNvSpPr>
            <a:spLocks noChangeShapeType="1"/>
          </p:cNvSpPr>
          <p:nvPr/>
        </p:nvSpPr>
        <p:spPr bwMode="auto">
          <a:xfrm flipH="1">
            <a:off x="2351336" y="5688619"/>
            <a:ext cx="2159000" cy="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4510336" y="5297276"/>
            <a:ext cx="2665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对称矩阵</a:t>
            </a:r>
            <a:r>
              <a:rPr kumimoji="0"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571643" y="6105892"/>
            <a:ext cx="6840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对称矩阵</a:t>
            </a:r>
            <a:r>
              <a:rPr kumimoji="0"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800" dirty="0">
                <a:latin typeface="Arial" panose="020B0604020202020204" pitchFamily="34" charset="0"/>
              </a:rPr>
              <a:t> </a:t>
            </a:r>
            <a:r>
              <a:rPr lang="zh-CN" altLang="en-US" sz="2400" b="0" dirty="0">
                <a:latin typeface="+mn-lt"/>
                <a:ea typeface="+mn-ea"/>
              </a:rPr>
              <a:t>的秩定义为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二次型  </a:t>
            </a:r>
            <a:r>
              <a:rPr lang="en-US" altLang="zh-CN" sz="2400" i="1" dirty="0">
                <a:solidFill>
                  <a:srgbClr val="0000FF"/>
                </a:solidFill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的秩</a:t>
            </a: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2558505" y="5191329"/>
            <a:ext cx="15055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0" dirty="0">
                <a:latin typeface="+mn-lt"/>
                <a:ea typeface="+mn-ea"/>
              </a:rPr>
              <a:t>一一对应</a:t>
            </a:r>
            <a:r>
              <a:rPr kumimoji="0" lang="zh-CN" altLang="en-US" sz="2800" dirty="0"/>
              <a:t> </a:t>
            </a:r>
          </a:p>
        </p:txBody>
      </p:sp>
      <p:sp>
        <p:nvSpPr>
          <p:cNvPr id="12" name="直角三角形 11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直角三角形 12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392646"/>
            <a:ext cx="8229600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</a:t>
            </a:r>
            <a:r>
              <a:rPr lang="en-US" altLang="zh-CN" sz="2400" dirty="0"/>
              <a:t>   </a:t>
            </a:r>
            <a:r>
              <a:rPr lang="zh-CN" altLang="en-US" sz="2400" dirty="0"/>
              <a:t>求二次型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        的对应矩阵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699792" y="365639"/>
          <a:ext cx="6264696" cy="490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3035300" imgH="241300" progId="Equation.DSMT4">
                  <p:embed/>
                </p:oleObj>
              </mc:Choice>
              <mc:Fallback>
                <p:oleObj name="Equation" r:id="rId3" imgW="3035300" imgH="2413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365639"/>
                        <a:ext cx="6264696" cy="4909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/>
          <p:cNvSpPr txBox="1"/>
          <p:nvPr/>
        </p:nvSpPr>
        <p:spPr>
          <a:xfrm>
            <a:off x="467544" y="1960240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</a:p>
        </p:txBody>
      </p:sp>
      <p:sp>
        <p:nvSpPr>
          <p:cNvPr id="4" name="矩形 3"/>
          <p:cNvSpPr/>
          <p:nvPr/>
        </p:nvSpPr>
        <p:spPr>
          <a:xfrm>
            <a:off x="1115616" y="1960240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此二次型为三元二次型，其中</a:t>
            </a:r>
            <a:endParaRPr lang="zh-CN" altLang="en-US" sz="24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218654" y="2536762"/>
          <a:ext cx="6896386" cy="53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2959100" imgH="228600" progId="Equation.DSMT4">
                  <p:embed/>
                </p:oleObj>
              </mc:Choice>
              <mc:Fallback>
                <p:oleObj name="Equation" r:id="rId5" imgW="29591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654" y="2536762"/>
                        <a:ext cx="6896386" cy="5321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1115616" y="3276892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根据定义，它对应的矩阵为</a:t>
            </a:r>
            <a:endParaRPr lang="zh-CN" altLang="en-US" sz="2400" dirty="0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658735" y="3946490"/>
          <a:ext cx="2016224" cy="1844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774065" imgH="711200" progId="Equation.DSMT4">
                  <p:embed/>
                </p:oleObj>
              </mc:Choice>
              <mc:Fallback>
                <p:oleObj name="Equation" r:id="rId7" imgW="774065" imgH="711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8735" y="3946490"/>
                        <a:ext cx="2016224" cy="18441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/>
          <p:nvPr/>
        </p:nvSpPr>
        <p:spPr>
          <a:xfrm>
            <a:off x="467544" y="392646"/>
            <a:ext cx="864096" cy="516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2</a:t>
            </a:r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1210778" y="419850"/>
            <a:ext cx="73216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设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dirty="0"/>
              <a:t>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dirty="0"/>
              <a:t>阶矩阵，证明</a:t>
            </a:r>
            <a:r>
              <a:rPr lang="en-US" altLang="zh-CN" sz="2400" dirty="0"/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+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30000" dirty="0"/>
              <a:t>T</a:t>
            </a:r>
            <a:r>
              <a:rPr lang="zh-CN" altLang="zh-CN" sz="2400" dirty="0"/>
              <a:t>是对称矩阵。</a:t>
            </a:r>
            <a:endParaRPr lang="zh-CN" altLang="en-US" sz="2400" dirty="0"/>
          </a:p>
        </p:txBody>
      </p:sp>
      <p:sp>
        <p:nvSpPr>
          <p:cNvPr id="13" name="内容占位符 2"/>
          <p:cNvSpPr txBox="1"/>
          <p:nvPr/>
        </p:nvSpPr>
        <p:spPr>
          <a:xfrm>
            <a:off x="562706" y="1216412"/>
            <a:ext cx="984958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证明</a:t>
            </a:r>
          </a:p>
        </p:txBody>
      </p:sp>
      <p:sp>
        <p:nvSpPr>
          <p:cNvPr id="15" name="矩形 14"/>
          <p:cNvSpPr/>
          <p:nvPr/>
        </p:nvSpPr>
        <p:spPr>
          <a:xfrm>
            <a:off x="1691680" y="1216412"/>
            <a:ext cx="40908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kern="1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kern="1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kern="1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+(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kern="1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kern="1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400" kern="1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706793" y="1936931"/>
            <a:ext cx="4293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故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dirty="0"/>
              <a:t>阶矩阵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/>
              <a:t>+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30000" dirty="0"/>
              <a:t>T</a:t>
            </a:r>
            <a:r>
              <a:rPr lang="zh-CN" altLang="zh-CN" sz="2400" dirty="0"/>
              <a:t>是对称矩阵。</a:t>
            </a:r>
            <a:endParaRPr lang="zh-CN" altLang="en-US" sz="2400" dirty="0"/>
          </a:p>
        </p:txBody>
      </p:sp>
      <p:sp>
        <p:nvSpPr>
          <p:cNvPr id="7" name="直角三角形 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日期占位符 1">
            <a:extLst>
              <a:ext uri="{FF2B5EF4-FFF2-40B4-BE49-F238E27FC236}">
                <a16:creationId xmlns:a16="http://schemas.microsoft.com/office/drawing/2014/main" id="{CDAB2EC8-58B9-488B-B535-6259EE93E0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51A598-825C-4504-B28D-FE96B048E4B7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5125" name="页脚占位符 2">
            <a:extLst>
              <a:ext uri="{FF2B5EF4-FFF2-40B4-BE49-F238E27FC236}">
                <a16:creationId xmlns:a16="http://schemas.microsoft.com/office/drawing/2014/main" id="{FC963820-F10B-4437-B3DB-074F5336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5126" name="灯片编号占位符 3">
            <a:extLst>
              <a:ext uri="{FF2B5EF4-FFF2-40B4-BE49-F238E27FC236}">
                <a16:creationId xmlns:a16="http://schemas.microsoft.com/office/drawing/2014/main" id="{4907AAEF-02E7-428E-8DC2-5ED89D2E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5CCD129-8AB4-4844-B395-5F5F72AA57E1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5DA216EF-4C2D-4FB7-8530-20F622A2A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1000"/>
            <a:ext cx="8456613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1: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写出二次型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f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+2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–3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+4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–6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3</a:t>
            </a:r>
          </a:p>
          <a:p>
            <a:pPr eaLnBrk="1" hangingPunct="1">
              <a:lnSpc>
                <a:spcPct val="105000"/>
              </a:lnSpc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的矩阵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并求当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X=(1,0,1)</a:t>
            </a:r>
            <a:r>
              <a:rPr kumimoji="1" lang="en-US" altLang="zh-CN" sz="2800" b="1" baseline="4200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时，求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的值。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4D0C1BD9-4A8C-43BF-AF97-62B09CBE4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6008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由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f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+2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–3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+4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–6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得</a:t>
            </a: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E26689D5-66ED-487D-8159-BE9A17464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0"/>
            <a:ext cx="8185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11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=1,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=2,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33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=–3,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21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=2,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13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31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=0,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23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32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=–3.</a:t>
            </a: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1CDB3F68-6695-4723-A10C-1D5D5C0A5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1242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37896" name="Object 8">
            <a:extLst>
              <a:ext uri="{FF2B5EF4-FFF2-40B4-BE49-F238E27FC236}">
                <a16:creationId xmlns:a16="http://schemas.microsoft.com/office/drawing/2014/main" id="{E00B8ED9-8575-41A5-8B2C-82D4B35086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971800"/>
          <a:ext cx="2716213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2717640" imgH="1168200" progId="Equation.DSMT4">
                  <p:embed/>
                </p:oleObj>
              </mc:Choice>
              <mc:Fallback>
                <p:oleObj name="Equation" r:id="rId3" imgW="2717640" imgH="1168200" progId="Equation.DSMT4">
                  <p:embed/>
                  <p:pic>
                    <p:nvPicPr>
                      <p:cNvPr id="37896" name="Object 8">
                        <a:extLst>
                          <a:ext uri="{FF2B5EF4-FFF2-40B4-BE49-F238E27FC236}">
                            <a16:creationId xmlns:a16="http://schemas.microsoft.com/office/drawing/2014/main" id="{E00B8ED9-8575-41A5-8B2C-82D4B35086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971800"/>
                        <a:ext cx="2716213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>
            <a:extLst>
              <a:ext uri="{FF2B5EF4-FFF2-40B4-BE49-F238E27FC236}">
                <a16:creationId xmlns:a16="http://schemas.microsoft.com/office/drawing/2014/main" id="{666A1739-7F81-4221-A023-61D125FE98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419600"/>
          <a:ext cx="5697538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2273040" imgH="622080" progId="Equation.DSMT4">
                  <p:embed/>
                </p:oleObj>
              </mc:Choice>
              <mc:Fallback>
                <p:oleObj name="Equation" r:id="rId5" imgW="2273040" imgH="622080" progId="Equation.DSMT4">
                  <p:embed/>
                  <p:pic>
                    <p:nvPicPr>
                      <p:cNvPr id="37897" name="Object 9">
                        <a:extLst>
                          <a:ext uri="{FF2B5EF4-FFF2-40B4-BE49-F238E27FC236}">
                            <a16:creationId xmlns:a16="http://schemas.microsoft.com/office/drawing/2014/main" id="{666A1739-7F81-4221-A023-61D125FE98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19600"/>
                        <a:ext cx="5697538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3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7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utoUpdateAnimBg="0"/>
      <p:bldP spid="37893" grpId="0" build="p" autoUpdateAnimBg="0" advAuto="0"/>
      <p:bldP spid="37894" grpId="0" build="p" autoUpdateAnimBg="0" advAuto="0"/>
      <p:bldP spid="3789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日期占位符 1">
            <a:extLst>
              <a:ext uri="{FF2B5EF4-FFF2-40B4-BE49-F238E27FC236}">
                <a16:creationId xmlns:a16="http://schemas.microsoft.com/office/drawing/2014/main" id="{33C723C3-8881-407B-8A26-86D338ED917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1DDAA5C-ECB6-4809-AE45-97FA60C482A2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4101" name="页脚占位符 2">
            <a:extLst>
              <a:ext uri="{FF2B5EF4-FFF2-40B4-BE49-F238E27FC236}">
                <a16:creationId xmlns:a16="http://schemas.microsoft.com/office/drawing/2014/main" id="{E81748F9-D546-4625-B64A-B8C36C676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4102" name="灯片编号占位符 3">
            <a:extLst>
              <a:ext uri="{FF2B5EF4-FFF2-40B4-BE49-F238E27FC236}">
                <a16:creationId xmlns:a16="http://schemas.microsoft.com/office/drawing/2014/main" id="{324748A3-22E3-45FC-90F7-DE8765BE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33997A8-F813-42F9-AC3F-BFBB85886463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45058" name="Text Box 2">
            <a:extLst>
              <a:ext uri="{FF2B5EF4-FFF2-40B4-BE49-F238E27FC236}">
                <a16:creationId xmlns:a16="http://schemas.microsoft.com/office/drawing/2014/main" id="{809D3AA4-DE4F-436E-9079-9E24A0554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60350"/>
            <a:ext cx="15843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0000FF"/>
                </a:solidFill>
                <a:latin typeface="Times New Roman" panose="02020603050405020304" pitchFamily="18" charset="0"/>
              </a:rPr>
              <a:t>练一练</a:t>
            </a:r>
          </a:p>
        </p:txBody>
      </p:sp>
      <p:graphicFrame>
        <p:nvGraphicFramePr>
          <p:cNvPr id="45059" name="Object 3">
            <a:extLst>
              <a:ext uri="{FF2B5EF4-FFF2-40B4-BE49-F238E27FC236}">
                <a16:creationId xmlns:a16="http://schemas.microsoft.com/office/drawing/2014/main" id="{B5922902-28FB-4BC3-AB71-70274C83CE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850" y="1052513"/>
          <a:ext cx="8393113" cy="21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3517560" imgH="914400" progId="Equation.DSMT4">
                  <p:embed/>
                </p:oleObj>
              </mc:Choice>
              <mc:Fallback>
                <p:oleObj name="Equation" r:id="rId3" imgW="3517560" imgH="914400" progId="Equation.DSMT4">
                  <p:embed/>
                  <p:pic>
                    <p:nvPicPr>
                      <p:cNvPr id="45059" name="Object 3">
                        <a:extLst>
                          <a:ext uri="{FF2B5EF4-FFF2-40B4-BE49-F238E27FC236}">
                            <a16:creationId xmlns:a16="http://schemas.microsoft.com/office/drawing/2014/main" id="{B5922902-28FB-4BC3-AB71-70274C83CE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" y="1052513"/>
                        <a:ext cx="8393113" cy="218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Object 4">
            <a:extLst>
              <a:ext uri="{FF2B5EF4-FFF2-40B4-BE49-F238E27FC236}">
                <a16:creationId xmlns:a16="http://schemas.microsoft.com/office/drawing/2014/main" id="{832E000F-04CD-496F-811F-1FFF51BB10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3716338"/>
          <a:ext cx="7848600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2806560" imgH="482400" progId="Equation.DSMT4">
                  <p:embed/>
                </p:oleObj>
              </mc:Choice>
              <mc:Fallback>
                <p:oleObj name="Equation" r:id="rId5" imgW="2806560" imgH="482400" progId="Equation.DSMT4">
                  <p:embed/>
                  <p:pic>
                    <p:nvPicPr>
                      <p:cNvPr id="45060" name="Object 4">
                        <a:extLst>
                          <a:ext uri="{FF2B5EF4-FFF2-40B4-BE49-F238E27FC236}">
                            <a16:creationId xmlns:a16="http://schemas.microsoft.com/office/drawing/2014/main" id="{832E000F-04CD-496F-811F-1FFF51BB10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716338"/>
                        <a:ext cx="7848600" cy="134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日期占位符 1">
            <a:extLst>
              <a:ext uri="{FF2B5EF4-FFF2-40B4-BE49-F238E27FC236}">
                <a16:creationId xmlns:a16="http://schemas.microsoft.com/office/drawing/2014/main" id="{067FD2FE-0E98-4EFA-B7C4-8DA15DFB145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5D70A9-B256-40CE-90D8-583B7B2C4F5A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7173" name="页脚占位符 2">
            <a:extLst>
              <a:ext uri="{FF2B5EF4-FFF2-40B4-BE49-F238E27FC236}">
                <a16:creationId xmlns:a16="http://schemas.microsoft.com/office/drawing/2014/main" id="{C36C9C21-F67E-46B7-9703-BF377B71B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7174" name="灯片编号占位符 3">
            <a:extLst>
              <a:ext uri="{FF2B5EF4-FFF2-40B4-BE49-F238E27FC236}">
                <a16:creationId xmlns:a16="http://schemas.microsoft.com/office/drawing/2014/main" id="{0BA934F5-AAD7-40F7-BBEB-6B21A87D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A5D736-B013-40F0-817B-C5E5F3444990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graphicFrame>
        <p:nvGraphicFramePr>
          <p:cNvPr id="39938" name="Object 2">
            <a:extLst>
              <a:ext uri="{FF2B5EF4-FFF2-40B4-BE49-F238E27FC236}">
                <a16:creationId xmlns:a16="http://schemas.microsoft.com/office/drawing/2014/main" id="{5EA2212A-489D-4782-982D-B584689CB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228600"/>
          <a:ext cx="7835900" cy="157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3543120" imgH="711000" progId="Equation.DSMT4">
                  <p:embed/>
                </p:oleObj>
              </mc:Choice>
              <mc:Fallback>
                <p:oleObj name="Equation" r:id="rId3" imgW="3543120" imgH="711000" progId="Equation.DSMT4">
                  <p:embed/>
                  <p:pic>
                    <p:nvPicPr>
                      <p:cNvPr id="39938" name="Object 2">
                        <a:extLst>
                          <a:ext uri="{FF2B5EF4-FFF2-40B4-BE49-F238E27FC236}">
                            <a16:creationId xmlns:a16="http://schemas.microsoft.com/office/drawing/2014/main" id="{5EA2212A-489D-4782-982D-B584689CBE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"/>
                        <a:ext cx="7835900" cy="157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Rectangle 4">
            <a:extLst>
              <a:ext uri="{FF2B5EF4-FFF2-40B4-BE49-F238E27FC236}">
                <a16:creationId xmlns:a16="http://schemas.microsoft.com/office/drawing/2014/main" id="{5872C4A7-189C-4251-946D-2C2529F1A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15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6" name="Rectangle 12">
            <a:extLst>
              <a:ext uri="{FF2B5EF4-FFF2-40B4-BE49-F238E27FC236}">
                <a16:creationId xmlns:a16="http://schemas.microsoft.com/office/drawing/2014/main" id="{686C61B9-7999-401A-896F-C95DC9C47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4838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9951" name="Object 15">
            <a:extLst>
              <a:ext uri="{FF2B5EF4-FFF2-40B4-BE49-F238E27FC236}">
                <a16:creationId xmlns:a16="http://schemas.microsoft.com/office/drawing/2014/main" id="{0F6B1D93-2C74-4547-8483-FDBC0A7328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057400"/>
          <a:ext cx="6094413" cy="261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3136680" imgH="1346040" progId="Equation.DSMT4">
                  <p:embed/>
                </p:oleObj>
              </mc:Choice>
              <mc:Fallback>
                <p:oleObj name="Equation" r:id="rId5" imgW="3136680" imgH="1346040" progId="Equation.DSMT4">
                  <p:embed/>
                  <p:pic>
                    <p:nvPicPr>
                      <p:cNvPr id="39951" name="Object 15">
                        <a:extLst>
                          <a:ext uri="{FF2B5EF4-FFF2-40B4-BE49-F238E27FC236}">
                            <a16:creationId xmlns:a16="http://schemas.microsoft.com/office/drawing/2014/main" id="{0F6B1D93-2C74-4547-8483-FDBC0A732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057400"/>
                        <a:ext cx="6094413" cy="261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3" name="日期占位符 1">
            <a:extLst>
              <a:ext uri="{FF2B5EF4-FFF2-40B4-BE49-F238E27FC236}">
                <a16:creationId xmlns:a16="http://schemas.microsoft.com/office/drawing/2014/main" id="{62E0EC83-850B-4097-A823-C95E452968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D85D45-DEA0-46CA-8659-69EEF87C53E3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8204" name="页脚占位符 2">
            <a:extLst>
              <a:ext uri="{FF2B5EF4-FFF2-40B4-BE49-F238E27FC236}">
                <a16:creationId xmlns:a16="http://schemas.microsoft.com/office/drawing/2014/main" id="{CE92C931-7B13-4930-94A6-9BA334C0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8205" name="灯片编号占位符 3">
            <a:extLst>
              <a:ext uri="{FF2B5EF4-FFF2-40B4-BE49-F238E27FC236}">
                <a16:creationId xmlns:a16="http://schemas.microsoft.com/office/drawing/2014/main" id="{230225A7-11E4-443B-8927-D997B565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A447C1-B834-4670-B4A9-0738B9BA306F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8206" name="Rectangle 4">
            <a:extLst>
              <a:ext uri="{FF2B5EF4-FFF2-40B4-BE49-F238E27FC236}">
                <a16:creationId xmlns:a16="http://schemas.microsoft.com/office/drawing/2014/main" id="{44D8F00D-E38D-4CC0-B7E7-69C1318E9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688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197" name="Object 5">
            <a:extLst>
              <a:ext uri="{FF2B5EF4-FFF2-40B4-BE49-F238E27FC236}">
                <a16:creationId xmlns:a16="http://schemas.microsoft.com/office/drawing/2014/main" id="{EDDF2BDC-CCAC-4AA7-9981-66DD2D9AAF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425" y="381000"/>
          <a:ext cx="711835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3022560" imgH="711000" progId="Equation.DSMT4">
                  <p:embed/>
                </p:oleObj>
              </mc:Choice>
              <mc:Fallback>
                <p:oleObj name="Equation" r:id="rId3" imgW="3022560" imgH="711000" progId="Equation.DSMT4">
                  <p:embed/>
                  <p:pic>
                    <p:nvPicPr>
                      <p:cNvPr id="8197" name="Object 5">
                        <a:extLst>
                          <a:ext uri="{FF2B5EF4-FFF2-40B4-BE49-F238E27FC236}">
                            <a16:creationId xmlns:a16="http://schemas.microsoft.com/office/drawing/2014/main" id="{EDDF2BDC-CCAC-4AA7-9981-66DD2D9AAF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381000"/>
                        <a:ext cx="7118350" cy="168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7">
            <a:extLst>
              <a:ext uri="{FF2B5EF4-FFF2-40B4-BE49-F238E27FC236}">
                <a16:creationId xmlns:a16="http://schemas.microsoft.com/office/drawing/2014/main" id="{5074A2F6-BF46-4D6B-8504-7C6ADF6B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3622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解</a:t>
            </a:r>
          </a:p>
        </p:txBody>
      </p:sp>
      <p:sp>
        <p:nvSpPr>
          <p:cNvPr id="8208" name="Rectangle 8">
            <a:extLst>
              <a:ext uri="{FF2B5EF4-FFF2-40B4-BE49-F238E27FC236}">
                <a16:creationId xmlns:a16="http://schemas.microsoft.com/office/drawing/2014/main" id="{A26E604E-AE51-47F0-8F91-A8A491023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488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201" name="Object 9">
            <a:extLst>
              <a:ext uri="{FF2B5EF4-FFF2-40B4-BE49-F238E27FC236}">
                <a16:creationId xmlns:a16="http://schemas.microsoft.com/office/drawing/2014/main" id="{92555AEC-0D60-42B4-BAB3-170622E3FF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2209800"/>
          <a:ext cx="12192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r:id="rId5" imgW="583947" imgH="482391" progId="Equation.DSMT4">
                  <p:embed/>
                </p:oleObj>
              </mc:Choice>
              <mc:Fallback>
                <p:oleObj r:id="rId5" imgW="583947" imgH="482391" progId="Equation.DSMT4">
                  <p:embed/>
                  <p:pic>
                    <p:nvPicPr>
                      <p:cNvPr id="8201" name="Object 9">
                        <a:extLst>
                          <a:ext uri="{FF2B5EF4-FFF2-40B4-BE49-F238E27FC236}">
                            <a16:creationId xmlns:a16="http://schemas.microsoft.com/office/drawing/2014/main" id="{92555AEC-0D60-42B4-BAB3-170622E3FF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209800"/>
                        <a:ext cx="1219200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Rectangle 10">
            <a:extLst>
              <a:ext uri="{FF2B5EF4-FFF2-40B4-BE49-F238E27FC236}">
                <a16:creationId xmlns:a16="http://schemas.microsoft.com/office/drawing/2014/main" id="{B1ECFA9D-4EB0-4F1E-ABEB-B98469315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63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C5D00DA4-4D9F-4722-9CBD-5DF6B3441A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2133600"/>
          <a:ext cx="19812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r:id="rId7" imgW="901700" imgH="457200" progId="Equation.DSMT4">
                  <p:embed/>
                </p:oleObj>
              </mc:Choice>
              <mc:Fallback>
                <p:oleObj r:id="rId7" imgW="901700" imgH="457200" progId="Equation.DSMT4">
                  <p:embed/>
                  <p:pic>
                    <p:nvPicPr>
                      <p:cNvPr id="2" name="Object 11">
                        <a:extLst>
                          <a:ext uri="{FF2B5EF4-FFF2-40B4-BE49-F238E27FC236}">
                            <a16:creationId xmlns:a16="http://schemas.microsoft.com/office/drawing/2014/main" id="{C5D00DA4-4D9F-4722-9CBD-5DF6B3441A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133600"/>
                        <a:ext cx="1981200" cy="100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0" name="Rectangle 12">
            <a:extLst>
              <a:ext uri="{FF2B5EF4-FFF2-40B4-BE49-F238E27FC236}">
                <a16:creationId xmlns:a16="http://schemas.microsoft.com/office/drawing/2014/main" id="{EF7DF3A1-171D-4A20-A339-5A917957E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" name="Object 13">
            <a:extLst>
              <a:ext uri="{FF2B5EF4-FFF2-40B4-BE49-F238E27FC236}">
                <a16:creationId xmlns:a16="http://schemas.microsoft.com/office/drawing/2014/main" id="{53634CCB-D982-448B-8EE2-A37D1F774F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2133600"/>
          <a:ext cx="22098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r:id="rId9" imgW="977900" imgH="457200" progId="Equation.DSMT4">
                  <p:embed/>
                </p:oleObj>
              </mc:Choice>
              <mc:Fallback>
                <p:oleObj r:id="rId9" imgW="977900" imgH="457200" progId="Equation.DSMT4">
                  <p:embed/>
                  <p:pic>
                    <p:nvPicPr>
                      <p:cNvPr id="3" name="Object 13">
                        <a:extLst>
                          <a:ext uri="{FF2B5EF4-FFF2-40B4-BE49-F238E27FC236}">
                            <a16:creationId xmlns:a16="http://schemas.microsoft.com/office/drawing/2014/main" id="{53634CCB-D982-448B-8EE2-A37D1F774F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133600"/>
                        <a:ext cx="2209800" cy="1030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1" name="Rectangle 14">
            <a:extLst>
              <a:ext uri="{FF2B5EF4-FFF2-40B4-BE49-F238E27FC236}">
                <a16:creationId xmlns:a16="http://schemas.microsoft.com/office/drawing/2014/main" id="{97FCF616-C9D9-4366-98D4-4A511F3B9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013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207" name="Object 15">
            <a:extLst>
              <a:ext uri="{FF2B5EF4-FFF2-40B4-BE49-F238E27FC236}">
                <a16:creationId xmlns:a16="http://schemas.microsoft.com/office/drawing/2014/main" id="{53E6635C-9099-4829-82DE-1624355CAB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286000"/>
          <a:ext cx="11430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r:id="rId11" imgW="558558" imgH="482391" progId="Equation.DSMT4">
                  <p:embed/>
                </p:oleObj>
              </mc:Choice>
              <mc:Fallback>
                <p:oleObj r:id="rId11" imgW="558558" imgH="482391" progId="Equation.DSMT4">
                  <p:embed/>
                  <p:pic>
                    <p:nvPicPr>
                      <p:cNvPr id="8207" name="Object 15">
                        <a:extLst>
                          <a:ext uri="{FF2B5EF4-FFF2-40B4-BE49-F238E27FC236}">
                            <a16:creationId xmlns:a16="http://schemas.microsoft.com/office/drawing/2014/main" id="{53E6635C-9099-4829-82DE-1624355CAB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86000"/>
                        <a:ext cx="114300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2" name="Rectangle 16">
            <a:extLst>
              <a:ext uri="{FF2B5EF4-FFF2-40B4-BE49-F238E27FC236}">
                <a16:creationId xmlns:a16="http://schemas.microsoft.com/office/drawing/2014/main" id="{D28A819E-130D-4F75-BBBD-A64D82C80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9950" y="3148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" name="Object 17">
            <a:extLst>
              <a:ext uri="{FF2B5EF4-FFF2-40B4-BE49-F238E27FC236}">
                <a16:creationId xmlns:a16="http://schemas.microsoft.com/office/drawing/2014/main" id="{CE0C87AA-924C-4B25-95FC-559D3D31D3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124200"/>
          <a:ext cx="5410200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2349360" imgH="558720" progId="Equation.DSMT4">
                  <p:embed/>
                </p:oleObj>
              </mc:Choice>
              <mc:Fallback>
                <p:oleObj name="Equation" r:id="rId13" imgW="2349360" imgH="558720" progId="Equation.DSMT4">
                  <p:embed/>
                  <p:pic>
                    <p:nvPicPr>
                      <p:cNvPr id="4" name="Object 17">
                        <a:extLst>
                          <a:ext uri="{FF2B5EF4-FFF2-40B4-BE49-F238E27FC236}">
                            <a16:creationId xmlns:a16="http://schemas.microsoft.com/office/drawing/2014/main" id="{CE0C87AA-924C-4B25-95FC-559D3D31D3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124200"/>
                        <a:ext cx="5410200" cy="1293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3" name="Rectangle 18">
            <a:extLst>
              <a:ext uri="{FF2B5EF4-FFF2-40B4-BE49-F238E27FC236}">
                <a16:creationId xmlns:a16="http://schemas.microsoft.com/office/drawing/2014/main" id="{FB8F54E0-C511-4A62-9BB7-1BB9C1C0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213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" name="Object 19">
            <a:extLst>
              <a:ext uri="{FF2B5EF4-FFF2-40B4-BE49-F238E27FC236}">
                <a16:creationId xmlns:a16="http://schemas.microsoft.com/office/drawing/2014/main" id="{53A3E9AC-4FE3-4EE2-9AFE-90BFEDC6B1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4495800"/>
          <a:ext cx="426720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r:id="rId15" imgW="1930400" imgH="457200" progId="Equation.DSMT4">
                  <p:embed/>
                </p:oleObj>
              </mc:Choice>
              <mc:Fallback>
                <p:oleObj r:id="rId15" imgW="1930400" imgH="457200" progId="Equation.DSMT4">
                  <p:embed/>
                  <p:pic>
                    <p:nvPicPr>
                      <p:cNvPr id="5" name="Object 19">
                        <a:extLst>
                          <a:ext uri="{FF2B5EF4-FFF2-40B4-BE49-F238E27FC236}">
                            <a16:creationId xmlns:a16="http://schemas.microsoft.com/office/drawing/2014/main" id="{53A3E9AC-4FE3-4EE2-9AFE-90BFEDC6B1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495800"/>
                        <a:ext cx="4267200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Rectangle 20">
            <a:extLst>
              <a:ext uri="{FF2B5EF4-FFF2-40B4-BE49-F238E27FC236}">
                <a16:creationId xmlns:a16="http://schemas.microsoft.com/office/drawing/2014/main" id="{090C5AA3-1278-4393-9ED8-8F6F08D5A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" name="Object 21">
            <a:extLst>
              <a:ext uri="{FF2B5EF4-FFF2-40B4-BE49-F238E27FC236}">
                <a16:creationId xmlns:a16="http://schemas.microsoft.com/office/drawing/2014/main" id="{1436AE5A-E08D-4F5F-A341-AB9A61B453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4495800"/>
          <a:ext cx="22860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r:id="rId17" imgW="990600" imgH="457200" progId="Equation.DSMT4">
                  <p:embed/>
                </p:oleObj>
              </mc:Choice>
              <mc:Fallback>
                <p:oleObj r:id="rId17" imgW="990600" imgH="457200" progId="Equation.DSMT4">
                  <p:embed/>
                  <p:pic>
                    <p:nvPicPr>
                      <p:cNvPr id="6" name="Object 21">
                        <a:extLst>
                          <a:ext uri="{FF2B5EF4-FFF2-40B4-BE49-F238E27FC236}">
                            <a16:creationId xmlns:a16="http://schemas.microsoft.com/office/drawing/2014/main" id="{1436AE5A-E08D-4F5F-A341-AB9A61B453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495800"/>
                        <a:ext cx="2286000" cy="105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5" name="Rectangle 22">
            <a:extLst>
              <a:ext uri="{FF2B5EF4-FFF2-40B4-BE49-F238E27FC236}">
                <a16:creationId xmlns:a16="http://schemas.microsoft.com/office/drawing/2014/main" id="{201FDC5E-A870-4562-99A9-2D70CA448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" name="Object 23">
            <a:extLst>
              <a:ext uri="{FF2B5EF4-FFF2-40B4-BE49-F238E27FC236}">
                <a16:creationId xmlns:a16="http://schemas.microsoft.com/office/drawing/2014/main" id="{8EDCE202-42A3-46B5-A3DE-F77DBBF32D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4724400"/>
          <a:ext cx="2057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r:id="rId19" imgW="876300" imgH="241300" progId="Equation.DSMT4">
                  <p:embed/>
                </p:oleObj>
              </mc:Choice>
              <mc:Fallback>
                <p:oleObj r:id="rId19" imgW="876300" imgH="241300" progId="Equation.DSMT4">
                  <p:embed/>
                  <p:pic>
                    <p:nvPicPr>
                      <p:cNvPr id="7" name="Object 23">
                        <a:extLst>
                          <a:ext uri="{FF2B5EF4-FFF2-40B4-BE49-F238E27FC236}">
                            <a16:creationId xmlns:a16="http://schemas.microsoft.com/office/drawing/2014/main" id="{8EDCE202-42A3-46B5-A3DE-F77DBBF32D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724400"/>
                        <a:ext cx="20574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二、二次型的标准型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63491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5.2.1  </a:t>
            </a:r>
            <a:r>
              <a:rPr lang="zh-CN" altLang="en-US" sz="2400" dirty="0"/>
              <a:t>只含有平方项的二次型</a:t>
            </a:r>
            <a:endParaRPr lang="en-US" altLang="zh-CN" sz="2400" dirty="0"/>
          </a:p>
        </p:txBody>
      </p:sp>
      <p:sp>
        <p:nvSpPr>
          <p:cNvPr id="9" name="内容占位符 2"/>
          <p:cNvSpPr txBox="1"/>
          <p:nvPr/>
        </p:nvSpPr>
        <p:spPr>
          <a:xfrm>
            <a:off x="457200" y="2694433"/>
            <a:ext cx="8229600" cy="730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叫作</a:t>
            </a:r>
            <a:r>
              <a:rPr lang="zh-CN" altLang="en-US" sz="2400" b="1" dirty="0">
                <a:solidFill>
                  <a:srgbClr val="0000FF"/>
                </a:solidFill>
              </a:rPr>
              <a:t>标准形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971600" y="2131761"/>
          <a:ext cx="5461422" cy="562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2463800" imgH="254000" progId="Equation.DSMT4">
                  <p:embed/>
                </p:oleObj>
              </mc:Choice>
              <mc:Fallback>
                <p:oleObj name="Equation" r:id="rId3" imgW="2463800" imgH="254000" progId="Equation.DSMT4">
                  <p:embed/>
                  <p:pic>
                    <p:nvPicPr>
                      <p:cNvPr id="0" name="图片 174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131761"/>
                        <a:ext cx="5461422" cy="562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日期占位符 1">
            <a:extLst>
              <a:ext uri="{FF2B5EF4-FFF2-40B4-BE49-F238E27FC236}">
                <a16:creationId xmlns:a16="http://schemas.microsoft.com/office/drawing/2014/main" id="{1C792204-A7D5-491D-94C9-5D515B213B1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34F70B-7F73-4DA9-A97B-C48F6CCA19F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9222" name="页脚占位符 2">
            <a:extLst>
              <a:ext uri="{FF2B5EF4-FFF2-40B4-BE49-F238E27FC236}">
                <a16:creationId xmlns:a16="http://schemas.microsoft.com/office/drawing/2014/main" id="{7BDA46C0-F176-41E6-A08F-55EE3977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9223" name="灯片编号占位符 3">
            <a:extLst>
              <a:ext uri="{FF2B5EF4-FFF2-40B4-BE49-F238E27FC236}">
                <a16:creationId xmlns:a16="http://schemas.microsoft.com/office/drawing/2014/main" id="{C0278382-EA73-4E1F-9A86-9C1C83E58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460F847-761B-407F-93E3-782C9C098A3D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7F4691D4-AC26-42F1-964A-622F59D38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0"/>
            <a:ext cx="5867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CC0000"/>
                </a:solidFill>
                <a:ea typeface="黑体" panose="02010609060101010101" pitchFamily="49" charset="-122"/>
              </a:rPr>
              <a:t>二次型的标准型</a:t>
            </a:r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93EA94F5-9687-4F53-B13A-571E1DA2D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33500"/>
            <a:ext cx="1143000" cy="528638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/>
              <a:t>定义</a:t>
            </a:r>
          </a:p>
        </p:txBody>
      </p:sp>
      <p:graphicFrame>
        <p:nvGraphicFramePr>
          <p:cNvPr id="18445" name="Object 13">
            <a:extLst>
              <a:ext uri="{FF2B5EF4-FFF2-40B4-BE49-F238E27FC236}">
                <a16:creationId xmlns:a16="http://schemas.microsoft.com/office/drawing/2014/main" id="{CDD65F1C-8301-4A36-BBFA-0B175A2D67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438400"/>
          <a:ext cx="53340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r:id="rId3" imgW="1968500" imgH="241300" progId="Equation.DSMT4">
                  <p:embed/>
                </p:oleObj>
              </mc:Choice>
              <mc:Fallback>
                <p:oleObj r:id="rId3" imgW="1968500" imgH="241300" progId="Equation.DSMT4">
                  <p:embed/>
                  <p:pic>
                    <p:nvPicPr>
                      <p:cNvPr id="18445" name="Object 13">
                        <a:extLst>
                          <a:ext uri="{FF2B5EF4-FFF2-40B4-BE49-F238E27FC236}">
                            <a16:creationId xmlns:a16="http://schemas.microsoft.com/office/drawing/2014/main" id="{CDD65F1C-8301-4A36-BBFA-0B175A2D67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438400"/>
                        <a:ext cx="5334000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7" name="Text Box 15">
            <a:extLst>
              <a:ext uri="{FF2B5EF4-FFF2-40B4-BE49-F238E27FC236}">
                <a16:creationId xmlns:a16="http://schemas.microsoft.com/office/drawing/2014/main" id="{E3CD2D5B-DA47-4C23-9DED-90517B9AD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276600"/>
            <a:ext cx="670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就称此二次型为原来二次型的</a:t>
            </a:r>
            <a:r>
              <a:rPr lang="zh-CN" altLang="en-US" sz="2800" b="1">
                <a:solidFill>
                  <a:srgbClr val="0000FF"/>
                </a:solidFill>
              </a:rPr>
              <a:t>标准型。</a:t>
            </a: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DA4277AF-FF57-49AC-A944-C6487B216E84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219200"/>
            <a:ext cx="6934200" cy="946150"/>
            <a:chOff x="1008" y="768"/>
            <a:chExt cx="4368" cy="596"/>
          </a:xfrm>
        </p:grpSpPr>
        <p:sp>
          <p:nvSpPr>
            <p:cNvPr id="9228" name="Text Box 11">
              <a:extLst>
                <a:ext uri="{FF2B5EF4-FFF2-40B4-BE49-F238E27FC236}">
                  <a16:creationId xmlns:a16="http://schemas.microsoft.com/office/drawing/2014/main" id="{43B2EDB8-4360-420A-AB1D-557DEFC01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768"/>
              <a:ext cx="4368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b="1"/>
                <a:t>如果二次型                    经过可逆线性变换</a:t>
              </a:r>
              <a:r>
                <a:rPr lang="en-US" altLang="zh-CN" sz="2800" b="1"/>
                <a:t>x=Hy</a:t>
              </a:r>
              <a:r>
                <a:rPr lang="zh-CN" altLang="en-US" sz="2800" b="1"/>
                <a:t>变成</a:t>
              </a:r>
              <a:r>
                <a:rPr lang="en-US" altLang="zh-CN" sz="2800" b="1"/>
                <a:t>y</a:t>
              </a:r>
              <a:r>
                <a:rPr lang="zh-CN" altLang="en-US" sz="2800" b="1"/>
                <a:t>的平方和</a:t>
              </a:r>
            </a:p>
          </p:txBody>
        </p:sp>
        <p:graphicFrame>
          <p:nvGraphicFramePr>
            <p:cNvPr id="9220" name="Object 19">
              <a:extLst>
                <a:ext uri="{FF2B5EF4-FFF2-40B4-BE49-F238E27FC236}">
                  <a16:creationId xmlns:a16="http://schemas.microsoft.com/office/drawing/2014/main" id="{8D14B56F-7420-4B54-922B-979993FF85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0" y="768"/>
            <a:ext cx="1248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" r:id="rId5" imgW="761669" imgH="203112" progId="Equation.DSMT4">
                    <p:embed/>
                  </p:oleObj>
                </mc:Choice>
                <mc:Fallback>
                  <p:oleObj r:id="rId5" imgW="761669" imgH="203112" progId="Equation.DSMT4">
                    <p:embed/>
                    <p:pic>
                      <p:nvPicPr>
                        <p:cNvPr id="9220" name="Object 19">
                          <a:extLst>
                            <a:ext uri="{FF2B5EF4-FFF2-40B4-BE49-F238E27FC236}">
                              <a16:creationId xmlns:a16="http://schemas.microsoft.com/office/drawing/2014/main" id="{8D14B56F-7420-4B54-922B-979993FF85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768"/>
                          <a:ext cx="1248" cy="3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452" name="Object 20">
            <a:extLst>
              <a:ext uri="{FF2B5EF4-FFF2-40B4-BE49-F238E27FC236}">
                <a16:creationId xmlns:a16="http://schemas.microsoft.com/office/drawing/2014/main" id="{6C8B55CB-2E22-4F0B-94BC-522860D0CC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3063" y="3868738"/>
          <a:ext cx="2817812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1168200" imgH="939600" progId="Equation.DSMT4">
                  <p:embed/>
                </p:oleObj>
              </mc:Choice>
              <mc:Fallback>
                <p:oleObj name="Equation" r:id="rId7" imgW="1168200" imgH="939600" progId="Equation.DSMT4">
                  <p:embed/>
                  <p:pic>
                    <p:nvPicPr>
                      <p:cNvPr id="18452" name="Object 20">
                        <a:extLst>
                          <a:ext uri="{FF2B5EF4-FFF2-40B4-BE49-F238E27FC236}">
                            <a16:creationId xmlns:a16="http://schemas.microsoft.com/office/drawing/2014/main" id="{6C8B55CB-2E22-4F0B-94BC-522860D0CC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063" y="3868738"/>
                        <a:ext cx="2817812" cy="223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build="p" autoUpdateAnimBg="0"/>
      <p:bldP spid="18442" grpId="0" animBg="1" autoUpdateAnimBg="0"/>
      <p:bldP spid="1844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" name="日期占位符 1">
            <a:extLst>
              <a:ext uri="{FF2B5EF4-FFF2-40B4-BE49-F238E27FC236}">
                <a16:creationId xmlns:a16="http://schemas.microsoft.com/office/drawing/2014/main" id="{AA5B52E8-8E10-4C4C-A6B8-1554E416FA4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071B61B-44F3-460C-A392-11FCE569D4A7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0251" name="页脚占位符 2">
            <a:extLst>
              <a:ext uri="{FF2B5EF4-FFF2-40B4-BE49-F238E27FC236}">
                <a16:creationId xmlns:a16="http://schemas.microsoft.com/office/drawing/2014/main" id="{9E8CBE0C-DEE3-4AF7-B59A-74C846FE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10252" name="灯片编号占位符 3">
            <a:extLst>
              <a:ext uri="{FF2B5EF4-FFF2-40B4-BE49-F238E27FC236}">
                <a16:creationId xmlns:a16="http://schemas.microsoft.com/office/drawing/2014/main" id="{899254F5-AFA5-4B09-9216-F1C680BD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722478-47E7-42CB-A0E2-F9376443908D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graphicFrame>
        <p:nvGraphicFramePr>
          <p:cNvPr id="19460" name="Object 4">
            <a:extLst>
              <a:ext uri="{FF2B5EF4-FFF2-40B4-BE49-F238E27FC236}">
                <a16:creationId xmlns:a16="http://schemas.microsoft.com/office/drawing/2014/main" id="{0F617173-FB9E-419A-9021-2FDD13074B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1403350"/>
          <a:ext cx="48006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4800600" imgH="2057400" progId="Equation.3">
                  <p:embed/>
                </p:oleObj>
              </mc:Choice>
              <mc:Fallback>
                <p:oleObj name="Equation" r:id="rId3" imgW="4800600" imgH="2057400" progId="Equation.3">
                  <p:embed/>
                  <p:pic>
                    <p:nvPicPr>
                      <p:cNvPr id="19460" name="Object 4">
                        <a:extLst>
                          <a:ext uri="{FF2B5EF4-FFF2-40B4-BE49-F238E27FC236}">
                            <a16:creationId xmlns:a16="http://schemas.microsoft.com/office/drawing/2014/main" id="{0F617173-FB9E-419A-9021-2FDD13074B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403350"/>
                        <a:ext cx="48006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5">
            <a:extLst>
              <a:ext uri="{FF2B5EF4-FFF2-40B4-BE49-F238E27FC236}">
                <a16:creationId xmlns:a16="http://schemas.microsoft.com/office/drawing/2014/main" id="{52FAE088-4525-4EA8-8302-175D051E0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1493838"/>
            <a:ext cx="542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sp>
        <p:nvSpPr>
          <p:cNvPr id="19463" name="Text Box 7">
            <a:extLst>
              <a:ext uri="{FF2B5EF4-FFF2-40B4-BE49-F238E27FC236}">
                <a16:creationId xmlns:a16="http://schemas.microsoft.com/office/drawing/2014/main" id="{8978937D-AD1D-4462-8042-F51E83A25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"/>
            <a:ext cx="76866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　　对于二次型，我们讨论的主要问题是：寻求</a:t>
            </a:r>
          </a:p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可逆的线性变换，将二次型化为标准形．</a:t>
            </a:r>
          </a:p>
        </p:txBody>
      </p:sp>
      <p:graphicFrame>
        <p:nvGraphicFramePr>
          <p:cNvPr id="19464" name="Object 8">
            <a:extLst>
              <a:ext uri="{FF2B5EF4-FFF2-40B4-BE49-F238E27FC236}">
                <a16:creationId xmlns:a16="http://schemas.microsoft.com/office/drawing/2014/main" id="{EB2ADE34-F460-40BD-B5AD-9AACFED27E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725" y="3536950"/>
          <a:ext cx="168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1688760" imgH="469800" progId="Equation.3">
                  <p:embed/>
                </p:oleObj>
              </mc:Choice>
              <mc:Fallback>
                <p:oleObj name="Equation" r:id="rId5" imgW="1688760" imgH="469800" progId="Equation.3">
                  <p:embed/>
                  <p:pic>
                    <p:nvPicPr>
                      <p:cNvPr id="19464" name="Object 8">
                        <a:extLst>
                          <a:ext uri="{FF2B5EF4-FFF2-40B4-BE49-F238E27FC236}">
                            <a16:creationId xmlns:a16="http://schemas.microsoft.com/office/drawing/2014/main" id="{EB2ADE34-F460-40BD-B5AD-9AACFED27E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3536950"/>
                        <a:ext cx="168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>
            <a:extLst>
              <a:ext uri="{FF2B5EF4-FFF2-40B4-BE49-F238E27FC236}">
                <a16:creationId xmlns:a16="http://schemas.microsoft.com/office/drawing/2014/main" id="{57ED278F-515C-4936-8D91-F628C14E5D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24163"/>
              </p:ext>
            </p:extLst>
          </p:nvPr>
        </p:nvGraphicFramePr>
        <p:xfrm>
          <a:off x="2559750" y="3593306"/>
          <a:ext cx="386506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1866600" imgH="203040" progId="Equation.DSMT4">
                  <p:embed/>
                </p:oleObj>
              </mc:Choice>
              <mc:Fallback>
                <p:oleObj name="Equation" r:id="rId7" imgW="1866600" imgH="203040" progId="Equation.DSMT4">
                  <p:embed/>
                  <p:pic>
                    <p:nvPicPr>
                      <p:cNvPr id="19465" name="Object 9">
                        <a:extLst>
                          <a:ext uri="{FF2B5EF4-FFF2-40B4-BE49-F238E27FC236}">
                            <a16:creationId xmlns:a16="http://schemas.microsoft.com/office/drawing/2014/main" id="{57ED278F-515C-4936-8D91-F628C14E5D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750" y="3593306"/>
                        <a:ext cx="3865062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">
            <a:extLst>
              <a:ext uri="{FF2B5EF4-FFF2-40B4-BE49-F238E27FC236}">
                <a16:creationId xmlns:a16="http://schemas.microsoft.com/office/drawing/2014/main" id="{13280069-67AD-4DC6-8A3D-3E109DA9DE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9875" y="4146550"/>
          <a:ext cx="1054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1054080" imgH="393480" progId="Equation.3">
                  <p:embed/>
                </p:oleObj>
              </mc:Choice>
              <mc:Fallback>
                <p:oleObj name="Equation" r:id="rId9" imgW="1054080" imgH="393480" progId="Equation.3">
                  <p:embed/>
                  <p:pic>
                    <p:nvPicPr>
                      <p:cNvPr id="19466" name="Object 10">
                        <a:extLst>
                          <a:ext uri="{FF2B5EF4-FFF2-40B4-BE49-F238E27FC236}">
                            <a16:creationId xmlns:a16="http://schemas.microsoft.com/office/drawing/2014/main" id="{13280069-67AD-4DC6-8A3D-3E109DA9DE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4146550"/>
                        <a:ext cx="1054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1">
            <a:extLst>
              <a:ext uri="{FF2B5EF4-FFF2-40B4-BE49-F238E27FC236}">
                <a16:creationId xmlns:a16="http://schemas.microsoft.com/office/drawing/2014/main" id="{39644186-D6DA-48D0-A235-70DBEEF574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8400" y="5276850"/>
          <a:ext cx="15748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1" imgW="1574640" imgH="469800" progId="Equation.3">
                  <p:embed/>
                </p:oleObj>
              </mc:Choice>
              <mc:Fallback>
                <p:oleObj name="Equation" r:id="rId11" imgW="1574640" imgH="469800" progId="Equation.3">
                  <p:embed/>
                  <p:pic>
                    <p:nvPicPr>
                      <p:cNvPr id="19467" name="Object 11">
                        <a:extLst>
                          <a:ext uri="{FF2B5EF4-FFF2-40B4-BE49-F238E27FC236}">
                            <a16:creationId xmlns:a16="http://schemas.microsoft.com/office/drawing/2014/main" id="{39644186-D6DA-48D0-A235-70DBEEF574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5276850"/>
                        <a:ext cx="15748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>
            <a:extLst>
              <a:ext uri="{FF2B5EF4-FFF2-40B4-BE49-F238E27FC236}">
                <a16:creationId xmlns:a16="http://schemas.microsoft.com/office/drawing/2014/main" id="{10879B35-FED9-4DE0-B251-915608F07B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703291"/>
              </p:ext>
            </p:extLst>
          </p:nvPr>
        </p:nvGraphicFramePr>
        <p:xfrm>
          <a:off x="1819705" y="4618037"/>
          <a:ext cx="2799490" cy="504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3" imgW="1549080" imgH="279360" progId="Equation.DSMT4">
                  <p:embed/>
                </p:oleObj>
              </mc:Choice>
              <mc:Fallback>
                <p:oleObj name="Equation" r:id="rId13" imgW="1549080" imgH="279360" progId="Equation.DSMT4">
                  <p:embed/>
                  <p:pic>
                    <p:nvPicPr>
                      <p:cNvPr id="19468" name="Object 12">
                        <a:extLst>
                          <a:ext uri="{FF2B5EF4-FFF2-40B4-BE49-F238E27FC236}">
                            <a16:creationId xmlns:a16="http://schemas.microsoft.com/office/drawing/2014/main" id="{10879B35-FED9-4DE0-B251-915608F07B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705" y="4618037"/>
                        <a:ext cx="2799490" cy="504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3">
            <a:extLst>
              <a:ext uri="{FF2B5EF4-FFF2-40B4-BE49-F238E27FC236}">
                <a16:creationId xmlns:a16="http://schemas.microsoft.com/office/drawing/2014/main" id="{E0C55853-C640-422D-B063-1050437444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5257800"/>
          <a:ext cx="22606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5" imgW="2260440" imgH="469800" progId="Equation.3">
                  <p:embed/>
                </p:oleObj>
              </mc:Choice>
              <mc:Fallback>
                <p:oleObj name="Equation" r:id="rId15" imgW="2260440" imgH="469800" progId="Equation.3">
                  <p:embed/>
                  <p:pic>
                    <p:nvPicPr>
                      <p:cNvPr id="19469" name="Object 13">
                        <a:extLst>
                          <a:ext uri="{FF2B5EF4-FFF2-40B4-BE49-F238E27FC236}">
                            <a16:creationId xmlns:a16="http://schemas.microsoft.com/office/drawing/2014/main" id="{E0C55853-C640-422D-B063-1050437444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257800"/>
                        <a:ext cx="22606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4">
            <a:extLst>
              <a:ext uri="{FF2B5EF4-FFF2-40B4-BE49-F238E27FC236}">
                <a16:creationId xmlns:a16="http://schemas.microsoft.com/office/drawing/2014/main" id="{75A980EE-1D8E-46FA-8F98-9DA12AC0C4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5257800"/>
          <a:ext cx="20955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17" imgW="2095200" imgH="495000" progId="Equation.3">
                  <p:embed/>
                </p:oleObj>
              </mc:Choice>
              <mc:Fallback>
                <p:oleObj name="Equation" r:id="rId17" imgW="2095200" imgH="495000" progId="Equation.3">
                  <p:embed/>
                  <p:pic>
                    <p:nvPicPr>
                      <p:cNvPr id="19470" name="Object 14">
                        <a:extLst>
                          <a:ext uri="{FF2B5EF4-FFF2-40B4-BE49-F238E27FC236}">
                            <a16:creationId xmlns:a16="http://schemas.microsoft.com/office/drawing/2014/main" id="{75A980EE-1D8E-46FA-8F98-9DA12AC0C4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257800"/>
                        <a:ext cx="20955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autoUpdateAnimBg="0"/>
      <p:bldP spid="1946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 txBox="1"/>
          <p:nvPr/>
        </p:nvSpPr>
        <p:spPr>
          <a:xfrm>
            <a:off x="508528" y="164566"/>
            <a:ext cx="864096" cy="516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3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372624" y="155779"/>
            <a:ext cx="16561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求二次型</a:t>
            </a:r>
          </a:p>
        </p:txBody>
      </p:sp>
      <p:sp>
        <p:nvSpPr>
          <p:cNvPr id="11" name="矩形 10"/>
          <p:cNvSpPr/>
          <p:nvPr/>
        </p:nvSpPr>
        <p:spPr>
          <a:xfrm>
            <a:off x="1403648" y="896664"/>
            <a:ext cx="2088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经过线性变换</a:t>
            </a:r>
          </a:p>
        </p:txBody>
      </p:sp>
      <p:sp>
        <p:nvSpPr>
          <p:cNvPr id="12" name="矩形 11"/>
          <p:cNvSpPr/>
          <p:nvPr/>
        </p:nvSpPr>
        <p:spPr>
          <a:xfrm>
            <a:off x="5462411" y="896664"/>
            <a:ext cx="2088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之后的表达式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812784" y="123532"/>
          <a:ext cx="3809377" cy="526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727200" imgH="241300" progId="Equation.DSMT4">
                  <p:embed/>
                </p:oleObj>
              </mc:Choice>
              <mc:Fallback>
                <p:oleObj name="Equation" r:id="rId3" imgW="17272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2784" y="123532"/>
                        <a:ext cx="3809377" cy="5261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388848" y="691390"/>
          <a:ext cx="2080343" cy="1020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989965" imgH="482600" progId="Equation.DSMT4">
                  <p:embed/>
                </p:oleObj>
              </mc:Choice>
              <mc:Fallback>
                <p:oleObj name="Equation" r:id="rId5" imgW="989965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8848" y="691390"/>
                        <a:ext cx="2080343" cy="10201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内容占位符 2"/>
          <p:cNvSpPr txBox="1"/>
          <p:nvPr/>
        </p:nvSpPr>
        <p:spPr>
          <a:xfrm>
            <a:off x="508528" y="1732160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</a:p>
        </p:txBody>
      </p:sp>
      <p:sp>
        <p:nvSpPr>
          <p:cNvPr id="18" name="矩形 17"/>
          <p:cNvSpPr/>
          <p:nvPr/>
        </p:nvSpPr>
        <p:spPr>
          <a:xfrm>
            <a:off x="1156600" y="1767655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记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020696" y="1916832"/>
          <a:ext cx="1135531" cy="914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14630400" imgH="11582400" progId="Equation.DSMT4">
                  <p:embed/>
                </p:oleObj>
              </mc:Choice>
              <mc:Fallback>
                <p:oleObj name="Equation" r:id="rId7" imgW="14630400" imgH="115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696" y="1916832"/>
                        <a:ext cx="1135531" cy="9144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491880" y="1916832"/>
          <a:ext cx="1093694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14020800" imgH="11582400" progId="Equation.DSMT4">
                  <p:embed/>
                </p:oleObj>
              </mc:Choice>
              <mc:Fallback>
                <p:oleObj name="Equation" r:id="rId9" imgW="14020800" imgH="115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1916832"/>
                        <a:ext cx="1093694" cy="914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1280128" y="3151460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则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825161" y="2933193"/>
          <a:ext cx="2760414" cy="837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36271200" imgH="10972800" progId="Equation.DSMT4">
                  <p:embed/>
                </p:oleObj>
              </mc:Choice>
              <mc:Fallback>
                <p:oleObj name="Equation" r:id="rId11" imgW="36271200" imgH="10972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161" y="2933193"/>
                        <a:ext cx="2760414" cy="8379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959160" y="3009052"/>
          <a:ext cx="1615200" cy="771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23164800" imgH="10972800" progId="Equation.DSMT4">
                  <p:embed/>
                </p:oleObj>
              </mc:Choice>
              <mc:Fallback>
                <p:oleObj name="Equation" r:id="rId13" imgW="23164800" imgH="10972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160" y="3009052"/>
                        <a:ext cx="1615200" cy="7714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/>
        </p:nvSpPr>
        <p:spPr>
          <a:xfrm>
            <a:off x="4495036" y="3228229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，</a:t>
            </a: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540009" y="3786734"/>
          <a:ext cx="5082152" cy="1033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2768600" imgH="558800" progId="Equation.DSMT4">
                  <p:embed/>
                </p:oleObj>
              </mc:Choice>
              <mc:Fallback>
                <p:oleObj name="Equation" r:id="rId15" imgW="2768600" imgH="558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0009" y="3786734"/>
                        <a:ext cx="5082152" cy="10339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156600" y="5042108"/>
          <a:ext cx="7104780" cy="897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3632200" imgH="457200" progId="Equation.DSMT4">
                  <p:embed/>
                </p:oleObj>
              </mc:Choice>
              <mc:Fallback>
                <p:oleObj name="Equation" r:id="rId17" imgW="3632200" imgH="457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600" y="5042108"/>
                        <a:ext cx="7104780" cy="8974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/>
          <p:cNvSpPr/>
          <p:nvPr/>
        </p:nvSpPr>
        <p:spPr>
          <a:xfrm>
            <a:off x="897771" y="6086753"/>
            <a:ext cx="80804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对于普通二次型，可以通过变换将其变换成标准型。</a:t>
            </a:r>
          </a:p>
        </p:txBody>
      </p:sp>
      <p:sp>
        <p:nvSpPr>
          <p:cNvPr id="19" name="直角三角形 1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直角三角形 2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3" grpId="0"/>
      <p:bldP spid="28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251520" y="173116"/>
            <a:ext cx="7344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对一个二次型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11560" y="307957"/>
          <a:ext cx="7854203" cy="1934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4" imgW="3822700" imgH="939800" progId="Equation.DSMT4">
                  <p:embed/>
                </p:oleObj>
              </mc:Choice>
              <mc:Fallback>
                <p:oleObj name="Equation" r:id="rId4" imgW="3822700" imgH="9398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307957"/>
                        <a:ext cx="7854203" cy="19342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279626" y="2780928"/>
            <a:ext cx="7344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如何寻求可逆变换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15816" y="2242201"/>
          <a:ext cx="3528392" cy="1838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6" imgW="1816100" imgH="939800" progId="Equation.DSMT4">
                  <p:embed/>
                </p:oleObj>
              </mc:Choice>
              <mc:Fallback>
                <p:oleObj name="Equation" r:id="rId6" imgW="1816100" imgH="9398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242201"/>
                        <a:ext cx="3528392" cy="18384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251520" y="4157741"/>
            <a:ext cx="7344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将其转换成标准型呢？</a:t>
            </a:r>
          </a:p>
        </p:txBody>
      </p:sp>
      <p:sp>
        <p:nvSpPr>
          <p:cNvPr id="20" name="矩形 19"/>
          <p:cNvSpPr/>
          <p:nvPr/>
        </p:nvSpPr>
        <p:spPr>
          <a:xfrm>
            <a:off x="261406" y="4800120"/>
            <a:ext cx="577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记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39246" y="4846973"/>
          <a:ext cx="945771" cy="41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8" imgW="546100" imgH="241300" progId="Equation.DSMT4">
                  <p:embed/>
                </p:oleObj>
              </mc:Choice>
              <mc:Fallback>
                <p:oleObj name="Equation" r:id="rId8" imgW="546100" imgH="2413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246" y="4846973"/>
                        <a:ext cx="945771" cy="414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06815" y="4769208"/>
          <a:ext cx="2429110" cy="489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10" imgW="1180465" imgH="241300" progId="Equation.DSMT4">
                  <p:embed/>
                </p:oleObj>
              </mc:Choice>
              <mc:Fallback>
                <p:oleObj name="Equation" r:id="rId10" imgW="1180465" imgH="24130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815" y="4769208"/>
                        <a:ext cx="2429110" cy="4897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985828" y="4769208"/>
          <a:ext cx="2269766" cy="472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2" imgW="1143000" imgH="241300" progId="Equation.DSMT4">
                  <p:embed/>
                </p:oleObj>
              </mc:Choice>
              <mc:Fallback>
                <p:oleObj name="Equation" r:id="rId12" imgW="1143000" imgH="24130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5828" y="4769208"/>
                        <a:ext cx="2269766" cy="4728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972868" y="5375145"/>
          <a:ext cx="864096" cy="394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4" imgW="444500" imgH="203200" progId="Equation.DSMT4">
                  <p:embed/>
                </p:oleObj>
              </mc:Choice>
              <mc:Fallback>
                <p:oleObj name="Equation" r:id="rId14" imgW="444500" imgH="203200" progId="Equation.DSMT4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2868" y="5375145"/>
                        <a:ext cx="864096" cy="3944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292619" y="5336954"/>
            <a:ext cx="18141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上式表示为</a:t>
            </a:r>
            <a:endParaRPr lang="zh-CN" altLang="en-US" sz="2400" dirty="0"/>
          </a:p>
        </p:txBody>
      </p:sp>
      <p:sp>
        <p:nvSpPr>
          <p:cNvPr id="30" name="矩形 29"/>
          <p:cNvSpPr/>
          <p:nvPr/>
        </p:nvSpPr>
        <p:spPr>
          <a:xfrm>
            <a:off x="2668462" y="5336954"/>
            <a:ext cx="26245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，</a:t>
            </a:r>
            <a:r>
              <a:rPr lang="zh-CN" altLang="zh-CN" sz="2400" dirty="0"/>
              <a:t>上式表示为</a:t>
            </a:r>
            <a:endParaRPr lang="zh-CN" altLang="en-US" sz="2400" dirty="0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658003" y="5365947"/>
          <a:ext cx="4272248" cy="403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6" imgW="2425700" imgH="228600" progId="Equation.DSMT4">
                  <p:embed/>
                </p:oleObj>
              </mc:Choice>
              <mc:Fallback>
                <p:oleObj name="Equation" r:id="rId16" imgW="2425700" imgH="228600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8003" y="5365947"/>
                        <a:ext cx="4272248" cy="4036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/>
          <p:cNvSpPr/>
          <p:nvPr/>
        </p:nvSpPr>
        <p:spPr>
          <a:xfrm>
            <a:off x="350137" y="5995993"/>
            <a:ext cx="85801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若要转化为标准型，只要        是一个对角矩阵即可。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786955" y="6024988"/>
          <a:ext cx="816545" cy="381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18" imgW="431800" imgH="203200" progId="Equation.DSMT4">
                  <p:embed/>
                </p:oleObj>
              </mc:Choice>
              <mc:Fallback>
                <p:oleObj name="Equation" r:id="rId18" imgW="431800" imgH="20320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955" y="6024988"/>
                        <a:ext cx="816545" cy="3810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直角三角形 1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直角三角形 2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0" grpId="0"/>
      <p:bldP spid="29" grpId="0"/>
      <p:bldP spid="30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251520" y="260648"/>
            <a:ext cx="8229600" cy="63491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5.2.2  </a:t>
            </a:r>
            <a:r>
              <a:rPr lang="zh-CN" altLang="en-US" sz="2400" dirty="0">
                <a:latin typeface="Verdana" panose="020B0604030504040204" pitchFamily="34" charset="0"/>
              </a:rPr>
              <a:t>对于两个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dirty="0"/>
              <a:t>阶</a:t>
            </a:r>
            <a:r>
              <a:rPr lang="zh-CN" altLang="en-US" sz="2400" dirty="0">
                <a:latin typeface="Verdana" panose="020B0604030504040204" pitchFamily="34" charset="0"/>
              </a:rPr>
              <a:t>矩阵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Verdana" panose="020B0604030504040204" pitchFamily="34" charset="0"/>
              </a:rPr>
              <a:t>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Verdana" panose="020B0604030504040204" pitchFamily="34" charset="0"/>
              </a:rPr>
              <a:t>, </a:t>
            </a:r>
            <a:r>
              <a:rPr lang="zh-CN" altLang="en-US" sz="2400" dirty="0">
                <a:latin typeface="Verdana" panose="020B0604030504040204" pitchFamily="34" charset="0"/>
              </a:rPr>
              <a:t>如果存在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dirty="0"/>
              <a:t>阶</a:t>
            </a:r>
            <a:r>
              <a:rPr lang="zh-CN" altLang="en-US" sz="2400" dirty="0">
                <a:latin typeface="Verdana" panose="020B0604030504040204" pitchFamily="34" charset="0"/>
              </a:rPr>
              <a:t>可逆阵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Verdana" panose="020B0604030504040204" pitchFamily="34" charset="0"/>
              </a:rPr>
              <a:t>, </a:t>
            </a:r>
            <a:r>
              <a:rPr lang="zh-CN" altLang="en-US" sz="2400" dirty="0">
                <a:latin typeface="Verdana" panose="020B0604030504040204" pitchFamily="34" charset="0"/>
              </a:rPr>
              <a:t>使得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aseline="30000" dirty="0">
                <a:latin typeface="Verdana" panose="020B0604030504040204" pitchFamily="34" charset="0"/>
              </a:rPr>
              <a:t>T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CN" sz="2400" dirty="0">
                <a:latin typeface="Verdana" panose="020B0604030504040204" pitchFamily="34" charset="0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Verdana" panose="020B0604030504040204" pitchFamily="34" charset="0"/>
              </a:rPr>
              <a:t>, </a:t>
            </a:r>
            <a:r>
              <a:rPr lang="zh-CN" altLang="en-US" sz="2400" dirty="0">
                <a:latin typeface="Verdana" panose="020B0604030504040204" pitchFamily="34" charset="0"/>
              </a:rPr>
              <a:t>就称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</a:rPr>
              <a:t>合同</a:t>
            </a:r>
            <a:r>
              <a:rPr lang="zh-CN" altLang="en-US" sz="2400" dirty="0">
                <a:latin typeface="Verdana" panose="020B0604030504040204" pitchFamily="34" charset="0"/>
              </a:rPr>
              <a:t>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Verdana" panose="020B0604030504040204" pitchFamily="34" charset="0"/>
              </a:rPr>
              <a:t>, </a:t>
            </a:r>
            <a:r>
              <a:rPr lang="zh-CN" altLang="en-US" sz="2400" dirty="0">
                <a:latin typeface="Verdana" panose="020B0604030504040204" pitchFamily="34" charset="0"/>
              </a:rPr>
              <a:t>记作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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.</a:t>
            </a:r>
            <a:r>
              <a:rPr lang="zh-CN" altLang="en-US" sz="2400" dirty="0">
                <a:latin typeface="Verdan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Verdana" panose="020B0604030504040204" pitchFamily="34" charset="0"/>
                <a:sym typeface="Symbol" panose="05050102010706020507" pitchFamily="18" charset="2"/>
              </a:rPr>
              <a:t>为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合同变换矩阵</a:t>
            </a:r>
            <a:r>
              <a:rPr lang="en-US" altLang="zh-CN" sz="2400" dirty="0">
                <a:latin typeface="Verdana" panose="020B0604030504040204" pitchFamily="34" charset="0"/>
                <a:sym typeface="Symbol" panose="05050102010706020507" pitchFamily="18" charset="2"/>
              </a:rPr>
              <a:t>.</a:t>
            </a:r>
            <a:r>
              <a:rPr lang="zh-CN" altLang="en-US" sz="2400" dirty="0">
                <a:latin typeface="Verdana" panose="020B0604030504040204" pitchFamily="34" charset="0"/>
                <a:sym typeface="Symbol" panose="05050102010706020507" pitchFamily="18" charset="2"/>
              </a:rPr>
              <a:t> </a:t>
            </a:r>
            <a:endParaRPr lang="en-US" altLang="zh-CN" sz="2400" dirty="0">
              <a:solidFill>
                <a:schemeClr val="tx2"/>
              </a:solidFill>
              <a:latin typeface="Verdana" panose="020B0604030504040204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sp>
        <p:nvSpPr>
          <p:cNvPr id="5" name="矩形 4"/>
          <p:cNvSpPr/>
          <p:nvPr/>
        </p:nvSpPr>
        <p:spPr>
          <a:xfrm>
            <a:off x="220118" y="1844824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对任意一个二次型                 ，也可用配方法找到可逆线性变换          ，把二次型       为标准形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740398" y="1966829"/>
          <a:ext cx="1871126" cy="44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4" imgW="965200" imgH="228600" progId="Equation.DSMT4">
                  <p:embed/>
                </p:oleObj>
              </mc:Choice>
              <mc:Fallback>
                <p:oleObj name="Equation" r:id="rId4" imgW="9652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398" y="1966829"/>
                        <a:ext cx="1871126" cy="4446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228230" y="2564904"/>
          <a:ext cx="1014571" cy="32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6" imgW="532765" imgH="177800" progId="Equation.DSMT4">
                  <p:embed/>
                </p:oleObj>
              </mc:Choice>
              <mc:Fallback>
                <p:oleObj name="Equation" r:id="rId6" imgW="532765" imgH="177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230" y="2564904"/>
                        <a:ext cx="1014571" cy="326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820518" y="2578692"/>
          <a:ext cx="721373" cy="369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8" imgW="393700" imgH="203200" progId="Equation.DSMT4">
                  <p:embed/>
                </p:oleObj>
              </mc:Choice>
              <mc:Fallback>
                <p:oleObj name="Equation" r:id="rId8" imgW="393700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0518" y="2578692"/>
                        <a:ext cx="721373" cy="3694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19785" y="3394075"/>
            <a:ext cx="6416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观看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P134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动画：二次型及其标准形</a:t>
            </a:r>
          </a:p>
        </p:txBody>
      </p:sp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直角三角形 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日期占位符 1">
            <a:extLst>
              <a:ext uri="{FF2B5EF4-FFF2-40B4-BE49-F238E27FC236}">
                <a16:creationId xmlns:a16="http://schemas.microsoft.com/office/drawing/2014/main" id="{60C5ABA9-8A3F-4130-ACEC-6FF39456877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CDF3E2F-905F-4333-816A-6FD04FD923A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2297" name="页脚占位符 2">
            <a:extLst>
              <a:ext uri="{FF2B5EF4-FFF2-40B4-BE49-F238E27FC236}">
                <a16:creationId xmlns:a16="http://schemas.microsoft.com/office/drawing/2014/main" id="{BC6A22ED-53F2-4300-8385-76BA1C315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12298" name="灯片编号占位符 3">
            <a:extLst>
              <a:ext uri="{FF2B5EF4-FFF2-40B4-BE49-F238E27FC236}">
                <a16:creationId xmlns:a16="http://schemas.microsoft.com/office/drawing/2014/main" id="{38839FEC-B3BB-44ED-926A-146CF618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3063B2A-CA14-4BD0-A87A-1EA6C2B73BA3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12299" name="Text Box 4">
            <a:extLst>
              <a:ext uri="{FF2B5EF4-FFF2-40B4-BE49-F238E27FC236}">
                <a16:creationId xmlns:a16="http://schemas.microsoft.com/office/drawing/2014/main" id="{03D2DBEA-71C5-4427-ACB0-7C5B760AB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524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endParaRPr kumimoji="1"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1509" name="Object 5">
            <a:extLst>
              <a:ext uri="{FF2B5EF4-FFF2-40B4-BE49-F238E27FC236}">
                <a16:creationId xmlns:a16="http://schemas.microsoft.com/office/drawing/2014/main" id="{5A467C7F-B0BE-4D10-8766-08403C9A2B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209800"/>
          <a:ext cx="5613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5524200" imgH="507960" progId="Equation.3">
                  <p:embed/>
                </p:oleObj>
              </mc:Choice>
              <mc:Fallback>
                <p:oleObj name="Equation" r:id="rId3" imgW="5524200" imgH="507960" progId="Equation.3">
                  <p:embed/>
                  <p:pic>
                    <p:nvPicPr>
                      <p:cNvPr id="21509" name="Object 5">
                        <a:extLst>
                          <a:ext uri="{FF2B5EF4-FFF2-40B4-BE49-F238E27FC236}">
                            <a16:creationId xmlns:a16="http://schemas.microsoft.com/office/drawing/2014/main" id="{5A467C7F-B0BE-4D10-8766-08403C9A2B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09800"/>
                        <a:ext cx="5613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>
            <a:extLst>
              <a:ext uri="{FF2B5EF4-FFF2-40B4-BE49-F238E27FC236}">
                <a16:creationId xmlns:a16="http://schemas.microsoft.com/office/drawing/2014/main" id="{64AFFFFA-FB60-41B7-95AD-9F5C83E1BD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717232"/>
              </p:ext>
            </p:extLst>
          </p:nvPr>
        </p:nvGraphicFramePr>
        <p:xfrm>
          <a:off x="443545" y="1281112"/>
          <a:ext cx="794175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3365280" imgH="431640" progId="Equation.DSMT4">
                  <p:embed/>
                </p:oleObj>
              </mc:Choice>
              <mc:Fallback>
                <p:oleObj name="Equation" r:id="rId5" imgW="3365280" imgH="431640" progId="Equation.DSMT4">
                  <p:embed/>
                  <p:pic>
                    <p:nvPicPr>
                      <p:cNvPr id="21510" name="Object 6">
                        <a:extLst>
                          <a:ext uri="{FF2B5EF4-FFF2-40B4-BE49-F238E27FC236}">
                            <a16:creationId xmlns:a16="http://schemas.microsoft.com/office/drawing/2014/main" id="{64AFFFFA-FB60-41B7-95AD-9F5C83E1BD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5" y="1281112"/>
                        <a:ext cx="7941758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>
            <a:extLst>
              <a:ext uri="{FF2B5EF4-FFF2-40B4-BE49-F238E27FC236}">
                <a16:creationId xmlns:a16="http://schemas.microsoft.com/office/drawing/2014/main" id="{E7BCB042-61BD-45C7-AEC5-CCF8CADF86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2819400"/>
          <a:ext cx="5834063" cy="191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5740200" imgH="2070000" progId="Equation.3">
                  <p:embed/>
                </p:oleObj>
              </mc:Choice>
              <mc:Fallback>
                <p:oleObj name="Equation" r:id="rId7" imgW="5740200" imgH="2070000" progId="Equation.3">
                  <p:embed/>
                  <p:pic>
                    <p:nvPicPr>
                      <p:cNvPr id="21511" name="Object 7">
                        <a:extLst>
                          <a:ext uri="{FF2B5EF4-FFF2-40B4-BE49-F238E27FC236}">
                            <a16:creationId xmlns:a16="http://schemas.microsoft.com/office/drawing/2014/main" id="{E7BCB042-61BD-45C7-AEC5-CCF8CADF86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819400"/>
                        <a:ext cx="5834063" cy="191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>
            <a:extLst>
              <a:ext uri="{FF2B5EF4-FFF2-40B4-BE49-F238E27FC236}">
                <a16:creationId xmlns:a16="http://schemas.microsoft.com/office/drawing/2014/main" id="{4F1CC2A7-75C2-4B4E-8BD5-5CBC82754E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4876800"/>
          <a:ext cx="51498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9" imgW="5067000" imgH="419040" progId="Equation.3">
                  <p:embed/>
                </p:oleObj>
              </mc:Choice>
              <mc:Fallback>
                <p:oleObj name="Equation" r:id="rId9" imgW="5067000" imgH="419040" progId="Equation.3">
                  <p:embed/>
                  <p:pic>
                    <p:nvPicPr>
                      <p:cNvPr id="21512" name="Object 8">
                        <a:extLst>
                          <a:ext uri="{FF2B5EF4-FFF2-40B4-BE49-F238E27FC236}">
                            <a16:creationId xmlns:a16="http://schemas.microsoft.com/office/drawing/2014/main" id="{4F1CC2A7-75C2-4B4E-8BD5-5CBC82754E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876800"/>
                        <a:ext cx="51498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>
            <a:extLst>
              <a:ext uri="{FF2B5EF4-FFF2-40B4-BE49-F238E27FC236}">
                <a16:creationId xmlns:a16="http://schemas.microsoft.com/office/drawing/2014/main" id="{62E708B2-E17D-49D9-B635-4BC1F245EA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228600"/>
          <a:ext cx="7691438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1" imgW="7569000" imgH="977760" progId="Equation.3">
                  <p:embed/>
                </p:oleObj>
              </mc:Choice>
              <mc:Fallback>
                <p:oleObj name="Equation" r:id="rId11" imgW="7569000" imgH="977760" progId="Equation.3">
                  <p:embed/>
                  <p:pic>
                    <p:nvPicPr>
                      <p:cNvPr id="21513" name="Object 9">
                        <a:extLst>
                          <a:ext uri="{FF2B5EF4-FFF2-40B4-BE49-F238E27FC236}">
                            <a16:creationId xmlns:a16="http://schemas.microsoft.com/office/drawing/2014/main" id="{62E708B2-E17D-49D9-B635-4BC1F245EA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"/>
                        <a:ext cx="7691438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>
            <a:extLst>
              <a:ext uri="{FF2B5EF4-FFF2-40B4-BE49-F238E27FC236}">
                <a16:creationId xmlns:a16="http://schemas.microsoft.com/office/drawing/2014/main" id="{D833E8BC-B86B-4CC1-8947-08965B064B2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410200"/>
            <a:ext cx="7194550" cy="519113"/>
            <a:chOff x="384" y="3408"/>
            <a:chExt cx="4532" cy="327"/>
          </a:xfrm>
        </p:grpSpPr>
        <p:graphicFrame>
          <p:nvGraphicFramePr>
            <p:cNvPr id="12295" name="Object 11">
              <a:extLst>
                <a:ext uri="{FF2B5EF4-FFF2-40B4-BE49-F238E27FC236}">
                  <a16:creationId xmlns:a16="http://schemas.microsoft.com/office/drawing/2014/main" id="{1EFA3D2C-6F5D-45F7-9176-19098DFE19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3408"/>
            <a:ext cx="1152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3" name="Equation" r:id="rId13" imgW="863280" imgH="253800" progId="Equation.DSMT4">
                    <p:embed/>
                  </p:oleObj>
                </mc:Choice>
                <mc:Fallback>
                  <p:oleObj name="Equation" r:id="rId13" imgW="863280" imgH="253800" progId="Equation.DSMT4">
                    <p:embed/>
                    <p:pic>
                      <p:nvPicPr>
                        <p:cNvPr id="12295" name="Object 11">
                          <a:extLst>
                            <a:ext uri="{FF2B5EF4-FFF2-40B4-BE49-F238E27FC236}">
                              <a16:creationId xmlns:a16="http://schemas.microsoft.com/office/drawing/2014/main" id="{1EFA3D2C-6F5D-45F7-9176-19098DFE19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3408"/>
                          <a:ext cx="1152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1" name="Rectangle 12">
              <a:extLst>
                <a:ext uri="{FF2B5EF4-FFF2-40B4-BE49-F238E27FC236}">
                  <a16:creationId xmlns:a16="http://schemas.microsoft.com/office/drawing/2014/main" id="{C45F4CE4-187D-45C3-9F08-8F8D2AAE4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408"/>
              <a:ext cx="34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>
                  <a:solidFill>
                    <a:srgbClr val="0000FF"/>
                  </a:solidFill>
                </a:rPr>
                <a:t>中不为零的个数就是矩阵</a:t>
              </a:r>
              <a:r>
                <a:rPr kumimoji="1" lang="en-US" altLang="zh-CN" sz="2800" b="1">
                  <a:solidFill>
                    <a:srgbClr val="0000FF"/>
                  </a:solidFill>
                </a:rPr>
                <a:t>A</a:t>
              </a:r>
              <a:r>
                <a:rPr kumimoji="1" lang="zh-CN" altLang="en-US" sz="2800" b="1">
                  <a:solidFill>
                    <a:srgbClr val="0000FF"/>
                  </a:solidFill>
                </a:rPr>
                <a:t>的秩。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日期占位符 1">
            <a:extLst>
              <a:ext uri="{FF2B5EF4-FFF2-40B4-BE49-F238E27FC236}">
                <a16:creationId xmlns:a16="http://schemas.microsoft.com/office/drawing/2014/main" id="{01D0935F-6A81-4AA1-9063-A30069E1508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A79A84B-B0BB-42CC-A34E-85414993FE9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3320" name="页脚占位符 2">
            <a:extLst>
              <a:ext uri="{FF2B5EF4-FFF2-40B4-BE49-F238E27FC236}">
                <a16:creationId xmlns:a16="http://schemas.microsoft.com/office/drawing/2014/main" id="{1991E36F-573B-4BD1-AA20-40CD3815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13321" name="灯片编号占位符 3">
            <a:extLst>
              <a:ext uri="{FF2B5EF4-FFF2-40B4-BE49-F238E27FC236}">
                <a16:creationId xmlns:a16="http://schemas.microsoft.com/office/drawing/2014/main" id="{2DAEEC5C-CB7C-49F4-A31A-D107BB5F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6781E7E-AD21-4FC3-A7CF-4A7C5D542EF6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graphicFrame>
        <p:nvGraphicFramePr>
          <p:cNvPr id="22532" name="Object 4">
            <a:extLst>
              <a:ext uri="{FF2B5EF4-FFF2-40B4-BE49-F238E27FC236}">
                <a16:creationId xmlns:a16="http://schemas.microsoft.com/office/drawing/2014/main" id="{3652AA83-0BF7-4967-81A5-04ECBE4477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705423"/>
              </p:ext>
            </p:extLst>
          </p:nvPr>
        </p:nvGraphicFramePr>
        <p:xfrm>
          <a:off x="609600" y="374079"/>
          <a:ext cx="7670746" cy="1656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3352680" imgH="723600" progId="Equation.DSMT4">
                  <p:embed/>
                </p:oleObj>
              </mc:Choice>
              <mc:Fallback>
                <p:oleObj name="Equation" r:id="rId3" imgW="3352680" imgH="723600" progId="Equation.DSMT4">
                  <p:embed/>
                  <p:pic>
                    <p:nvPicPr>
                      <p:cNvPr id="22532" name="Object 4">
                        <a:extLst>
                          <a:ext uri="{FF2B5EF4-FFF2-40B4-BE49-F238E27FC236}">
                            <a16:creationId xmlns:a16="http://schemas.microsoft.com/office/drawing/2014/main" id="{3652AA83-0BF7-4967-81A5-04ECBE4477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74079"/>
                        <a:ext cx="7670746" cy="1656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>
            <a:extLst>
              <a:ext uri="{FF2B5EF4-FFF2-40B4-BE49-F238E27FC236}">
                <a16:creationId xmlns:a16="http://schemas.microsoft.com/office/drawing/2014/main" id="{AAB30550-B3F3-4296-80AD-7E1770D2C3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981200"/>
          <a:ext cx="8153400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2946240" imgH="609480" progId="Equation.DSMT4">
                  <p:embed/>
                </p:oleObj>
              </mc:Choice>
              <mc:Fallback>
                <p:oleObj name="Equation" r:id="rId5" imgW="2946240" imgH="609480" progId="Equation.DSMT4">
                  <p:embed/>
                  <p:pic>
                    <p:nvPicPr>
                      <p:cNvPr id="22534" name="Object 6">
                        <a:extLst>
                          <a:ext uri="{FF2B5EF4-FFF2-40B4-BE49-F238E27FC236}">
                            <a16:creationId xmlns:a16="http://schemas.microsoft.com/office/drawing/2014/main" id="{AAB30550-B3F3-4296-80AD-7E1770D2C3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981200"/>
                        <a:ext cx="8153400" cy="156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>
            <a:extLst>
              <a:ext uri="{FF2B5EF4-FFF2-40B4-BE49-F238E27FC236}">
                <a16:creationId xmlns:a16="http://schemas.microsoft.com/office/drawing/2014/main" id="{CC39DEA2-1FE9-4D53-8B43-B72C3E4870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3800475"/>
          <a:ext cx="4152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4152600" imgH="482400" progId="Equation.3">
                  <p:embed/>
                </p:oleObj>
              </mc:Choice>
              <mc:Fallback>
                <p:oleObj name="Equation" r:id="rId7" imgW="4152600" imgH="482400" progId="Equation.3">
                  <p:embed/>
                  <p:pic>
                    <p:nvPicPr>
                      <p:cNvPr id="22535" name="Object 7">
                        <a:extLst>
                          <a:ext uri="{FF2B5EF4-FFF2-40B4-BE49-F238E27FC236}">
                            <a16:creationId xmlns:a16="http://schemas.microsoft.com/office/drawing/2014/main" id="{CC39DEA2-1FE9-4D53-8B43-B72C3E4870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800475"/>
                        <a:ext cx="41529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>
            <a:extLst>
              <a:ext uri="{FF2B5EF4-FFF2-40B4-BE49-F238E27FC236}">
                <a16:creationId xmlns:a16="http://schemas.microsoft.com/office/drawing/2014/main" id="{E8E4A2E3-101E-4516-8B3B-D163ED9EA7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269210"/>
              </p:ext>
            </p:extLst>
          </p:nvPr>
        </p:nvGraphicFramePr>
        <p:xfrm>
          <a:off x="609600" y="4537075"/>
          <a:ext cx="7184622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3009600" imgH="279360" progId="Equation.DSMT4">
                  <p:embed/>
                </p:oleObj>
              </mc:Choice>
              <mc:Fallback>
                <p:oleObj name="Equation" r:id="rId9" imgW="3009600" imgH="279360" progId="Equation.DSMT4">
                  <p:embed/>
                  <p:pic>
                    <p:nvPicPr>
                      <p:cNvPr id="22536" name="Object 8">
                        <a:extLst>
                          <a:ext uri="{FF2B5EF4-FFF2-40B4-BE49-F238E27FC236}">
                            <a16:creationId xmlns:a16="http://schemas.microsoft.com/office/drawing/2014/main" id="{E8E4A2E3-101E-4516-8B3B-D163ED9EA7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37075"/>
                        <a:ext cx="7184622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>
            <a:extLst>
              <a:ext uri="{FF2B5EF4-FFF2-40B4-BE49-F238E27FC236}">
                <a16:creationId xmlns:a16="http://schemas.microsoft.com/office/drawing/2014/main" id="{7AE12438-A785-4E6A-90C6-D562244285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5410200"/>
          <a:ext cx="67056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2349360" imgH="203040" progId="Equation.DSMT4">
                  <p:embed/>
                </p:oleObj>
              </mc:Choice>
              <mc:Fallback>
                <p:oleObj name="Equation" r:id="rId11" imgW="2349360" imgH="203040" progId="Equation.DSMT4">
                  <p:embed/>
                  <p:pic>
                    <p:nvPicPr>
                      <p:cNvPr id="22537" name="Object 9">
                        <a:extLst>
                          <a:ext uri="{FF2B5EF4-FFF2-40B4-BE49-F238E27FC236}">
                            <a16:creationId xmlns:a16="http://schemas.microsoft.com/office/drawing/2014/main" id="{7AE12438-A785-4E6A-90C6-D562244285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410200"/>
                        <a:ext cx="67056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日期占位符 1">
            <a:extLst>
              <a:ext uri="{FF2B5EF4-FFF2-40B4-BE49-F238E27FC236}">
                <a16:creationId xmlns:a16="http://schemas.microsoft.com/office/drawing/2014/main" id="{BBB60216-65BE-4219-8B74-B2266C3F287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A42161-C38A-4EA7-A6F9-49CC635811C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4344" name="页脚占位符 2">
            <a:extLst>
              <a:ext uri="{FF2B5EF4-FFF2-40B4-BE49-F238E27FC236}">
                <a16:creationId xmlns:a16="http://schemas.microsoft.com/office/drawing/2014/main" id="{5FF44048-0674-42C9-9AEB-3BC86FFF7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14345" name="灯片编号占位符 3">
            <a:extLst>
              <a:ext uri="{FF2B5EF4-FFF2-40B4-BE49-F238E27FC236}">
                <a16:creationId xmlns:a16="http://schemas.microsoft.com/office/drawing/2014/main" id="{35F189E9-47E7-4374-9B13-E4B7EF47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8A8907-39AA-46B4-9C60-F6E2F1B0BCB6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D3559400-3DA4-4752-B9C0-4A9C40421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"/>
            <a:ext cx="8137525" cy="23241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/>
              <a:t>        </a:t>
            </a:r>
            <a:r>
              <a:rPr lang="zh-CN" altLang="en-US" sz="2800" b="1"/>
              <a:t>对于同一个二次型，其标准形中正项的个数固定（称为</a:t>
            </a:r>
            <a:r>
              <a:rPr lang="zh-CN" altLang="en-US" sz="2800" b="1">
                <a:solidFill>
                  <a:srgbClr val="FF3300"/>
                </a:solidFill>
              </a:rPr>
              <a:t>正惯性指标</a:t>
            </a:r>
            <a:r>
              <a:rPr lang="en-US" altLang="zh-CN" sz="2800" b="1">
                <a:solidFill>
                  <a:srgbClr val="FF3300"/>
                </a:solidFill>
              </a:rPr>
              <a:t>p</a:t>
            </a:r>
            <a:r>
              <a:rPr lang="zh-CN" altLang="en-US" sz="2800" b="1"/>
              <a:t>），负项的个数也是固定的（称为</a:t>
            </a:r>
            <a:r>
              <a:rPr lang="zh-CN" altLang="en-US" sz="2800" b="1">
                <a:solidFill>
                  <a:srgbClr val="FF3300"/>
                </a:solidFill>
              </a:rPr>
              <a:t>负惯性指标</a:t>
            </a:r>
            <a:r>
              <a:rPr lang="en-US" altLang="zh-CN" sz="2800" b="1">
                <a:solidFill>
                  <a:srgbClr val="FF3300"/>
                </a:solidFill>
              </a:rPr>
              <a:t>q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3300"/>
                </a:solidFill>
              </a:rPr>
              <a:t> </a:t>
            </a:r>
            <a:r>
              <a:rPr lang="zh-CN" altLang="en-US" sz="2800" b="1"/>
              <a:t>，因而非零项的个数固定</a:t>
            </a:r>
            <a:r>
              <a:rPr lang="en-US" altLang="zh-CN" sz="2800" b="1"/>
              <a:t>(</a:t>
            </a:r>
            <a:r>
              <a:rPr lang="zh-CN" altLang="en-US" sz="2800" b="1"/>
              <a:t>称为</a:t>
            </a:r>
            <a:r>
              <a:rPr lang="zh-CN" altLang="en-US" sz="2800" b="1">
                <a:solidFill>
                  <a:srgbClr val="FF3300"/>
                </a:solidFill>
              </a:rPr>
              <a:t>惯性指标</a:t>
            </a:r>
            <a:r>
              <a:rPr lang="en-US" altLang="zh-CN" sz="2800" b="1">
                <a:solidFill>
                  <a:srgbClr val="FF3300"/>
                </a:solidFill>
              </a:rPr>
              <a:t>R(A)=p+q</a:t>
            </a:r>
            <a:r>
              <a:rPr lang="zh-CN" altLang="en-US" sz="2800" b="1"/>
              <a:t>）</a:t>
            </a:r>
          </a:p>
        </p:txBody>
      </p:sp>
      <p:graphicFrame>
        <p:nvGraphicFramePr>
          <p:cNvPr id="47108" name="Object 4">
            <a:extLst>
              <a:ext uri="{FF2B5EF4-FFF2-40B4-BE49-F238E27FC236}">
                <a16:creationId xmlns:a16="http://schemas.microsoft.com/office/drawing/2014/main" id="{C795713E-F98F-44F6-99C5-E85ED77A49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025" y="2743200"/>
          <a:ext cx="21193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622080" imgH="228600" progId="Equation.DSMT4">
                  <p:embed/>
                </p:oleObj>
              </mc:Choice>
              <mc:Fallback>
                <p:oleObj name="Equation" r:id="rId3" imgW="622080" imgH="228600" progId="Equation.DSMT4">
                  <p:embed/>
                  <p:pic>
                    <p:nvPicPr>
                      <p:cNvPr id="47108" name="Object 4">
                        <a:extLst>
                          <a:ext uri="{FF2B5EF4-FFF2-40B4-BE49-F238E27FC236}">
                            <a16:creationId xmlns:a16="http://schemas.microsoft.com/office/drawing/2014/main" id="{C795713E-F98F-44F6-99C5-E85ED77A49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" y="2743200"/>
                        <a:ext cx="21193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>
            <a:extLst>
              <a:ext uri="{FF2B5EF4-FFF2-40B4-BE49-F238E27FC236}">
                <a16:creationId xmlns:a16="http://schemas.microsoft.com/office/drawing/2014/main" id="{DAF2BEF2-FC7E-48D7-8942-0B973D41D3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2895600"/>
          <a:ext cx="441483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1384200" imgH="228600" progId="Equation.DSMT4">
                  <p:embed/>
                </p:oleObj>
              </mc:Choice>
              <mc:Fallback>
                <p:oleObj name="Equation" r:id="rId5" imgW="1384200" imgH="228600" progId="Equation.DSMT4">
                  <p:embed/>
                  <p:pic>
                    <p:nvPicPr>
                      <p:cNvPr id="47109" name="Object 5">
                        <a:extLst>
                          <a:ext uri="{FF2B5EF4-FFF2-40B4-BE49-F238E27FC236}">
                            <a16:creationId xmlns:a16="http://schemas.microsoft.com/office/drawing/2014/main" id="{DAF2BEF2-FC7E-48D7-8942-0B973D41D3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895600"/>
                        <a:ext cx="4414838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>
            <a:extLst>
              <a:ext uri="{FF2B5EF4-FFF2-40B4-BE49-F238E27FC236}">
                <a16:creationId xmlns:a16="http://schemas.microsoft.com/office/drawing/2014/main" id="{A7970A6C-99D5-4BC3-9334-1C3CF2C760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667000"/>
          <a:ext cx="11525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444240" imgH="203040" progId="Equation.DSMT4">
                  <p:embed/>
                </p:oleObj>
              </mc:Choice>
              <mc:Fallback>
                <p:oleObj name="Equation" r:id="rId7" imgW="444240" imgH="203040" progId="Equation.DSMT4">
                  <p:embed/>
                  <p:pic>
                    <p:nvPicPr>
                      <p:cNvPr id="47110" name="Object 6">
                        <a:extLst>
                          <a:ext uri="{FF2B5EF4-FFF2-40B4-BE49-F238E27FC236}">
                            <a16:creationId xmlns:a16="http://schemas.microsoft.com/office/drawing/2014/main" id="{A7970A6C-99D5-4BC3-9334-1C3CF2C760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667000"/>
                        <a:ext cx="11525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Line 7">
            <a:extLst>
              <a:ext uri="{FF2B5EF4-FFF2-40B4-BE49-F238E27FC236}">
                <a16:creationId xmlns:a16="http://schemas.microsoft.com/office/drawing/2014/main" id="{91BD6003-17C6-4ACF-97D0-F16C56732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1113" y="314642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7112" name="Object 8">
            <a:extLst>
              <a:ext uri="{FF2B5EF4-FFF2-40B4-BE49-F238E27FC236}">
                <a16:creationId xmlns:a16="http://schemas.microsoft.com/office/drawing/2014/main" id="{A26DAB3A-B32D-486E-B674-7B63CCB4F4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4138" y="3219450"/>
          <a:ext cx="11525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444240" imgH="203040" progId="Equation.DSMT4">
                  <p:embed/>
                </p:oleObj>
              </mc:Choice>
              <mc:Fallback>
                <p:oleObj name="Equation" r:id="rId9" imgW="444240" imgH="203040" progId="Equation.DSMT4">
                  <p:embed/>
                  <p:pic>
                    <p:nvPicPr>
                      <p:cNvPr id="47112" name="Object 8">
                        <a:extLst>
                          <a:ext uri="{FF2B5EF4-FFF2-40B4-BE49-F238E27FC236}">
                            <a16:creationId xmlns:a16="http://schemas.microsoft.com/office/drawing/2014/main" id="{A26DAB3A-B32D-486E-B674-7B63CCB4F4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3219450"/>
                        <a:ext cx="11525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Object 9">
            <a:extLst>
              <a:ext uri="{FF2B5EF4-FFF2-40B4-BE49-F238E27FC236}">
                <a16:creationId xmlns:a16="http://schemas.microsoft.com/office/drawing/2014/main" id="{54D02F1F-DEFD-4FDE-BAD3-572837A202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581400"/>
          <a:ext cx="5103813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1600200" imgH="241200" progId="Equation.DSMT4">
                  <p:embed/>
                </p:oleObj>
              </mc:Choice>
              <mc:Fallback>
                <p:oleObj name="Equation" r:id="rId11" imgW="1600200" imgH="241200" progId="Equation.DSMT4">
                  <p:embed/>
                  <p:pic>
                    <p:nvPicPr>
                      <p:cNvPr id="47113" name="Object 9">
                        <a:extLst>
                          <a:ext uri="{FF2B5EF4-FFF2-40B4-BE49-F238E27FC236}">
                            <a16:creationId xmlns:a16="http://schemas.microsoft.com/office/drawing/2014/main" id="{54D02F1F-DEFD-4FDE-BAD3-572837A202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581400"/>
                        <a:ext cx="5103813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4" name="Rectangle 10">
            <a:extLst>
              <a:ext uri="{FF2B5EF4-FFF2-40B4-BE49-F238E27FC236}">
                <a16:creationId xmlns:a16="http://schemas.microsoft.com/office/drawing/2014/main" id="{0C06F721-91BB-46A4-8302-71211EDD6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5645150"/>
            <a:ext cx="8667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f </a:t>
            </a:r>
            <a:r>
              <a:rPr lang="zh-CN" altLang="en-US" sz="2800" b="1"/>
              <a:t>的惯性指标    </a:t>
            </a:r>
            <a:r>
              <a:rPr lang="en-US" altLang="zh-CN" sz="2800" b="1"/>
              <a:t>= f </a:t>
            </a:r>
            <a:r>
              <a:rPr lang="zh-CN" altLang="en-US" sz="2800" b="1"/>
              <a:t>的矩阵 </a:t>
            </a:r>
            <a:r>
              <a:rPr lang="en-US" altLang="zh-CN" sz="2800" b="1"/>
              <a:t>A </a:t>
            </a:r>
            <a:r>
              <a:rPr lang="zh-CN" altLang="en-US" sz="2800" b="1"/>
              <a:t>的非零特征值个数 </a:t>
            </a:r>
            <a:r>
              <a:rPr lang="en-US" altLang="zh-CN" sz="2800" b="1">
                <a:solidFill>
                  <a:srgbClr val="0000FF"/>
                </a:solidFill>
              </a:rPr>
              <a:t>=R(A)</a:t>
            </a:r>
          </a:p>
        </p:txBody>
      </p:sp>
      <p:sp>
        <p:nvSpPr>
          <p:cNvPr id="47115" name="Rectangle 11">
            <a:extLst>
              <a:ext uri="{FF2B5EF4-FFF2-40B4-BE49-F238E27FC236}">
                <a16:creationId xmlns:a16="http://schemas.microsoft.com/office/drawing/2014/main" id="{EAEBA371-8EA3-4253-8285-889C8B5F0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267200"/>
            <a:ext cx="7910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f </a:t>
            </a:r>
            <a:r>
              <a:rPr lang="zh-CN" altLang="en-US" sz="2800" b="1"/>
              <a:t>的正惯性指标 </a:t>
            </a:r>
            <a:r>
              <a:rPr lang="en-US" altLang="zh-CN" sz="2800" b="1"/>
              <a:t>= f </a:t>
            </a:r>
            <a:r>
              <a:rPr lang="zh-CN" altLang="en-US" sz="2800" b="1"/>
              <a:t>的矩阵 </a:t>
            </a:r>
            <a:r>
              <a:rPr lang="en-US" altLang="zh-CN" sz="2800" b="1"/>
              <a:t>A </a:t>
            </a:r>
            <a:r>
              <a:rPr lang="zh-CN" altLang="en-US" sz="2800" b="1"/>
              <a:t>的正特征值个数</a:t>
            </a:r>
          </a:p>
        </p:txBody>
      </p:sp>
      <p:sp>
        <p:nvSpPr>
          <p:cNvPr id="47116" name="Rectangle 12">
            <a:extLst>
              <a:ext uri="{FF2B5EF4-FFF2-40B4-BE49-F238E27FC236}">
                <a16:creationId xmlns:a16="http://schemas.microsoft.com/office/drawing/2014/main" id="{23F5DD03-2878-4656-877B-37D66A260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953000"/>
            <a:ext cx="7910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f </a:t>
            </a:r>
            <a:r>
              <a:rPr lang="zh-CN" altLang="en-US" sz="2800" b="1"/>
              <a:t>的负惯性指标 </a:t>
            </a:r>
            <a:r>
              <a:rPr lang="en-US" altLang="zh-CN" sz="2800" b="1"/>
              <a:t>= f </a:t>
            </a:r>
            <a:r>
              <a:rPr lang="zh-CN" altLang="en-US" sz="2800" b="1"/>
              <a:t>的矩阵 </a:t>
            </a:r>
            <a:r>
              <a:rPr lang="en-US" altLang="zh-CN" sz="2800" b="1"/>
              <a:t>A </a:t>
            </a:r>
            <a:r>
              <a:rPr lang="zh-CN" altLang="en-US" sz="2800" b="1"/>
              <a:t>的负特征值个数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5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nimBg="1" autoUpdateAnimBg="0"/>
      <p:bldP spid="47114" grpId="0" autoUpdateAnimBg="0"/>
      <p:bldP spid="47115" grpId="0" autoUpdateAnimBg="0"/>
      <p:bldP spid="4711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日期占位符 1">
            <a:extLst>
              <a:ext uri="{FF2B5EF4-FFF2-40B4-BE49-F238E27FC236}">
                <a16:creationId xmlns:a16="http://schemas.microsoft.com/office/drawing/2014/main" id="{367044C3-311C-4E85-AB6C-169E2D5AB9A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7164AA1-6C27-472C-BCEA-5D994610794A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5368" name="页脚占位符 2">
            <a:extLst>
              <a:ext uri="{FF2B5EF4-FFF2-40B4-BE49-F238E27FC236}">
                <a16:creationId xmlns:a16="http://schemas.microsoft.com/office/drawing/2014/main" id="{CE3E5011-0E90-4925-810E-69D326482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15369" name="灯片编号占位符 3">
            <a:extLst>
              <a:ext uri="{FF2B5EF4-FFF2-40B4-BE49-F238E27FC236}">
                <a16:creationId xmlns:a16="http://schemas.microsoft.com/office/drawing/2014/main" id="{4B6A3B27-94E3-451B-AEF4-971FC3B4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8281F17-249E-4C5E-BFED-9E96A29E4E50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15370" name="Rectangle 4">
            <a:extLst>
              <a:ext uri="{FF2B5EF4-FFF2-40B4-BE49-F238E27FC236}">
                <a16:creationId xmlns:a16="http://schemas.microsoft.com/office/drawing/2014/main" id="{B902121F-A0CF-4F87-B9AE-13B26AD60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000"/>
            <a:ext cx="678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用正交变换化二次型为标准形的具体步骤</a:t>
            </a:r>
          </a:p>
        </p:txBody>
      </p:sp>
      <p:graphicFrame>
        <p:nvGraphicFramePr>
          <p:cNvPr id="23557" name="Object 5">
            <a:extLst>
              <a:ext uri="{FF2B5EF4-FFF2-40B4-BE49-F238E27FC236}">
                <a16:creationId xmlns:a16="http://schemas.microsoft.com/office/drawing/2014/main" id="{F4C7783B-9629-48C0-862B-E708FAEFD9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26418"/>
              </p:ext>
            </p:extLst>
          </p:nvPr>
        </p:nvGraphicFramePr>
        <p:xfrm>
          <a:off x="1254125" y="1050578"/>
          <a:ext cx="6295010" cy="586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2869920" imgH="279360" progId="Equation.DSMT4">
                  <p:embed/>
                </p:oleObj>
              </mc:Choice>
              <mc:Fallback>
                <p:oleObj name="Equation" r:id="rId3" imgW="2869920" imgH="279360" progId="Equation.DSMT4">
                  <p:embed/>
                  <p:pic>
                    <p:nvPicPr>
                      <p:cNvPr id="23557" name="Object 5">
                        <a:extLst>
                          <a:ext uri="{FF2B5EF4-FFF2-40B4-BE49-F238E27FC236}">
                            <a16:creationId xmlns:a16="http://schemas.microsoft.com/office/drawing/2014/main" id="{F4C7783B-9629-48C0-862B-E708FAEFD9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1050578"/>
                        <a:ext cx="6295010" cy="586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>
            <a:extLst>
              <a:ext uri="{FF2B5EF4-FFF2-40B4-BE49-F238E27FC236}">
                <a16:creationId xmlns:a16="http://schemas.microsoft.com/office/drawing/2014/main" id="{99170189-19C2-4551-BACB-2C24BEB08D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122524"/>
              </p:ext>
            </p:extLst>
          </p:nvPr>
        </p:nvGraphicFramePr>
        <p:xfrm>
          <a:off x="1254125" y="1817341"/>
          <a:ext cx="4658411" cy="460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2311200" imgH="228600" progId="Equation.DSMT4">
                  <p:embed/>
                </p:oleObj>
              </mc:Choice>
              <mc:Fallback>
                <p:oleObj name="Equation" r:id="rId5" imgW="2311200" imgH="228600" progId="Equation.DSMT4">
                  <p:embed/>
                  <p:pic>
                    <p:nvPicPr>
                      <p:cNvPr id="23558" name="Object 6">
                        <a:extLst>
                          <a:ext uri="{FF2B5EF4-FFF2-40B4-BE49-F238E27FC236}">
                            <a16:creationId xmlns:a16="http://schemas.microsoft.com/office/drawing/2014/main" id="{99170189-19C2-4551-BACB-2C24BEB08D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1817341"/>
                        <a:ext cx="4658411" cy="460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10BD55A7-739A-4829-A1BE-A1ADEA897A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218553"/>
              </p:ext>
            </p:extLst>
          </p:nvPr>
        </p:nvGraphicFramePr>
        <p:xfrm>
          <a:off x="809463" y="2555875"/>
          <a:ext cx="6296554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2984400" imgH="228600" progId="Equation.DSMT4">
                  <p:embed/>
                </p:oleObj>
              </mc:Choice>
              <mc:Fallback>
                <p:oleObj name="Equation" r:id="rId7" imgW="2984400" imgH="228600" progId="Equation.DSMT4">
                  <p:embed/>
                  <p:pic>
                    <p:nvPicPr>
                      <p:cNvPr id="23559" name="Object 7">
                        <a:extLst>
                          <a:ext uri="{FF2B5EF4-FFF2-40B4-BE49-F238E27FC236}">
                            <a16:creationId xmlns:a16="http://schemas.microsoft.com/office/drawing/2014/main" id="{10BD55A7-739A-4829-A1BE-A1ADEA897A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463" y="2555875"/>
                        <a:ext cx="6296554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>
            <a:extLst>
              <a:ext uri="{FF2B5EF4-FFF2-40B4-BE49-F238E27FC236}">
                <a16:creationId xmlns:a16="http://schemas.microsoft.com/office/drawing/2014/main" id="{4D9D507A-62A0-408A-8274-81D98E0BEE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4125" y="3429000"/>
          <a:ext cx="705485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6629400" imgH="1002960" progId="Equation.3">
                  <p:embed/>
                </p:oleObj>
              </mc:Choice>
              <mc:Fallback>
                <p:oleObj name="Equation" r:id="rId9" imgW="6629400" imgH="1002960" progId="Equation.3">
                  <p:embed/>
                  <p:pic>
                    <p:nvPicPr>
                      <p:cNvPr id="23560" name="Object 8">
                        <a:extLst>
                          <a:ext uri="{FF2B5EF4-FFF2-40B4-BE49-F238E27FC236}">
                            <a16:creationId xmlns:a16="http://schemas.microsoft.com/office/drawing/2014/main" id="{4D9D507A-62A0-408A-8274-81D98E0BEE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3429000"/>
                        <a:ext cx="705485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>
            <a:extLst>
              <a:ext uri="{FF2B5EF4-FFF2-40B4-BE49-F238E27FC236}">
                <a16:creationId xmlns:a16="http://schemas.microsoft.com/office/drawing/2014/main" id="{5FF8A690-44FB-4A3C-AA54-D49E45F5A2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3175" y="4699000"/>
          <a:ext cx="58785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11" imgW="5537160" imgH="1028520" progId="Equation.3">
                  <p:embed/>
                </p:oleObj>
              </mc:Choice>
              <mc:Fallback>
                <p:oleObj name="Equation" r:id="rId11" imgW="5537160" imgH="1028520" progId="Equation.3">
                  <p:embed/>
                  <p:pic>
                    <p:nvPicPr>
                      <p:cNvPr id="23561" name="Object 9">
                        <a:extLst>
                          <a:ext uri="{FF2B5EF4-FFF2-40B4-BE49-F238E27FC236}">
                            <a16:creationId xmlns:a16="http://schemas.microsoft.com/office/drawing/2014/main" id="{5FF8A690-44FB-4A3C-AA54-D49E45F5A2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4699000"/>
                        <a:ext cx="58785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日期占位符 1">
            <a:extLst>
              <a:ext uri="{FF2B5EF4-FFF2-40B4-BE49-F238E27FC236}">
                <a16:creationId xmlns:a16="http://schemas.microsoft.com/office/drawing/2014/main" id="{7539194D-A6BF-4071-A2D8-5B641916824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9D9D126-60AF-4A39-8967-5A11DFF45F52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6391" name="页脚占位符 2">
            <a:extLst>
              <a:ext uri="{FF2B5EF4-FFF2-40B4-BE49-F238E27FC236}">
                <a16:creationId xmlns:a16="http://schemas.microsoft.com/office/drawing/2014/main" id="{50D2AFC6-C997-4265-A250-5E3C2CFE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16392" name="灯片编号占位符 3">
            <a:extLst>
              <a:ext uri="{FF2B5EF4-FFF2-40B4-BE49-F238E27FC236}">
                <a16:creationId xmlns:a16="http://schemas.microsoft.com/office/drawing/2014/main" id="{7E3CAC2E-4685-4DC9-AFD4-8570A27B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AB8BD5-017A-43BF-AE50-EE1ED862BBFA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FB2D0A9D-DBB2-416A-B7E7-C393E543F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05050"/>
            <a:ext cx="534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7B945AE5-D9E6-40C9-AF06-6AA999F9B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90763"/>
            <a:ext cx="679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．写出对应的二次型矩阵，并求其特征值</a:t>
            </a:r>
          </a:p>
        </p:txBody>
      </p:sp>
      <p:graphicFrame>
        <p:nvGraphicFramePr>
          <p:cNvPr id="24582" name="Object 6">
            <a:extLst>
              <a:ext uri="{FF2B5EF4-FFF2-40B4-BE49-F238E27FC236}">
                <a16:creationId xmlns:a16="http://schemas.microsoft.com/office/drawing/2014/main" id="{937830AD-A650-4046-B05B-C0BD42CC40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779713"/>
          <a:ext cx="30988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3098520" imgH="1511280" progId="Equation.3">
                  <p:embed/>
                </p:oleObj>
              </mc:Choice>
              <mc:Fallback>
                <p:oleObj name="Equation" r:id="rId3" imgW="3098520" imgH="1511280" progId="Equation.3">
                  <p:embed/>
                  <p:pic>
                    <p:nvPicPr>
                      <p:cNvPr id="24582" name="Object 6">
                        <a:extLst>
                          <a:ext uri="{FF2B5EF4-FFF2-40B4-BE49-F238E27FC236}">
                            <a16:creationId xmlns:a16="http://schemas.microsoft.com/office/drawing/2014/main" id="{937830AD-A650-4046-B05B-C0BD42CC40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779713"/>
                        <a:ext cx="30988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>
            <a:extLst>
              <a:ext uri="{FF2B5EF4-FFF2-40B4-BE49-F238E27FC236}">
                <a16:creationId xmlns:a16="http://schemas.microsoft.com/office/drawing/2014/main" id="{F99379D0-6337-49E9-99F8-EBD38F1D25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419600"/>
          <a:ext cx="4114800" cy="148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2108160" imgH="711000" progId="Equation.DSMT4">
                  <p:embed/>
                </p:oleObj>
              </mc:Choice>
              <mc:Fallback>
                <p:oleObj name="Equation" r:id="rId5" imgW="2108160" imgH="711000" progId="Equation.DSMT4">
                  <p:embed/>
                  <p:pic>
                    <p:nvPicPr>
                      <p:cNvPr id="24583" name="Object 7">
                        <a:extLst>
                          <a:ext uri="{FF2B5EF4-FFF2-40B4-BE49-F238E27FC236}">
                            <a16:creationId xmlns:a16="http://schemas.microsoft.com/office/drawing/2014/main" id="{F99379D0-6337-49E9-99F8-EBD38F1D25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419600"/>
                        <a:ext cx="4114800" cy="148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>
            <a:extLst>
              <a:ext uri="{FF2B5EF4-FFF2-40B4-BE49-F238E27FC236}">
                <a16:creationId xmlns:a16="http://schemas.microsoft.com/office/drawing/2014/main" id="{0D3FAD67-5DF1-44DA-A46E-0B016ABFA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4400" y="4843463"/>
          <a:ext cx="251936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2666880" imgH="482400" progId="Equation.3">
                  <p:embed/>
                </p:oleObj>
              </mc:Choice>
              <mc:Fallback>
                <p:oleObj name="Equation" r:id="rId7" imgW="2666880" imgH="482400" progId="Equation.3">
                  <p:embed/>
                  <p:pic>
                    <p:nvPicPr>
                      <p:cNvPr id="24584" name="Object 8">
                        <a:extLst>
                          <a:ext uri="{FF2B5EF4-FFF2-40B4-BE49-F238E27FC236}">
                            <a16:creationId xmlns:a16="http://schemas.microsoft.com/office/drawing/2014/main" id="{0D3FAD67-5DF1-44DA-A46E-0B016ABFA9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4843463"/>
                        <a:ext cx="251936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5" name="Group 9">
            <a:extLst>
              <a:ext uri="{FF2B5EF4-FFF2-40B4-BE49-F238E27FC236}">
                <a16:creationId xmlns:a16="http://schemas.microsoft.com/office/drawing/2014/main" id="{B7AF3319-848C-4304-AF18-FC83537C6801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609600"/>
            <a:ext cx="7391400" cy="1604963"/>
            <a:chOff x="528" y="441"/>
            <a:chExt cx="4656" cy="1011"/>
          </a:xfrm>
        </p:grpSpPr>
        <p:graphicFrame>
          <p:nvGraphicFramePr>
            <p:cNvPr id="16389" name="Object 10">
              <a:extLst>
                <a:ext uri="{FF2B5EF4-FFF2-40B4-BE49-F238E27FC236}">
                  <a16:creationId xmlns:a16="http://schemas.microsoft.com/office/drawing/2014/main" id="{B552DE62-6A32-42E6-9980-166B6A4D8B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4" y="504"/>
            <a:ext cx="4600" cy="9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7" name="Equation" r:id="rId9" imgW="7632360" imgH="1574640" progId="Equation.3">
                    <p:embed/>
                  </p:oleObj>
                </mc:Choice>
                <mc:Fallback>
                  <p:oleObj name="Equation" r:id="rId9" imgW="7632360" imgH="1574640" progId="Equation.3">
                    <p:embed/>
                    <p:pic>
                      <p:nvPicPr>
                        <p:cNvPr id="16389" name="Object 10">
                          <a:extLst>
                            <a:ext uri="{FF2B5EF4-FFF2-40B4-BE49-F238E27FC236}">
                              <a16:creationId xmlns:a16="http://schemas.microsoft.com/office/drawing/2014/main" id="{B552DE62-6A32-42E6-9980-166B6A4D8B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" y="504"/>
                          <a:ext cx="4600" cy="9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6" name="Text Box 11">
              <a:extLst>
                <a:ext uri="{FF2B5EF4-FFF2-40B4-BE49-F238E27FC236}">
                  <a16:creationId xmlns:a16="http://schemas.microsoft.com/office/drawing/2014/main" id="{216AB4B3-BC69-477D-8FB0-0608F18D63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441"/>
              <a:ext cx="4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kumimoji="1" lang="en-US" altLang="zh-CN" sz="28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utoUpdateAnimBg="0"/>
      <p:bldP spid="2458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2" name="日期占位符 1">
            <a:extLst>
              <a:ext uri="{FF2B5EF4-FFF2-40B4-BE49-F238E27FC236}">
                <a16:creationId xmlns:a16="http://schemas.microsoft.com/office/drawing/2014/main" id="{B469680D-F239-4EB9-B714-E0CABFEC9A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74A90A-893C-44CF-AE4B-E63C453971C0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7423" name="页脚占位符 2">
            <a:extLst>
              <a:ext uri="{FF2B5EF4-FFF2-40B4-BE49-F238E27FC236}">
                <a16:creationId xmlns:a16="http://schemas.microsoft.com/office/drawing/2014/main" id="{C1912F55-0881-4D88-93F1-CF92FAEC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17424" name="灯片编号占位符 3">
            <a:extLst>
              <a:ext uri="{FF2B5EF4-FFF2-40B4-BE49-F238E27FC236}">
                <a16:creationId xmlns:a16="http://schemas.microsoft.com/office/drawing/2014/main" id="{01CBE7C9-67FC-46E1-82C6-F2403859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115D51C-A463-41A2-97B2-8F5DC155FE8F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17425" name="Text Box 4">
            <a:extLst>
              <a:ext uri="{FF2B5EF4-FFF2-40B4-BE49-F238E27FC236}">
                <a16:creationId xmlns:a16="http://schemas.microsoft.com/office/drawing/2014/main" id="{62C410CB-422D-4027-9AE7-1813F79E1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"/>
            <a:ext cx="232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从而得特征值</a:t>
            </a:r>
          </a:p>
        </p:txBody>
      </p:sp>
      <p:graphicFrame>
        <p:nvGraphicFramePr>
          <p:cNvPr id="25605" name="Object 5">
            <a:extLst>
              <a:ext uri="{FF2B5EF4-FFF2-40B4-BE49-F238E27FC236}">
                <a16:creationId xmlns:a16="http://schemas.microsoft.com/office/drawing/2014/main" id="{87FB19D4-126A-442E-8DFB-065A8D21C7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304800"/>
          <a:ext cx="3048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3047760" imgH="431640" progId="Equation.3">
                  <p:embed/>
                </p:oleObj>
              </mc:Choice>
              <mc:Fallback>
                <p:oleObj name="Equation" r:id="rId3" imgW="3047760" imgH="431640" progId="Equation.3">
                  <p:embed/>
                  <p:pic>
                    <p:nvPicPr>
                      <p:cNvPr id="25605" name="Object 5">
                        <a:extLst>
                          <a:ext uri="{FF2B5EF4-FFF2-40B4-BE49-F238E27FC236}">
                            <a16:creationId xmlns:a16="http://schemas.microsoft.com/office/drawing/2014/main" id="{87FB19D4-126A-442E-8DFB-065A8D21C7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04800"/>
                        <a:ext cx="30480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>
            <a:extLst>
              <a:ext uri="{FF2B5EF4-FFF2-40B4-BE49-F238E27FC236}">
                <a16:creationId xmlns:a16="http://schemas.microsoft.com/office/drawing/2014/main" id="{F8B27BDF-BA2C-41F3-8771-6D795461D7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1524000"/>
          <a:ext cx="60467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6045120" imgH="419040" progId="Equation.3">
                  <p:embed/>
                </p:oleObj>
              </mc:Choice>
              <mc:Fallback>
                <p:oleObj name="Equation" r:id="rId5" imgW="6045120" imgH="419040" progId="Equation.3">
                  <p:embed/>
                  <p:pic>
                    <p:nvPicPr>
                      <p:cNvPr id="25606" name="Object 6">
                        <a:extLst>
                          <a:ext uri="{FF2B5EF4-FFF2-40B4-BE49-F238E27FC236}">
                            <a16:creationId xmlns:a16="http://schemas.microsoft.com/office/drawing/2014/main" id="{F8B27BDF-BA2C-41F3-8771-6D795461D7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24000"/>
                        <a:ext cx="60467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7">
            <a:extLst>
              <a:ext uri="{FF2B5EF4-FFF2-40B4-BE49-F238E27FC236}">
                <a16:creationId xmlns:a16="http://schemas.microsoft.com/office/drawing/2014/main" id="{DE79E659-FE17-4947-8B8C-CA0DAADA9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38200"/>
            <a:ext cx="2506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．求特征向量</a:t>
            </a:r>
          </a:p>
        </p:txBody>
      </p:sp>
      <p:graphicFrame>
        <p:nvGraphicFramePr>
          <p:cNvPr id="25608" name="Object 8">
            <a:extLst>
              <a:ext uri="{FF2B5EF4-FFF2-40B4-BE49-F238E27FC236}">
                <a16:creationId xmlns:a16="http://schemas.microsoft.com/office/drawing/2014/main" id="{DB10D3A5-0352-4A89-993B-DDF61E67CC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2286000"/>
          <a:ext cx="714216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6972120" imgH="444240" progId="Equation.3">
                  <p:embed/>
                </p:oleObj>
              </mc:Choice>
              <mc:Fallback>
                <p:oleObj name="Equation" r:id="rId7" imgW="6972120" imgH="444240" progId="Equation.3">
                  <p:embed/>
                  <p:pic>
                    <p:nvPicPr>
                      <p:cNvPr id="25608" name="Object 8">
                        <a:extLst>
                          <a:ext uri="{FF2B5EF4-FFF2-40B4-BE49-F238E27FC236}">
                            <a16:creationId xmlns:a16="http://schemas.microsoft.com/office/drawing/2014/main" id="{DB10D3A5-0352-4A89-993B-DDF61E67CC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0"/>
                        <a:ext cx="714216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>
            <a:extLst>
              <a:ext uri="{FF2B5EF4-FFF2-40B4-BE49-F238E27FC236}">
                <a16:creationId xmlns:a16="http://schemas.microsoft.com/office/drawing/2014/main" id="{048B0ECC-4C31-462B-9EEC-9B06D60F731B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743200"/>
            <a:ext cx="4419600" cy="506413"/>
            <a:chOff x="1072" y="1968"/>
            <a:chExt cx="2784" cy="319"/>
          </a:xfrm>
        </p:grpSpPr>
        <p:graphicFrame>
          <p:nvGraphicFramePr>
            <p:cNvPr id="17420" name="Object 10">
              <a:extLst>
                <a:ext uri="{FF2B5EF4-FFF2-40B4-BE49-F238E27FC236}">
                  <a16:creationId xmlns:a16="http://schemas.microsoft.com/office/drawing/2014/main" id="{49103EFD-B988-4787-A175-340C97BCD9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2" y="1968"/>
            <a:ext cx="136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1" name="Equation" r:id="rId9" imgW="2158920" imgH="495000" progId="Equation.3">
                    <p:embed/>
                  </p:oleObj>
                </mc:Choice>
                <mc:Fallback>
                  <p:oleObj name="Equation" r:id="rId9" imgW="2158920" imgH="495000" progId="Equation.3">
                    <p:embed/>
                    <p:pic>
                      <p:nvPicPr>
                        <p:cNvPr id="17420" name="Object 10">
                          <a:extLst>
                            <a:ext uri="{FF2B5EF4-FFF2-40B4-BE49-F238E27FC236}">
                              <a16:creationId xmlns:a16="http://schemas.microsoft.com/office/drawing/2014/main" id="{49103EFD-B988-4787-A175-340C97BCD9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2" y="1968"/>
                          <a:ext cx="136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1" name="Object 11">
              <a:extLst>
                <a:ext uri="{FF2B5EF4-FFF2-40B4-BE49-F238E27FC236}">
                  <a16:creationId xmlns:a16="http://schemas.microsoft.com/office/drawing/2014/main" id="{420F39CA-7097-47FB-9661-DC29AB6F37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1968"/>
            <a:ext cx="1360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2" name="Equation" r:id="rId11" imgW="2158920" imgH="507960" progId="Equation.3">
                    <p:embed/>
                  </p:oleObj>
                </mc:Choice>
                <mc:Fallback>
                  <p:oleObj name="Equation" r:id="rId11" imgW="2158920" imgH="507960" progId="Equation.3">
                    <p:embed/>
                    <p:pic>
                      <p:nvPicPr>
                        <p:cNvPr id="17421" name="Object 11">
                          <a:extLst>
                            <a:ext uri="{FF2B5EF4-FFF2-40B4-BE49-F238E27FC236}">
                              <a16:creationId xmlns:a16="http://schemas.microsoft.com/office/drawing/2014/main" id="{420F39CA-7097-47FB-9661-DC29AB6F37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968"/>
                          <a:ext cx="1360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EBE77554-608D-4014-8E4A-C0C43BD89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352800"/>
            <a:ext cx="3578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．将特征向量正交化</a:t>
            </a:r>
          </a:p>
        </p:txBody>
      </p:sp>
      <p:graphicFrame>
        <p:nvGraphicFramePr>
          <p:cNvPr id="25613" name="Object 13">
            <a:extLst>
              <a:ext uri="{FF2B5EF4-FFF2-40B4-BE49-F238E27FC236}">
                <a16:creationId xmlns:a16="http://schemas.microsoft.com/office/drawing/2014/main" id="{B0A221FE-17B0-43AF-9B2F-94731EE453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962400"/>
          <a:ext cx="1854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3" imgW="1854000" imgH="444240" progId="Equation.3">
                  <p:embed/>
                </p:oleObj>
              </mc:Choice>
              <mc:Fallback>
                <p:oleObj name="Equation" r:id="rId13" imgW="1854000" imgH="444240" progId="Equation.3">
                  <p:embed/>
                  <p:pic>
                    <p:nvPicPr>
                      <p:cNvPr id="25613" name="Object 13">
                        <a:extLst>
                          <a:ext uri="{FF2B5EF4-FFF2-40B4-BE49-F238E27FC236}">
                            <a16:creationId xmlns:a16="http://schemas.microsoft.com/office/drawing/2014/main" id="{B0A221FE-17B0-43AF-9B2F-94731EE453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62400"/>
                        <a:ext cx="1854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4">
            <a:extLst>
              <a:ext uri="{FF2B5EF4-FFF2-40B4-BE49-F238E27FC236}">
                <a16:creationId xmlns:a16="http://schemas.microsoft.com/office/drawing/2014/main" id="{A072A400-EAAC-47BC-A75E-359AF9F7FD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1524000"/>
          <a:ext cx="2171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5" imgW="2171520" imgH="520560" progId="Equation.3">
                  <p:embed/>
                </p:oleObj>
              </mc:Choice>
              <mc:Fallback>
                <p:oleObj name="Equation" r:id="rId15" imgW="2171520" imgH="520560" progId="Equation.3">
                  <p:embed/>
                  <p:pic>
                    <p:nvPicPr>
                      <p:cNvPr id="25614" name="Object 14">
                        <a:extLst>
                          <a:ext uri="{FF2B5EF4-FFF2-40B4-BE49-F238E27FC236}">
                            <a16:creationId xmlns:a16="http://schemas.microsoft.com/office/drawing/2014/main" id="{A072A400-EAAC-47BC-A75E-359AF9F7FD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524000"/>
                        <a:ext cx="2171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5">
            <a:extLst>
              <a:ext uri="{FF2B5EF4-FFF2-40B4-BE49-F238E27FC236}">
                <a16:creationId xmlns:a16="http://schemas.microsoft.com/office/drawing/2014/main" id="{94596A6B-2B3E-41E5-A03C-25F82DE538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3962400"/>
          <a:ext cx="1231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17" imgW="1231560" imgH="419040" progId="Equation.3">
                  <p:embed/>
                </p:oleObj>
              </mc:Choice>
              <mc:Fallback>
                <p:oleObj name="Equation" r:id="rId17" imgW="1231560" imgH="419040" progId="Equation.3">
                  <p:embed/>
                  <p:pic>
                    <p:nvPicPr>
                      <p:cNvPr id="25615" name="Object 15">
                        <a:extLst>
                          <a:ext uri="{FF2B5EF4-FFF2-40B4-BE49-F238E27FC236}">
                            <a16:creationId xmlns:a16="http://schemas.microsoft.com/office/drawing/2014/main" id="{94596A6B-2B3E-41E5-A03C-25F82DE538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962400"/>
                        <a:ext cx="1231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6">
            <a:extLst>
              <a:ext uri="{FF2B5EF4-FFF2-40B4-BE49-F238E27FC236}">
                <a16:creationId xmlns:a16="http://schemas.microsoft.com/office/drawing/2014/main" id="{E325A116-A351-4E9F-A857-11ED75BA70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3733800"/>
          <a:ext cx="3111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19" imgW="3111480" imgH="939600" progId="Equation.3">
                  <p:embed/>
                </p:oleObj>
              </mc:Choice>
              <mc:Fallback>
                <p:oleObj name="Equation" r:id="rId19" imgW="3111480" imgH="939600" progId="Equation.3">
                  <p:embed/>
                  <p:pic>
                    <p:nvPicPr>
                      <p:cNvPr id="25616" name="Object 16">
                        <a:extLst>
                          <a:ext uri="{FF2B5EF4-FFF2-40B4-BE49-F238E27FC236}">
                            <a16:creationId xmlns:a16="http://schemas.microsoft.com/office/drawing/2014/main" id="{E325A116-A351-4E9F-A857-11ED75BA70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733800"/>
                        <a:ext cx="31115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7" name="Rectangle 17">
            <a:extLst>
              <a:ext uri="{FF2B5EF4-FFF2-40B4-BE49-F238E27FC236}">
                <a16:creationId xmlns:a16="http://schemas.microsoft.com/office/drawing/2014/main" id="{D4B10701-D820-4065-9CBC-1013FC084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95800"/>
            <a:ext cx="232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得正交向量组</a:t>
            </a:r>
          </a:p>
        </p:txBody>
      </p:sp>
      <p:graphicFrame>
        <p:nvGraphicFramePr>
          <p:cNvPr id="25618" name="Object 18">
            <a:extLst>
              <a:ext uri="{FF2B5EF4-FFF2-40B4-BE49-F238E27FC236}">
                <a16:creationId xmlns:a16="http://schemas.microsoft.com/office/drawing/2014/main" id="{EC4BBA2F-FCE6-4DCF-A972-63BAD4B9C3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5715000"/>
          <a:ext cx="3048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21" imgW="3047760" imgH="495000" progId="Equation.3">
                  <p:embed/>
                </p:oleObj>
              </mc:Choice>
              <mc:Fallback>
                <p:oleObj name="Equation" r:id="rId21" imgW="3047760" imgH="495000" progId="Equation.3">
                  <p:embed/>
                  <p:pic>
                    <p:nvPicPr>
                      <p:cNvPr id="25618" name="Object 18">
                        <a:extLst>
                          <a:ext uri="{FF2B5EF4-FFF2-40B4-BE49-F238E27FC236}">
                            <a16:creationId xmlns:a16="http://schemas.microsoft.com/office/drawing/2014/main" id="{EC4BBA2F-FCE6-4DCF-A972-63BAD4B9C3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715000"/>
                        <a:ext cx="3048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>
            <a:extLst>
              <a:ext uri="{FF2B5EF4-FFF2-40B4-BE49-F238E27FC236}">
                <a16:creationId xmlns:a16="http://schemas.microsoft.com/office/drawing/2014/main" id="{832E5F0C-36C7-498E-8A9B-859F83586A9A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105400"/>
            <a:ext cx="4673600" cy="495300"/>
            <a:chOff x="1044" y="3216"/>
            <a:chExt cx="2944" cy="312"/>
          </a:xfrm>
        </p:grpSpPr>
        <p:graphicFrame>
          <p:nvGraphicFramePr>
            <p:cNvPr id="17418" name="Object 20">
              <a:extLst>
                <a:ext uri="{FF2B5EF4-FFF2-40B4-BE49-F238E27FC236}">
                  <a16:creationId xmlns:a16="http://schemas.microsoft.com/office/drawing/2014/main" id="{A60A29D7-1BB0-4022-ADA9-B1C6E15566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6" y="3216"/>
            <a:ext cx="139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8" name="Equation" r:id="rId23" imgW="2209680" imgH="495000" progId="Equation.3">
                    <p:embed/>
                  </p:oleObj>
                </mc:Choice>
                <mc:Fallback>
                  <p:oleObj name="Equation" r:id="rId23" imgW="2209680" imgH="495000" progId="Equation.3">
                    <p:embed/>
                    <p:pic>
                      <p:nvPicPr>
                        <p:cNvPr id="17418" name="Object 20">
                          <a:extLst>
                            <a:ext uri="{FF2B5EF4-FFF2-40B4-BE49-F238E27FC236}">
                              <a16:creationId xmlns:a16="http://schemas.microsoft.com/office/drawing/2014/main" id="{A60A29D7-1BB0-4022-ADA9-B1C6E15566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6" y="3216"/>
                          <a:ext cx="1392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9" name="Object 21">
              <a:extLst>
                <a:ext uri="{FF2B5EF4-FFF2-40B4-BE49-F238E27FC236}">
                  <a16:creationId xmlns:a16="http://schemas.microsoft.com/office/drawing/2014/main" id="{516FD8BE-767D-49D0-BFD2-8783B15DF8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4" y="3216"/>
            <a:ext cx="139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9" name="Equation" r:id="rId25" imgW="2209680" imgH="495000" progId="Equation.3">
                    <p:embed/>
                  </p:oleObj>
                </mc:Choice>
                <mc:Fallback>
                  <p:oleObj name="Equation" r:id="rId25" imgW="2209680" imgH="495000" progId="Equation.3">
                    <p:embed/>
                    <p:pic>
                      <p:nvPicPr>
                        <p:cNvPr id="17419" name="Object 21">
                          <a:extLst>
                            <a:ext uri="{FF2B5EF4-FFF2-40B4-BE49-F238E27FC236}">
                              <a16:creationId xmlns:a16="http://schemas.microsoft.com/office/drawing/2014/main" id="{516FD8BE-767D-49D0-BFD2-8783B15DF8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4" y="3216"/>
                          <a:ext cx="1392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 autoUpdateAnimBg="0"/>
      <p:bldP spid="25612" grpId="0" autoUpdateAnimBg="0"/>
      <p:bldP spid="2561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" name="日期占位符 1">
            <a:extLst>
              <a:ext uri="{FF2B5EF4-FFF2-40B4-BE49-F238E27FC236}">
                <a16:creationId xmlns:a16="http://schemas.microsoft.com/office/drawing/2014/main" id="{1242305E-D5E4-4E72-A715-13C38442CB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C5D521-25E3-4E39-806B-22D179E92C44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8442" name="页脚占位符 2">
            <a:extLst>
              <a:ext uri="{FF2B5EF4-FFF2-40B4-BE49-F238E27FC236}">
                <a16:creationId xmlns:a16="http://schemas.microsoft.com/office/drawing/2014/main" id="{DE9B7D9A-4612-4005-9133-1055A7E03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18443" name="灯片编号占位符 3">
            <a:extLst>
              <a:ext uri="{FF2B5EF4-FFF2-40B4-BE49-F238E27FC236}">
                <a16:creationId xmlns:a16="http://schemas.microsoft.com/office/drawing/2014/main" id="{2F1A1E91-BABE-469E-ACF7-960A7380A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260930-322B-49C5-A7B0-72F1903CCFB2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id="{812D805E-199D-4D0C-8BB3-BCD895AB2C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1143000"/>
          <a:ext cx="36576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3949560" imgH="952200" progId="Equation.3">
                  <p:embed/>
                </p:oleObj>
              </mc:Choice>
              <mc:Fallback>
                <p:oleObj name="Equation" r:id="rId3" imgW="3949560" imgH="952200" progId="Equation.3">
                  <p:embed/>
                  <p:pic>
                    <p:nvPicPr>
                      <p:cNvPr id="26628" name="Object 4">
                        <a:extLst>
                          <a:ext uri="{FF2B5EF4-FFF2-40B4-BE49-F238E27FC236}">
                            <a16:creationId xmlns:a16="http://schemas.microsoft.com/office/drawing/2014/main" id="{812D805E-199D-4D0C-8BB3-BCD895AB2C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143000"/>
                        <a:ext cx="365760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9F655471-01D8-45B2-9C1A-D6E496304C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2667000"/>
          <a:ext cx="3810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380880" imgH="393480" progId="Equation.3">
                  <p:embed/>
                </p:oleObj>
              </mc:Choice>
              <mc:Fallback>
                <p:oleObj name="Equation" r:id="rId5" imgW="380880" imgH="393480" progId="Equation.3">
                  <p:embed/>
                  <p:pic>
                    <p:nvPicPr>
                      <p:cNvPr id="26629" name="Object 5">
                        <a:extLst>
                          <a:ext uri="{FF2B5EF4-FFF2-40B4-BE49-F238E27FC236}">
                            <a16:creationId xmlns:a16="http://schemas.microsoft.com/office/drawing/2014/main" id="{9F655471-01D8-45B2-9C1A-D6E496304C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667000"/>
                        <a:ext cx="3810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>
            <a:extLst>
              <a:ext uri="{FF2B5EF4-FFF2-40B4-BE49-F238E27FC236}">
                <a16:creationId xmlns:a16="http://schemas.microsoft.com/office/drawing/2014/main" id="{775E49F9-E642-4C12-9A42-652C163BEF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2209800"/>
          <a:ext cx="22860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2361960" imgH="1587240" progId="Equation.3">
                  <p:embed/>
                </p:oleObj>
              </mc:Choice>
              <mc:Fallback>
                <p:oleObj name="Equation" r:id="rId7" imgW="2361960" imgH="1587240" progId="Equation.3">
                  <p:embed/>
                  <p:pic>
                    <p:nvPicPr>
                      <p:cNvPr id="26630" name="Object 6">
                        <a:extLst>
                          <a:ext uri="{FF2B5EF4-FFF2-40B4-BE49-F238E27FC236}">
                            <a16:creationId xmlns:a16="http://schemas.microsoft.com/office/drawing/2014/main" id="{775E49F9-E642-4C12-9A42-652C163BEF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209800"/>
                        <a:ext cx="22860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>
            <a:extLst>
              <a:ext uri="{FF2B5EF4-FFF2-40B4-BE49-F238E27FC236}">
                <a16:creationId xmlns:a16="http://schemas.microsoft.com/office/drawing/2014/main" id="{67695183-080A-47D7-9995-C0E2BE6DCE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209800"/>
          <a:ext cx="1752600" cy="146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1803240" imgH="1511280" progId="Equation.3">
                  <p:embed/>
                </p:oleObj>
              </mc:Choice>
              <mc:Fallback>
                <p:oleObj name="Equation" r:id="rId9" imgW="1803240" imgH="1511280" progId="Equation.3">
                  <p:embed/>
                  <p:pic>
                    <p:nvPicPr>
                      <p:cNvPr id="26631" name="Object 7">
                        <a:extLst>
                          <a:ext uri="{FF2B5EF4-FFF2-40B4-BE49-F238E27FC236}">
                            <a16:creationId xmlns:a16="http://schemas.microsoft.com/office/drawing/2014/main" id="{67695183-080A-47D7-9995-C0E2BE6DCE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209800"/>
                        <a:ext cx="1752600" cy="146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>
            <a:extLst>
              <a:ext uri="{FF2B5EF4-FFF2-40B4-BE49-F238E27FC236}">
                <a16:creationId xmlns:a16="http://schemas.microsoft.com/office/drawing/2014/main" id="{CCCA0582-F3A0-4D6F-95C4-068DE5562B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2209800"/>
          <a:ext cx="24257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2425680" imgH="1587240" progId="Equation.3">
                  <p:embed/>
                </p:oleObj>
              </mc:Choice>
              <mc:Fallback>
                <p:oleObj name="Equation" r:id="rId11" imgW="2425680" imgH="1587240" progId="Equation.3">
                  <p:embed/>
                  <p:pic>
                    <p:nvPicPr>
                      <p:cNvPr id="26632" name="Object 8">
                        <a:extLst>
                          <a:ext uri="{FF2B5EF4-FFF2-40B4-BE49-F238E27FC236}">
                            <a16:creationId xmlns:a16="http://schemas.microsoft.com/office/drawing/2014/main" id="{CCCA0582-F3A0-4D6F-95C4-068DE5562B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209800"/>
                        <a:ext cx="242570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>
            <a:extLst>
              <a:ext uri="{FF2B5EF4-FFF2-40B4-BE49-F238E27FC236}">
                <a16:creationId xmlns:a16="http://schemas.microsoft.com/office/drawing/2014/main" id="{7778929F-2A7A-4F20-BFFF-48A8BC6A3E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114800"/>
          <a:ext cx="6261100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3" imgW="6260760" imgH="1587240" progId="Equation.3">
                  <p:embed/>
                </p:oleObj>
              </mc:Choice>
              <mc:Fallback>
                <p:oleObj name="Equation" r:id="rId13" imgW="6260760" imgH="1587240" progId="Equation.3">
                  <p:embed/>
                  <p:pic>
                    <p:nvPicPr>
                      <p:cNvPr id="26633" name="Object 9">
                        <a:extLst>
                          <a:ext uri="{FF2B5EF4-FFF2-40B4-BE49-F238E27FC236}">
                            <a16:creationId xmlns:a16="http://schemas.microsoft.com/office/drawing/2014/main" id="{7778929F-2A7A-4F20-BFFF-48A8BC6A3E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114800"/>
                        <a:ext cx="6261100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4" name="Group 10">
            <a:extLst>
              <a:ext uri="{FF2B5EF4-FFF2-40B4-BE49-F238E27FC236}">
                <a16:creationId xmlns:a16="http://schemas.microsoft.com/office/drawing/2014/main" id="{F2E98FF0-2382-4E01-9450-AE2575793597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57200"/>
            <a:ext cx="6292850" cy="519113"/>
            <a:chOff x="1008" y="523"/>
            <a:chExt cx="3964" cy="327"/>
          </a:xfrm>
        </p:grpSpPr>
        <p:sp>
          <p:nvSpPr>
            <p:cNvPr id="18445" name="Rectangle 11">
              <a:extLst>
                <a:ext uri="{FF2B5EF4-FFF2-40B4-BE49-F238E27FC236}">
                  <a16:creationId xmlns:a16="http://schemas.microsoft.com/office/drawing/2014/main" id="{AADA26A1-77D0-4B9D-9C61-AC32096E7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523"/>
              <a:ext cx="38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．将正交向量组单位化，得正交矩阵</a:t>
              </a:r>
            </a:p>
          </p:txBody>
        </p:sp>
        <p:graphicFrame>
          <p:nvGraphicFramePr>
            <p:cNvPr id="18440" name="Object 12">
              <a:extLst>
                <a:ext uri="{FF2B5EF4-FFF2-40B4-BE49-F238E27FC236}">
                  <a16:creationId xmlns:a16="http://schemas.microsoft.com/office/drawing/2014/main" id="{56F12B5F-2583-4995-BC38-C6011C80D0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8" y="612"/>
            <a:ext cx="1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8" name="Equation" r:id="rId15" imgW="291960" imgH="291960" progId="Equation.3">
                    <p:embed/>
                  </p:oleObj>
                </mc:Choice>
                <mc:Fallback>
                  <p:oleObj name="Equation" r:id="rId15" imgW="291960" imgH="291960" progId="Equation.3">
                    <p:embed/>
                    <p:pic>
                      <p:nvPicPr>
                        <p:cNvPr id="18440" name="Object 12">
                          <a:extLst>
                            <a:ext uri="{FF2B5EF4-FFF2-40B4-BE49-F238E27FC236}">
                              <a16:creationId xmlns:a16="http://schemas.microsoft.com/office/drawing/2014/main" id="{56F12B5F-2583-4995-BC38-C6011C80D0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8" y="612"/>
                          <a:ext cx="1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日期占位符 1">
            <a:extLst>
              <a:ext uri="{FF2B5EF4-FFF2-40B4-BE49-F238E27FC236}">
                <a16:creationId xmlns:a16="http://schemas.microsoft.com/office/drawing/2014/main" id="{E60E9219-2F5A-4DC4-BDD5-4A3F0C861D3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C7197CB-047E-491C-9B12-A761F2EA85D4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9461" name="页脚占位符 2">
            <a:extLst>
              <a:ext uri="{FF2B5EF4-FFF2-40B4-BE49-F238E27FC236}">
                <a16:creationId xmlns:a16="http://schemas.microsoft.com/office/drawing/2014/main" id="{2D814A96-91FC-4C3D-8B04-72EB04C6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19462" name="灯片编号占位符 3">
            <a:extLst>
              <a:ext uri="{FF2B5EF4-FFF2-40B4-BE49-F238E27FC236}">
                <a16:creationId xmlns:a16="http://schemas.microsoft.com/office/drawing/2014/main" id="{F1BD939E-8A3C-464D-9A8D-00C50D71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353C245-AA09-4594-9735-D58C4AFD41A8}" type="slidenum">
              <a:rPr lang="en-US" altLang="zh-CN"/>
              <a:pPr eaLnBrk="1" hangingPunct="1"/>
              <a:t>23</a:t>
            </a:fld>
            <a:endParaRPr lang="en-US" altLang="zh-CN"/>
          </a:p>
        </p:txBody>
      </p:sp>
      <p:sp>
        <p:nvSpPr>
          <p:cNvPr id="19463" name="Text Box 4">
            <a:extLst>
              <a:ext uri="{FF2B5EF4-FFF2-40B4-BE49-F238E27FC236}">
                <a16:creationId xmlns:a16="http://schemas.microsoft.com/office/drawing/2014/main" id="{D6791984-5E96-4E4D-ACB8-C43D0F233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83820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于是所求正交变换为</a:t>
            </a:r>
          </a:p>
        </p:txBody>
      </p:sp>
      <p:graphicFrame>
        <p:nvGraphicFramePr>
          <p:cNvPr id="27653" name="Object 5">
            <a:extLst>
              <a:ext uri="{FF2B5EF4-FFF2-40B4-BE49-F238E27FC236}">
                <a16:creationId xmlns:a16="http://schemas.microsoft.com/office/drawing/2014/main" id="{CC4E4AE0-50F5-4B86-BAFE-E7A38B9BC0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752600"/>
          <a:ext cx="56515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5651280" imgH="1587240" progId="Equation.3">
                  <p:embed/>
                </p:oleObj>
              </mc:Choice>
              <mc:Fallback>
                <p:oleObj name="Equation" r:id="rId3" imgW="5651280" imgH="1587240" progId="Equation.3">
                  <p:embed/>
                  <p:pic>
                    <p:nvPicPr>
                      <p:cNvPr id="27653" name="Object 5">
                        <a:extLst>
                          <a:ext uri="{FF2B5EF4-FFF2-40B4-BE49-F238E27FC236}">
                            <a16:creationId xmlns:a16="http://schemas.microsoft.com/office/drawing/2014/main" id="{CC4E4AE0-50F5-4B86-BAFE-E7A38B9BC0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752600"/>
                        <a:ext cx="565150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>
            <a:extLst>
              <a:ext uri="{FF2B5EF4-FFF2-40B4-BE49-F238E27FC236}">
                <a16:creationId xmlns:a16="http://schemas.microsoft.com/office/drawing/2014/main" id="{279F2A3C-D8C4-4EDC-9AFA-3180D19F5A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733800"/>
          <a:ext cx="45720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4572000" imgH="482400" progId="Equation.3">
                  <p:embed/>
                </p:oleObj>
              </mc:Choice>
              <mc:Fallback>
                <p:oleObj name="Equation" r:id="rId5" imgW="4572000" imgH="482400" progId="Equation.3">
                  <p:embed/>
                  <p:pic>
                    <p:nvPicPr>
                      <p:cNvPr id="27654" name="Object 6">
                        <a:extLst>
                          <a:ext uri="{FF2B5EF4-FFF2-40B4-BE49-F238E27FC236}">
                            <a16:creationId xmlns:a16="http://schemas.microsoft.com/office/drawing/2014/main" id="{279F2A3C-D8C4-4EDC-9AFA-3180D19F5A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733800"/>
                        <a:ext cx="45720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日期占位符 1">
            <a:extLst>
              <a:ext uri="{FF2B5EF4-FFF2-40B4-BE49-F238E27FC236}">
                <a16:creationId xmlns:a16="http://schemas.microsoft.com/office/drawing/2014/main" id="{10543D81-5990-4A36-BE6E-F35828D4AC4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0EA389-4D21-4895-8805-1EFCC2FBF00A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0487" name="页脚占位符 2">
            <a:extLst>
              <a:ext uri="{FF2B5EF4-FFF2-40B4-BE49-F238E27FC236}">
                <a16:creationId xmlns:a16="http://schemas.microsoft.com/office/drawing/2014/main" id="{446B1056-AD9D-4B3D-9632-D83A9BD2A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20488" name="灯片编号占位符 3">
            <a:extLst>
              <a:ext uri="{FF2B5EF4-FFF2-40B4-BE49-F238E27FC236}">
                <a16:creationId xmlns:a16="http://schemas.microsoft.com/office/drawing/2014/main" id="{6A6BCC69-72BA-49AC-AE62-C450CA90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C955FFD-418B-4E4E-BBEF-9D8AA3021EDC}" type="slidenum">
              <a:rPr lang="en-US" altLang="zh-CN"/>
              <a:pPr eaLnBrk="1" hangingPunct="1"/>
              <a:t>24</a:t>
            </a:fld>
            <a:endParaRPr lang="en-US" altLang="zh-CN"/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EEBD3703-A076-4A2C-ACE7-BCC2845E2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667000"/>
            <a:ext cx="534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pSp>
        <p:nvGrpSpPr>
          <p:cNvPr id="20490" name="Group 11">
            <a:extLst>
              <a:ext uri="{FF2B5EF4-FFF2-40B4-BE49-F238E27FC236}">
                <a16:creationId xmlns:a16="http://schemas.microsoft.com/office/drawing/2014/main" id="{A09B34BF-8C7E-439E-B64F-D6BFE3080D7E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570968"/>
            <a:ext cx="6326088" cy="1921928"/>
            <a:chOff x="528" y="469"/>
            <a:chExt cx="2988" cy="995"/>
          </a:xfrm>
        </p:grpSpPr>
        <p:sp>
          <p:nvSpPr>
            <p:cNvPr id="20491" name="Text Box 6">
              <a:extLst>
                <a:ext uri="{FF2B5EF4-FFF2-40B4-BE49-F238E27FC236}">
                  <a16:creationId xmlns:a16="http://schemas.microsoft.com/office/drawing/2014/main" id="{4FA379BC-14D5-42F1-8657-0A7C229CC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489"/>
              <a:ext cx="4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kumimoji="1" lang="en-US" altLang="zh-CN" sz="28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  <p:graphicFrame>
          <p:nvGraphicFramePr>
            <p:cNvPr id="20485" name="Object 7">
              <a:extLst>
                <a:ext uri="{FF2B5EF4-FFF2-40B4-BE49-F238E27FC236}">
                  <a16:creationId xmlns:a16="http://schemas.microsoft.com/office/drawing/2014/main" id="{50C7A186-0A26-4244-949A-4A9AD575B2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3660507"/>
                </p:ext>
              </p:extLst>
            </p:nvPr>
          </p:nvGraphicFramePr>
          <p:xfrm>
            <a:off x="623" y="469"/>
            <a:ext cx="2893" cy="9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0" name="Equation" r:id="rId3" imgW="2806560" imgH="965160" progId="Equation.DSMT4">
                    <p:embed/>
                  </p:oleObj>
                </mc:Choice>
                <mc:Fallback>
                  <p:oleObj name="Equation" r:id="rId3" imgW="2806560" imgH="965160" progId="Equation.DSMT4">
                    <p:embed/>
                    <p:pic>
                      <p:nvPicPr>
                        <p:cNvPr id="20485" name="Object 7">
                          <a:extLst>
                            <a:ext uri="{FF2B5EF4-FFF2-40B4-BE49-F238E27FC236}">
                              <a16:creationId xmlns:a16="http://schemas.microsoft.com/office/drawing/2014/main" id="{50C7A186-0A26-4244-949A-4A9AD575B2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3" y="469"/>
                          <a:ext cx="2893" cy="9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80" name="Object 8">
            <a:extLst>
              <a:ext uri="{FF2B5EF4-FFF2-40B4-BE49-F238E27FC236}">
                <a16:creationId xmlns:a16="http://schemas.microsoft.com/office/drawing/2014/main" id="{7E457823-FDCC-4483-B4E2-22997A611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4650" y="3859213"/>
          <a:ext cx="2527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5" imgW="2527200" imgH="393480" progId="Equation.3">
                  <p:embed/>
                </p:oleObj>
              </mc:Choice>
              <mc:Fallback>
                <p:oleObj name="Equation" r:id="rId5" imgW="2527200" imgH="393480" progId="Equation.3">
                  <p:embed/>
                  <p:pic>
                    <p:nvPicPr>
                      <p:cNvPr id="28680" name="Object 8">
                        <a:extLst>
                          <a:ext uri="{FF2B5EF4-FFF2-40B4-BE49-F238E27FC236}">
                            <a16:creationId xmlns:a16="http://schemas.microsoft.com/office/drawing/2014/main" id="{7E457823-FDCC-4483-B4E2-22997A611E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3859213"/>
                        <a:ext cx="2527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9">
            <a:extLst>
              <a:ext uri="{FF2B5EF4-FFF2-40B4-BE49-F238E27FC236}">
                <a16:creationId xmlns:a16="http://schemas.microsoft.com/office/drawing/2014/main" id="{FCB30A7A-2F21-4B7A-8CBC-3824B29836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5300" y="3033713"/>
          <a:ext cx="38481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3848040" imgH="2044440" progId="Equation.3">
                  <p:embed/>
                </p:oleObj>
              </mc:Choice>
              <mc:Fallback>
                <p:oleObj name="Equation" r:id="rId7" imgW="3848040" imgH="2044440" progId="Equation.3">
                  <p:embed/>
                  <p:pic>
                    <p:nvPicPr>
                      <p:cNvPr id="28681" name="Object 9">
                        <a:extLst>
                          <a:ext uri="{FF2B5EF4-FFF2-40B4-BE49-F238E27FC236}">
                            <a16:creationId xmlns:a16="http://schemas.microsoft.com/office/drawing/2014/main" id="{FCB30A7A-2F21-4B7A-8CBC-3824B29836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3033713"/>
                        <a:ext cx="38481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>
            <a:extLst>
              <a:ext uri="{FF2B5EF4-FFF2-40B4-BE49-F238E27FC236}">
                <a16:creationId xmlns:a16="http://schemas.microsoft.com/office/drawing/2014/main" id="{4394C219-00D7-4A7E-B1BE-5DEE5EFC14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9000" y="5281613"/>
          <a:ext cx="2882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2882880" imgH="406080" progId="Equation.3">
                  <p:embed/>
                </p:oleObj>
              </mc:Choice>
              <mc:Fallback>
                <p:oleObj name="Equation" r:id="rId9" imgW="2882880" imgH="406080" progId="Equation.3">
                  <p:embed/>
                  <p:pic>
                    <p:nvPicPr>
                      <p:cNvPr id="28682" name="Object 10">
                        <a:extLst>
                          <a:ext uri="{FF2B5EF4-FFF2-40B4-BE49-F238E27FC236}">
                            <a16:creationId xmlns:a16="http://schemas.microsoft.com/office/drawing/2014/main" id="{4394C219-00D7-4A7E-B1BE-5DEE5EFC14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5281613"/>
                        <a:ext cx="2882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日期占位符 1">
            <a:extLst>
              <a:ext uri="{FF2B5EF4-FFF2-40B4-BE49-F238E27FC236}">
                <a16:creationId xmlns:a16="http://schemas.microsoft.com/office/drawing/2014/main" id="{6F69DB22-1A3A-4D7D-98A7-F62568CBD8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E93A7B-ABB1-4583-956C-600ABCA43EA4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1511" name="页脚占位符 2">
            <a:extLst>
              <a:ext uri="{FF2B5EF4-FFF2-40B4-BE49-F238E27FC236}">
                <a16:creationId xmlns:a16="http://schemas.microsoft.com/office/drawing/2014/main" id="{A3DFC70D-AE82-4DFE-9FCF-34C862E3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21512" name="灯片编号占位符 3">
            <a:extLst>
              <a:ext uri="{FF2B5EF4-FFF2-40B4-BE49-F238E27FC236}">
                <a16:creationId xmlns:a16="http://schemas.microsoft.com/office/drawing/2014/main" id="{B0DC9BC9-2816-4957-8855-D37F112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5ABD85-C699-4B51-9430-6618954A64CA}" type="slidenum">
              <a:rPr lang="en-US" altLang="zh-CN"/>
              <a:pPr eaLnBrk="1" hangingPunct="1"/>
              <a:t>25</a:t>
            </a:fld>
            <a:endParaRPr lang="en-US" altLang="zh-CN"/>
          </a:p>
        </p:txBody>
      </p:sp>
      <p:graphicFrame>
        <p:nvGraphicFramePr>
          <p:cNvPr id="21506" name="Object 4">
            <a:extLst>
              <a:ext uri="{FF2B5EF4-FFF2-40B4-BE49-F238E27FC236}">
                <a16:creationId xmlns:a16="http://schemas.microsoft.com/office/drawing/2014/main" id="{F9EDC8E9-C953-4989-AB23-59D148E380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200" y="774700"/>
          <a:ext cx="48260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4825800" imgH="2044440" progId="Equation.3">
                  <p:embed/>
                </p:oleObj>
              </mc:Choice>
              <mc:Fallback>
                <p:oleObj name="Equation" r:id="rId3" imgW="4825800" imgH="2044440" progId="Equation.3">
                  <p:embed/>
                  <p:pic>
                    <p:nvPicPr>
                      <p:cNvPr id="21506" name="Object 4">
                        <a:extLst>
                          <a:ext uri="{FF2B5EF4-FFF2-40B4-BE49-F238E27FC236}">
                            <a16:creationId xmlns:a16="http://schemas.microsoft.com/office/drawing/2014/main" id="{F9EDC8E9-C953-4989-AB23-59D148E380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774700"/>
                        <a:ext cx="48260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>
            <a:extLst>
              <a:ext uri="{FF2B5EF4-FFF2-40B4-BE49-F238E27FC236}">
                <a16:creationId xmlns:a16="http://schemas.microsoft.com/office/drawing/2014/main" id="{F2EC4D7D-135A-40B7-A239-2CD1564BD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402972"/>
              </p:ext>
            </p:extLst>
          </p:nvPr>
        </p:nvGraphicFramePr>
        <p:xfrm>
          <a:off x="611560" y="2865315"/>
          <a:ext cx="66069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3403440" imgH="215640" progId="Equation.DSMT4">
                  <p:embed/>
                </p:oleObj>
              </mc:Choice>
              <mc:Fallback>
                <p:oleObj name="Equation" r:id="rId5" imgW="3403440" imgH="215640" progId="Equation.DSMT4">
                  <p:embed/>
                  <p:pic>
                    <p:nvPicPr>
                      <p:cNvPr id="29701" name="Object 5">
                        <a:extLst>
                          <a:ext uri="{FF2B5EF4-FFF2-40B4-BE49-F238E27FC236}">
                            <a16:creationId xmlns:a16="http://schemas.microsoft.com/office/drawing/2014/main" id="{F2EC4D7D-135A-40B7-A239-2CD1564BD4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865315"/>
                        <a:ext cx="66069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>
            <a:extLst>
              <a:ext uri="{FF2B5EF4-FFF2-40B4-BE49-F238E27FC236}">
                <a16:creationId xmlns:a16="http://schemas.microsoft.com/office/drawing/2014/main" id="{7077BDB4-9987-46E0-9E80-9EAA9E9EE1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8300" y="3441700"/>
          <a:ext cx="56769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5676840" imgH="2044440" progId="Equation.3">
                  <p:embed/>
                </p:oleObj>
              </mc:Choice>
              <mc:Fallback>
                <p:oleObj name="Equation" r:id="rId7" imgW="5676840" imgH="2044440" progId="Equation.3">
                  <p:embed/>
                  <p:pic>
                    <p:nvPicPr>
                      <p:cNvPr id="29702" name="Object 6">
                        <a:extLst>
                          <a:ext uri="{FF2B5EF4-FFF2-40B4-BE49-F238E27FC236}">
                            <a16:creationId xmlns:a16="http://schemas.microsoft.com/office/drawing/2014/main" id="{7077BDB4-9987-46E0-9E80-9EAA9E9EE1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3441700"/>
                        <a:ext cx="56769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>
            <a:extLst>
              <a:ext uri="{FF2B5EF4-FFF2-40B4-BE49-F238E27FC236}">
                <a16:creationId xmlns:a16="http://schemas.microsoft.com/office/drawing/2014/main" id="{886BA0FA-FCB6-43F8-9B67-FEA3771A7A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5600700"/>
          <a:ext cx="5029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9" imgW="5029200" imgH="419040" progId="Equation.3">
                  <p:embed/>
                </p:oleObj>
              </mc:Choice>
              <mc:Fallback>
                <p:oleObj name="Equation" r:id="rId9" imgW="5029200" imgH="419040" progId="Equation.3">
                  <p:embed/>
                  <p:pic>
                    <p:nvPicPr>
                      <p:cNvPr id="29703" name="Object 7">
                        <a:extLst>
                          <a:ext uri="{FF2B5EF4-FFF2-40B4-BE49-F238E27FC236}">
                            <a16:creationId xmlns:a16="http://schemas.microsoft.com/office/drawing/2014/main" id="{886BA0FA-FCB6-43F8-9B67-FEA3771A7A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600700"/>
                        <a:ext cx="5029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日期占位符 1">
            <a:extLst>
              <a:ext uri="{FF2B5EF4-FFF2-40B4-BE49-F238E27FC236}">
                <a16:creationId xmlns:a16="http://schemas.microsoft.com/office/drawing/2014/main" id="{B274DBBC-CA83-41AC-A370-7E9708E812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8193020-FC40-415E-BC6D-8178ECC990CA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2536" name="页脚占位符 2">
            <a:extLst>
              <a:ext uri="{FF2B5EF4-FFF2-40B4-BE49-F238E27FC236}">
                <a16:creationId xmlns:a16="http://schemas.microsoft.com/office/drawing/2014/main" id="{7B0BCFEA-232C-4B49-82C7-8E05C4AA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22537" name="灯片编号占位符 3">
            <a:extLst>
              <a:ext uri="{FF2B5EF4-FFF2-40B4-BE49-F238E27FC236}">
                <a16:creationId xmlns:a16="http://schemas.microsoft.com/office/drawing/2014/main" id="{0A0E0B7B-665F-4AC8-9A9C-FFCC154D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0DF01E-07B9-419C-8E2F-4E2307F537EA}" type="slidenum">
              <a:rPr lang="en-US" altLang="zh-CN"/>
              <a:pPr eaLnBrk="1" hangingPunct="1"/>
              <a:t>26</a:t>
            </a:fld>
            <a:endParaRPr lang="en-US" altLang="zh-CN"/>
          </a:p>
        </p:txBody>
      </p:sp>
      <p:graphicFrame>
        <p:nvGraphicFramePr>
          <p:cNvPr id="22530" name="Object 4">
            <a:extLst>
              <a:ext uri="{FF2B5EF4-FFF2-40B4-BE49-F238E27FC236}">
                <a16:creationId xmlns:a16="http://schemas.microsoft.com/office/drawing/2014/main" id="{2EA55AE8-20F9-42DE-B395-538702D349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533400"/>
          <a:ext cx="71247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7124400" imgH="2044440" progId="Equation.3">
                  <p:embed/>
                </p:oleObj>
              </mc:Choice>
              <mc:Fallback>
                <p:oleObj name="Equation" r:id="rId3" imgW="7124400" imgH="2044440" progId="Equation.3">
                  <p:embed/>
                  <p:pic>
                    <p:nvPicPr>
                      <p:cNvPr id="22530" name="Object 4">
                        <a:extLst>
                          <a:ext uri="{FF2B5EF4-FFF2-40B4-BE49-F238E27FC236}">
                            <a16:creationId xmlns:a16="http://schemas.microsoft.com/office/drawing/2014/main" id="{2EA55AE8-20F9-42DE-B395-538702D349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33400"/>
                        <a:ext cx="71247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>
            <a:extLst>
              <a:ext uri="{FF2B5EF4-FFF2-40B4-BE49-F238E27FC236}">
                <a16:creationId xmlns:a16="http://schemas.microsoft.com/office/drawing/2014/main" id="{367D103E-80D1-494B-A28D-83ACC98C31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667000"/>
          <a:ext cx="4025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4025880" imgH="977760" progId="Equation.3">
                  <p:embed/>
                </p:oleObj>
              </mc:Choice>
              <mc:Fallback>
                <p:oleObj name="Equation" r:id="rId5" imgW="4025880" imgH="977760" progId="Equation.3">
                  <p:embed/>
                  <p:pic>
                    <p:nvPicPr>
                      <p:cNvPr id="30725" name="Object 5">
                        <a:extLst>
                          <a:ext uri="{FF2B5EF4-FFF2-40B4-BE49-F238E27FC236}">
                            <a16:creationId xmlns:a16="http://schemas.microsoft.com/office/drawing/2014/main" id="{367D103E-80D1-494B-A28D-83ACC98C31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667000"/>
                        <a:ext cx="4025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>
            <a:extLst>
              <a:ext uri="{FF2B5EF4-FFF2-40B4-BE49-F238E27FC236}">
                <a16:creationId xmlns:a16="http://schemas.microsoft.com/office/drawing/2014/main" id="{FD188E0A-B05A-49AD-90A9-88EADA990C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3733800"/>
          <a:ext cx="5994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5994360" imgH="495000" progId="Equation.3">
                  <p:embed/>
                </p:oleObj>
              </mc:Choice>
              <mc:Fallback>
                <p:oleObj name="Equation" r:id="rId7" imgW="5994360" imgH="495000" progId="Equation.3">
                  <p:embed/>
                  <p:pic>
                    <p:nvPicPr>
                      <p:cNvPr id="30726" name="Object 6">
                        <a:extLst>
                          <a:ext uri="{FF2B5EF4-FFF2-40B4-BE49-F238E27FC236}">
                            <a16:creationId xmlns:a16="http://schemas.microsoft.com/office/drawing/2014/main" id="{FD188E0A-B05A-49AD-90A9-88EADA990C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733800"/>
                        <a:ext cx="5994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>
            <a:extLst>
              <a:ext uri="{FF2B5EF4-FFF2-40B4-BE49-F238E27FC236}">
                <a16:creationId xmlns:a16="http://schemas.microsoft.com/office/drawing/2014/main" id="{02F7123D-9198-40A3-8E59-0238E50651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843480"/>
              </p:ext>
            </p:extLst>
          </p:nvPr>
        </p:nvGraphicFramePr>
        <p:xfrm>
          <a:off x="1642456" y="4349750"/>
          <a:ext cx="630417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9" imgW="2958840" imgH="291960" progId="Equation.DSMT4">
                  <p:embed/>
                </p:oleObj>
              </mc:Choice>
              <mc:Fallback>
                <p:oleObj name="Equation" r:id="rId9" imgW="2958840" imgH="291960" progId="Equation.DSMT4">
                  <p:embed/>
                  <p:pic>
                    <p:nvPicPr>
                      <p:cNvPr id="30727" name="Object 7">
                        <a:extLst>
                          <a:ext uri="{FF2B5EF4-FFF2-40B4-BE49-F238E27FC236}">
                            <a16:creationId xmlns:a16="http://schemas.microsoft.com/office/drawing/2014/main" id="{02F7123D-9198-40A3-8E59-0238E50651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2456" y="4349750"/>
                        <a:ext cx="630417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>
            <a:extLst>
              <a:ext uri="{FF2B5EF4-FFF2-40B4-BE49-F238E27FC236}">
                <a16:creationId xmlns:a16="http://schemas.microsoft.com/office/drawing/2014/main" id="{38CDEC3D-86D4-40C2-9D38-40F9498E4C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027291"/>
              </p:ext>
            </p:extLst>
          </p:nvPr>
        </p:nvGraphicFramePr>
        <p:xfrm>
          <a:off x="1793800" y="5150684"/>
          <a:ext cx="4759400" cy="534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11" imgW="2260440" imgH="253800" progId="Equation.DSMT4">
                  <p:embed/>
                </p:oleObj>
              </mc:Choice>
              <mc:Fallback>
                <p:oleObj name="Equation" r:id="rId11" imgW="2260440" imgH="253800" progId="Equation.DSMT4">
                  <p:embed/>
                  <p:pic>
                    <p:nvPicPr>
                      <p:cNvPr id="30728" name="Object 8">
                        <a:extLst>
                          <a:ext uri="{FF2B5EF4-FFF2-40B4-BE49-F238E27FC236}">
                            <a16:creationId xmlns:a16="http://schemas.microsoft.com/office/drawing/2014/main" id="{38CDEC3D-86D4-40C2-9D38-40F9498E4C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00" y="5150684"/>
                        <a:ext cx="4759400" cy="5347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日期占位符 1">
            <a:extLst>
              <a:ext uri="{FF2B5EF4-FFF2-40B4-BE49-F238E27FC236}">
                <a16:creationId xmlns:a16="http://schemas.microsoft.com/office/drawing/2014/main" id="{2BFAFE11-DEE2-47D4-AE30-967032BE0C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748FE8-0341-475A-8C48-FBB63B1B3E24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3559" name="页脚占位符 2">
            <a:extLst>
              <a:ext uri="{FF2B5EF4-FFF2-40B4-BE49-F238E27FC236}">
                <a16:creationId xmlns:a16="http://schemas.microsoft.com/office/drawing/2014/main" id="{8B56163B-015D-4287-B0B2-AE50E49B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23560" name="灯片编号占位符 3">
            <a:extLst>
              <a:ext uri="{FF2B5EF4-FFF2-40B4-BE49-F238E27FC236}">
                <a16:creationId xmlns:a16="http://schemas.microsoft.com/office/drawing/2014/main" id="{22B833AA-13E7-467D-A008-0B8F6949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CBD5881-DB41-4AAE-A2B2-C8D3DB012C0D}" type="slidenum">
              <a:rPr lang="en-US" altLang="zh-CN"/>
              <a:pPr eaLnBrk="1" hangingPunct="1"/>
              <a:t>27</a:t>
            </a:fld>
            <a:endParaRPr lang="en-US" altLang="zh-CN"/>
          </a:p>
        </p:txBody>
      </p:sp>
      <p:graphicFrame>
        <p:nvGraphicFramePr>
          <p:cNvPr id="23554" name="Object 4">
            <a:extLst>
              <a:ext uri="{FF2B5EF4-FFF2-40B4-BE49-F238E27FC236}">
                <a16:creationId xmlns:a16="http://schemas.microsoft.com/office/drawing/2014/main" id="{5433497C-0D44-4EF5-80EE-4B03FC05DA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457200"/>
          <a:ext cx="34163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3416040" imgH="2044440" progId="Equation.3">
                  <p:embed/>
                </p:oleObj>
              </mc:Choice>
              <mc:Fallback>
                <p:oleObj name="Equation" r:id="rId3" imgW="3416040" imgH="2044440" progId="Equation.3">
                  <p:embed/>
                  <p:pic>
                    <p:nvPicPr>
                      <p:cNvPr id="23554" name="Object 4">
                        <a:extLst>
                          <a:ext uri="{FF2B5EF4-FFF2-40B4-BE49-F238E27FC236}">
                            <a16:creationId xmlns:a16="http://schemas.microsoft.com/office/drawing/2014/main" id="{5433497C-0D44-4EF5-80EE-4B03FC05D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57200"/>
                        <a:ext cx="34163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>
            <a:extLst>
              <a:ext uri="{FF2B5EF4-FFF2-40B4-BE49-F238E27FC236}">
                <a16:creationId xmlns:a16="http://schemas.microsoft.com/office/drawing/2014/main" id="{1A8FE02C-48A5-4163-83DB-B8077070E0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533400"/>
          <a:ext cx="36830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5" imgW="3682800" imgH="2044440" progId="Equation.3">
                  <p:embed/>
                </p:oleObj>
              </mc:Choice>
              <mc:Fallback>
                <p:oleObj name="Equation" r:id="rId5" imgW="3682800" imgH="2044440" progId="Equation.3">
                  <p:embed/>
                  <p:pic>
                    <p:nvPicPr>
                      <p:cNvPr id="31749" name="Object 5">
                        <a:extLst>
                          <a:ext uri="{FF2B5EF4-FFF2-40B4-BE49-F238E27FC236}">
                            <a16:creationId xmlns:a16="http://schemas.microsoft.com/office/drawing/2014/main" id="{1A8FE02C-48A5-4163-83DB-B8077070E0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33400"/>
                        <a:ext cx="36830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>
            <a:extLst>
              <a:ext uri="{FF2B5EF4-FFF2-40B4-BE49-F238E27FC236}">
                <a16:creationId xmlns:a16="http://schemas.microsoft.com/office/drawing/2014/main" id="{5CC1A0D0-3B14-45B6-8008-39A66D7FE6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667000"/>
          <a:ext cx="629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7" imgW="6298920" imgH="431640" progId="Equation.3">
                  <p:embed/>
                </p:oleObj>
              </mc:Choice>
              <mc:Fallback>
                <p:oleObj name="Equation" r:id="rId7" imgW="6298920" imgH="431640" progId="Equation.3">
                  <p:embed/>
                  <p:pic>
                    <p:nvPicPr>
                      <p:cNvPr id="31750" name="Object 6">
                        <a:extLst>
                          <a:ext uri="{FF2B5EF4-FFF2-40B4-BE49-F238E27FC236}">
                            <a16:creationId xmlns:a16="http://schemas.microsoft.com/office/drawing/2014/main" id="{5CC1A0D0-3B14-45B6-8008-39A66D7FE6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667000"/>
                        <a:ext cx="6299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7">
            <a:extLst>
              <a:ext uri="{FF2B5EF4-FFF2-40B4-BE49-F238E27FC236}">
                <a16:creationId xmlns:a16="http://schemas.microsoft.com/office/drawing/2014/main" id="{A29B0174-FC85-4A6B-8F18-675AEA0939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429000"/>
          <a:ext cx="5334000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9" imgW="2450880" imgH="1168200" progId="Equation.DSMT4">
                  <p:embed/>
                </p:oleObj>
              </mc:Choice>
              <mc:Fallback>
                <p:oleObj name="Equation" r:id="rId9" imgW="2450880" imgH="1168200" progId="Equation.DSMT4">
                  <p:embed/>
                  <p:pic>
                    <p:nvPicPr>
                      <p:cNvPr id="31751" name="Object 7">
                        <a:extLst>
                          <a:ext uri="{FF2B5EF4-FFF2-40B4-BE49-F238E27FC236}">
                            <a16:creationId xmlns:a16="http://schemas.microsoft.com/office/drawing/2014/main" id="{A29B0174-FC85-4A6B-8F18-675AEA0939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429000"/>
                        <a:ext cx="5334000" cy="254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3" name="日期占位符 1">
            <a:extLst>
              <a:ext uri="{FF2B5EF4-FFF2-40B4-BE49-F238E27FC236}">
                <a16:creationId xmlns:a16="http://schemas.microsoft.com/office/drawing/2014/main" id="{8CE2AA78-AEF8-41AC-9CC0-14558903DBE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20C3D5-F78F-46B2-9E89-CAA94C08B6A0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4584" name="页脚占位符 2">
            <a:extLst>
              <a:ext uri="{FF2B5EF4-FFF2-40B4-BE49-F238E27FC236}">
                <a16:creationId xmlns:a16="http://schemas.microsoft.com/office/drawing/2014/main" id="{80428EAC-9145-4021-9335-B0C00548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24585" name="灯片编号占位符 3">
            <a:extLst>
              <a:ext uri="{FF2B5EF4-FFF2-40B4-BE49-F238E27FC236}">
                <a16:creationId xmlns:a16="http://schemas.microsoft.com/office/drawing/2014/main" id="{4CF8FB23-397E-4227-BF07-6E0EC21E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B7B486-8A62-47D5-A9BA-13BD591FD606}" type="slidenum">
              <a:rPr lang="en-US" altLang="zh-CN"/>
              <a:pPr eaLnBrk="1" hangingPunct="1"/>
              <a:t>28</a:t>
            </a:fld>
            <a:endParaRPr lang="en-US" altLang="zh-CN"/>
          </a:p>
        </p:txBody>
      </p:sp>
      <p:graphicFrame>
        <p:nvGraphicFramePr>
          <p:cNvPr id="24578" name="Object 4">
            <a:extLst>
              <a:ext uri="{FF2B5EF4-FFF2-40B4-BE49-F238E27FC236}">
                <a16:creationId xmlns:a16="http://schemas.microsoft.com/office/drawing/2014/main" id="{CFD73094-0DF6-4F49-9E92-32C3EF415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1143000"/>
          <a:ext cx="1943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1828800" imgH="393480" progId="Equation.3">
                  <p:embed/>
                </p:oleObj>
              </mc:Choice>
              <mc:Fallback>
                <p:oleObj name="Equation" r:id="rId3" imgW="1828800" imgH="393480" progId="Equation.3">
                  <p:embed/>
                  <p:pic>
                    <p:nvPicPr>
                      <p:cNvPr id="24578" name="Object 4">
                        <a:extLst>
                          <a:ext uri="{FF2B5EF4-FFF2-40B4-BE49-F238E27FC236}">
                            <a16:creationId xmlns:a16="http://schemas.microsoft.com/office/drawing/2014/main" id="{CFD73094-0DF6-4F49-9E92-32C3EF4150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143000"/>
                        <a:ext cx="1943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5">
            <a:extLst>
              <a:ext uri="{FF2B5EF4-FFF2-40B4-BE49-F238E27FC236}">
                <a16:creationId xmlns:a16="http://schemas.microsoft.com/office/drawing/2014/main" id="{AD92D468-3133-4D97-A73B-E50BD69C16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533400"/>
          <a:ext cx="57404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5740200" imgH="2070000" progId="Equation.3">
                  <p:embed/>
                </p:oleObj>
              </mc:Choice>
              <mc:Fallback>
                <p:oleObj name="Equation" r:id="rId5" imgW="5740200" imgH="2070000" progId="Equation.3">
                  <p:embed/>
                  <p:pic>
                    <p:nvPicPr>
                      <p:cNvPr id="32773" name="Object 5">
                        <a:extLst>
                          <a:ext uri="{FF2B5EF4-FFF2-40B4-BE49-F238E27FC236}">
                            <a16:creationId xmlns:a16="http://schemas.microsoft.com/office/drawing/2014/main" id="{AD92D468-3133-4D97-A73B-E50BD69C1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33400"/>
                        <a:ext cx="5740400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>
            <a:extLst>
              <a:ext uri="{FF2B5EF4-FFF2-40B4-BE49-F238E27FC236}">
                <a16:creationId xmlns:a16="http://schemas.microsoft.com/office/drawing/2014/main" id="{C7A62777-4AAD-45E9-82AE-1BB42E310E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667000"/>
          <a:ext cx="26987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2527200" imgH="406080" progId="Equation.3">
                  <p:embed/>
                </p:oleObj>
              </mc:Choice>
              <mc:Fallback>
                <p:oleObj name="Equation" r:id="rId7" imgW="2527200" imgH="406080" progId="Equation.3">
                  <p:embed/>
                  <p:pic>
                    <p:nvPicPr>
                      <p:cNvPr id="32774" name="Object 6">
                        <a:extLst>
                          <a:ext uri="{FF2B5EF4-FFF2-40B4-BE49-F238E27FC236}">
                            <a16:creationId xmlns:a16="http://schemas.microsoft.com/office/drawing/2014/main" id="{C7A62777-4AAD-45E9-82AE-1BB42E310E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667000"/>
                        <a:ext cx="269875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7">
            <a:extLst>
              <a:ext uri="{FF2B5EF4-FFF2-40B4-BE49-F238E27FC236}">
                <a16:creationId xmlns:a16="http://schemas.microsoft.com/office/drawing/2014/main" id="{2787A324-12EF-405D-B6AD-DA37C8AE55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352800"/>
          <a:ext cx="60706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6070320" imgH="2070000" progId="Equation.3">
                  <p:embed/>
                </p:oleObj>
              </mc:Choice>
              <mc:Fallback>
                <p:oleObj name="Equation" r:id="rId9" imgW="6070320" imgH="2070000" progId="Equation.3">
                  <p:embed/>
                  <p:pic>
                    <p:nvPicPr>
                      <p:cNvPr id="32775" name="Object 7">
                        <a:extLst>
                          <a:ext uri="{FF2B5EF4-FFF2-40B4-BE49-F238E27FC236}">
                            <a16:creationId xmlns:a16="http://schemas.microsoft.com/office/drawing/2014/main" id="{2787A324-12EF-405D-B6AD-DA37C8AE55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352800"/>
                        <a:ext cx="6070600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8">
            <a:extLst>
              <a:ext uri="{FF2B5EF4-FFF2-40B4-BE49-F238E27FC236}">
                <a16:creationId xmlns:a16="http://schemas.microsoft.com/office/drawing/2014/main" id="{BCCB973B-D9F6-4CB9-A7A0-9C6C2767CA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5575300"/>
          <a:ext cx="5562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5562360" imgH="520560" progId="Equation.3">
                  <p:embed/>
                </p:oleObj>
              </mc:Choice>
              <mc:Fallback>
                <p:oleObj name="Equation" r:id="rId11" imgW="5562360" imgH="520560" progId="Equation.3">
                  <p:embed/>
                  <p:pic>
                    <p:nvPicPr>
                      <p:cNvPr id="32776" name="Object 8">
                        <a:extLst>
                          <a:ext uri="{FF2B5EF4-FFF2-40B4-BE49-F238E27FC236}">
                            <a16:creationId xmlns:a16="http://schemas.microsoft.com/office/drawing/2014/main" id="{BCCB973B-D9F6-4CB9-A7A0-9C6C2767CA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575300"/>
                        <a:ext cx="5562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508528" y="164566"/>
            <a:ext cx="864096" cy="516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4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372624" y="99437"/>
            <a:ext cx="8229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用配方法把二次型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化为标准形，并求所用的变换矩阵</a:t>
            </a:r>
            <a:r>
              <a:rPr lang="en-US" altLang="zh-CN" sz="2400" dirty="0"/>
              <a:t>.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619672" y="675831"/>
          <a:ext cx="6451917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4" imgW="2667000" imgH="241300" progId="Equation.DSMT4">
                  <p:embed/>
                </p:oleObj>
              </mc:Choice>
              <mc:Fallback>
                <p:oleObj name="Equation" r:id="rId4" imgW="26670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675831"/>
                        <a:ext cx="6451917" cy="576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内容占位符 2"/>
          <p:cNvSpPr txBox="1"/>
          <p:nvPr/>
        </p:nvSpPr>
        <p:spPr>
          <a:xfrm>
            <a:off x="508528" y="1732160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</a:p>
        </p:txBody>
      </p:sp>
      <p:sp>
        <p:nvSpPr>
          <p:cNvPr id="12" name="矩形 11"/>
          <p:cNvSpPr/>
          <p:nvPr/>
        </p:nvSpPr>
        <p:spPr>
          <a:xfrm>
            <a:off x="1209226" y="1732160"/>
            <a:ext cx="7272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               中含有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/>
              <a:t>的平方项，因此首先将含有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/>
              <a:t>    的项集中起来配平方</a:t>
            </a:r>
            <a:r>
              <a:rPr lang="en-US" altLang="zh-CN" sz="2400" dirty="0"/>
              <a:t>,</a:t>
            </a:r>
            <a:r>
              <a:rPr lang="zh-CN" altLang="en-US" sz="2400" dirty="0"/>
              <a:t>得</a:t>
            </a:r>
            <a:endParaRPr lang="en-US" altLang="zh-CN" sz="2400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475656" y="1823845"/>
          <a:ext cx="1512168" cy="465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6" imgW="750570" imgH="228600" progId="Equation.DSMT4">
                  <p:embed/>
                </p:oleObj>
              </mc:Choice>
              <mc:Fallback>
                <p:oleObj name="Equation" r:id="rId6" imgW="75057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823845"/>
                        <a:ext cx="1512168" cy="4652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230364" y="3004501"/>
          <a:ext cx="5610305" cy="481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Equation" r:id="rId8" imgW="2767330" imgH="241300" progId="Equation.DSMT4">
                  <p:embed/>
                </p:oleObj>
              </mc:Choice>
              <mc:Fallback>
                <p:oleObj name="Equation" r:id="rId8" imgW="2767330" imgH="241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64" y="3004501"/>
                        <a:ext cx="5610305" cy="4819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699792" y="3558498"/>
          <a:ext cx="5642085" cy="518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Equation" r:id="rId10" imgW="2590800" imgH="241300" progId="Equation.DSMT4">
                  <p:embed/>
                </p:oleObj>
              </mc:Choice>
              <mc:Fallback>
                <p:oleObj name="Equation" r:id="rId10" imgW="2590800" imgH="241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3558498"/>
                        <a:ext cx="5642085" cy="5185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771800" y="4178174"/>
          <a:ext cx="4178259" cy="524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12" imgW="1892300" imgH="241300" progId="Equation.DSMT4">
                  <p:embed/>
                </p:oleObj>
              </mc:Choice>
              <mc:Fallback>
                <p:oleObj name="Equation" r:id="rId12" imgW="1892300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4178174"/>
                        <a:ext cx="4178259" cy="5249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1475656" y="4601455"/>
            <a:ext cx="7272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再将含有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/>
              <a:t>的项集中起来配平方</a:t>
            </a:r>
            <a:r>
              <a:rPr lang="en-US" altLang="zh-CN" sz="2400" dirty="0"/>
              <a:t>,</a:t>
            </a:r>
            <a:r>
              <a:rPr lang="zh-CN" altLang="en-US" sz="2400" dirty="0"/>
              <a:t>得</a:t>
            </a:r>
            <a:endParaRPr lang="en-US" altLang="zh-CN" sz="2400" dirty="0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574584" y="5306784"/>
          <a:ext cx="5889784" cy="511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14" imgW="2741930" imgH="241300" progId="Equation.DSMT4">
                  <p:embed/>
                </p:oleObj>
              </mc:Choice>
              <mc:Fallback>
                <p:oleObj name="Equation" r:id="rId14" imgW="2741930" imgH="2413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584" y="5306784"/>
                        <a:ext cx="5889784" cy="5112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197909" y="5988774"/>
          <a:ext cx="3828302" cy="490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16" imgW="1854200" imgH="241300" progId="Equation.DSMT4">
                  <p:embed/>
                </p:oleObj>
              </mc:Choice>
              <mc:Fallback>
                <p:oleObj name="Equation" r:id="rId16" imgW="1854200" imgH="2413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909" y="5988774"/>
                        <a:ext cx="3828302" cy="4908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直角三角形 1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729570"/>
            <a:ext cx="7200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令</a:t>
            </a:r>
            <a:endParaRPr lang="en-US" altLang="zh-CN" sz="24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259632" y="404664"/>
          <a:ext cx="1970139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4" imgW="1092200" imgH="711200" progId="Equation.DSMT4">
                  <p:embed/>
                </p:oleObj>
              </mc:Choice>
              <mc:Fallback>
                <p:oleObj name="Equation" r:id="rId4" imgW="1092200" imgH="71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04664"/>
                        <a:ext cx="1970139" cy="12961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139952" y="557923"/>
          <a:ext cx="4248472" cy="116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6" imgW="2602865" imgH="711200" progId="Equation.DSMT4">
                  <p:embed/>
                </p:oleObj>
              </mc:Choice>
              <mc:Fallback>
                <p:oleObj name="Equation" r:id="rId6" imgW="2602865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557923"/>
                        <a:ext cx="4248472" cy="1167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3373786" y="728492"/>
            <a:ext cx="10541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，即</a:t>
            </a:r>
            <a:endParaRPr lang="en-US" altLang="zh-CN" sz="2400" dirty="0"/>
          </a:p>
        </p:txBody>
      </p:sp>
      <p:sp>
        <p:nvSpPr>
          <p:cNvPr id="10" name="矩形 9"/>
          <p:cNvSpPr/>
          <p:nvPr/>
        </p:nvSpPr>
        <p:spPr>
          <a:xfrm>
            <a:off x="683568" y="1789843"/>
            <a:ext cx="44644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，所求的可逆线性变换为</a:t>
            </a:r>
            <a:endParaRPr lang="en-US" altLang="zh-CN" sz="24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691680" y="2425151"/>
          <a:ext cx="6084889" cy="1297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8" imgW="3441700" imgH="736600" progId="Equation.DSMT4">
                  <p:embed/>
                </p:oleObj>
              </mc:Choice>
              <mc:Fallback>
                <p:oleObj name="Equation" r:id="rId8" imgW="3441700" imgH="736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2425151"/>
                        <a:ext cx="6084889" cy="12978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475656" y="3891348"/>
          <a:ext cx="6789360" cy="1316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10" imgW="3784600" imgH="736600" progId="Equation.DSMT4">
                  <p:embed/>
                </p:oleObj>
              </mc:Choice>
              <mc:Fallback>
                <p:oleObj name="Equation" r:id="rId10" imgW="3784600" imgH="736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891348"/>
                        <a:ext cx="6789360" cy="13168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741828" y="3609939"/>
            <a:ext cx="4464496" cy="579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由</a:t>
            </a:r>
            <a:endParaRPr lang="en-US" altLang="zh-CN" sz="2400" dirty="0"/>
          </a:p>
        </p:txBody>
      </p:sp>
      <p:sp>
        <p:nvSpPr>
          <p:cNvPr id="16" name="矩形 15"/>
          <p:cNvSpPr/>
          <p:nvPr/>
        </p:nvSpPr>
        <p:spPr>
          <a:xfrm>
            <a:off x="769368" y="5084357"/>
            <a:ext cx="4464496" cy="579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将原二次型化为标准形</a:t>
            </a:r>
            <a:endParaRPr lang="en-US" altLang="zh-CN" sz="2400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619672" y="5839518"/>
          <a:ext cx="5825033" cy="527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2" imgW="2629535" imgH="241300" progId="Equation.DSMT4">
                  <p:embed/>
                </p:oleObj>
              </mc:Choice>
              <mc:Fallback>
                <p:oleObj name="Equation" r:id="rId12" imgW="2629535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5839518"/>
                        <a:ext cx="5825033" cy="5276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直角三角形 12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30" name="Text Box 22"/>
          <p:cNvSpPr txBox="1">
            <a:spLocks noChangeArrowheads="1"/>
          </p:cNvSpPr>
          <p:nvPr/>
        </p:nvSpPr>
        <p:spPr bwMode="auto">
          <a:xfrm>
            <a:off x="1143000" y="1371600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如果方阵</a:t>
            </a:r>
            <a:r>
              <a:rPr kumimoji="0" lang="en-US" altLang="zh-CN" sz="2400" b="0" i="1" dirty="0"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+mn-lt"/>
                <a:ea typeface="+mn-ea"/>
              </a:rPr>
              <a:t>满足</a:t>
            </a:r>
          </a:p>
        </p:txBody>
      </p:sp>
      <p:graphicFrame>
        <p:nvGraphicFramePr>
          <p:cNvPr id="427031" name="Object 23"/>
          <p:cNvGraphicFramePr>
            <a:graphicFrameLocks noChangeAspect="1"/>
          </p:cNvGraphicFramePr>
          <p:nvPr/>
        </p:nvGraphicFramePr>
        <p:xfrm>
          <a:off x="3448773" y="1326735"/>
          <a:ext cx="1143000" cy="490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r:id="rId4" imgW="533400" imgH="228600" progId="Equation.3">
                  <p:embed/>
                </p:oleObj>
              </mc:Choice>
              <mc:Fallback>
                <p:oleObj r:id="rId4" imgW="533400" imgH="228600" progId="Equation.3">
                  <p:embed/>
                  <p:pic>
                    <p:nvPicPr>
                      <p:cNvPr id="0" name="图片 575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773" y="1326735"/>
                        <a:ext cx="1143000" cy="4908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32" name="Text Box 24"/>
          <p:cNvSpPr txBox="1">
            <a:spLocks noChangeArrowheads="1"/>
          </p:cNvSpPr>
          <p:nvPr/>
        </p:nvSpPr>
        <p:spPr bwMode="auto">
          <a:xfrm>
            <a:off x="4693844" y="1354893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就称</a:t>
            </a:r>
            <a:r>
              <a:rPr kumimoji="0" lang="en-US" altLang="zh-CN" sz="2400" b="0" i="1" dirty="0"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+mn-lt"/>
                <a:ea typeface="+mn-ea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对称矩阵</a:t>
            </a:r>
          </a:p>
        </p:txBody>
      </p:sp>
      <p:graphicFrame>
        <p:nvGraphicFramePr>
          <p:cNvPr id="427033" name="Object 25"/>
          <p:cNvGraphicFramePr>
            <a:graphicFrameLocks noChangeAspect="1"/>
          </p:cNvGraphicFramePr>
          <p:nvPr/>
        </p:nvGraphicFramePr>
        <p:xfrm>
          <a:off x="1600200" y="2286001"/>
          <a:ext cx="1397270" cy="1000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r:id="rId6" imgW="635000" imgH="457200" progId="Equation.3">
                  <p:embed/>
                </p:oleObj>
              </mc:Choice>
              <mc:Fallback>
                <p:oleObj r:id="rId6" imgW="635000" imgH="457200" progId="Equation.3">
                  <p:embed/>
                  <p:pic>
                    <p:nvPicPr>
                      <p:cNvPr id="0" name="图片 575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86001"/>
                        <a:ext cx="1397270" cy="10008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4" name="Object 26"/>
          <p:cNvGraphicFramePr>
            <a:graphicFrameLocks noChangeAspect="1"/>
          </p:cNvGraphicFramePr>
          <p:nvPr/>
        </p:nvGraphicFramePr>
        <p:xfrm>
          <a:off x="3384176" y="2242691"/>
          <a:ext cx="1059018" cy="996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r:id="rId8" imgW="482600" imgH="457200" progId="Equation.3">
                  <p:embed/>
                </p:oleObj>
              </mc:Choice>
              <mc:Fallback>
                <p:oleObj r:id="rId8" imgW="482600" imgH="457200" progId="Equation.3">
                  <p:embed/>
                  <p:pic>
                    <p:nvPicPr>
                      <p:cNvPr id="0" name="图片 575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176" y="2242691"/>
                        <a:ext cx="1059018" cy="9969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35" name="Object 27"/>
          <p:cNvGraphicFramePr>
            <a:graphicFrameLocks noChangeAspect="1"/>
          </p:cNvGraphicFramePr>
          <p:nvPr/>
        </p:nvGraphicFramePr>
        <p:xfrm>
          <a:off x="5004048" y="2035531"/>
          <a:ext cx="1944337" cy="1501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r:id="rId10" imgW="927100" imgH="711200" progId="Equation.3">
                  <p:embed/>
                </p:oleObj>
              </mc:Choice>
              <mc:Fallback>
                <p:oleObj r:id="rId10" imgW="927100" imgH="711200" progId="Equation.3">
                  <p:embed/>
                  <p:pic>
                    <p:nvPicPr>
                      <p:cNvPr id="0" name="图片 575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2035531"/>
                        <a:ext cx="1944337" cy="15017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36" name="Text Box 28"/>
          <p:cNvSpPr txBox="1">
            <a:spLocks noChangeArrowheads="1"/>
          </p:cNvSpPr>
          <p:nvPr/>
        </p:nvSpPr>
        <p:spPr bwMode="auto">
          <a:xfrm>
            <a:off x="873447" y="2342542"/>
            <a:ext cx="533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例如</a:t>
            </a:r>
          </a:p>
        </p:txBody>
      </p:sp>
      <p:sp>
        <p:nvSpPr>
          <p:cNvPr id="427037" name="Text Box 29"/>
          <p:cNvSpPr txBox="1">
            <a:spLocks noChangeArrowheads="1"/>
          </p:cNvSpPr>
          <p:nvPr/>
        </p:nvSpPr>
        <p:spPr bwMode="auto">
          <a:xfrm>
            <a:off x="651785" y="3938418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方阵</a:t>
            </a:r>
            <a:r>
              <a:rPr kumimoji="0" lang="en-US" altLang="zh-CN" sz="2400" b="0" i="1" dirty="0"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+mn-lt"/>
                <a:ea typeface="+mn-ea"/>
              </a:rPr>
              <a:t>为对称矩阵</a:t>
            </a:r>
          </a:p>
        </p:txBody>
      </p:sp>
      <p:sp>
        <p:nvSpPr>
          <p:cNvPr id="427038" name="Text Box 30"/>
          <p:cNvSpPr txBox="1">
            <a:spLocks noChangeArrowheads="1"/>
          </p:cNvSpPr>
          <p:nvPr/>
        </p:nvSpPr>
        <p:spPr bwMode="auto">
          <a:xfrm>
            <a:off x="4461785" y="3786018"/>
            <a:ext cx="4191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矩阵</a:t>
            </a:r>
            <a:r>
              <a:rPr kumimoji="0" lang="en-US" altLang="zh-CN" sz="2400" b="0" i="1" dirty="0"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+mn-lt"/>
                <a:ea typeface="+mn-ea"/>
              </a:rPr>
              <a:t>中关于主对角线对称的每一对元素都相等</a:t>
            </a:r>
          </a:p>
        </p:txBody>
      </p:sp>
      <p:graphicFrame>
        <p:nvGraphicFramePr>
          <p:cNvPr id="427044" name="Object 36"/>
          <p:cNvGraphicFramePr>
            <a:graphicFrameLocks noChangeAspect="1"/>
          </p:cNvGraphicFramePr>
          <p:nvPr/>
        </p:nvGraphicFramePr>
        <p:xfrm>
          <a:off x="3471185" y="3862218"/>
          <a:ext cx="9144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r:id="rId12" imgW="215900" imgH="152400" progId="Equation.3">
                  <p:embed/>
                </p:oleObj>
              </mc:Choice>
              <mc:Fallback>
                <p:oleObj r:id="rId12" imgW="215900" imgH="152400" progId="Equation.3">
                  <p:embed/>
                  <p:pic>
                    <p:nvPicPr>
                      <p:cNvPr id="0" name="图片 575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185" y="3862218"/>
                        <a:ext cx="914400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标题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三、实对称矩阵的正交化</a:t>
            </a:r>
          </a:p>
        </p:txBody>
      </p:sp>
      <p:sp>
        <p:nvSpPr>
          <p:cNvPr id="13" name="直角三角形 12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27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7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7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427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" fill="hold"/>
                                        <p:tgtEl>
                                          <p:spTgt spid="427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" fill="hold"/>
                                        <p:tgtEl>
                                          <p:spTgt spid="427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42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42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42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75"/>
                                        <p:tgtEl>
                                          <p:spTgt spid="427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42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75"/>
                                        <p:tgtEl>
                                          <p:spTgt spid="427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30" grpId="0" build="p" autoUpdateAnimBg="0"/>
      <p:bldP spid="427032" grpId="0" build="p" autoUpdateAnimBg="0"/>
      <p:bldP spid="427036" grpId="0" build="p" autoUpdateAnimBg="0"/>
      <p:bldP spid="427037" grpId="0" build="p" autoUpdateAnimBg="0"/>
      <p:bldP spid="427038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Text Box 64"/>
          <p:cNvSpPr txBox="1">
            <a:spLocks noChangeArrowheads="1"/>
          </p:cNvSpPr>
          <p:nvPr/>
        </p:nvSpPr>
        <p:spPr bwMode="auto">
          <a:xfrm>
            <a:off x="395288" y="333375"/>
            <a:ext cx="23764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0"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444721" y="160040"/>
            <a:ext cx="8229600" cy="132474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性质</a:t>
            </a:r>
            <a:r>
              <a:rPr lang="en-US" altLang="zh-CN" sz="2400" b="1" dirty="0"/>
              <a:t>5.3.1</a:t>
            </a:r>
            <a:r>
              <a:rPr lang="en-US" altLang="zh-CN" sz="2400" dirty="0"/>
              <a:t>  </a:t>
            </a: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）实对称矩阵的特征值必为实数。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     （</a:t>
            </a:r>
            <a:r>
              <a:rPr lang="en-US" altLang="zh-CN" sz="2400" dirty="0"/>
              <a:t>2</a:t>
            </a:r>
            <a:r>
              <a:rPr lang="zh-CN" altLang="en-US" sz="2400" dirty="0"/>
              <a:t>）实对称矩阵的不同特征值所对应的特征向量正交。</a:t>
            </a:r>
          </a:p>
        </p:txBody>
      </p:sp>
      <p:sp>
        <p:nvSpPr>
          <p:cNvPr id="15" name="内容占位符 2"/>
          <p:cNvSpPr txBox="1"/>
          <p:nvPr/>
        </p:nvSpPr>
        <p:spPr>
          <a:xfrm>
            <a:off x="471956" y="1546259"/>
            <a:ext cx="1255160" cy="688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证明</a:t>
            </a:r>
          </a:p>
        </p:txBody>
      </p:sp>
      <p:sp>
        <p:nvSpPr>
          <p:cNvPr id="16" name="矩形 15"/>
          <p:cNvSpPr/>
          <p:nvPr/>
        </p:nvSpPr>
        <p:spPr>
          <a:xfrm>
            <a:off x="1237475" y="1461007"/>
            <a:ext cx="75464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）设复数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dirty="0"/>
              <a:t>是实对称矩阵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的特征值，复向量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/>
              <a:t>为其对应的特征向量，即</a:t>
            </a:r>
            <a:endParaRPr lang="en-US" altLang="zh-CN" sz="24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51252" y="2668533"/>
          <a:ext cx="2432054" cy="448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4" imgW="1078865" imgH="203200" progId="Equation.DSMT4">
                  <p:embed/>
                </p:oleObj>
              </mc:Choice>
              <mc:Fallback>
                <p:oleObj name="Equation" r:id="rId4" imgW="1078865" imgH="203200" progId="Equation.DSMT4">
                  <p:embed/>
                  <p:pic>
                    <p:nvPicPr>
                      <p:cNvPr id="0" name="Object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252" y="2668533"/>
                        <a:ext cx="2432054" cy="4480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899592" y="3099089"/>
            <a:ext cx="7546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（用   表示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dirty="0"/>
              <a:t>的共轭复数，  表示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/>
              <a:t>的共轭复向量，则</a:t>
            </a:r>
            <a:endParaRPr lang="en-US" altLang="zh-CN" sz="24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650032" y="3295588"/>
          <a:ext cx="293646" cy="385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6" imgW="153035" imgH="203835" progId="Equation.DSMT4">
                  <p:embed/>
                </p:oleObj>
              </mc:Choice>
              <mc:Fallback>
                <p:oleObj name="Equation" r:id="rId6" imgW="153035" imgH="203835" progId="Equation.DSMT4">
                  <p:embed/>
                  <p:pic>
                    <p:nvPicPr>
                      <p:cNvPr id="0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0032" y="3295588"/>
                        <a:ext cx="293646" cy="3854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336792" y="3254947"/>
          <a:ext cx="312103" cy="328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8" imgW="177800" imgH="190500" progId="Equation.DSMT4">
                  <p:embed/>
                </p:oleObj>
              </mc:Choice>
              <mc:Fallback>
                <p:oleObj name="Equation" r:id="rId8" imgW="177800" imgH="190500" progId="Equation.DSMT4">
                  <p:embed/>
                  <p:pic>
                    <p:nvPicPr>
                      <p:cNvPr id="0" name="Object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6792" y="3254947"/>
                        <a:ext cx="312103" cy="3285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810685" y="3928182"/>
          <a:ext cx="4364367" cy="509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Equation" r:id="rId10" imgW="2032000" imgH="241300" progId="Equation.DSMT4">
                  <p:embed/>
                </p:oleObj>
              </mc:Choice>
              <mc:Fallback>
                <p:oleObj name="Equation" r:id="rId10" imgW="2032000" imgH="241300" progId="Equation.DSMT4">
                  <p:embed/>
                  <p:pic>
                    <p:nvPicPr>
                      <p:cNvPr id="0" name="Object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0685" y="3928182"/>
                        <a:ext cx="4364367" cy="5098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823677" y="4559204"/>
          <a:ext cx="5164205" cy="56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12" imgW="2425700" imgH="266700" progId="Equation.DSMT4">
                  <p:embed/>
                </p:oleObj>
              </mc:Choice>
              <mc:Fallback>
                <p:oleObj name="Equation" r:id="rId12" imgW="2425700" imgH="266700" progId="Equation.DSMT4">
                  <p:embed/>
                  <p:pic>
                    <p:nvPicPr>
                      <p:cNvPr id="0" name="Object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3677" y="4559204"/>
                        <a:ext cx="5164205" cy="567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769281" y="5247420"/>
          <a:ext cx="6586079" cy="540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14" imgW="3238500" imgH="266700" progId="Equation.DSMT4">
                  <p:embed/>
                </p:oleObj>
              </mc:Choice>
              <mc:Fallback>
                <p:oleObj name="Equation" r:id="rId14" imgW="3238500" imgH="266700" progId="Equation.DSMT4">
                  <p:embed/>
                  <p:pic>
                    <p:nvPicPr>
                      <p:cNvPr id="0" name="Object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281" y="5247420"/>
                        <a:ext cx="6586079" cy="5407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090357" y="5780315"/>
          <a:ext cx="2238174" cy="569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16" imgW="1040765" imgH="266700" progId="Equation.DSMT4">
                  <p:embed/>
                </p:oleObj>
              </mc:Choice>
              <mc:Fallback>
                <p:oleObj name="Equation" r:id="rId16" imgW="1040765" imgH="266700" progId="Equation.DSMT4">
                  <p:embed/>
                  <p:pic>
                    <p:nvPicPr>
                      <p:cNvPr id="0" name="Object 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357" y="5780315"/>
                        <a:ext cx="2238174" cy="5697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/>
          <p:cNvSpPr/>
          <p:nvPr/>
        </p:nvSpPr>
        <p:spPr>
          <a:xfrm>
            <a:off x="396561" y="4501362"/>
            <a:ext cx="12291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于是有</a:t>
            </a:r>
            <a:endParaRPr lang="en-US" altLang="zh-CN" sz="2400" dirty="0"/>
          </a:p>
        </p:txBody>
      </p:sp>
      <p:sp>
        <p:nvSpPr>
          <p:cNvPr id="35" name="矩形 34"/>
          <p:cNvSpPr/>
          <p:nvPr/>
        </p:nvSpPr>
        <p:spPr>
          <a:xfrm>
            <a:off x="332361" y="5749392"/>
            <a:ext cx="28045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以上两式相减，得</a:t>
            </a:r>
            <a:endParaRPr lang="en-US" altLang="zh-CN" sz="2400" dirty="0"/>
          </a:p>
        </p:txBody>
      </p:sp>
      <p:sp>
        <p:nvSpPr>
          <p:cNvPr id="17" name="直角三角形 1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直角三角形 1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34" grpId="0"/>
      <p:bldP spid="3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188640"/>
            <a:ext cx="25955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但因        ，所以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403648" y="232047"/>
          <a:ext cx="895472" cy="374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4" imgW="405765" imgH="177800" progId="Equation.DSMT4">
                  <p:embed/>
                </p:oleObj>
              </mc:Choice>
              <mc:Fallback>
                <p:oleObj name="Equation" r:id="rId4" imgW="405765" imgH="177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32047"/>
                        <a:ext cx="895472" cy="3748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94028" y="699931"/>
          <a:ext cx="3465527" cy="856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Equation" r:id="rId6" imgW="1727200" imgH="431800" progId="Equation.DSMT4">
                  <p:embed/>
                </p:oleObj>
              </mc:Choice>
              <mc:Fallback>
                <p:oleObj name="Equation" r:id="rId6" imgW="1727200" imgH="431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4028" y="699931"/>
                        <a:ext cx="3465527" cy="8568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649869" y="1825745"/>
          <a:ext cx="864096" cy="442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8" imgW="394335" imgH="203835" progId="Equation.DSMT4">
                  <p:embed/>
                </p:oleObj>
              </mc:Choice>
              <mc:Fallback>
                <p:oleObj name="Equation" r:id="rId8" imgW="394335" imgH="20383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869" y="1825745"/>
                        <a:ext cx="864096" cy="442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1157426" y="182574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故</a:t>
            </a:r>
          </a:p>
        </p:txBody>
      </p:sp>
      <p:sp>
        <p:nvSpPr>
          <p:cNvPr id="22" name="矩形 21"/>
          <p:cNvSpPr/>
          <p:nvPr/>
        </p:nvSpPr>
        <p:spPr>
          <a:xfrm>
            <a:off x="2513965" y="1839943"/>
            <a:ext cx="19688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，故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dirty="0"/>
              <a:t>是实数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363619" y="2420888"/>
            <a:ext cx="828944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（</a:t>
            </a:r>
            <a:r>
              <a:rPr lang="en-US" altLang="zh-CN" sz="2400" dirty="0"/>
              <a:t>2</a:t>
            </a:r>
            <a:r>
              <a:rPr lang="zh-CN" altLang="zh-CN" sz="2400" dirty="0"/>
              <a:t>）</a:t>
            </a:r>
            <a:r>
              <a:rPr lang="zh-CN" altLang="en-US" sz="2400" dirty="0"/>
              <a:t>设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/>
              <a:t>是实对称矩阵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的不同特征值，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/>
              <a:t>为对应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的特征向量，于是</a:t>
            </a:r>
            <a:endParaRPr lang="en-US" altLang="zh-CN" sz="2400" baseline="-25000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339752" y="3624877"/>
          <a:ext cx="3969912" cy="447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10" imgW="2019300" imgH="228600" progId="Equation.DSMT4">
                  <p:embed/>
                </p:oleObj>
              </mc:Choice>
              <mc:Fallback>
                <p:oleObj name="Equation" r:id="rId10" imgW="20193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3624877"/>
                        <a:ext cx="3969912" cy="4473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536102" y="4147748"/>
            <a:ext cx="25442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因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是对称的，故</a:t>
            </a:r>
            <a:endParaRPr lang="en-US" altLang="zh-CN" sz="2400" baseline="-25000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699792" y="4835950"/>
          <a:ext cx="4795280" cy="445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12" imgW="2552700" imgH="241300" progId="Equation.DSMT4">
                  <p:embed/>
                </p:oleObj>
              </mc:Choice>
              <mc:Fallback>
                <p:oleObj name="Equation" r:id="rId12" imgW="2552700" imgH="2413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4835950"/>
                        <a:ext cx="4795280" cy="4456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507547" y="5343184"/>
          <a:ext cx="4688034" cy="429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Equation" r:id="rId14" imgW="2590800" imgH="241300" progId="Equation.DSMT4">
                  <p:embed/>
                </p:oleObj>
              </mc:Choice>
              <mc:Fallback>
                <p:oleObj name="Equation" r:id="rId14" imgW="2590800" imgH="2413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547" y="5343184"/>
                        <a:ext cx="4688034" cy="4293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/>
          <p:nvPr/>
        </p:nvSpPr>
        <p:spPr>
          <a:xfrm>
            <a:off x="501684" y="5210929"/>
            <a:ext cx="800219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于是</a:t>
            </a:r>
            <a:endParaRPr lang="en-US" altLang="zh-CN" sz="2400" baseline="-25000" dirty="0"/>
          </a:p>
        </p:txBody>
      </p:sp>
      <p:sp>
        <p:nvSpPr>
          <p:cNvPr id="32" name="矩形 31"/>
          <p:cNvSpPr/>
          <p:nvPr/>
        </p:nvSpPr>
        <p:spPr>
          <a:xfrm>
            <a:off x="558314" y="5811967"/>
            <a:ext cx="492443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即</a:t>
            </a:r>
            <a:endParaRPr lang="en-US" altLang="zh-CN" sz="2400" baseline="-25000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497138"/>
              </p:ext>
            </p:extLst>
          </p:nvPr>
        </p:nvGraphicFramePr>
        <p:xfrm>
          <a:off x="1529759" y="6010460"/>
          <a:ext cx="1998809" cy="409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Equation" r:id="rId16" imgW="1155700" imgH="241300" progId="Equation.DSMT4">
                  <p:embed/>
                </p:oleObj>
              </mc:Choice>
              <mc:Fallback>
                <p:oleObj name="Equation" r:id="rId16" imgW="1155700" imgH="2413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759" y="6010460"/>
                        <a:ext cx="1998809" cy="4095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直角三角形 1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直角三角形 1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  <p:bldP spid="22" grpId="0"/>
      <p:bldP spid="9" grpId="0"/>
      <p:bldP spid="26" grpId="0"/>
      <p:bldP spid="31" grpId="0"/>
      <p:bldP spid="3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7197" y="426505"/>
            <a:ext cx="800219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因为</a:t>
            </a:r>
            <a:endParaRPr lang="en-US" altLang="zh-CN" sz="2400" baseline="-250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407416" y="571419"/>
          <a:ext cx="985888" cy="49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Equation" r:id="rId4" imgW="458470" imgH="229235" progId="Equation.DSMT4">
                  <p:embed/>
                </p:oleObj>
              </mc:Choice>
              <mc:Fallback>
                <p:oleObj name="Equation" r:id="rId4" imgW="458470" imgH="229235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416" y="571419"/>
                        <a:ext cx="985888" cy="4929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2419882" y="479168"/>
            <a:ext cx="1107996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，所以</a:t>
            </a:r>
            <a:endParaRPr lang="en-US" altLang="zh-CN" sz="2400" baseline="-2500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612282" y="571369"/>
          <a:ext cx="1284889" cy="472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Equation" r:id="rId6" imgW="647700" imgH="241300" progId="Equation.DSMT4">
                  <p:embed/>
                </p:oleObj>
              </mc:Choice>
              <mc:Fallback>
                <p:oleObj name="Equation" r:id="rId6" imgW="647700" imgH="241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2282" y="571369"/>
                        <a:ext cx="1284889" cy="4723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4932040" y="427402"/>
            <a:ext cx="2332690" cy="5792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,</a:t>
            </a:r>
            <a:r>
              <a:rPr lang="zh-CN" altLang="en-US" sz="2400" dirty="0"/>
              <a:t>故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/>
              <a:t>正交</a:t>
            </a:r>
            <a:r>
              <a:rPr lang="en-US" altLang="zh-CN" sz="2400" dirty="0"/>
              <a:t>.</a:t>
            </a:r>
            <a:endParaRPr lang="en-US" altLang="zh-CN" sz="2400" baseline="-25000" dirty="0"/>
          </a:p>
        </p:txBody>
      </p:sp>
      <p:sp>
        <p:nvSpPr>
          <p:cNvPr id="9" name="内容占位符 2"/>
          <p:cNvSpPr txBox="1"/>
          <p:nvPr/>
        </p:nvSpPr>
        <p:spPr>
          <a:xfrm>
            <a:off x="467544" y="1205139"/>
            <a:ext cx="8229600" cy="132474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性质</a:t>
            </a:r>
            <a:r>
              <a:rPr lang="en-US" altLang="zh-CN" sz="2400" b="1" dirty="0"/>
              <a:t>5.3.2</a:t>
            </a:r>
            <a:r>
              <a:rPr lang="en-US" altLang="zh-CN" sz="2400" dirty="0"/>
              <a:t>  </a:t>
            </a:r>
            <a:r>
              <a:rPr lang="zh-CN" altLang="en-US" sz="2400" dirty="0"/>
              <a:t> 设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阶实对称矩阵</a:t>
            </a:r>
            <a:r>
              <a:rPr lang="en-US" altLang="zh-CN" sz="2400" dirty="0"/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dirty="0"/>
              <a:t>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的特征方程的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/>
              <a:t>     </a:t>
            </a:r>
            <a:r>
              <a:rPr lang="zh-CN" altLang="en-US" sz="2400" dirty="0"/>
              <a:t>重根，则对应特征值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dirty="0"/>
              <a:t>恰有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/>
              <a:t>个线性无关的特征向量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11" name="内容占位符 2"/>
          <p:cNvSpPr txBox="1"/>
          <p:nvPr/>
        </p:nvSpPr>
        <p:spPr>
          <a:xfrm>
            <a:off x="467544" y="2668252"/>
            <a:ext cx="8229600" cy="237626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定理</a:t>
            </a:r>
            <a:r>
              <a:rPr lang="en-US" altLang="zh-CN" sz="2400" b="1" dirty="0"/>
              <a:t>5.3.1</a:t>
            </a:r>
            <a:r>
              <a:rPr lang="en-US" altLang="zh-CN" sz="2400" dirty="0"/>
              <a:t>  </a:t>
            </a:r>
            <a:r>
              <a:rPr lang="zh-CN" altLang="en-US" sz="2400" dirty="0"/>
              <a:t> 设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阶实对称矩阵，则必有正交矩阵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/>
              <a:t>,</a:t>
            </a:r>
            <a:r>
              <a:rPr lang="zh-CN" altLang="en-US" sz="2400" dirty="0"/>
              <a:t>使得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P=</a:t>
            </a:r>
            <a:r>
              <a:rPr lang="el-GR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/>
              <a:t>其中</a:t>
            </a:r>
            <a:r>
              <a:rPr lang="el-GR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dirty="0"/>
              <a:t>是以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的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个特征值为对角元素的对角矩阵，正交矩阵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/>
              <a:t>的列向量是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的特征值所顺次对应的单位正交特征向量。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9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539552" y="332656"/>
            <a:ext cx="708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</a:rPr>
              <a:t>用正交变换化二次型为标准型的具体步骤：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467544" y="692696"/>
            <a:ext cx="8376989" cy="60486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阶实对称矩阵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对角化的步骤如下</a:t>
            </a:r>
            <a:r>
              <a:rPr lang="en-US" altLang="zh-CN" sz="240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(1) </a:t>
            </a:r>
            <a:r>
              <a:rPr lang="zh-CN" altLang="en-US" sz="2400" dirty="0"/>
              <a:t>求出特征方程</a:t>
            </a:r>
            <a:r>
              <a:rPr lang="en-US" altLang="zh-CN" sz="2400" dirty="0"/>
              <a:t>|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A|=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 的所有不同的实根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/>
              <a:t> 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zh-CN" altLang="en-US" sz="2400" dirty="0"/>
              <a:t>，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，其中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/>
              <a:t>为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 的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/>
              <a:t>重特征值（</a:t>
            </a:r>
            <a:r>
              <a:rPr lang="en-US" altLang="zh-CN" sz="2400" dirty="0"/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/>
              <a:t> =1,2,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/>
              <a:t>）；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(2) </a:t>
            </a:r>
            <a:r>
              <a:rPr lang="zh-CN" altLang="en-US" sz="2400" dirty="0"/>
              <a:t>对每一特征值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/>
              <a:t>，解齐次线性方程组</a:t>
            </a:r>
            <a:r>
              <a:rPr lang="en-US" altLang="zh-CN" sz="2400" dirty="0"/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A)x=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，求得它的一个基础解系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altLang="zh-CN" sz="20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/>
              <a:t>（</a:t>
            </a:r>
            <a:r>
              <a:rPr lang="en-US" altLang="zh-CN" sz="2400" dirty="0"/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/>
              <a:t> =1,2,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/>
              <a:t> ）；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(3) </a:t>
            </a:r>
            <a:r>
              <a:rPr lang="zh-CN" altLang="en-US" sz="2400" dirty="0"/>
              <a:t>利用施密特正交化方法，把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altLang="zh-CN" sz="20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/>
              <a:t>正交化，然后单位化，得到正交单位向量组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altLang="zh-CN" sz="20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/>
              <a:t> （</a:t>
            </a:r>
            <a:r>
              <a:rPr lang="en-US" altLang="zh-CN" sz="2400" dirty="0"/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/>
              <a:t> =1,2,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/>
              <a:t>）；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(4) </a:t>
            </a:r>
            <a:r>
              <a:rPr lang="zh-CN" altLang="en-US" sz="2400" dirty="0"/>
              <a:t>记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sz="2400" dirty="0"/>
              <a:t>=(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/>
              <a:t> </a:t>
            </a:r>
            <a:r>
              <a:rPr lang="en-US" altLang="zh-CN" sz="2400" dirty="0"/>
              <a:t>,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β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/>
              <a:t> 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β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/>
              <a:t> </a:t>
            </a:r>
            <a:r>
              <a:rPr lang="en-US" altLang="zh-CN" sz="2400" dirty="0"/>
              <a:t>)</a:t>
            </a:r>
            <a:r>
              <a:rPr lang="zh-CN" altLang="en-US" sz="2400" dirty="0"/>
              <a:t>，则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/>
              <a:t> 为正交矩阵，使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179512" y="2773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直角三角形 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827584" y="332656"/>
          <a:ext cx="6510863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Equation" r:id="rId4" imgW="3124200" imgH="406400" progId="Equation.DSMT4">
                  <p:embed/>
                </p:oleObj>
              </mc:Choice>
              <mc:Fallback>
                <p:oleObj name="Equation" r:id="rId4" imgW="3124200" imgH="406400" progId="Equation.DSMT4">
                  <p:embed/>
                  <p:pic>
                    <p:nvPicPr>
                      <p:cNvPr id="0" name="图片 87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32656"/>
                        <a:ext cx="6510863" cy="864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443975" y="1545013"/>
            <a:ext cx="864096" cy="516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5</a:t>
            </a:r>
            <a:endParaRPr lang="zh-CN" altLang="en-US" sz="2400" dirty="0"/>
          </a:p>
        </p:txBody>
      </p:sp>
      <p:sp>
        <p:nvSpPr>
          <p:cNvPr id="5" name="Text Box 22"/>
          <p:cNvSpPr txBox="1">
            <a:spLocks noChangeArrowheads="1"/>
          </p:cNvSpPr>
          <p:nvPr/>
        </p:nvSpPr>
        <p:spPr bwMode="auto">
          <a:xfrm>
            <a:off x="1187624" y="1545013"/>
            <a:ext cx="17547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设对称矩阵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870677" y="1389257"/>
          <a:ext cx="1481919" cy="7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Equation" r:id="rId6" imgW="889000" imgH="457200" progId="Equation.DSMT4">
                  <p:embed/>
                </p:oleObj>
              </mc:Choice>
              <mc:Fallback>
                <p:oleObj name="Equation" r:id="rId6" imgW="8890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677" y="1389257"/>
                        <a:ext cx="1481919" cy="773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2"/>
          <p:cNvSpPr txBox="1">
            <a:spLocks noChangeArrowheads="1"/>
          </p:cNvSpPr>
          <p:nvPr/>
        </p:nvSpPr>
        <p:spPr bwMode="auto">
          <a:xfrm>
            <a:off x="4305828" y="1545011"/>
            <a:ext cx="48718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，用正交变换法把它化为标准形。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539552" y="2354939"/>
            <a:ext cx="864096" cy="516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  <a:endParaRPr lang="zh-CN" altLang="en-US" sz="2400" dirty="0"/>
          </a:p>
        </p:txBody>
      </p:sp>
      <p:sp>
        <p:nvSpPr>
          <p:cNvPr id="10" name="Text Box 22"/>
          <p:cNvSpPr txBox="1">
            <a:spLocks noChangeArrowheads="1"/>
          </p:cNvSpPr>
          <p:nvPr/>
        </p:nvSpPr>
        <p:spPr bwMode="auto">
          <a:xfrm>
            <a:off x="1134121" y="2300530"/>
            <a:ext cx="30058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i="1" dirty="0"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+mn-lt"/>
                <a:ea typeface="+mn-ea"/>
              </a:rPr>
              <a:t>的特征多项式为：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910645" y="2162430"/>
          <a:ext cx="4718362" cy="906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Equation" r:id="rId8" imgW="57912000" imgH="10972800" progId="Equation.DSMT4">
                  <p:embed/>
                </p:oleObj>
              </mc:Choice>
              <mc:Fallback>
                <p:oleObj name="Equation" r:id="rId8" imgW="57912000" imgH="10972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645" y="2162430"/>
                        <a:ext cx="4718362" cy="9065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719531" y="3293118"/>
            <a:ext cx="57842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它的特征值</a:t>
            </a:r>
            <a:r>
              <a:rPr lang="en-US" altLang="zh-CN" sz="2400" i="1" dirty="0"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latin typeface="+mn-lt"/>
                <a:ea typeface="+mn-ea"/>
              </a:rPr>
              <a:t>=2</a:t>
            </a:r>
            <a:r>
              <a:rPr lang="zh-CN" altLang="en-US" sz="2400" b="0" dirty="0">
                <a:latin typeface="+mn-lt"/>
                <a:ea typeface="+mn-ea"/>
              </a:rPr>
              <a:t>对应的特征向量是 </a:t>
            </a: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>
            <a:off x="719530" y="3978941"/>
            <a:ext cx="57842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特征值</a:t>
            </a:r>
            <a:r>
              <a:rPr lang="en-US" altLang="zh-CN" sz="2400" i="1" dirty="0"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b="0" dirty="0"/>
              <a:t>=4</a:t>
            </a:r>
            <a:r>
              <a:rPr lang="zh-CN" altLang="en-US" sz="2400" b="0" dirty="0">
                <a:latin typeface="+mn-lt"/>
                <a:ea typeface="+mn-ea"/>
              </a:rPr>
              <a:t>对应的特征向量是 </a:t>
            </a:r>
          </a:p>
        </p:txBody>
      </p:sp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723289" y="4923585"/>
            <a:ext cx="57842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取正交矩阵                 ，</a:t>
            </a: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708722" y="5775658"/>
            <a:ext cx="57842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则有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579208" y="3133757"/>
          <a:ext cx="1539982" cy="812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Equation" r:id="rId10" imgW="862965" imgH="457200" progId="Equation.DSMT4">
                  <p:embed/>
                </p:oleObj>
              </mc:Choice>
              <mc:Fallback>
                <p:oleObj name="Equation" r:id="rId10" imgW="862965" imgH="457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208" y="3133757"/>
                        <a:ext cx="1539982" cy="8122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959877" y="3887129"/>
          <a:ext cx="1629139" cy="744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Equation" r:id="rId12" imgW="990600" imgH="457200" progId="Equation.DSMT4">
                  <p:embed/>
                </p:oleObj>
              </mc:Choice>
              <mc:Fallback>
                <p:oleObj name="Equation" r:id="rId12" imgW="990600" imgH="457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877" y="3887129"/>
                        <a:ext cx="1629139" cy="7447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442818" y="4809497"/>
          <a:ext cx="1668011" cy="7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Equation" r:id="rId14" imgW="1028700" imgH="457200" progId="Equation.DSMT4">
                  <p:embed/>
                </p:oleObj>
              </mc:Choice>
              <mc:Fallback>
                <p:oleObj name="Equation" r:id="rId14" imgW="1028700" imgH="457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818" y="4809497"/>
                        <a:ext cx="1668011" cy="741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475702" y="4814596"/>
          <a:ext cx="1231638" cy="788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16" imgW="711200" imgH="457200" progId="Equation.DSMT4">
                  <p:embed/>
                </p:oleObj>
              </mc:Choice>
              <mc:Fallback>
                <p:oleObj name="Equation" r:id="rId16" imgW="711200" imgH="457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702" y="4814596"/>
                        <a:ext cx="1231638" cy="7882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565281" y="5824607"/>
          <a:ext cx="1296145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1" name="Equation" r:id="rId18" imgW="685800" imgH="190500" progId="Equation.DSMT4">
                  <p:embed/>
                </p:oleObj>
              </mc:Choice>
              <mc:Fallback>
                <p:oleObj name="Equation" r:id="rId18" imgW="685800" imgH="1905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81" y="5824607"/>
                        <a:ext cx="1296145" cy="3600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直角三角形 1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直角三角形 2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75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75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8" grpId="0"/>
      <p:bldP spid="9" grpId="0"/>
      <p:bldP spid="10" grpId="0"/>
      <p:bldP spid="13" grpId="0" build="p" autoUpdateAnimBg="0"/>
      <p:bldP spid="14" grpId="0" build="p" autoUpdateAnimBg="0"/>
      <p:bldP spid="15" grpId="0" build="p" autoUpdateAnimBg="0"/>
      <p:bldP spid="16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70190" y="138194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/>
              <a:t>四、二次型的标准化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90624" y="768722"/>
            <a:ext cx="708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</a:rPr>
              <a:t>用正交变换化二次型为标准型的具体步骤：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49793" y="1703099"/>
            <a:ext cx="8782330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(2)</a:t>
            </a:r>
            <a:r>
              <a:rPr lang="zh-CN" altLang="zh-CN" sz="2400" b="0" dirty="0">
                <a:latin typeface="+mn-lt"/>
                <a:ea typeface="+mn-ea"/>
              </a:rPr>
              <a:t>求出特征方程</a:t>
            </a:r>
            <a:r>
              <a:rPr lang="zh-CN" altLang="en-US" sz="2400" dirty="0"/>
              <a:t>求出特征方程</a:t>
            </a:r>
            <a:r>
              <a:rPr lang="en-US" altLang="zh-CN" sz="2400" dirty="0"/>
              <a:t>|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λI</a:t>
            </a:r>
            <a:r>
              <a:rPr lang="en-US" altLang="zh-CN" sz="2400" dirty="0">
                <a:cs typeface="Times New Roman" panose="02020603050405020304" pitchFamily="18" charset="0"/>
              </a:rPr>
              <a:t>-</a:t>
            </a:r>
            <a:r>
              <a:rPr lang="en-US" altLang="zh-CN" sz="2400" i="1" dirty="0">
                <a:cs typeface="Times New Roman" panose="02020603050405020304" pitchFamily="18" charset="0"/>
              </a:rPr>
              <a:t>A|=</a:t>
            </a:r>
            <a:r>
              <a:rPr lang="en-US" altLang="zh-CN" sz="2400" dirty="0"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 的所有不同的实根</a:t>
            </a:r>
            <a:r>
              <a:rPr lang="en-US" altLang="zh-CN" sz="2400" i="1" dirty="0"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zh-CN" altLang="en-US" sz="2400" i="1" dirty="0"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zh-CN" altLang="en-US" sz="2400" dirty="0"/>
              <a:t> ，</a:t>
            </a:r>
            <a:r>
              <a:rPr lang="en-US" altLang="zh-CN" sz="2400" dirty="0">
                <a:latin typeface="宋体" panose="02010600030101010101" pitchFamily="2" charset="-122"/>
              </a:rPr>
              <a:t>…</a:t>
            </a:r>
            <a:r>
              <a:rPr lang="zh-CN" altLang="en-US" sz="2400" dirty="0"/>
              <a:t>，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λ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n</a:t>
            </a:r>
            <a:r>
              <a:rPr lang="zh-CN" altLang="en-US" sz="2400" dirty="0"/>
              <a:t>，其中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λ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i</a:t>
            </a:r>
            <a:r>
              <a:rPr lang="zh-CN" altLang="en-US" sz="2400" dirty="0"/>
              <a:t>为</a:t>
            </a:r>
            <a:r>
              <a:rPr lang="en-US" altLang="zh-CN" sz="2400" i="1" dirty="0">
                <a:cs typeface="Times New Roman" panose="02020603050405020304" pitchFamily="18" charset="0"/>
              </a:rPr>
              <a:t>A</a:t>
            </a:r>
            <a:r>
              <a:rPr lang="zh-CN" altLang="en-US" sz="2400" dirty="0"/>
              <a:t> 的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r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i</a:t>
            </a:r>
            <a:r>
              <a:rPr lang="zh-CN" altLang="en-US" sz="2400" dirty="0"/>
              <a:t>重特征值（</a:t>
            </a:r>
            <a:r>
              <a:rPr lang="en-US" altLang="zh-CN" sz="2400" dirty="0"/>
              <a:t>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i</a:t>
            </a:r>
            <a:r>
              <a:rPr lang="en-US" altLang="zh-CN" sz="2400" dirty="0"/>
              <a:t> =1,2,</a:t>
            </a:r>
            <a:r>
              <a:rPr lang="en-US" altLang="zh-CN" sz="2400" dirty="0">
                <a:latin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i="1" dirty="0">
                <a:cs typeface="Times New Roman" panose="02020603050405020304" pitchFamily="18" charset="0"/>
              </a:rPr>
              <a:t>m</a:t>
            </a:r>
            <a:r>
              <a:rPr lang="zh-CN" altLang="en-US" sz="2400" dirty="0"/>
              <a:t>）；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(3) </a:t>
            </a:r>
            <a:r>
              <a:rPr lang="zh-CN" altLang="en-US" sz="2400" dirty="0"/>
              <a:t>对每一特征值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λ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i</a:t>
            </a:r>
            <a:r>
              <a:rPr lang="zh-CN" altLang="en-US" sz="2400" dirty="0"/>
              <a:t>，解齐次线性方程组</a:t>
            </a:r>
            <a:r>
              <a:rPr lang="en-US" altLang="zh-CN" sz="2400" dirty="0"/>
              <a:t>(</a:t>
            </a:r>
            <a:r>
              <a:rPr lang="en-US" altLang="zh-CN" sz="2400" i="1" dirty="0"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λ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-</a:t>
            </a:r>
            <a:r>
              <a:rPr lang="en-US" altLang="zh-CN" sz="2400" i="1" dirty="0">
                <a:cs typeface="Times New Roman" panose="02020603050405020304" pitchFamily="18" charset="0"/>
              </a:rPr>
              <a:t>A)x=</a:t>
            </a:r>
            <a:r>
              <a:rPr lang="en-US" altLang="zh-CN" sz="2400" dirty="0">
                <a:cs typeface="Times New Roman" panose="02020603050405020304" pitchFamily="18" charset="0"/>
              </a:rPr>
              <a:t>0</a:t>
            </a:r>
            <a:r>
              <a:rPr lang="zh-CN" altLang="en-US" sz="2400" dirty="0"/>
              <a:t>，求得它的一个基础解系</a:t>
            </a:r>
            <a:r>
              <a:rPr lang="en-US" altLang="zh-CN" sz="2400" dirty="0"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 α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 α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ir</a:t>
            </a:r>
            <a:r>
              <a:rPr lang="en-US" altLang="zh-CN" sz="2000" baseline="-30000" dirty="0" err="1"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 </a:t>
            </a:r>
            <a:r>
              <a:rPr lang="zh-CN" altLang="en-US" sz="2400" dirty="0"/>
              <a:t>（</a:t>
            </a:r>
            <a:r>
              <a:rPr lang="en-US" altLang="zh-CN" sz="2400" dirty="0"/>
              <a:t>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i</a:t>
            </a:r>
            <a:r>
              <a:rPr lang="en-US" altLang="zh-CN" sz="2400" dirty="0"/>
              <a:t> =1,2,</a:t>
            </a:r>
            <a:r>
              <a:rPr lang="en-US" altLang="zh-CN" sz="2400" dirty="0">
                <a:latin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i="1" dirty="0">
                <a:cs typeface="Times New Roman" panose="02020603050405020304" pitchFamily="18" charset="0"/>
              </a:rPr>
              <a:t>m</a:t>
            </a:r>
            <a:r>
              <a:rPr lang="zh-CN" altLang="en-US" sz="2400" dirty="0"/>
              <a:t> ）；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(4) </a:t>
            </a:r>
            <a:r>
              <a:rPr lang="zh-CN" altLang="en-US" sz="2400" dirty="0"/>
              <a:t>利用施密特正交化方法，把</a:t>
            </a:r>
            <a:r>
              <a:rPr lang="en-US" altLang="zh-CN" sz="2400" dirty="0">
                <a:cs typeface="Times New Roman" panose="02020603050405020304" pitchFamily="18" charset="0"/>
              </a:rPr>
              <a:t>α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 α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 α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ir</a:t>
            </a:r>
            <a:r>
              <a:rPr lang="en-US" altLang="zh-CN" sz="2000" baseline="-30000" dirty="0" err="1">
                <a:cs typeface="Times New Roman" panose="02020603050405020304" pitchFamily="18" charset="0"/>
              </a:rPr>
              <a:t>i</a:t>
            </a:r>
            <a:r>
              <a:rPr lang="zh-CN" altLang="en-US" sz="2400" dirty="0"/>
              <a:t>正交化，然后单位化，得到正交单位向量组</a:t>
            </a:r>
            <a:r>
              <a:rPr lang="el-GR" altLang="zh-CN" sz="2400" i="1" dirty="0"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ir</a:t>
            </a:r>
            <a:r>
              <a:rPr lang="en-US" altLang="zh-CN" sz="2000" baseline="-30000" dirty="0" err="1">
                <a:cs typeface="Times New Roman" panose="02020603050405020304" pitchFamily="18" charset="0"/>
              </a:rPr>
              <a:t>i</a:t>
            </a:r>
            <a:r>
              <a:rPr lang="zh-CN" altLang="en-US" sz="2400" dirty="0"/>
              <a:t> （</a:t>
            </a:r>
            <a:r>
              <a:rPr lang="en-US" altLang="zh-CN" sz="2400" dirty="0"/>
              <a:t>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i</a:t>
            </a:r>
            <a:r>
              <a:rPr lang="en-US" altLang="zh-CN" sz="2400" dirty="0"/>
              <a:t> =1,2,</a:t>
            </a:r>
            <a:r>
              <a:rPr lang="en-US" altLang="zh-CN" sz="2400" dirty="0">
                <a:latin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i="1" dirty="0">
                <a:cs typeface="Times New Roman" panose="02020603050405020304" pitchFamily="18" charset="0"/>
              </a:rPr>
              <a:t>m</a:t>
            </a:r>
            <a:r>
              <a:rPr lang="zh-CN" altLang="en-US" sz="2400" dirty="0"/>
              <a:t>）；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(5) </a:t>
            </a:r>
            <a:r>
              <a:rPr lang="zh-CN" altLang="en-US" sz="2400" dirty="0"/>
              <a:t>记 </a:t>
            </a:r>
            <a:r>
              <a:rPr lang="en-US" altLang="zh-CN" sz="2400" i="1" dirty="0">
                <a:cs typeface="Times New Roman" panose="02020603050405020304" pitchFamily="18" charset="0"/>
              </a:rPr>
              <a:t>P </a:t>
            </a:r>
            <a:r>
              <a:rPr lang="en-US" altLang="zh-CN" sz="2400" dirty="0"/>
              <a:t>=(</a:t>
            </a:r>
            <a:r>
              <a:rPr lang="el-GR" altLang="zh-CN" sz="2400" i="1" dirty="0"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11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r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1</a:t>
            </a:r>
            <a:r>
              <a:rPr lang="zh-CN" altLang="en-US" sz="2400" dirty="0"/>
              <a:t> </a:t>
            </a:r>
            <a:r>
              <a:rPr lang="en-US" altLang="zh-CN" sz="2400" dirty="0"/>
              <a:t>,</a:t>
            </a:r>
            <a:r>
              <a:rPr lang="el-GR" altLang="zh-CN" sz="2400" i="1" dirty="0">
                <a:cs typeface="Times New Roman" panose="02020603050405020304" pitchFamily="18" charset="0"/>
              </a:rPr>
              <a:t> β</a:t>
            </a:r>
            <a:r>
              <a:rPr lang="el-GR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21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r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2</a:t>
            </a:r>
            <a:r>
              <a:rPr lang="zh-CN" altLang="en-US" sz="2400" dirty="0"/>
              <a:t> 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l-GR" altLang="zh-CN" sz="2400" i="1" dirty="0">
                <a:cs typeface="Times New Roman" panose="02020603050405020304" pitchFamily="18" charset="0"/>
              </a:rPr>
              <a:t> β</a:t>
            </a:r>
            <a:r>
              <a:rPr lang="el-GR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cs typeface="Times New Roman" panose="02020603050405020304" pitchFamily="18" charset="0"/>
              </a:rPr>
              <a:t>β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宋体" panose="02010600030101010101" pitchFamily="2" charset="-122"/>
              </a:rPr>
              <a:t> …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l-GR" altLang="zh-CN" sz="2400" i="1" dirty="0">
                <a:cs typeface="Times New Roman" panose="02020603050405020304" pitchFamily="18" charset="0"/>
              </a:rPr>
              <a:t>β</a:t>
            </a:r>
            <a:r>
              <a:rPr lang="el-GR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mr</a:t>
            </a:r>
            <a:r>
              <a:rPr lang="en-US" altLang="zh-CN" sz="2000" i="1" baseline="-25000" dirty="0" err="1">
                <a:cs typeface="Times New Roman" panose="02020603050405020304" pitchFamily="18" charset="0"/>
              </a:rPr>
              <a:t>m</a:t>
            </a:r>
            <a:r>
              <a:rPr lang="zh-CN" altLang="en-US" sz="2400" dirty="0"/>
              <a:t> </a:t>
            </a:r>
            <a:r>
              <a:rPr lang="en-US" altLang="zh-CN" sz="2400" dirty="0"/>
              <a:t>)</a:t>
            </a:r>
            <a:r>
              <a:rPr lang="zh-CN" altLang="en-US" sz="2400" dirty="0"/>
              <a:t>，则</a:t>
            </a:r>
            <a:r>
              <a:rPr lang="en-US" altLang="zh-CN" sz="2400" i="1" dirty="0">
                <a:cs typeface="Times New Roman" panose="02020603050405020304" pitchFamily="18" charset="0"/>
              </a:rPr>
              <a:t>P</a:t>
            </a:r>
            <a:r>
              <a:rPr lang="zh-CN" altLang="en-US" sz="2400" dirty="0"/>
              <a:t> 为正交矩阵；</a:t>
            </a:r>
            <a:endParaRPr lang="en-US" altLang="zh-CN" sz="2400" i="1" dirty="0"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/>
              <a:t>(6)</a:t>
            </a:r>
            <a:r>
              <a:rPr lang="zh-CN" altLang="en-US" sz="2400" dirty="0"/>
              <a:t>作正交变换</a:t>
            </a:r>
            <a:r>
              <a:rPr lang="en-US" altLang="zh-CN" sz="2400" i="1" dirty="0"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cs typeface="Times New Roman" panose="02020603050405020304" pitchFamily="18" charset="0"/>
              </a:rPr>
              <a:t>=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Py</a:t>
            </a:r>
            <a:r>
              <a:rPr lang="zh-CN" altLang="en-US" sz="2400" dirty="0"/>
              <a:t>代入</a:t>
            </a:r>
            <a:r>
              <a:rPr lang="en-US" altLang="zh-CN" sz="2400" i="1" dirty="0">
                <a:cs typeface="Times New Roman" panose="02020603050405020304" pitchFamily="18" charset="0"/>
              </a:rPr>
              <a:t>f</a:t>
            </a:r>
            <a:r>
              <a:rPr lang="zh-CN" altLang="en-US" sz="2400" dirty="0"/>
              <a:t>，得到标准形</a:t>
            </a:r>
            <a:r>
              <a:rPr lang="en-US" altLang="zh-CN" sz="2400" i="1" dirty="0">
                <a:cs typeface="Times New Roman" panose="02020603050405020304" pitchFamily="18" charset="0"/>
              </a:rPr>
              <a:t>f= 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i="1" dirty="0"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宋体" panose="02010600030101010101" pitchFamily="2" charset="-122"/>
              </a:rPr>
              <a:t>+</a:t>
            </a:r>
            <a:r>
              <a:rPr lang="en-US" altLang="zh-CN" sz="2400" i="1" dirty="0"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i="1" dirty="0"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宋体" panose="02010600030101010101" pitchFamily="2" charset="-122"/>
              </a:rPr>
              <a:t>+…+</a:t>
            </a:r>
            <a:r>
              <a:rPr lang="en-US" altLang="zh-CN" sz="2400" i="1" dirty="0"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n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2</a:t>
            </a:r>
            <a:endParaRPr lang="zh-CN" altLang="en-US" sz="2400" baseline="30000" dirty="0"/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470190" y="1241434"/>
            <a:ext cx="6048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/>
              <a:t>(1)</a:t>
            </a:r>
            <a:r>
              <a:rPr lang="zh-CN" altLang="zh-CN" sz="2400" b="0" dirty="0">
                <a:latin typeface="+mn-lt"/>
                <a:ea typeface="+mn-ea"/>
              </a:rPr>
              <a:t>求出二次型的矩阵</a:t>
            </a:r>
            <a:r>
              <a:rPr lang="en-US" altLang="zh-CN" sz="2400" i="1" dirty="0">
                <a:cs typeface="Times New Roman" panose="02020603050405020304" pitchFamily="18" charset="0"/>
              </a:rPr>
              <a:t>A</a:t>
            </a:r>
            <a:endParaRPr lang="zh-CN" altLang="en-US" sz="2400" b="0" dirty="0">
              <a:latin typeface="+mn-lt"/>
              <a:ea typeface="+mn-ea"/>
            </a:endParaRPr>
          </a:p>
        </p:txBody>
      </p:sp>
      <p:sp>
        <p:nvSpPr>
          <p:cNvPr id="7" name="直角三角形 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6" grpId="0" build="p" autoUpdateAnimBg="0"/>
      <p:bldP spid="20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>
          <a:xfrm>
            <a:off x="508528" y="164566"/>
            <a:ext cx="864096" cy="516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5</a:t>
            </a:r>
            <a:endParaRPr lang="zh-CN" altLang="en-US" sz="2400" dirty="0"/>
          </a:p>
        </p:txBody>
      </p:sp>
      <p:sp>
        <p:nvSpPr>
          <p:cNvPr id="4" name="Text Box 22"/>
          <p:cNvSpPr txBox="1">
            <a:spLocks noChangeArrowheads="1"/>
          </p:cNvSpPr>
          <p:nvPr/>
        </p:nvSpPr>
        <p:spPr bwMode="auto">
          <a:xfrm>
            <a:off x="940576" y="680640"/>
            <a:ext cx="17547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设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372624" y="260648"/>
          <a:ext cx="3702032" cy="1371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Equation" r:id="rId4" imgW="1930400" imgH="711200" progId="Equation.DSMT4">
                  <p:embed/>
                </p:oleObj>
              </mc:Choice>
              <mc:Fallback>
                <p:oleObj name="Equation" r:id="rId4" imgW="1930400" imgH="711200" progId="Equation.DSMT4">
                  <p:embed/>
                  <p:pic>
                    <p:nvPicPr>
                      <p:cNvPr id="0" name="图片 89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624" y="260648"/>
                        <a:ext cx="3702032" cy="13716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2"/>
          <p:cNvSpPr txBox="1">
            <a:spLocks noChangeArrowheads="1"/>
          </p:cNvSpPr>
          <p:nvPr/>
        </p:nvSpPr>
        <p:spPr bwMode="auto">
          <a:xfrm>
            <a:off x="5148064" y="680639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试用正交变换化把二次型</a:t>
            </a:r>
          </a:p>
        </p:txBody>
      </p: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1817931" y="1837866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为标准型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52707" y="1876145"/>
          <a:ext cx="1254997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Equation" r:id="rId6" imgW="584200" imgH="203200" progId="Equation.DSMT4">
                  <p:embed/>
                </p:oleObj>
              </mc:Choice>
              <mc:Fallback>
                <p:oleObj name="Equation" r:id="rId6" imgW="584200" imgH="203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07" y="1876145"/>
                        <a:ext cx="1254997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/>
          <p:cNvSpPr txBox="1"/>
          <p:nvPr/>
        </p:nvSpPr>
        <p:spPr>
          <a:xfrm>
            <a:off x="508528" y="2552045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</a:p>
        </p:txBody>
      </p:sp>
      <p:sp>
        <p:nvSpPr>
          <p:cNvPr id="11" name="Text Box 22"/>
          <p:cNvSpPr txBox="1">
            <a:spLocks noChangeArrowheads="1"/>
          </p:cNvSpPr>
          <p:nvPr/>
        </p:nvSpPr>
        <p:spPr bwMode="auto">
          <a:xfrm>
            <a:off x="1043608" y="2521667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i="1" dirty="0"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+mn-lt"/>
                <a:ea typeface="+mn-ea"/>
              </a:rPr>
              <a:t>的特征多项式为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614855" y="2060848"/>
          <a:ext cx="4388753" cy="1343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name="Equation" r:id="rId8" imgW="2336800" imgH="711200" progId="Equation.DSMT4">
                  <p:embed/>
                </p:oleObj>
              </mc:Choice>
              <mc:Fallback>
                <p:oleObj name="Equation" r:id="rId8" imgW="23368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855" y="2060848"/>
                        <a:ext cx="4388753" cy="13434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2"/>
          <p:cNvSpPr txBox="1">
            <a:spLocks noChangeArrowheads="1"/>
          </p:cNvSpPr>
          <p:nvPr/>
        </p:nvSpPr>
        <p:spPr bwMode="auto">
          <a:xfrm>
            <a:off x="177487" y="3566371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得特征值</a:t>
            </a:r>
            <a:r>
              <a:rPr lang="en-US" altLang="zh-CN" sz="2400" i="1" dirty="0"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b="0" dirty="0"/>
              <a:t>=4</a:t>
            </a:r>
            <a:r>
              <a:rPr lang="zh-CN" altLang="en-US" sz="2400" b="0" dirty="0"/>
              <a:t>，</a:t>
            </a:r>
            <a:r>
              <a:rPr lang="en-US" altLang="zh-CN" sz="2400" i="1" dirty="0">
                <a:cs typeface="Times New Roman" panose="02020603050405020304" pitchFamily="18" charset="0"/>
              </a:rPr>
              <a:t> 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b="0" dirty="0"/>
              <a:t>=</a:t>
            </a:r>
            <a:r>
              <a:rPr lang="en-US" altLang="zh-CN" sz="2400" i="1" dirty="0">
                <a:cs typeface="Times New Roman" panose="02020603050405020304" pitchFamily="18" charset="0"/>
              </a:rPr>
              <a:t> 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3</a:t>
            </a:r>
            <a:r>
              <a:rPr lang="en-US" altLang="zh-CN" sz="2400" b="0" dirty="0"/>
              <a:t>=5</a:t>
            </a:r>
            <a:endParaRPr lang="zh-CN" altLang="en-US" sz="2400" b="0" dirty="0">
              <a:latin typeface="+mn-lt"/>
              <a:ea typeface="+mn-ea"/>
            </a:endParaRPr>
          </a:p>
        </p:txBody>
      </p:sp>
      <p:sp>
        <p:nvSpPr>
          <p:cNvPr id="17" name="Text Box 22"/>
          <p:cNvSpPr txBox="1">
            <a:spLocks noChangeArrowheads="1"/>
          </p:cNvSpPr>
          <p:nvPr/>
        </p:nvSpPr>
        <p:spPr bwMode="auto">
          <a:xfrm>
            <a:off x="3519757" y="3550736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0" dirty="0">
                <a:latin typeface="+mn-lt"/>
                <a:ea typeface="+mn-ea"/>
              </a:rPr>
              <a:t>,</a:t>
            </a:r>
            <a:r>
              <a:rPr lang="zh-CN" altLang="en-US" sz="2400" b="0" dirty="0">
                <a:latin typeface="+mn-lt"/>
                <a:ea typeface="+mn-ea"/>
              </a:rPr>
              <a:t>对于</a:t>
            </a:r>
            <a:r>
              <a:rPr lang="en-US" altLang="zh-CN" sz="2400" i="1" dirty="0"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b="0" dirty="0"/>
              <a:t>=4</a:t>
            </a:r>
            <a:r>
              <a:rPr lang="zh-CN" altLang="en-US" sz="2400" b="0" dirty="0">
                <a:latin typeface="+mn-lt"/>
                <a:ea typeface="+mn-ea"/>
              </a:rPr>
              <a:t>，解方程 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248884" y="3580353"/>
          <a:ext cx="1913356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name="Equation" r:id="rId10" imgW="888365" imgH="203200" progId="Equation.DSMT4">
                  <p:embed/>
                </p:oleObj>
              </mc:Choice>
              <mc:Fallback>
                <p:oleObj name="Equation" r:id="rId10" imgW="888365" imgH="203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884" y="3580353"/>
                        <a:ext cx="1913356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3603" y="4208228"/>
          <a:ext cx="9066229" cy="1098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Equation" r:id="rId12" imgW="5892800" imgH="711200" progId="Equation.DSMT4">
                  <p:embed/>
                </p:oleObj>
              </mc:Choice>
              <mc:Fallback>
                <p:oleObj name="Equation" r:id="rId12" imgW="5892800" imgH="711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03" y="4208228"/>
                        <a:ext cx="9066229" cy="10984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277987" y="5398162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得特征向量</a:t>
            </a: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500684"/>
              </p:ext>
            </p:extLst>
          </p:nvPr>
        </p:nvGraphicFramePr>
        <p:xfrm>
          <a:off x="1870816" y="5381422"/>
          <a:ext cx="1648941" cy="496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Equation" r:id="rId14" imgW="787400" imgH="241300" progId="Equation.DSMT4">
                  <p:embed/>
                </p:oleObj>
              </mc:Choice>
              <mc:Fallback>
                <p:oleObj name="Equation" r:id="rId14" imgW="787400" imgH="2413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816" y="5381422"/>
                        <a:ext cx="1648941" cy="4966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443109" y="5912347"/>
            <a:ext cx="76996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同理，对于</a:t>
            </a:r>
            <a:r>
              <a:rPr lang="en-US" altLang="zh-CN" sz="2400" i="1" dirty="0">
                <a:cs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400" b="0" dirty="0"/>
              <a:t>=</a:t>
            </a:r>
            <a:r>
              <a:rPr lang="en-US" altLang="zh-CN" sz="2400" i="1" dirty="0">
                <a:cs typeface="Times New Roman" panose="02020603050405020304" pitchFamily="18" charset="0"/>
              </a:rPr>
              <a:t> λ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3</a:t>
            </a:r>
            <a:r>
              <a:rPr lang="en-US" altLang="zh-CN" sz="2400" b="0" dirty="0"/>
              <a:t>=5</a:t>
            </a:r>
            <a:r>
              <a:rPr lang="zh-CN" altLang="en-US" sz="2400" b="0" dirty="0">
                <a:latin typeface="+mn-lt"/>
                <a:ea typeface="+mn-ea"/>
              </a:rPr>
              <a:t>，得到线性无关的特征向量</a:t>
            </a: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087102"/>
              </p:ext>
            </p:extLst>
          </p:nvPr>
        </p:nvGraphicFramePr>
        <p:xfrm>
          <a:off x="4644008" y="6407662"/>
          <a:ext cx="3574463" cy="444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4" name="Equation" r:id="rId16" imgW="1917700" imgH="241300" progId="Equation.DSMT4">
                  <p:embed/>
                </p:oleObj>
              </mc:Choice>
              <mc:Fallback>
                <p:oleObj name="Equation" r:id="rId16" imgW="1917700" imgH="2413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6407662"/>
                        <a:ext cx="3574463" cy="444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直角三角形 1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直角三角形 1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75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build="p" autoUpdateAnimBg="0"/>
      <p:bldP spid="14" grpId="0" build="p" autoUpdateAnimBg="0"/>
      <p:bldP spid="17" grpId="0" build="p" autoUpdateAnimBg="0"/>
      <p:bldP spid="24" grpId="0" build="p" autoUpdateAnimBg="0"/>
      <p:bldP spid="27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2"/>
          <p:cNvSpPr txBox="1">
            <a:spLocks noChangeArrowheads="1"/>
          </p:cNvSpPr>
          <p:nvPr/>
        </p:nvSpPr>
        <p:spPr bwMode="auto">
          <a:xfrm>
            <a:off x="179512" y="260648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将         正交化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11560" y="836712"/>
          <a:ext cx="882098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2" name="Equation" r:id="rId4" imgW="469900" imgH="228600" progId="Equation.DSMT4">
                  <p:embed/>
                </p:oleObj>
              </mc:Choice>
              <mc:Fallback>
                <p:oleObj name="Equation" r:id="rId4" imgW="4699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836712"/>
                        <a:ext cx="882098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068513" y="657225"/>
          <a:ext cx="4249737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Equation" r:id="rId6" imgW="56997600" imgH="10363200" progId="Equation.DSMT4">
                  <p:embed/>
                </p:oleObj>
              </mc:Choice>
              <mc:Fallback>
                <p:oleObj name="Equation" r:id="rId6" imgW="56997600" imgH="10363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657225"/>
                        <a:ext cx="4249737" cy="792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31140" y="275579"/>
          <a:ext cx="672508" cy="451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Equation" r:id="rId8" imgW="8229600" imgH="5486400" progId="Equation.DSMT4">
                  <p:embed/>
                </p:oleObj>
              </mc:Choice>
              <mc:Fallback>
                <p:oleObj name="Equation" r:id="rId8" imgW="8229600" imgH="5486400" progId="Equation.DSMT4">
                  <p:embed/>
                  <p:pic>
                    <p:nvPicPr>
                      <p:cNvPr id="0" name="图片 90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140" y="275579"/>
                        <a:ext cx="672508" cy="4516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49542" y="1772816"/>
          <a:ext cx="1044116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5" name="Equation" r:id="rId10" imgW="558800" imgH="228600" progId="Equation.DSMT4">
                  <p:embed/>
                </p:oleObj>
              </mc:Choice>
              <mc:Fallback>
                <p:oleObj name="Equation" r:id="rId10" imgW="5588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42" y="1772816"/>
                        <a:ext cx="1044116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2"/>
          <p:cNvSpPr txBox="1">
            <a:spLocks noChangeArrowheads="1"/>
          </p:cNvSpPr>
          <p:nvPr/>
        </p:nvSpPr>
        <p:spPr bwMode="auto">
          <a:xfrm>
            <a:off x="1547664" y="1772816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是正交化向量组。</a:t>
            </a:r>
          </a:p>
        </p:txBody>
      </p:sp>
      <p:sp>
        <p:nvSpPr>
          <p:cNvPr id="11" name="Text Box 22"/>
          <p:cNvSpPr txBox="1">
            <a:spLocks noChangeArrowheads="1"/>
          </p:cNvSpPr>
          <p:nvPr/>
        </p:nvSpPr>
        <p:spPr bwMode="auto">
          <a:xfrm>
            <a:off x="395536" y="2319263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单位化</a:t>
            </a:r>
          </a:p>
        </p:txBody>
      </p:sp>
      <p:graphicFrame>
        <p:nvGraphicFramePr>
          <p:cNvPr id="16" name="Object 6"/>
          <p:cNvGraphicFramePr>
            <a:graphicFrameLocks noChangeAspect="1"/>
          </p:cNvGraphicFramePr>
          <p:nvPr/>
        </p:nvGraphicFramePr>
        <p:xfrm>
          <a:off x="564964" y="2865710"/>
          <a:ext cx="2275844" cy="809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name="Equation" r:id="rId12" imgW="1256665" imgH="444500" progId="Equation.DSMT4">
                  <p:embed/>
                </p:oleObj>
              </mc:Choice>
              <mc:Fallback>
                <p:oleObj name="Equation" r:id="rId12" imgW="1256665" imgH="444500" progId="Equation.DSMT4">
                  <p:embed/>
                  <p:pic>
                    <p:nvPicPr>
                      <p:cNvPr id="0" name="图片 90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64" y="2865710"/>
                        <a:ext cx="2275844" cy="8098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2967813" y="2861296"/>
          <a:ext cx="2560736" cy="711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Equation" r:id="rId14" imgW="1612900" imgH="444500" progId="Equation.DSMT4">
                  <p:embed/>
                </p:oleObj>
              </mc:Choice>
              <mc:Fallback>
                <p:oleObj name="Equation" r:id="rId14" imgW="1612900" imgH="444500" progId="Equation.DSMT4">
                  <p:embed/>
                  <p:pic>
                    <p:nvPicPr>
                      <p:cNvPr id="0" name="图片 90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813" y="2861296"/>
                        <a:ext cx="2560736" cy="711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/>
          <p:cNvGraphicFramePr>
            <a:graphicFrameLocks noChangeAspect="1"/>
          </p:cNvGraphicFramePr>
          <p:nvPr/>
        </p:nvGraphicFramePr>
        <p:xfrm>
          <a:off x="5683527" y="2836733"/>
          <a:ext cx="3168350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8" name="Equation" r:id="rId16" imgW="1943100" imgH="482600" progId="Equation.DSMT4">
                  <p:embed/>
                </p:oleObj>
              </mc:Choice>
              <mc:Fallback>
                <p:oleObj name="Equation" r:id="rId16" imgW="1943100" imgH="482600" progId="Equation.DSMT4">
                  <p:embed/>
                  <p:pic>
                    <p:nvPicPr>
                      <p:cNvPr id="0" name="图片 90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527" y="2836733"/>
                        <a:ext cx="3168350" cy="792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1547664" y="4729194"/>
          <a:ext cx="1765022" cy="429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" name="Equation" r:id="rId18" imgW="1054100" imgH="254000" progId="Equation.DSMT4">
                  <p:embed/>
                </p:oleObj>
              </mc:Choice>
              <mc:Fallback>
                <p:oleObj name="Equation" r:id="rId18" imgW="1054100" imgH="254000" progId="Equation.DSMT4">
                  <p:embed/>
                  <p:pic>
                    <p:nvPicPr>
                      <p:cNvPr id="0" name="图片 90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729194"/>
                        <a:ext cx="1765022" cy="4293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5"/>
          <p:cNvGraphicFramePr>
            <a:graphicFrameLocks noChangeAspect="1"/>
          </p:cNvGraphicFramePr>
          <p:nvPr/>
        </p:nvGraphicFramePr>
        <p:xfrm>
          <a:off x="3433223" y="3818404"/>
          <a:ext cx="2162175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0" name="Equation" r:id="rId20" imgW="1346200" imgH="1422400" progId="Equation.DSMT4">
                  <p:embed/>
                </p:oleObj>
              </mc:Choice>
              <mc:Fallback>
                <p:oleObj name="Equation" r:id="rId20" imgW="1346200" imgH="1422400" progId="Equation.DSMT4">
                  <p:embed/>
                  <p:pic>
                    <p:nvPicPr>
                      <p:cNvPr id="0" name="图片 902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223" y="3818404"/>
                        <a:ext cx="2162175" cy="228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827584" y="4678526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令</a:t>
            </a:r>
          </a:p>
        </p:txBody>
      </p:sp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直角三角形 2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21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8"/>
          <p:cNvGraphicFramePr>
            <a:graphicFrameLocks noChangeAspect="1"/>
          </p:cNvGraphicFramePr>
          <p:nvPr/>
        </p:nvGraphicFramePr>
        <p:xfrm>
          <a:off x="971600" y="692696"/>
          <a:ext cx="3286148" cy="472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name="Equation" r:id="rId4" imgW="1587500" imgH="228600" progId="Equation.DSMT4">
                  <p:embed/>
                </p:oleObj>
              </mc:Choice>
              <mc:Fallback>
                <p:oleObj name="Equation" r:id="rId4" imgW="1587500" imgH="228600" progId="Equation.DSMT4">
                  <p:embed/>
                  <p:pic>
                    <p:nvPicPr>
                      <p:cNvPr id="0" name="图片 91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692696"/>
                        <a:ext cx="3286148" cy="4722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2"/>
          <p:cNvSpPr txBox="1">
            <a:spLocks noChangeArrowheads="1"/>
          </p:cNvSpPr>
          <p:nvPr/>
        </p:nvSpPr>
        <p:spPr bwMode="auto">
          <a:xfrm>
            <a:off x="467544" y="204650"/>
            <a:ext cx="36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做正交变换</a:t>
            </a:r>
          </a:p>
        </p:txBody>
      </p:sp>
      <p:sp>
        <p:nvSpPr>
          <p:cNvPr id="5" name="Text Box 22"/>
          <p:cNvSpPr txBox="1">
            <a:spLocks noChangeArrowheads="1"/>
          </p:cNvSpPr>
          <p:nvPr/>
        </p:nvSpPr>
        <p:spPr bwMode="auto">
          <a:xfrm>
            <a:off x="467544" y="1382061"/>
            <a:ext cx="48245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+mn-lt"/>
                <a:ea typeface="+mn-ea"/>
              </a:rPr>
              <a:t>带入二次型 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400" b="0" dirty="0">
                <a:latin typeface="+mn-lt"/>
                <a:ea typeface="+mn-ea"/>
              </a:rPr>
              <a:t>(</a:t>
            </a:r>
            <a:r>
              <a:rPr lang="en-US" altLang="zh-CN" sz="2400" i="1" dirty="0"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latin typeface="+mn-lt"/>
                <a:ea typeface="+mn-ea"/>
              </a:rPr>
              <a:t>)</a:t>
            </a:r>
            <a:r>
              <a:rPr lang="zh-CN" altLang="en-US" sz="2400" b="0" dirty="0">
                <a:latin typeface="+mn-lt"/>
                <a:ea typeface="+mn-ea"/>
              </a:rPr>
              <a:t>，得到标准型</a:t>
            </a:r>
          </a:p>
        </p:txBody>
      </p:sp>
      <p:graphicFrame>
        <p:nvGraphicFramePr>
          <p:cNvPr id="6" name="Object 18"/>
          <p:cNvGraphicFramePr>
            <a:graphicFrameLocks noChangeAspect="1"/>
          </p:cNvGraphicFramePr>
          <p:nvPr/>
        </p:nvGraphicFramePr>
        <p:xfrm>
          <a:off x="1499480" y="2060846"/>
          <a:ext cx="3180248" cy="576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Equation" r:id="rId6" imgW="32004000" imgH="5791200" progId="Equation.DSMT4">
                  <p:embed/>
                </p:oleObj>
              </mc:Choice>
              <mc:Fallback>
                <p:oleObj name="Equation" r:id="rId6" imgW="32004000" imgH="5791200" progId="Equation.DSMT4">
                  <p:embed/>
                  <p:pic>
                    <p:nvPicPr>
                      <p:cNvPr id="0" name="图片 91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9480" y="2060846"/>
                        <a:ext cx="3180248" cy="5760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直角三角形 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1" name="日期占位符 1">
            <a:extLst>
              <a:ext uri="{FF2B5EF4-FFF2-40B4-BE49-F238E27FC236}">
                <a16:creationId xmlns:a16="http://schemas.microsoft.com/office/drawing/2014/main" id="{BEF78C12-E4B0-4216-85FE-21A8A2F837D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2F97811-924C-4E98-AEDA-0EB30E1C302D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5612" name="页脚占位符 2">
            <a:extLst>
              <a:ext uri="{FF2B5EF4-FFF2-40B4-BE49-F238E27FC236}">
                <a16:creationId xmlns:a16="http://schemas.microsoft.com/office/drawing/2014/main" id="{784818A5-8565-4DB6-86EB-FCE537A4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25613" name="灯片编号占位符 3">
            <a:extLst>
              <a:ext uri="{FF2B5EF4-FFF2-40B4-BE49-F238E27FC236}">
                <a16:creationId xmlns:a16="http://schemas.microsoft.com/office/drawing/2014/main" id="{EBBB5A3B-62DC-4ED9-8D59-74C7BEB9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08FB6F-2073-4B58-8730-A8701440DC44}" type="slidenum">
              <a:rPr lang="en-US" altLang="zh-CN"/>
              <a:pPr eaLnBrk="1" hangingPunct="1"/>
              <a:t>41</a:t>
            </a:fld>
            <a:endParaRPr lang="en-US" altLang="zh-CN"/>
          </a:p>
        </p:txBody>
      </p:sp>
      <p:sp>
        <p:nvSpPr>
          <p:cNvPr id="48130" name="Text Box 2">
            <a:extLst>
              <a:ext uri="{FF2B5EF4-FFF2-40B4-BE49-F238E27FC236}">
                <a16:creationId xmlns:a16="http://schemas.microsoft.com/office/drawing/2014/main" id="{87AB599A-9532-49D5-8763-C810BEEA9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86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C0000"/>
                </a:solidFill>
              </a:rPr>
              <a:t>例</a:t>
            </a:r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3C93E6D7-0D61-4267-9D67-2F6415FB9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76250"/>
            <a:ext cx="6335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</a:rPr>
              <a:t>求下列平面图形所围图形的面积：</a:t>
            </a:r>
          </a:p>
        </p:txBody>
      </p:sp>
      <p:graphicFrame>
        <p:nvGraphicFramePr>
          <p:cNvPr id="48132" name="Object 4">
            <a:extLst>
              <a:ext uri="{FF2B5EF4-FFF2-40B4-BE49-F238E27FC236}">
                <a16:creationId xmlns:a16="http://schemas.microsoft.com/office/drawing/2014/main" id="{5583B1F1-091A-4828-9FBF-145B4C1B09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476250"/>
          <a:ext cx="30241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Equation" r:id="rId3" imgW="1180800" imgH="228600" progId="Equation.DSMT4">
                  <p:embed/>
                </p:oleObj>
              </mc:Choice>
              <mc:Fallback>
                <p:oleObj name="Equation" r:id="rId3" imgW="1180800" imgH="228600" progId="Equation.DSMT4">
                  <p:embed/>
                  <p:pic>
                    <p:nvPicPr>
                      <p:cNvPr id="48132" name="Object 4">
                        <a:extLst>
                          <a:ext uri="{FF2B5EF4-FFF2-40B4-BE49-F238E27FC236}">
                            <a16:creationId xmlns:a16="http://schemas.microsoft.com/office/drawing/2014/main" id="{5583B1F1-091A-4828-9FBF-145B4C1B09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76250"/>
                        <a:ext cx="30241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Text Box 5">
            <a:extLst>
              <a:ext uri="{FF2B5EF4-FFF2-40B4-BE49-F238E27FC236}">
                <a16:creationId xmlns:a16="http://schemas.microsoft.com/office/drawing/2014/main" id="{9E0E9930-7C53-4018-A3BC-028AF8102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57338"/>
            <a:ext cx="719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解</a:t>
            </a:r>
          </a:p>
        </p:txBody>
      </p:sp>
      <p:graphicFrame>
        <p:nvGraphicFramePr>
          <p:cNvPr id="48134" name="Object 6">
            <a:extLst>
              <a:ext uri="{FF2B5EF4-FFF2-40B4-BE49-F238E27FC236}">
                <a16:creationId xmlns:a16="http://schemas.microsoft.com/office/drawing/2014/main" id="{08599BCC-93B8-4040-8382-D13E5BEE6B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773238"/>
          <a:ext cx="360838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Equation" r:id="rId5" imgW="1409400" imgH="228600" progId="Equation.DSMT4">
                  <p:embed/>
                </p:oleObj>
              </mc:Choice>
              <mc:Fallback>
                <p:oleObj name="Equation" r:id="rId5" imgW="1409400" imgH="228600" progId="Equation.DSMT4">
                  <p:embed/>
                  <p:pic>
                    <p:nvPicPr>
                      <p:cNvPr id="48134" name="Object 6">
                        <a:extLst>
                          <a:ext uri="{FF2B5EF4-FFF2-40B4-BE49-F238E27FC236}">
                            <a16:creationId xmlns:a16="http://schemas.microsoft.com/office/drawing/2014/main" id="{08599BCC-93B8-4040-8382-D13E5BEE6B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773238"/>
                        <a:ext cx="360838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>
            <a:extLst>
              <a:ext uri="{FF2B5EF4-FFF2-40B4-BE49-F238E27FC236}">
                <a16:creationId xmlns:a16="http://schemas.microsoft.com/office/drawing/2014/main" id="{13DDA86F-0A37-4F55-8B95-42CDB822D7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1412875"/>
          <a:ext cx="208756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name="Equation" r:id="rId7" imgW="888840" imgH="457200" progId="Equation.DSMT4">
                  <p:embed/>
                </p:oleObj>
              </mc:Choice>
              <mc:Fallback>
                <p:oleObj name="Equation" r:id="rId7" imgW="888840" imgH="457200" progId="Equation.DSMT4">
                  <p:embed/>
                  <p:pic>
                    <p:nvPicPr>
                      <p:cNvPr id="48135" name="Object 7">
                        <a:extLst>
                          <a:ext uri="{FF2B5EF4-FFF2-40B4-BE49-F238E27FC236}">
                            <a16:creationId xmlns:a16="http://schemas.microsoft.com/office/drawing/2014/main" id="{13DDA86F-0A37-4F55-8B95-42CDB822D7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1412875"/>
                        <a:ext cx="208756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>
            <a:extLst>
              <a:ext uri="{FF2B5EF4-FFF2-40B4-BE49-F238E27FC236}">
                <a16:creationId xmlns:a16="http://schemas.microsoft.com/office/drawing/2014/main" id="{A94F4459-2CDE-4DDB-AD94-6C52E0F83C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492375"/>
          <a:ext cx="3382962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name="Equation" r:id="rId9" imgW="1460160" imgH="457200" progId="Equation.DSMT4">
                  <p:embed/>
                </p:oleObj>
              </mc:Choice>
              <mc:Fallback>
                <p:oleObj name="Equation" r:id="rId9" imgW="1460160" imgH="457200" progId="Equation.DSMT4">
                  <p:embed/>
                  <p:pic>
                    <p:nvPicPr>
                      <p:cNvPr id="48136" name="Object 8">
                        <a:extLst>
                          <a:ext uri="{FF2B5EF4-FFF2-40B4-BE49-F238E27FC236}">
                            <a16:creationId xmlns:a16="http://schemas.microsoft.com/office/drawing/2014/main" id="{A94F4459-2CDE-4DDB-AD94-6C52E0F83C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492375"/>
                        <a:ext cx="3382962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Object 9">
            <a:extLst>
              <a:ext uri="{FF2B5EF4-FFF2-40B4-BE49-F238E27FC236}">
                <a16:creationId xmlns:a16="http://schemas.microsoft.com/office/drawing/2014/main" id="{5F2A9C7E-0FF0-416E-AE90-CB1BF4B2C0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2781300"/>
          <a:ext cx="381635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name="Equation" r:id="rId11" imgW="1790640" imgH="228600" progId="Equation.DSMT4">
                  <p:embed/>
                </p:oleObj>
              </mc:Choice>
              <mc:Fallback>
                <p:oleObj name="Equation" r:id="rId11" imgW="1790640" imgH="228600" progId="Equation.DSMT4">
                  <p:embed/>
                  <p:pic>
                    <p:nvPicPr>
                      <p:cNvPr id="48137" name="Object 9">
                        <a:extLst>
                          <a:ext uri="{FF2B5EF4-FFF2-40B4-BE49-F238E27FC236}">
                            <a16:creationId xmlns:a16="http://schemas.microsoft.com/office/drawing/2014/main" id="{5F2A9C7E-0FF0-416E-AE90-CB1BF4B2C0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2781300"/>
                        <a:ext cx="381635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8" name="Text Box 10">
            <a:extLst>
              <a:ext uri="{FF2B5EF4-FFF2-40B4-BE49-F238E27FC236}">
                <a16:creationId xmlns:a16="http://schemas.microsoft.com/office/drawing/2014/main" id="{AAF23906-4418-40C7-B9B5-030102E2E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716338"/>
            <a:ext cx="237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/>
              <a:t>A </a:t>
            </a:r>
            <a:r>
              <a:rPr lang="zh-CN" altLang="en-US" sz="2400"/>
              <a:t>的特征值为</a:t>
            </a:r>
          </a:p>
        </p:txBody>
      </p:sp>
      <p:graphicFrame>
        <p:nvGraphicFramePr>
          <p:cNvPr id="48139" name="Object 11">
            <a:extLst>
              <a:ext uri="{FF2B5EF4-FFF2-40B4-BE49-F238E27FC236}">
                <a16:creationId xmlns:a16="http://schemas.microsoft.com/office/drawing/2014/main" id="{694F3DB1-1EF3-4B72-9298-E90A669E67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3716338"/>
          <a:ext cx="12954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5" name="Equation" r:id="rId13" imgW="495000" imgH="203040" progId="Equation.DSMT4">
                  <p:embed/>
                </p:oleObj>
              </mc:Choice>
              <mc:Fallback>
                <p:oleObj name="Equation" r:id="rId13" imgW="495000" imgH="203040" progId="Equation.DSMT4">
                  <p:embed/>
                  <p:pic>
                    <p:nvPicPr>
                      <p:cNvPr id="48139" name="Object 11">
                        <a:extLst>
                          <a:ext uri="{FF2B5EF4-FFF2-40B4-BE49-F238E27FC236}">
                            <a16:creationId xmlns:a16="http://schemas.microsoft.com/office/drawing/2014/main" id="{694F3DB1-1EF3-4B72-9298-E90A669E67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716338"/>
                        <a:ext cx="12954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0" name="Text Box 12">
            <a:extLst>
              <a:ext uri="{FF2B5EF4-FFF2-40B4-BE49-F238E27FC236}">
                <a16:creationId xmlns:a16="http://schemas.microsoft.com/office/drawing/2014/main" id="{04C8422D-4F5B-41C4-ACE9-3DDE3C470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716338"/>
            <a:ext cx="230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经过正交变换</a:t>
            </a:r>
          </a:p>
        </p:txBody>
      </p:sp>
      <p:graphicFrame>
        <p:nvGraphicFramePr>
          <p:cNvPr id="48141" name="Object 13">
            <a:extLst>
              <a:ext uri="{FF2B5EF4-FFF2-40B4-BE49-F238E27FC236}">
                <a16:creationId xmlns:a16="http://schemas.microsoft.com/office/drawing/2014/main" id="{87164A3F-FAB5-4DC5-B93A-119DD96A4A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3357563"/>
          <a:ext cx="2016125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" name="Equation" r:id="rId15" imgW="825480" imgH="457200" progId="Equation.DSMT4">
                  <p:embed/>
                </p:oleObj>
              </mc:Choice>
              <mc:Fallback>
                <p:oleObj name="Equation" r:id="rId15" imgW="825480" imgH="457200" progId="Equation.DSMT4">
                  <p:embed/>
                  <p:pic>
                    <p:nvPicPr>
                      <p:cNvPr id="48141" name="Object 13">
                        <a:extLst>
                          <a:ext uri="{FF2B5EF4-FFF2-40B4-BE49-F238E27FC236}">
                            <a16:creationId xmlns:a16="http://schemas.microsoft.com/office/drawing/2014/main" id="{87164A3F-FAB5-4DC5-B93A-119DD96A4A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3357563"/>
                        <a:ext cx="2016125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2" name="Text Box 14">
            <a:extLst>
              <a:ext uri="{FF2B5EF4-FFF2-40B4-BE49-F238E27FC236}">
                <a16:creationId xmlns:a16="http://schemas.microsoft.com/office/drawing/2014/main" id="{C5896538-F4B0-45D2-B605-5F17864D7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08500"/>
            <a:ext cx="3240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曲线可化为标准形</a:t>
            </a:r>
          </a:p>
        </p:txBody>
      </p:sp>
      <p:graphicFrame>
        <p:nvGraphicFramePr>
          <p:cNvPr id="48143" name="Object 15">
            <a:extLst>
              <a:ext uri="{FF2B5EF4-FFF2-40B4-BE49-F238E27FC236}">
                <a16:creationId xmlns:a16="http://schemas.microsoft.com/office/drawing/2014/main" id="{B9151417-0A13-41B6-9131-DBCF357488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5475" y="4437063"/>
          <a:ext cx="4314825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7" name="Equation" r:id="rId17" imgW="1638000" imgH="228600" progId="Equation.DSMT4">
                  <p:embed/>
                </p:oleObj>
              </mc:Choice>
              <mc:Fallback>
                <p:oleObj name="Equation" r:id="rId17" imgW="1638000" imgH="228600" progId="Equation.DSMT4">
                  <p:embed/>
                  <p:pic>
                    <p:nvPicPr>
                      <p:cNvPr id="48143" name="Object 15">
                        <a:extLst>
                          <a:ext uri="{FF2B5EF4-FFF2-40B4-BE49-F238E27FC236}">
                            <a16:creationId xmlns:a16="http://schemas.microsoft.com/office/drawing/2014/main" id="{B9151417-0A13-41B6-9131-DBCF357488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475" y="4437063"/>
                        <a:ext cx="4314825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4" name="Object 16">
            <a:extLst>
              <a:ext uri="{FF2B5EF4-FFF2-40B4-BE49-F238E27FC236}">
                <a16:creationId xmlns:a16="http://schemas.microsoft.com/office/drawing/2014/main" id="{5CEA65DB-8B33-44DD-AB04-91A887FD7F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157788"/>
          <a:ext cx="3168650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" name="Equation" r:id="rId19" imgW="1384200" imgH="457200" progId="Equation.DSMT4">
                  <p:embed/>
                </p:oleObj>
              </mc:Choice>
              <mc:Fallback>
                <p:oleObj name="Equation" r:id="rId19" imgW="1384200" imgH="457200" progId="Equation.DSMT4">
                  <p:embed/>
                  <p:pic>
                    <p:nvPicPr>
                      <p:cNvPr id="48144" name="Object 16">
                        <a:extLst>
                          <a:ext uri="{FF2B5EF4-FFF2-40B4-BE49-F238E27FC236}">
                            <a16:creationId xmlns:a16="http://schemas.microsoft.com/office/drawing/2014/main" id="{5CEA65DB-8B33-44DD-AB04-91A887FD7F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157788"/>
                        <a:ext cx="3168650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5" name="Rectangle 17">
            <a:extLst>
              <a:ext uri="{FF2B5EF4-FFF2-40B4-BE49-F238E27FC236}">
                <a16:creationId xmlns:a16="http://schemas.microsoft.com/office/drawing/2014/main" id="{2E73375B-7DFD-4F40-9ECA-EAF4E4178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7773987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400"/>
              <a:t>提示</a:t>
            </a:r>
            <a:r>
              <a:rPr lang="en-US" altLang="zh-CN" sz="2400"/>
              <a:t>:</a:t>
            </a:r>
            <a:r>
              <a:rPr lang="zh-CN" altLang="en-US" sz="2400"/>
              <a:t>正交变换保持内积不变</a:t>
            </a:r>
            <a:r>
              <a:rPr lang="en-US" altLang="zh-CN" sz="2400"/>
              <a:t>,</a:t>
            </a:r>
            <a:r>
              <a:rPr lang="zh-CN" altLang="en-US" sz="2400"/>
              <a:t>因此保持图形的几何形状不变</a:t>
            </a:r>
            <a:r>
              <a:rPr lang="en-US" altLang="zh-CN" sz="240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8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8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8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8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/>
      <p:bldP spid="48131" grpId="0"/>
      <p:bldP spid="48133" grpId="0"/>
      <p:bldP spid="48138" grpId="0"/>
      <p:bldP spid="48140" grpId="0"/>
      <p:bldP spid="48142" grpId="0"/>
      <p:bldP spid="4814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2" name="日期占位符 1">
            <a:extLst>
              <a:ext uri="{FF2B5EF4-FFF2-40B4-BE49-F238E27FC236}">
                <a16:creationId xmlns:a16="http://schemas.microsoft.com/office/drawing/2014/main" id="{F75A7637-7212-4A27-96EB-79CB3920886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8B8F0F-CF4B-47AD-8281-7B5E65EE915E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6633" name="页脚占位符 2">
            <a:extLst>
              <a:ext uri="{FF2B5EF4-FFF2-40B4-BE49-F238E27FC236}">
                <a16:creationId xmlns:a16="http://schemas.microsoft.com/office/drawing/2014/main" id="{58607666-ED13-4C8E-A0CF-DC185A8F2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 2010, 24ppt L.G.YUAN)</a:t>
            </a:r>
          </a:p>
        </p:txBody>
      </p:sp>
      <p:sp>
        <p:nvSpPr>
          <p:cNvPr id="26634" name="灯片编号占位符 3">
            <a:extLst>
              <a:ext uri="{FF2B5EF4-FFF2-40B4-BE49-F238E27FC236}">
                <a16:creationId xmlns:a16="http://schemas.microsoft.com/office/drawing/2014/main" id="{C3D605A4-FB1F-4E26-85C4-467BC0EE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988E57-4FD6-4E75-B21D-08B728DF9849}" type="slidenum">
              <a:rPr lang="en-US" altLang="zh-CN"/>
              <a:pPr eaLnBrk="1" hangingPunct="1"/>
              <a:t>42</a:t>
            </a:fld>
            <a:endParaRPr lang="en-US" altLang="zh-CN"/>
          </a:p>
        </p:txBody>
      </p:sp>
      <p:sp>
        <p:nvSpPr>
          <p:cNvPr id="26635" name="Text Box 2">
            <a:extLst>
              <a:ext uri="{FF2B5EF4-FFF2-40B4-BE49-F238E27FC236}">
                <a16:creationId xmlns:a16="http://schemas.microsoft.com/office/drawing/2014/main" id="{DCBE0166-897A-473F-B702-979E99F74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86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C0000"/>
                </a:solidFill>
              </a:rPr>
              <a:t>例</a:t>
            </a:r>
          </a:p>
        </p:txBody>
      </p:sp>
      <p:sp>
        <p:nvSpPr>
          <p:cNvPr id="26636" name="Text Box 3">
            <a:extLst>
              <a:ext uri="{FF2B5EF4-FFF2-40B4-BE49-F238E27FC236}">
                <a16:creationId xmlns:a16="http://schemas.microsoft.com/office/drawing/2014/main" id="{089F91E6-550A-4149-87CA-364020724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7772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</a:rPr>
              <a:t>证明二次型                      在</a:t>
            </a:r>
            <a:r>
              <a:rPr lang="en-US" altLang="zh-CN" sz="2400">
                <a:solidFill>
                  <a:srgbClr val="0000FF"/>
                </a:solidFill>
              </a:rPr>
              <a:t>||x||=1</a:t>
            </a:r>
            <a:r>
              <a:rPr lang="zh-CN" altLang="en-US" sz="2400">
                <a:solidFill>
                  <a:srgbClr val="0000FF"/>
                </a:solidFill>
              </a:rPr>
              <a:t>时的最大值为实对称矩阵</a:t>
            </a:r>
            <a:r>
              <a:rPr lang="en-US" altLang="zh-CN" sz="2400">
                <a:solidFill>
                  <a:srgbClr val="0000FF"/>
                </a:solidFill>
              </a:rPr>
              <a:t>A</a:t>
            </a:r>
            <a:r>
              <a:rPr lang="zh-CN" altLang="en-US" sz="2400">
                <a:solidFill>
                  <a:srgbClr val="0000FF"/>
                </a:solidFill>
              </a:rPr>
              <a:t>的最大特征值。</a:t>
            </a:r>
          </a:p>
        </p:txBody>
      </p:sp>
      <p:graphicFrame>
        <p:nvGraphicFramePr>
          <p:cNvPr id="48132" name="Object 4">
            <a:extLst>
              <a:ext uri="{FF2B5EF4-FFF2-40B4-BE49-F238E27FC236}">
                <a16:creationId xmlns:a16="http://schemas.microsoft.com/office/drawing/2014/main" id="{1033465E-184B-4D50-B055-4ECA0690E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52400"/>
          <a:ext cx="16764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name="Equation" r:id="rId3" imgW="838080" imgH="253800" progId="Equation.DSMT4">
                  <p:embed/>
                </p:oleObj>
              </mc:Choice>
              <mc:Fallback>
                <p:oleObj name="Equation" r:id="rId3" imgW="838080" imgH="253800" progId="Equation.DSMT4">
                  <p:embed/>
                  <p:pic>
                    <p:nvPicPr>
                      <p:cNvPr id="48132" name="Object 4">
                        <a:extLst>
                          <a:ext uri="{FF2B5EF4-FFF2-40B4-BE49-F238E27FC236}">
                            <a16:creationId xmlns:a16="http://schemas.microsoft.com/office/drawing/2014/main" id="{1033465E-184B-4D50-B055-4ECA0690EF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2400"/>
                        <a:ext cx="16764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>
            <a:extLst>
              <a:ext uri="{FF2B5EF4-FFF2-40B4-BE49-F238E27FC236}">
                <a16:creationId xmlns:a16="http://schemas.microsoft.com/office/drawing/2014/main" id="{C34D5F14-3D70-4675-B465-F4B99DA5E7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981200"/>
          <a:ext cx="6324600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5" name="Equation" r:id="rId5" imgW="3124080" imgH="583920" progId="Equation.DSMT4">
                  <p:embed/>
                </p:oleObj>
              </mc:Choice>
              <mc:Fallback>
                <p:oleObj name="Equation" r:id="rId5" imgW="3124080" imgH="583920" progId="Equation.DSMT4">
                  <p:embed/>
                  <p:pic>
                    <p:nvPicPr>
                      <p:cNvPr id="48134" name="Object 6">
                        <a:extLst>
                          <a:ext uri="{FF2B5EF4-FFF2-40B4-BE49-F238E27FC236}">
                            <a16:creationId xmlns:a16="http://schemas.microsoft.com/office/drawing/2014/main" id="{C34D5F14-3D70-4675-B465-F4B99DA5E7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81200"/>
                        <a:ext cx="6324600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8" name="Text Box 10">
            <a:extLst>
              <a:ext uri="{FF2B5EF4-FFF2-40B4-BE49-F238E27FC236}">
                <a16:creationId xmlns:a16="http://schemas.microsoft.com/office/drawing/2014/main" id="{4C05CFDD-F87B-476E-959D-6CA904C70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3238"/>
            <a:ext cx="5638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因为正交变换保持向量的长度不变，故</a:t>
            </a:r>
          </a:p>
        </p:txBody>
      </p:sp>
      <p:graphicFrame>
        <p:nvGraphicFramePr>
          <p:cNvPr id="48139" name="Object 11">
            <a:extLst>
              <a:ext uri="{FF2B5EF4-FFF2-40B4-BE49-F238E27FC236}">
                <a16:creationId xmlns:a16="http://schemas.microsoft.com/office/drawing/2014/main" id="{5CCBE349-0B48-4679-9BE7-60B0A5D095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3473450"/>
          <a:ext cx="17526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6" name="Equation" r:id="rId7" imgW="787320" imgH="253800" progId="Equation.DSMT4">
                  <p:embed/>
                </p:oleObj>
              </mc:Choice>
              <mc:Fallback>
                <p:oleObj name="Equation" r:id="rId7" imgW="787320" imgH="253800" progId="Equation.DSMT4">
                  <p:embed/>
                  <p:pic>
                    <p:nvPicPr>
                      <p:cNvPr id="48139" name="Object 11">
                        <a:extLst>
                          <a:ext uri="{FF2B5EF4-FFF2-40B4-BE49-F238E27FC236}">
                            <a16:creationId xmlns:a16="http://schemas.microsoft.com/office/drawing/2014/main" id="{5CCBE349-0B48-4679-9BE7-60B0A5D095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473450"/>
                        <a:ext cx="17526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3">
            <a:extLst>
              <a:ext uri="{FF2B5EF4-FFF2-40B4-BE49-F238E27FC236}">
                <a16:creationId xmlns:a16="http://schemas.microsoft.com/office/drawing/2014/main" id="{1C0C45A2-53C9-42DC-B573-AF716801B85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497263"/>
            <a:ext cx="2246313" cy="541337"/>
            <a:chOff x="3124200" y="3200400"/>
            <a:chExt cx="2246313" cy="541337"/>
          </a:xfrm>
        </p:grpSpPr>
        <p:graphicFrame>
          <p:nvGraphicFramePr>
            <p:cNvPr id="48137" name="Object 9">
              <a:extLst>
                <a:ext uri="{FF2B5EF4-FFF2-40B4-BE49-F238E27FC236}">
                  <a16:creationId xmlns:a16="http://schemas.microsoft.com/office/drawing/2014/main" id="{3C102A32-6A7B-42FE-80A6-CF25508950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2400" y="3200400"/>
            <a:ext cx="1408113" cy="541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7" name="Equation" r:id="rId9" imgW="660240" imgH="253800" progId="Equation.DSMT4">
                    <p:embed/>
                  </p:oleObj>
                </mc:Choice>
                <mc:Fallback>
                  <p:oleObj name="Equation" r:id="rId9" imgW="660240" imgH="253800" progId="Equation.DSMT4">
                    <p:embed/>
                    <p:pic>
                      <p:nvPicPr>
                        <p:cNvPr id="48137" name="Object 9">
                          <a:extLst>
                            <a:ext uri="{FF2B5EF4-FFF2-40B4-BE49-F238E27FC236}">
                              <a16:creationId xmlns:a16="http://schemas.microsoft.com/office/drawing/2014/main" id="{3C102A32-6A7B-42FE-80A6-CF25508950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400" y="3200400"/>
                          <a:ext cx="1408113" cy="541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5" name="Text Box 12">
              <a:extLst>
                <a:ext uri="{FF2B5EF4-FFF2-40B4-BE49-F238E27FC236}">
                  <a16:creationId xmlns:a16="http://schemas.microsoft.com/office/drawing/2014/main" id="{9FFADB26-F374-43A4-BE68-FB857E940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3200400"/>
              <a:ext cx="1041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/>
                <a:t>从而</a:t>
              </a:r>
            </a:p>
          </p:txBody>
        </p:sp>
      </p:grpSp>
      <p:grpSp>
        <p:nvGrpSpPr>
          <p:cNvPr id="4" name="组合 24">
            <a:extLst>
              <a:ext uri="{FF2B5EF4-FFF2-40B4-BE49-F238E27FC236}">
                <a16:creationId xmlns:a16="http://schemas.microsoft.com/office/drawing/2014/main" id="{0AE7382D-D60D-44C4-AA06-2F84F3C89B7F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962400"/>
            <a:ext cx="4648200" cy="1465263"/>
            <a:chOff x="228600" y="3733800"/>
            <a:chExt cx="4648200" cy="1465260"/>
          </a:xfrm>
        </p:grpSpPr>
        <p:sp>
          <p:nvSpPr>
            <p:cNvPr id="26644" name="Text Box 14">
              <a:extLst>
                <a:ext uri="{FF2B5EF4-FFF2-40B4-BE49-F238E27FC236}">
                  <a16:creationId xmlns:a16="http://schemas.microsoft.com/office/drawing/2014/main" id="{50F160CE-8785-436F-AF83-670BD8EAB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4191000"/>
              <a:ext cx="23510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/>
                <a:t>(2) </a:t>
              </a:r>
              <a:r>
                <a:rPr lang="zh-CN" altLang="en-US" sz="2400"/>
                <a:t>特别地，当</a:t>
              </a:r>
            </a:p>
          </p:txBody>
        </p:sp>
        <p:graphicFrame>
          <p:nvGraphicFramePr>
            <p:cNvPr id="48143" name="Object 15">
              <a:extLst>
                <a:ext uri="{FF2B5EF4-FFF2-40B4-BE49-F238E27FC236}">
                  <a16:creationId xmlns:a16="http://schemas.microsoft.com/office/drawing/2014/main" id="{718CAD11-DC9B-4F05-9B8D-511D6A0658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14600" y="3733800"/>
            <a:ext cx="2362200" cy="1465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8" name="Equation" r:id="rId11" imgW="1473120" imgH="914400" progId="Equation.DSMT4">
                    <p:embed/>
                  </p:oleObj>
                </mc:Choice>
                <mc:Fallback>
                  <p:oleObj name="Equation" r:id="rId11" imgW="1473120" imgH="914400" progId="Equation.DSMT4">
                    <p:embed/>
                    <p:pic>
                      <p:nvPicPr>
                        <p:cNvPr id="48143" name="Object 15">
                          <a:extLst>
                            <a:ext uri="{FF2B5EF4-FFF2-40B4-BE49-F238E27FC236}">
                              <a16:creationId xmlns:a16="http://schemas.microsoft.com/office/drawing/2014/main" id="{718CAD11-DC9B-4F05-9B8D-511D6A0658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600" y="3733800"/>
                          <a:ext cx="2362200" cy="1465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145" name="Rectangle 17">
            <a:extLst>
              <a:ext uri="{FF2B5EF4-FFF2-40B4-BE49-F238E27FC236}">
                <a16:creationId xmlns:a16="http://schemas.microsoft.com/office/drawing/2014/main" id="{63F50BE4-4532-4044-B46D-C5EDD222E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66800"/>
            <a:ext cx="8839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400"/>
              <a:t>证明</a:t>
            </a:r>
            <a:r>
              <a:rPr lang="en-US" altLang="zh-CN" sz="2400"/>
              <a:t>: </a:t>
            </a:r>
            <a:r>
              <a:rPr lang="zh-CN" altLang="en-US" sz="2400"/>
              <a:t>设</a:t>
            </a:r>
            <a:r>
              <a:rPr lang="en-US" altLang="zh-CN" sz="2400"/>
              <a:t>A</a:t>
            </a:r>
            <a:r>
              <a:rPr lang="zh-CN" altLang="en-US" sz="2400"/>
              <a:t>为</a:t>
            </a:r>
            <a:r>
              <a:rPr lang="en-US" altLang="zh-CN" sz="2400"/>
              <a:t>n</a:t>
            </a:r>
            <a:r>
              <a:rPr lang="zh-CN" altLang="en-US" sz="2400"/>
              <a:t>阶实对称矩阵，它的特征值为  </a:t>
            </a:r>
            <a:r>
              <a:rPr lang="zh-CN" altLang="en-US" sz="2400">
                <a:sym typeface="Symbol" panose="05050102010706020507" pitchFamily="18" charset="2"/>
              </a:rPr>
              <a:t>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zh-CN" altLang="en-US" sz="2400">
                <a:sym typeface="Symbol" panose="05050102010706020507" pitchFamily="18" charset="2"/>
              </a:rPr>
              <a:t>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zh-CN" altLang="en-US" sz="2400">
                <a:sym typeface="Symbol" panose="05050102010706020507" pitchFamily="18" charset="2"/>
              </a:rPr>
              <a:t> </a:t>
            </a:r>
            <a:r>
              <a:rPr lang="en-US" altLang="zh-CN" sz="2400" baseline="-25000">
                <a:sym typeface="Symbol" panose="05050102010706020507" pitchFamily="18" charset="2"/>
              </a:rPr>
              <a:t>n.</a:t>
            </a:r>
            <a:endParaRPr lang="en-US" altLang="zh-CN" sz="2400" baseline="-25000"/>
          </a:p>
          <a:p>
            <a:pPr eaLnBrk="1" hangingPunct="1">
              <a:spcBef>
                <a:spcPct val="20000"/>
              </a:spcBef>
            </a:pPr>
            <a:r>
              <a:rPr lang="en-US" altLang="zh-CN" sz="2400">
                <a:sym typeface="Wingdings" panose="05000000000000000000" pitchFamily="2" charset="2"/>
              </a:rPr>
              <a:t>(1)</a:t>
            </a:r>
            <a:r>
              <a:rPr lang="zh-CN" altLang="en-US" sz="2400"/>
              <a:t>由定理</a:t>
            </a:r>
            <a:r>
              <a:rPr lang="en-US" altLang="zh-CN" sz="2400"/>
              <a:t>4.11</a:t>
            </a:r>
            <a:r>
              <a:rPr lang="zh-CN" altLang="en-US" sz="2400"/>
              <a:t>知道，一定可以找到一个正交变换</a:t>
            </a:r>
            <a:r>
              <a:rPr lang="en-US" altLang="zh-CN" sz="2400"/>
              <a:t>x=Py, </a:t>
            </a:r>
            <a:r>
              <a:rPr lang="zh-CN" altLang="en-US" sz="2400"/>
              <a:t>使得</a:t>
            </a:r>
            <a:endParaRPr lang="en-US" altLang="zh-CN" sz="2400"/>
          </a:p>
        </p:txBody>
      </p:sp>
      <p:grpSp>
        <p:nvGrpSpPr>
          <p:cNvPr id="5" name="组合 25">
            <a:extLst>
              <a:ext uri="{FF2B5EF4-FFF2-40B4-BE49-F238E27FC236}">
                <a16:creationId xmlns:a16="http://schemas.microsoft.com/office/drawing/2014/main" id="{0D37E784-7ED7-4AFC-B369-318F113F4BE3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5410200"/>
            <a:ext cx="8077200" cy="906463"/>
            <a:chOff x="228600" y="5257800"/>
            <a:chExt cx="8077200" cy="907197"/>
          </a:xfrm>
        </p:grpSpPr>
        <p:sp>
          <p:nvSpPr>
            <p:cNvPr id="26642" name="Text Box 14">
              <a:extLst>
                <a:ext uri="{FF2B5EF4-FFF2-40B4-BE49-F238E27FC236}">
                  <a16:creationId xmlns:a16="http://schemas.microsoft.com/office/drawing/2014/main" id="{2EA6923F-95C6-4AD5-BAAB-147F6AC0F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5257800"/>
              <a:ext cx="2743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/>
                <a:t>由</a:t>
              </a:r>
              <a:r>
                <a:rPr lang="en-US" altLang="zh-CN" sz="2400"/>
                <a:t>(1)(2) </a:t>
              </a:r>
              <a:r>
                <a:rPr lang="zh-CN" altLang="en-US" sz="2400"/>
                <a:t>知</a:t>
              </a:r>
              <a:r>
                <a:rPr lang="zh-CN" altLang="en-US" sz="2400">
                  <a:solidFill>
                    <a:srgbClr val="0000FF"/>
                  </a:solidFill>
                </a:rPr>
                <a:t>二次型</a:t>
              </a:r>
              <a:endParaRPr lang="zh-CN" altLang="en-US" sz="2400"/>
            </a:p>
          </p:txBody>
        </p:sp>
        <p:graphicFrame>
          <p:nvGraphicFramePr>
            <p:cNvPr id="2" name="Object 11">
              <a:extLst>
                <a:ext uri="{FF2B5EF4-FFF2-40B4-BE49-F238E27FC236}">
                  <a16:creationId xmlns:a16="http://schemas.microsoft.com/office/drawing/2014/main" id="{4AC94490-E904-4D63-B375-FEE21175E9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19400" y="5257800"/>
            <a:ext cx="1676400" cy="506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19" name="Equation" r:id="rId13" imgW="838080" imgH="253800" progId="Equation.DSMT4">
                    <p:embed/>
                  </p:oleObj>
                </mc:Choice>
                <mc:Fallback>
                  <p:oleObj name="Equation" r:id="rId13" imgW="838080" imgH="253800" progId="Equation.DSMT4">
                    <p:embed/>
                    <p:pic>
                      <p:nvPicPr>
                        <p:cNvPr id="2" name="Object 11">
                          <a:extLst>
                            <a:ext uri="{FF2B5EF4-FFF2-40B4-BE49-F238E27FC236}">
                              <a16:creationId xmlns:a16="http://schemas.microsoft.com/office/drawing/2014/main" id="{4AC94490-E904-4D63-B375-FEE21175E9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400" y="5257800"/>
                          <a:ext cx="1676400" cy="506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3" name="矩形 22">
              <a:extLst>
                <a:ext uri="{FF2B5EF4-FFF2-40B4-BE49-F238E27FC236}">
                  <a16:creationId xmlns:a16="http://schemas.microsoft.com/office/drawing/2014/main" id="{CA5CC3F1-E667-40A9-AE6E-122FB6B5D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5334000"/>
              <a:ext cx="37338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rgbClr val="0000FF"/>
                  </a:solidFill>
                </a:rPr>
                <a:t>在</a:t>
              </a:r>
              <a:r>
                <a:rPr lang="en-US" altLang="zh-CN" sz="2400">
                  <a:solidFill>
                    <a:srgbClr val="0000FF"/>
                  </a:solidFill>
                </a:rPr>
                <a:t>||x||=1</a:t>
              </a:r>
              <a:r>
                <a:rPr lang="zh-CN" altLang="en-US" sz="2400">
                  <a:solidFill>
                    <a:srgbClr val="0000FF"/>
                  </a:solidFill>
                </a:rPr>
                <a:t>时的最大值为实对称矩阵</a:t>
              </a:r>
              <a:r>
                <a:rPr lang="en-US" altLang="zh-CN" sz="2400">
                  <a:solidFill>
                    <a:srgbClr val="0000FF"/>
                  </a:solidFill>
                </a:rPr>
                <a:t>A</a:t>
              </a:r>
              <a:r>
                <a:rPr lang="zh-CN" altLang="en-US" sz="2400">
                  <a:solidFill>
                    <a:srgbClr val="0000FF"/>
                  </a:solidFill>
                </a:rPr>
                <a:t>的最大特征值。</a:t>
              </a:r>
              <a:endParaRPr lang="zh-CN" altLang="en-US" sz="24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8" grpId="0"/>
      <p:bldP spid="4814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日期占位符 1">
            <a:extLst>
              <a:ext uri="{FF2B5EF4-FFF2-40B4-BE49-F238E27FC236}">
                <a16:creationId xmlns:a16="http://schemas.microsoft.com/office/drawing/2014/main" id="{FD0C7B23-9BC4-4A2D-94B6-7127D40D9E8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DD82CED-1FC9-4191-B3D3-3037F11D32C6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7654" name="页脚占位符 2">
            <a:extLst>
              <a:ext uri="{FF2B5EF4-FFF2-40B4-BE49-F238E27FC236}">
                <a16:creationId xmlns:a16="http://schemas.microsoft.com/office/drawing/2014/main" id="{6300D1FA-1285-4782-AB89-56515099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7655" name="灯片编号占位符 3">
            <a:extLst>
              <a:ext uri="{FF2B5EF4-FFF2-40B4-BE49-F238E27FC236}">
                <a16:creationId xmlns:a16="http://schemas.microsoft.com/office/drawing/2014/main" id="{DA1FBFEE-13D9-419B-8C72-CB6CDD10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D7DADA5-ACB4-419B-A58D-52F05405AD4A}" type="slidenum">
              <a:rPr lang="en-US" altLang="zh-CN"/>
              <a:pPr eaLnBrk="1" hangingPunct="1"/>
              <a:t>43</a:t>
            </a:fld>
            <a:endParaRPr lang="en-US" altLang="zh-CN"/>
          </a:p>
        </p:txBody>
      </p:sp>
      <p:sp>
        <p:nvSpPr>
          <p:cNvPr id="27656" name="Rectangle 2">
            <a:extLst>
              <a:ext uri="{FF2B5EF4-FFF2-40B4-BE49-F238E27FC236}">
                <a16:creationId xmlns:a16="http://schemas.microsoft.com/office/drawing/2014/main" id="{4477534A-E2AB-45B2-A77B-3A7D2CEC2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041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》2004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7657" name="Rectangle 3">
            <a:extLst>
              <a:ext uri="{FF2B5EF4-FFF2-40B4-BE49-F238E27FC236}">
                <a16:creationId xmlns:a16="http://schemas.microsoft.com/office/drawing/2014/main" id="{2A06658D-CFF9-4460-B37B-C116C7B9B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8" name="Rectangle 4">
            <a:extLst>
              <a:ext uri="{FF2B5EF4-FFF2-40B4-BE49-F238E27FC236}">
                <a16:creationId xmlns:a16="http://schemas.microsoft.com/office/drawing/2014/main" id="{E8ED62B8-6A1B-404C-9B8F-213862FBC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71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9" name="Rectangle 5">
            <a:extLst>
              <a:ext uri="{FF2B5EF4-FFF2-40B4-BE49-F238E27FC236}">
                <a16:creationId xmlns:a16="http://schemas.microsoft.com/office/drawing/2014/main" id="{F7A8DE24-98A0-47F5-8772-DE7CA1788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38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0" name="Rectangle 17">
            <a:extLst>
              <a:ext uri="{FF2B5EF4-FFF2-40B4-BE49-F238E27FC236}">
                <a16:creationId xmlns:a16="http://schemas.microsoft.com/office/drawing/2014/main" id="{4F7F9FB0-5164-4B5D-A151-F4468B23C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7650" name="Object 2">
            <a:extLst>
              <a:ext uri="{FF2B5EF4-FFF2-40B4-BE49-F238E27FC236}">
                <a16:creationId xmlns:a16="http://schemas.microsoft.com/office/drawing/2014/main" id="{DCB05224-BC61-4D76-8A4A-EE02BB7501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1052513"/>
          <a:ext cx="244792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name="Equation" r:id="rId3" imgW="1104900" imgH="203200" progId="Equation.DSMT4">
                  <p:embed/>
                </p:oleObj>
              </mc:Choice>
              <mc:Fallback>
                <p:oleObj name="Equation" r:id="rId3" imgW="1104900" imgH="203200" progId="Equation.DSMT4">
                  <p:embed/>
                  <p:pic>
                    <p:nvPicPr>
                      <p:cNvPr id="27650" name="Object 2">
                        <a:extLst>
                          <a:ext uri="{FF2B5EF4-FFF2-40B4-BE49-F238E27FC236}">
                            <a16:creationId xmlns:a16="http://schemas.microsoft.com/office/drawing/2014/main" id="{DCB05224-BC61-4D76-8A4A-EE02BB7501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1052513"/>
                        <a:ext cx="2447925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>
            <a:extLst>
              <a:ext uri="{FF2B5EF4-FFF2-40B4-BE49-F238E27FC236}">
                <a16:creationId xmlns:a16="http://schemas.microsoft.com/office/drawing/2014/main" id="{B8F73CF0-D1F5-431A-A22F-8C77AA764F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1628775"/>
          <a:ext cx="11525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" name="Equation" r:id="rId5" imgW="482391" imgH="165028" progId="Equation.DSMT4">
                  <p:embed/>
                </p:oleObj>
              </mc:Choice>
              <mc:Fallback>
                <p:oleObj name="Equation" r:id="rId5" imgW="482391" imgH="165028" progId="Equation.DSMT4">
                  <p:embed/>
                  <p:pic>
                    <p:nvPicPr>
                      <p:cNvPr id="27651" name="Object 3">
                        <a:extLst>
                          <a:ext uri="{FF2B5EF4-FFF2-40B4-BE49-F238E27FC236}">
                            <a16:creationId xmlns:a16="http://schemas.microsoft.com/office/drawing/2014/main" id="{B8F73CF0-D1F5-431A-A22F-8C77AA764F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628775"/>
                        <a:ext cx="1152525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Rectangle 21">
            <a:extLst>
              <a:ext uri="{FF2B5EF4-FFF2-40B4-BE49-F238E27FC236}">
                <a16:creationId xmlns:a16="http://schemas.microsoft.com/office/drawing/2014/main" id="{4FE90157-8A8D-4434-A8A1-C94D44C98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92150"/>
            <a:ext cx="58150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宋体" panose="02010600030101010101" pitchFamily="2" charset="-122"/>
                <a:cs typeface="Times New Roman" panose="02020603050405020304" pitchFamily="18" charset="0"/>
              </a:rPr>
              <a:t>八、证明题（此题</a:t>
            </a:r>
            <a:r>
              <a:rPr lang="en-US" altLang="zh-CN" sz="2400" b="1">
                <a:latin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400" b="1">
                <a:latin typeface="宋体" panose="02010600030101010101" pitchFamily="2" charset="-122"/>
                <a:cs typeface="Times New Roman" panose="02020603050405020304" pitchFamily="18" charset="0"/>
              </a:rPr>
              <a:t>分）</a:t>
            </a:r>
            <a:endParaRPr lang="zh-CN" altLang="en-US" sz="2400"/>
          </a:p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设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为二阶实对称矩阵，且满足矩阵方程</a:t>
            </a:r>
            <a:endParaRPr lang="zh-CN" altLang="en-US" sz="2400"/>
          </a:p>
        </p:txBody>
      </p:sp>
      <p:sp>
        <p:nvSpPr>
          <p:cNvPr id="27662" name="Rectangle 22">
            <a:extLst>
              <a:ext uri="{FF2B5EF4-FFF2-40B4-BE49-F238E27FC236}">
                <a16:creationId xmlns:a16="http://schemas.microsoft.com/office/drawing/2014/main" id="{2D9A1C6B-57F8-4A11-B8CF-73E78ABA0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628775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试证：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endParaRPr lang="zh-CN" altLang="en-US" sz="2400"/>
          </a:p>
        </p:txBody>
      </p:sp>
      <p:sp>
        <p:nvSpPr>
          <p:cNvPr id="27663" name="Rectangle 23">
            <a:extLst>
              <a:ext uri="{FF2B5EF4-FFF2-40B4-BE49-F238E27FC236}">
                <a16:creationId xmlns:a16="http://schemas.microsoft.com/office/drawing/2014/main" id="{8DDF5473-932D-462F-B7F9-BF1CA4663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133600"/>
            <a:ext cx="2690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为正定矩阵。</a:t>
            </a:r>
            <a:endParaRPr lang="zh-CN" altLang="en-US" sz="2400"/>
          </a:p>
        </p:txBody>
      </p:sp>
      <p:sp>
        <p:nvSpPr>
          <p:cNvPr id="27664" name="Rectangle 24">
            <a:extLst>
              <a:ext uri="{FF2B5EF4-FFF2-40B4-BE49-F238E27FC236}">
                <a16:creationId xmlns:a16="http://schemas.microsoft.com/office/drawing/2014/main" id="{096C8E69-9F4E-4902-9D9C-D39A433A5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1628775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可逆。</a:t>
            </a:r>
          </a:p>
        </p:txBody>
      </p:sp>
      <p:sp>
        <p:nvSpPr>
          <p:cNvPr id="27665" name="Rectangle 25">
            <a:extLst>
              <a:ext uri="{FF2B5EF4-FFF2-40B4-BE49-F238E27FC236}">
                <a16:creationId xmlns:a16="http://schemas.microsoft.com/office/drawing/2014/main" id="{01B657FF-573A-41F1-8A6A-BD6C405EB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565400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证明：</a:t>
            </a:r>
            <a:r>
              <a:rPr lang="en-US" altLang="zh-CN" sz="2400"/>
              <a:t>1</a:t>
            </a:r>
            <a:r>
              <a:rPr lang="zh-CN" altLang="en-US" sz="2400"/>
              <a:t>、 </a:t>
            </a:r>
          </a:p>
        </p:txBody>
      </p:sp>
      <p:sp>
        <p:nvSpPr>
          <p:cNvPr id="27666" name="Rectangle 27">
            <a:extLst>
              <a:ext uri="{FF2B5EF4-FFF2-40B4-BE49-F238E27FC236}">
                <a16:creationId xmlns:a16="http://schemas.microsoft.com/office/drawing/2014/main" id="{9185DD47-167E-4285-A598-FBEFB5E3B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52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id="{EC5419D6-3BAE-42A5-9ACD-46F98A45E7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800063"/>
              </p:ext>
            </p:extLst>
          </p:nvPr>
        </p:nvGraphicFramePr>
        <p:xfrm>
          <a:off x="1524000" y="2638425"/>
          <a:ext cx="6337300" cy="356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Equation" r:id="rId7" imgW="3136680" imgH="1765080" progId="Equation.DSMT4">
                  <p:embed/>
                </p:oleObj>
              </mc:Choice>
              <mc:Fallback>
                <p:oleObj name="Equation" r:id="rId7" imgW="3136680" imgH="1765080" progId="Equation.DSMT4">
                  <p:embed/>
                  <p:pic>
                    <p:nvPicPr>
                      <p:cNvPr id="26628" name="Object 4">
                        <a:extLst>
                          <a:ext uri="{FF2B5EF4-FFF2-40B4-BE49-F238E27FC236}">
                            <a16:creationId xmlns:a16="http://schemas.microsoft.com/office/drawing/2014/main" id="{EC5419D6-3BAE-42A5-9ACD-46F98A45E7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638425"/>
                        <a:ext cx="6337300" cy="356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3" name="日期占位符 1">
            <a:extLst>
              <a:ext uri="{FF2B5EF4-FFF2-40B4-BE49-F238E27FC236}">
                <a16:creationId xmlns:a16="http://schemas.microsoft.com/office/drawing/2014/main" id="{97FEB7F8-B44F-447A-8359-F69D7957A3E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8B98EF-840C-440D-8EB0-67F5E3E11177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8684" name="页脚占位符 2">
            <a:extLst>
              <a:ext uri="{FF2B5EF4-FFF2-40B4-BE49-F238E27FC236}">
                <a16:creationId xmlns:a16="http://schemas.microsoft.com/office/drawing/2014/main" id="{2ADF67B5-30D6-4D55-B95D-DA804B55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8685" name="灯片编号占位符 3">
            <a:extLst>
              <a:ext uri="{FF2B5EF4-FFF2-40B4-BE49-F238E27FC236}">
                <a16:creationId xmlns:a16="http://schemas.microsoft.com/office/drawing/2014/main" id="{9F3B6446-3537-4D19-904C-EB7AEC31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0E646E-458D-4AC6-8A03-F87FF395A223}" type="slidenum">
              <a:rPr lang="en-US" altLang="zh-CN"/>
              <a:pPr eaLnBrk="1" hangingPunct="1"/>
              <a:t>44</a:t>
            </a:fld>
            <a:endParaRPr lang="en-US" altLang="zh-CN"/>
          </a:p>
        </p:txBody>
      </p:sp>
      <p:sp>
        <p:nvSpPr>
          <p:cNvPr id="28686" name="Rectangle 2">
            <a:extLst>
              <a:ext uri="{FF2B5EF4-FFF2-40B4-BE49-F238E27FC236}">
                <a16:creationId xmlns:a16="http://schemas.microsoft.com/office/drawing/2014/main" id="{99B3066F-377D-4B91-8654-0BD579408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041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》2004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8687" name="Rectangle 3">
            <a:extLst>
              <a:ext uri="{FF2B5EF4-FFF2-40B4-BE49-F238E27FC236}">
                <a16:creationId xmlns:a16="http://schemas.microsoft.com/office/drawing/2014/main" id="{60FE4B0C-4231-4E0A-9735-E1C42685C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8" name="Rectangle 4">
            <a:extLst>
              <a:ext uri="{FF2B5EF4-FFF2-40B4-BE49-F238E27FC236}">
                <a16:creationId xmlns:a16="http://schemas.microsoft.com/office/drawing/2014/main" id="{27C95873-D800-4E75-96CC-D2624B654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71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9" name="Rectangle 5">
            <a:extLst>
              <a:ext uri="{FF2B5EF4-FFF2-40B4-BE49-F238E27FC236}">
                <a16:creationId xmlns:a16="http://schemas.microsoft.com/office/drawing/2014/main" id="{FA4A32C8-1504-4145-849D-EE1D1FAD4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38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8674" name="Object 2">
            <a:extLst>
              <a:ext uri="{FF2B5EF4-FFF2-40B4-BE49-F238E27FC236}">
                <a16:creationId xmlns:a16="http://schemas.microsoft.com/office/drawing/2014/main" id="{4CEC4B5D-6A96-4594-B1C3-46713F8787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1052513"/>
          <a:ext cx="244792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Equation" r:id="rId3" imgW="1104900" imgH="203200" progId="Equation.DSMT4">
                  <p:embed/>
                </p:oleObj>
              </mc:Choice>
              <mc:Fallback>
                <p:oleObj name="Equation" r:id="rId3" imgW="1104900" imgH="203200" progId="Equation.DSMT4">
                  <p:embed/>
                  <p:pic>
                    <p:nvPicPr>
                      <p:cNvPr id="28674" name="Object 2">
                        <a:extLst>
                          <a:ext uri="{FF2B5EF4-FFF2-40B4-BE49-F238E27FC236}">
                            <a16:creationId xmlns:a16="http://schemas.microsoft.com/office/drawing/2014/main" id="{4CEC4B5D-6A96-4594-B1C3-46713F8787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1052513"/>
                        <a:ext cx="2447925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3">
            <a:extLst>
              <a:ext uri="{FF2B5EF4-FFF2-40B4-BE49-F238E27FC236}">
                <a16:creationId xmlns:a16="http://schemas.microsoft.com/office/drawing/2014/main" id="{30332E59-DA3C-4986-B714-F5D893699F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1628775"/>
          <a:ext cx="11525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Equation" r:id="rId5" imgW="482391" imgH="165028" progId="Equation.DSMT4">
                  <p:embed/>
                </p:oleObj>
              </mc:Choice>
              <mc:Fallback>
                <p:oleObj name="Equation" r:id="rId5" imgW="482391" imgH="165028" progId="Equation.DSMT4">
                  <p:embed/>
                  <p:pic>
                    <p:nvPicPr>
                      <p:cNvPr id="28675" name="Object 3">
                        <a:extLst>
                          <a:ext uri="{FF2B5EF4-FFF2-40B4-BE49-F238E27FC236}">
                            <a16:creationId xmlns:a16="http://schemas.microsoft.com/office/drawing/2014/main" id="{30332E59-DA3C-4986-B714-F5D893699F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628775"/>
                        <a:ext cx="1152525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0" name="Rectangle 9">
            <a:extLst>
              <a:ext uri="{FF2B5EF4-FFF2-40B4-BE49-F238E27FC236}">
                <a16:creationId xmlns:a16="http://schemas.microsoft.com/office/drawing/2014/main" id="{D62F51D4-A829-48AE-9B99-E083D95B1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92150"/>
            <a:ext cx="58150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宋体" panose="02010600030101010101" pitchFamily="2" charset="-122"/>
                <a:cs typeface="Times New Roman" panose="02020603050405020304" pitchFamily="18" charset="0"/>
              </a:rPr>
              <a:t>八、证明题（此题</a:t>
            </a:r>
            <a:r>
              <a:rPr lang="en-US" altLang="zh-CN" sz="2400" b="1">
                <a:latin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400" b="1">
                <a:latin typeface="宋体" panose="02010600030101010101" pitchFamily="2" charset="-122"/>
                <a:cs typeface="Times New Roman" panose="02020603050405020304" pitchFamily="18" charset="0"/>
              </a:rPr>
              <a:t>分）</a:t>
            </a:r>
            <a:endParaRPr lang="zh-CN" altLang="en-US" sz="2400"/>
          </a:p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设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为二阶实对称矩阵，且满足矩阵方程</a:t>
            </a:r>
            <a:endParaRPr lang="zh-CN" altLang="en-US" sz="2400"/>
          </a:p>
        </p:txBody>
      </p:sp>
      <p:sp>
        <p:nvSpPr>
          <p:cNvPr id="28691" name="Rectangle 10">
            <a:extLst>
              <a:ext uri="{FF2B5EF4-FFF2-40B4-BE49-F238E27FC236}">
                <a16:creationId xmlns:a16="http://schemas.microsoft.com/office/drawing/2014/main" id="{4A6A353E-8616-476C-A6E5-18B590BC8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628775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试证：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endParaRPr lang="zh-CN" altLang="en-US" sz="2400"/>
          </a:p>
        </p:txBody>
      </p:sp>
      <p:sp>
        <p:nvSpPr>
          <p:cNvPr id="28692" name="Rectangle 11">
            <a:extLst>
              <a:ext uri="{FF2B5EF4-FFF2-40B4-BE49-F238E27FC236}">
                <a16:creationId xmlns:a16="http://schemas.microsoft.com/office/drawing/2014/main" id="{B98FA08F-F79F-4EA5-BC9E-47FDA7C02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133600"/>
            <a:ext cx="2690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为正定矩阵。</a:t>
            </a:r>
            <a:endParaRPr lang="zh-CN" altLang="en-US" sz="2400"/>
          </a:p>
        </p:txBody>
      </p:sp>
      <p:sp>
        <p:nvSpPr>
          <p:cNvPr id="28693" name="Rectangle 12">
            <a:extLst>
              <a:ext uri="{FF2B5EF4-FFF2-40B4-BE49-F238E27FC236}">
                <a16:creationId xmlns:a16="http://schemas.microsoft.com/office/drawing/2014/main" id="{C24F2640-333A-4ADA-9C75-A910176FA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1628775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可逆。</a:t>
            </a:r>
          </a:p>
        </p:txBody>
      </p:sp>
      <p:sp>
        <p:nvSpPr>
          <p:cNvPr id="28694" name="Rectangle 13">
            <a:extLst>
              <a:ext uri="{FF2B5EF4-FFF2-40B4-BE49-F238E27FC236}">
                <a16:creationId xmlns:a16="http://schemas.microsoft.com/office/drawing/2014/main" id="{7B2BFD10-56FF-4333-A4AA-AA65BB626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565400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证明：</a:t>
            </a:r>
            <a:r>
              <a:rPr lang="en-US" altLang="zh-CN" sz="2400"/>
              <a:t>2</a:t>
            </a:r>
            <a:r>
              <a:rPr lang="zh-CN" altLang="en-US" sz="2400"/>
              <a:t>、 </a:t>
            </a:r>
          </a:p>
        </p:txBody>
      </p:sp>
      <p:grpSp>
        <p:nvGrpSpPr>
          <p:cNvPr id="2" name="组合 34">
            <a:extLst>
              <a:ext uri="{FF2B5EF4-FFF2-40B4-BE49-F238E27FC236}">
                <a16:creationId xmlns:a16="http://schemas.microsoft.com/office/drawing/2014/main" id="{965050E6-E222-46AD-AB32-B14E49A3D939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141663"/>
            <a:ext cx="7127875" cy="528637"/>
            <a:chOff x="684213" y="3141663"/>
            <a:chExt cx="7127875" cy="528637"/>
          </a:xfrm>
        </p:grpSpPr>
        <p:graphicFrame>
          <p:nvGraphicFramePr>
            <p:cNvPr id="28678" name="Object 6">
              <a:extLst>
                <a:ext uri="{FF2B5EF4-FFF2-40B4-BE49-F238E27FC236}">
                  <a16:creationId xmlns:a16="http://schemas.microsoft.com/office/drawing/2014/main" id="{22552E0B-7946-4192-A8EB-820A2F0C12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6375" y="3213100"/>
            <a:ext cx="2376488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4" name="Equation" r:id="rId7" imgW="1193800" imgH="228600" progId="Equation.DSMT4">
                    <p:embed/>
                  </p:oleObj>
                </mc:Choice>
                <mc:Fallback>
                  <p:oleObj name="Equation" r:id="rId7" imgW="1193800" imgH="228600" progId="Equation.DSMT4">
                    <p:embed/>
                    <p:pic>
                      <p:nvPicPr>
                        <p:cNvPr id="28678" name="Object 6">
                          <a:extLst>
                            <a:ext uri="{FF2B5EF4-FFF2-40B4-BE49-F238E27FC236}">
                              <a16:creationId xmlns:a16="http://schemas.microsoft.com/office/drawing/2014/main" id="{22552E0B-7946-4192-A8EB-820A2F0C12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375" y="3213100"/>
                          <a:ext cx="2376488" cy="455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9" name="Object 7">
              <a:extLst>
                <a:ext uri="{FF2B5EF4-FFF2-40B4-BE49-F238E27FC236}">
                  <a16:creationId xmlns:a16="http://schemas.microsoft.com/office/drawing/2014/main" id="{9C3B33E3-7FAF-4358-A01E-D49CF5AB08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48263" y="3213100"/>
            <a:ext cx="2663825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5" name="Equation" r:id="rId9" imgW="1346040" imgH="228600" progId="Equation.DSMT4">
                    <p:embed/>
                  </p:oleObj>
                </mc:Choice>
                <mc:Fallback>
                  <p:oleObj name="Equation" r:id="rId9" imgW="1346040" imgH="228600" progId="Equation.DSMT4">
                    <p:embed/>
                    <p:pic>
                      <p:nvPicPr>
                        <p:cNvPr id="28679" name="Object 7">
                          <a:extLst>
                            <a:ext uri="{FF2B5EF4-FFF2-40B4-BE49-F238E27FC236}">
                              <a16:creationId xmlns:a16="http://schemas.microsoft.com/office/drawing/2014/main" id="{9C3B33E3-7FAF-4358-A01E-D49CF5AB08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263" y="3213100"/>
                          <a:ext cx="2663825" cy="454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7" name="Rectangle 25">
              <a:extLst>
                <a:ext uri="{FF2B5EF4-FFF2-40B4-BE49-F238E27FC236}">
                  <a16:creationId xmlns:a16="http://schemas.microsoft.com/office/drawing/2014/main" id="{C160EE0A-651A-4127-BA2F-26E4ED793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13" y="3141663"/>
              <a:ext cx="7651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indent="27622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  <a:endParaRPr lang="zh-CN" altLang="en-US" sz="2400"/>
            </a:p>
          </p:txBody>
        </p:sp>
        <p:sp>
          <p:nvSpPr>
            <p:cNvPr id="28708" name="Rectangle 26">
              <a:extLst>
                <a:ext uri="{FF2B5EF4-FFF2-40B4-BE49-F238E27FC236}">
                  <a16:creationId xmlns:a16="http://schemas.microsoft.com/office/drawing/2014/main" id="{2CF3BD92-DB0A-4250-9C38-33B94A27C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300" y="3213100"/>
              <a:ext cx="13747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，则：</a:t>
              </a:r>
              <a:endParaRPr lang="zh-CN" altLang="en-US" sz="2400"/>
            </a:p>
          </p:txBody>
        </p:sp>
      </p:grpSp>
      <p:grpSp>
        <p:nvGrpSpPr>
          <p:cNvPr id="3" name="组合 35">
            <a:extLst>
              <a:ext uri="{FF2B5EF4-FFF2-40B4-BE49-F238E27FC236}">
                <a16:creationId xmlns:a16="http://schemas.microsoft.com/office/drawing/2014/main" id="{2DECB408-B419-4E7E-AB4B-2B7836DC7E80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644900"/>
            <a:ext cx="3997325" cy="541338"/>
            <a:chOff x="684213" y="3644900"/>
            <a:chExt cx="3997325" cy="541338"/>
          </a:xfrm>
        </p:grpSpPr>
        <p:graphicFrame>
          <p:nvGraphicFramePr>
            <p:cNvPr id="28680" name="Object 8">
              <a:extLst>
                <a:ext uri="{FF2B5EF4-FFF2-40B4-BE49-F238E27FC236}">
                  <a16:creationId xmlns:a16="http://schemas.microsoft.com/office/drawing/2014/main" id="{BC77316C-6B7A-4F8F-8597-DE93AA1BE6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58888" y="3716338"/>
            <a:ext cx="134937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6" name="Equation" r:id="rId11" imgW="622080" imgH="203040" progId="Equation.DSMT4">
                    <p:embed/>
                  </p:oleObj>
                </mc:Choice>
                <mc:Fallback>
                  <p:oleObj name="Equation" r:id="rId11" imgW="622080" imgH="203040" progId="Equation.DSMT4">
                    <p:embed/>
                    <p:pic>
                      <p:nvPicPr>
                        <p:cNvPr id="28680" name="Object 8">
                          <a:extLst>
                            <a:ext uri="{FF2B5EF4-FFF2-40B4-BE49-F238E27FC236}">
                              <a16:creationId xmlns:a16="http://schemas.microsoft.com/office/drawing/2014/main" id="{BC77316C-6B7A-4F8F-8597-DE93AA1BE6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8888" y="3716338"/>
                          <a:ext cx="1349375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1" name="Object 9">
              <a:extLst>
                <a:ext uri="{FF2B5EF4-FFF2-40B4-BE49-F238E27FC236}">
                  <a16:creationId xmlns:a16="http://schemas.microsoft.com/office/drawing/2014/main" id="{6260FB77-2D2B-44F5-9260-BAE2887F28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4400" y="3789363"/>
            <a:ext cx="1227138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7" name="Equation" r:id="rId13" imgW="622080" imgH="203040" progId="Equation.DSMT4">
                    <p:embed/>
                  </p:oleObj>
                </mc:Choice>
                <mc:Fallback>
                  <p:oleObj name="Equation" r:id="rId13" imgW="622080" imgH="203040" progId="Equation.DSMT4">
                    <p:embed/>
                    <p:pic>
                      <p:nvPicPr>
                        <p:cNvPr id="28681" name="Object 9">
                          <a:extLst>
                            <a:ext uri="{FF2B5EF4-FFF2-40B4-BE49-F238E27FC236}">
                              <a16:creationId xmlns:a16="http://schemas.microsoft.com/office/drawing/2014/main" id="{6260FB77-2D2B-44F5-9260-BAE2887F28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4400" y="3789363"/>
                          <a:ext cx="1227138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5" name="Rectangle 27">
              <a:extLst>
                <a:ext uri="{FF2B5EF4-FFF2-40B4-BE49-F238E27FC236}">
                  <a16:creationId xmlns:a16="http://schemas.microsoft.com/office/drawing/2014/main" id="{59E71F29-EF22-4C3F-B4D5-0627632D8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13" y="3644900"/>
              <a:ext cx="7651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</a:t>
              </a:r>
              <a:endParaRPr lang="zh-CN" altLang="en-US" sz="2400"/>
            </a:p>
          </p:txBody>
        </p:sp>
        <p:sp>
          <p:nvSpPr>
            <p:cNvPr id="28706" name="Rectangle 28">
              <a:extLst>
                <a:ext uri="{FF2B5EF4-FFF2-40B4-BE49-F238E27FC236}">
                  <a16:creationId xmlns:a16="http://schemas.microsoft.com/office/drawing/2014/main" id="{5CC3849F-91BE-4EF4-A2D4-1AC277F3D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75" y="3716338"/>
              <a:ext cx="10699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得：</a:t>
              </a:r>
              <a:endParaRPr lang="zh-CN" altLang="en-US" sz="2400"/>
            </a:p>
          </p:txBody>
        </p:sp>
      </p:grpSp>
      <p:sp>
        <p:nvSpPr>
          <p:cNvPr id="27678" name="Rectangle 30">
            <a:extLst>
              <a:ext uri="{FF2B5EF4-FFF2-40B4-BE49-F238E27FC236}">
                <a16:creationId xmlns:a16="http://schemas.microsoft.com/office/drawing/2014/main" id="{7C31CF4C-5993-4024-B9A7-8142C0521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868863"/>
            <a:ext cx="722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为实对称矩阵，由定理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4.13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知，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为正定矩阵。</a:t>
            </a:r>
            <a:endParaRPr lang="zh-CN" altLang="en-US" sz="2400"/>
          </a:p>
        </p:txBody>
      </p:sp>
      <p:grpSp>
        <p:nvGrpSpPr>
          <p:cNvPr id="4" name="组合 33">
            <a:extLst>
              <a:ext uri="{FF2B5EF4-FFF2-40B4-BE49-F238E27FC236}">
                <a16:creationId xmlns:a16="http://schemas.microsoft.com/office/drawing/2014/main" id="{F1B8BCBB-B6A2-45A4-AE2A-B973FCCB8B8E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2636838"/>
            <a:ext cx="6765925" cy="457200"/>
            <a:chOff x="1331913" y="2636838"/>
            <a:chExt cx="6765925" cy="457200"/>
          </a:xfrm>
        </p:grpSpPr>
        <p:graphicFrame>
          <p:nvGraphicFramePr>
            <p:cNvPr id="28677" name="Object 5">
              <a:extLst>
                <a:ext uri="{FF2B5EF4-FFF2-40B4-BE49-F238E27FC236}">
                  <a16:creationId xmlns:a16="http://schemas.microsoft.com/office/drawing/2014/main" id="{1CE193F0-6377-477D-A642-DD038739C5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24525" y="2636838"/>
            <a:ext cx="341313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8" name="Equation" r:id="rId15" imgW="139579" imgH="177646" progId="Equation.DSMT4">
                    <p:embed/>
                  </p:oleObj>
                </mc:Choice>
                <mc:Fallback>
                  <p:oleObj name="Equation" r:id="rId15" imgW="139579" imgH="177646" progId="Equation.DSMT4">
                    <p:embed/>
                    <p:pic>
                      <p:nvPicPr>
                        <p:cNvPr id="28677" name="Object 5">
                          <a:extLst>
                            <a:ext uri="{FF2B5EF4-FFF2-40B4-BE49-F238E27FC236}">
                              <a16:creationId xmlns:a16="http://schemas.microsoft.com/office/drawing/2014/main" id="{1CE193F0-6377-477D-A642-DD038739C5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4525" y="2636838"/>
                          <a:ext cx="341313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6" name="Object 4">
              <a:extLst>
                <a:ext uri="{FF2B5EF4-FFF2-40B4-BE49-F238E27FC236}">
                  <a16:creationId xmlns:a16="http://schemas.microsoft.com/office/drawing/2014/main" id="{EF70C702-7178-4F69-A57D-C2D22A5A0C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49438" y="2649538"/>
            <a:ext cx="1123950" cy="41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69" name="Equation" r:id="rId17" imgW="507960" imgH="190440" progId="Equation.DSMT4">
                    <p:embed/>
                  </p:oleObj>
                </mc:Choice>
                <mc:Fallback>
                  <p:oleObj name="Equation" r:id="rId17" imgW="507960" imgH="190440" progId="Equation.DSMT4">
                    <p:embed/>
                    <p:pic>
                      <p:nvPicPr>
                        <p:cNvPr id="28676" name="Object 4">
                          <a:extLst>
                            <a:ext uri="{FF2B5EF4-FFF2-40B4-BE49-F238E27FC236}">
                              <a16:creationId xmlns:a16="http://schemas.microsoft.com/office/drawing/2014/main" id="{EF70C702-7178-4F69-A57D-C2D22A5A0C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9438" y="2649538"/>
                          <a:ext cx="1123950" cy="412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2" name="Rectangle 23">
              <a:extLst>
                <a:ext uri="{FF2B5EF4-FFF2-40B4-BE49-F238E27FC236}">
                  <a16:creationId xmlns:a16="http://schemas.microsoft.com/office/drawing/2014/main" id="{EA98AF56-A2B5-45E1-8840-7564DF26A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1913" y="2636838"/>
              <a:ext cx="7651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  <a:endParaRPr lang="zh-CN" altLang="en-US" sz="2400"/>
            </a:p>
          </p:txBody>
        </p:sp>
        <p:sp>
          <p:nvSpPr>
            <p:cNvPr id="28703" name="Rectangle 24">
              <a:extLst>
                <a:ext uri="{FF2B5EF4-FFF2-40B4-BE49-F238E27FC236}">
                  <a16:creationId xmlns:a16="http://schemas.microsoft.com/office/drawing/2014/main" id="{D399FA7D-CAD1-4E45-ABF5-FE9D206A4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8" y="2636838"/>
              <a:ext cx="296703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特征值，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是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属于</a:t>
              </a:r>
              <a:endParaRPr lang="zh-CN" altLang="en-US" sz="2400"/>
            </a:p>
          </p:txBody>
        </p:sp>
        <p:sp>
          <p:nvSpPr>
            <p:cNvPr id="28704" name="Rectangle 31">
              <a:extLst>
                <a:ext uri="{FF2B5EF4-FFF2-40B4-BE49-F238E27FC236}">
                  <a16:creationId xmlns:a16="http://schemas.microsoft.com/office/drawing/2014/main" id="{D517B57F-D743-4920-B141-2DC7BF9B7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888" y="2636838"/>
              <a:ext cx="2012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的特征向量。</a:t>
              </a:r>
            </a:p>
          </p:txBody>
        </p:sp>
      </p:grpSp>
      <p:grpSp>
        <p:nvGrpSpPr>
          <p:cNvPr id="5" name="组合 36">
            <a:extLst>
              <a:ext uri="{FF2B5EF4-FFF2-40B4-BE49-F238E27FC236}">
                <a16:creationId xmlns:a16="http://schemas.microsoft.com/office/drawing/2014/main" id="{053F628B-1983-4A8E-8831-EA1646387EDB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221163"/>
            <a:ext cx="5164137" cy="498475"/>
            <a:chOff x="900113" y="4221163"/>
            <a:chExt cx="5164137" cy="498475"/>
          </a:xfrm>
        </p:grpSpPr>
        <p:graphicFrame>
          <p:nvGraphicFramePr>
            <p:cNvPr id="28682" name="Object 10">
              <a:extLst>
                <a:ext uri="{FF2B5EF4-FFF2-40B4-BE49-F238E27FC236}">
                  <a16:creationId xmlns:a16="http://schemas.microsoft.com/office/drawing/2014/main" id="{58128CD2-DEFF-4EE7-B026-28638E075E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1450" y="4281488"/>
            <a:ext cx="1560513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0" name="Equation" r:id="rId19" imgW="825480" imgH="228600" progId="Equation.DSMT4">
                    <p:embed/>
                  </p:oleObj>
                </mc:Choice>
                <mc:Fallback>
                  <p:oleObj name="Equation" r:id="rId19" imgW="825480" imgH="228600" progId="Equation.DSMT4">
                    <p:embed/>
                    <p:pic>
                      <p:nvPicPr>
                        <p:cNvPr id="28682" name="Object 10">
                          <a:extLst>
                            <a:ext uri="{FF2B5EF4-FFF2-40B4-BE49-F238E27FC236}">
                              <a16:creationId xmlns:a16="http://schemas.microsoft.com/office/drawing/2014/main" id="{58128CD2-DEFF-4EE7-B026-28638E075E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1450" y="4281488"/>
                          <a:ext cx="1560513" cy="438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0" name="Rectangle 29">
              <a:extLst>
                <a:ext uri="{FF2B5EF4-FFF2-40B4-BE49-F238E27FC236}">
                  <a16:creationId xmlns:a16="http://schemas.microsoft.com/office/drawing/2014/main" id="{ECF98821-A8A3-47B0-A503-A40D9F956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13" y="4221163"/>
              <a:ext cx="19843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特征根为：</a:t>
              </a:r>
              <a:endParaRPr lang="zh-CN" altLang="en-US" sz="2400"/>
            </a:p>
          </p:txBody>
        </p:sp>
        <p:sp>
          <p:nvSpPr>
            <p:cNvPr id="28701" name="Rectangle 32">
              <a:extLst>
                <a:ext uri="{FF2B5EF4-FFF2-40B4-BE49-F238E27FC236}">
                  <a16:creationId xmlns:a16="http://schemas.microsoft.com/office/drawing/2014/main" id="{30B95D3D-2D7C-43B7-B01B-BE877C793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100" y="4221163"/>
              <a:ext cx="1708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都大于零，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日期占位符 1">
            <a:extLst>
              <a:ext uri="{FF2B5EF4-FFF2-40B4-BE49-F238E27FC236}">
                <a16:creationId xmlns:a16="http://schemas.microsoft.com/office/drawing/2014/main" id="{1B5B429A-6F8D-43B5-9F06-47B70750334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4DC2F95-6909-4E8C-891C-81A288CB275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9701" name="页脚占位符 2">
            <a:extLst>
              <a:ext uri="{FF2B5EF4-FFF2-40B4-BE49-F238E27FC236}">
                <a16:creationId xmlns:a16="http://schemas.microsoft.com/office/drawing/2014/main" id="{B94AC005-A09F-4592-9E85-93B332CAD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9702" name="灯片编号占位符 3">
            <a:extLst>
              <a:ext uri="{FF2B5EF4-FFF2-40B4-BE49-F238E27FC236}">
                <a16:creationId xmlns:a16="http://schemas.microsoft.com/office/drawing/2014/main" id="{D2EC4CFA-E288-4845-BDC2-4BE9FC1E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90D9E85-EB4E-495C-B9D5-F5E4DE2423C8}" type="slidenum">
              <a:rPr lang="en-US" altLang="zh-CN"/>
              <a:pPr eaLnBrk="1" hangingPunct="1"/>
              <a:t>45</a:t>
            </a:fld>
            <a:endParaRPr lang="en-US" altLang="zh-CN"/>
          </a:p>
        </p:txBody>
      </p:sp>
      <p:sp>
        <p:nvSpPr>
          <p:cNvPr id="29703" name="Rectangle 2">
            <a:extLst>
              <a:ext uri="{FF2B5EF4-FFF2-40B4-BE49-F238E27FC236}">
                <a16:creationId xmlns:a16="http://schemas.microsoft.com/office/drawing/2014/main" id="{19A9CDB8-F44C-4527-A2E4-AA8A60381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3914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》2003</a:t>
            </a:r>
            <a:r>
              <a:rPr lang="zh-CN" altLang="en-US" b="1"/>
              <a:t>年第一学期，试卷</a:t>
            </a:r>
          </a:p>
        </p:txBody>
      </p:sp>
      <p:sp>
        <p:nvSpPr>
          <p:cNvPr id="29704" name="Rectangle 3">
            <a:extLst>
              <a:ext uri="{FF2B5EF4-FFF2-40B4-BE49-F238E27FC236}">
                <a16:creationId xmlns:a16="http://schemas.microsoft.com/office/drawing/2014/main" id="{F0755F65-6B9C-42A5-BAC9-005EBB730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5" name="Rectangle 11">
            <a:extLst>
              <a:ext uri="{FF2B5EF4-FFF2-40B4-BE49-F238E27FC236}">
                <a16:creationId xmlns:a16="http://schemas.microsoft.com/office/drawing/2014/main" id="{D8BFF900-978A-4E67-B408-550A35B9C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71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6" name="Rectangle 13">
            <a:extLst>
              <a:ext uri="{FF2B5EF4-FFF2-40B4-BE49-F238E27FC236}">
                <a16:creationId xmlns:a16="http://schemas.microsoft.com/office/drawing/2014/main" id="{C85BC48C-86A0-43CE-9084-063B8F0F6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20713"/>
            <a:ext cx="2486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三 解答下列各题 </a:t>
            </a:r>
          </a:p>
        </p:txBody>
      </p:sp>
      <p:sp>
        <p:nvSpPr>
          <p:cNvPr id="29707" name="Rectangle 15">
            <a:extLst>
              <a:ext uri="{FF2B5EF4-FFF2-40B4-BE49-F238E27FC236}">
                <a16:creationId xmlns:a16="http://schemas.microsoft.com/office/drawing/2014/main" id="{DD13B074-443E-4448-9546-C199972EC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25538"/>
            <a:ext cx="81835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设三阶实对称阵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的特征值为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-1 ,λ</a:t>
            </a:r>
            <a:r>
              <a:rPr lang="en-US" altLang="zh-CN" sz="24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=λ</a:t>
            </a:r>
            <a:r>
              <a:rPr lang="en-US" altLang="zh-CN" sz="24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，对应于</a:t>
            </a:r>
          </a:p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的特征向量为</a:t>
            </a:r>
            <a:endParaRPr lang="zh-CN" altLang="en-US" sz="2400"/>
          </a:p>
        </p:txBody>
      </p:sp>
      <p:graphicFrame>
        <p:nvGraphicFramePr>
          <p:cNvPr id="29698" name="Object 14">
            <a:extLst>
              <a:ext uri="{FF2B5EF4-FFF2-40B4-BE49-F238E27FC236}">
                <a16:creationId xmlns:a16="http://schemas.microsoft.com/office/drawing/2014/main" id="{3F76DE8A-0625-4D66-B90F-DD8EC1C4EE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1524000"/>
          <a:ext cx="87312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Equation" r:id="rId3" imgW="583947" imgH="710891" progId="Equation.DSMT4">
                  <p:embed/>
                </p:oleObj>
              </mc:Choice>
              <mc:Fallback>
                <p:oleObj name="Equation" r:id="rId3" imgW="583947" imgH="710891" progId="Equation.DSMT4">
                  <p:embed/>
                  <p:pic>
                    <p:nvPicPr>
                      <p:cNvPr id="29698" name="Object 14">
                        <a:extLst>
                          <a:ext uri="{FF2B5EF4-FFF2-40B4-BE49-F238E27FC236}">
                            <a16:creationId xmlns:a16="http://schemas.microsoft.com/office/drawing/2014/main" id="{3F76DE8A-0625-4D66-B90F-DD8EC1C4EE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524000"/>
                        <a:ext cx="873125" cy="960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8" name="Rectangle 16">
            <a:extLst>
              <a:ext uri="{FF2B5EF4-FFF2-40B4-BE49-F238E27FC236}">
                <a16:creationId xmlns:a16="http://schemas.microsoft.com/office/drawing/2014/main" id="{46666682-2774-416E-9B7D-DF7EF9A31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1700213"/>
            <a:ext cx="5556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求对应于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24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=λ</a:t>
            </a:r>
            <a:r>
              <a:rPr lang="en-US" altLang="zh-CN" sz="24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的特征向量及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/>
          </a:p>
        </p:txBody>
      </p:sp>
      <p:sp>
        <p:nvSpPr>
          <p:cNvPr id="29709" name="Rectangle 17">
            <a:extLst>
              <a:ext uri="{FF2B5EF4-FFF2-40B4-BE49-F238E27FC236}">
                <a16:creationId xmlns:a16="http://schemas.microsoft.com/office/drawing/2014/main" id="{81B5300F-E7CF-4E19-B230-1A026BF3D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3495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s-ES" sz="2400"/>
              <a:t>解：</a:t>
            </a:r>
          </a:p>
        </p:txBody>
      </p:sp>
      <p:sp>
        <p:nvSpPr>
          <p:cNvPr id="29710" name="Rectangle 19">
            <a:extLst>
              <a:ext uri="{FF2B5EF4-FFF2-40B4-BE49-F238E27FC236}">
                <a16:creationId xmlns:a16="http://schemas.microsoft.com/office/drawing/2014/main" id="{789FA0F8-0A98-41A4-8538-0961E6173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38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1" name="Object 18">
            <a:extLst>
              <a:ext uri="{FF2B5EF4-FFF2-40B4-BE49-F238E27FC236}">
                <a16:creationId xmlns:a16="http://schemas.microsoft.com/office/drawing/2014/main" id="{B6EDF21A-5498-4151-88CD-D952D17A78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492375"/>
          <a:ext cx="7416800" cy="394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5" imgW="4546440" imgH="2412720" progId="Equation.DSMT4">
                  <p:embed/>
                </p:oleObj>
              </mc:Choice>
              <mc:Fallback>
                <p:oleObj name="Equation" r:id="rId5" imgW="4546440" imgH="2412720" progId="Equation.DSMT4">
                  <p:embed/>
                  <p:pic>
                    <p:nvPicPr>
                      <p:cNvPr id="2051" name="Object 18">
                        <a:extLst>
                          <a:ext uri="{FF2B5EF4-FFF2-40B4-BE49-F238E27FC236}">
                            <a16:creationId xmlns:a16="http://schemas.microsoft.com/office/drawing/2014/main" id="{B6EDF21A-5498-4151-88CD-D952D17A78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492375"/>
                        <a:ext cx="7416800" cy="3941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日期占位符 1">
            <a:extLst>
              <a:ext uri="{FF2B5EF4-FFF2-40B4-BE49-F238E27FC236}">
                <a16:creationId xmlns:a16="http://schemas.microsoft.com/office/drawing/2014/main" id="{2444C393-C0CD-44EC-AE78-E93D1EB9F0F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8F162D-BFFB-4454-8149-359413AB0E87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0725" name="页脚占位符 2">
            <a:extLst>
              <a:ext uri="{FF2B5EF4-FFF2-40B4-BE49-F238E27FC236}">
                <a16:creationId xmlns:a16="http://schemas.microsoft.com/office/drawing/2014/main" id="{204C83F9-A148-4D4E-85BE-D65DF1D4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0726" name="灯片编号占位符 3">
            <a:extLst>
              <a:ext uri="{FF2B5EF4-FFF2-40B4-BE49-F238E27FC236}">
                <a16:creationId xmlns:a16="http://schemas.microsoft.com/office/drawing/2014/main" id="{84BECDDA-51D2-458F-9DE5-6E663B30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EC58FF6-38CD-4956-8EB6-5BEBBADC9BFF}" type="slidenum">
              <a:rPr lang="en-US" altLang="zh-CN"/>
              <a:pPr eaLnBrk="1" hangingPunct="1"/>
              <a:t>46</a:t>
            </a:fld>
            <a:endParaRPr lang="en-US" altLang="zh-CN"/>
          </a:p>
        </p:txBody>
      </p:sp>
      <p:sp>
        <p:nvSpPr>
          <p:cNvPr id="30727" name="Rectangle 2">
            <a:extLst>
              <a:ext uri="{FF2B5EF4-FFF2-40B4-BE49-F238E27FC236}">
                <a16:creationId xmlns:a16="http://schemas.microsoft.com/office/drawing/2014/main" id="{82CB879C-3CE1-43B3-BCD1-D9048F454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3914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》2003</a:t>
            </a:r>
            <a:r>
              <a:rPr lang="zh-CN" altLang="en-US" b="1"/>
              <a:t>年第一学期，试卷</a:t>
            </a:r>
          </a:p>
        </p:txBody>
      </p:sp>
      <p:sp>
        <p:nvSpPr>
          <p:cNvPr id="30728" name="Rectangle 3">
            <a:extLst>
              <a:ext uri="{FF2B5EF4-FFF2-40B4-BE49-F238E27FC236}">
                <a16:creationId xmlns:a16="http://schemas.microsoft.com/office/drawing/2014/main" id="{6F6AC185-793D-45BC-AC64-00DF6CDF3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29" name="Rectangle 4">
            <a:extLst>
              <a:ext uri="{FF2B5EF4-FFF2-40B4-BE49-F238E27FC236}">
                <a16:creationId xmlns:a16="http://schemas.microsoft.com/office/drawing/2014/main" id="{3D76F4B0-8B86-483C-AA22-EDF9B6ACE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71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0" name="Rectangle 5">
            <a:extLst>
              <a:ext uri="{FF2B5EF4-FFF2-40B4-BE49-F238E27FC236}">
                <a16:creationId xmlns:a16="http://schemas.microsoft.com/office/drawing/2014/main" id="{9CD78449-4A46-4FE9-AFF2-D74AB456B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20713"/>
            <a:ext cx="2486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三 解答下列各题 </a:t>
            </a:r>
          </a:p>
        </p:txBody>
      </p:sp>
      <p:sp>
        <p:nvSpPr>
          <p:cNvPr id="30731" name="Rectangle 9">
            <a:extLst>
              <a:ext uri="{FF2B5EF4-FFF2-40B4-BE49-F238E27FC236}">
                <a16:creationId xmlns:a16="http://schemas.microsoft.com/office/drawing/2014/main" id="{D81E1E2B-8B6C-493C-923A-45A8BA94A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255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s-ES" sz="2400"/>
              <a:t>解：</a:t>
            </a:r>
          </a:p>
        </p:txBody>
      </p:sp>
      <p:sp>
        <p:nvSpPr>
          <p:cNvPr id="30732" name="Rectangle 10">
            <a:extLst>
              <a:ext uri="{FF2B5EF4-FFF2-40B4-BE49-F238E27FC236}">
                <a16:creationId xmlns:a16="http://schemas.microsoft.com/office/drawing/2014/main" id="{CF55C026-50FE-4751-A988-E29DC5E2D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38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4" name="Object 11">
            <a:extLst>
              <a:ext uri="{FF2B5EF4-FFF2-40B4-BE49-F238E27FC236}">
                <a16:creationId xmlns:a16="http://schemas.microsoft.com/office/drawing/2014/main" id="{B7F304CD-6152-4B00-A477-CD8D116588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196975"/>
          <a:ext cx="8243888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Equation" r:id="rId3" imgW="4876560" imgH="939600" progId="Equation.DSMT4">
                  <p:embed/>
                </p:oleObj>
              </mc:Choice>
              <mc:Fallback>
                <p:oleObj name="Equation" r:id="rId3" imgW="4876560" imgH="939600" progId="Equation.DSMT4">
                  <p:embed/>
                  <p:pic>
                    <p:nvPicPr>
                      <p:cNvPr id="3074" name="Object 11">
                        <a:extLst>
                          <a:ext uri="{FF2B5EF4-FFF2-40B4-BE49-F238E27FC236}">
                            <a16:creationId xmlns:a16="http://schemas.microsoft.com/office/drawing/2014/main" id="{B7F304CD-6152-4B00-A477-CD8D116588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196975"/>
                        <a:ext cx="8243888" cy="159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3" name="Rectangle 13">
            <a:extLst>
              <a:ext uri="{FF2B5EF4-FFF2-40B4-BE49-F238E27FC236}">
                <a16:creationId xmlns:a16="http://schemas.microsoft.com/office/drawing/2014/main" id="{29157470-6D5C-4F10-BF68-17DC5EFA4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28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5" name="Object 12">
            <a:extLst>
              <a:ext uri="{FF2B5EF4-FFF2-40B4-BE49-F238E27FC236}">
                <a16:creationId xmlns:a16="http://schemas.microsoft.com/office/drawing/2014/main" id="{D0BE1FC9-8C09-49EA-B82E-E161329929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997200"/>
          <a:ext cx="6408738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" name="Equation" r:id="rId5" imgW="3848100" imgH="1803400" progId="Equation.DSMT4">
                  <p:embed/>
                </p:oleObj>
              </mc:Choice>
              <mc:Fallback>
                <p:oleObj name="Equation" r:id="rId5" imgW="3848100" imgH="1803400" progId="Equation.DSMT4">
                  <p:embed/>
                  <p:pic>
                    <p:nvPicPr>
                      <p:cNvPr id="3075" name="Object 12">
                        <a:extLst>
                          <a:ext uri="{FF2B5EF4-FFF2-40B4-BE49-F238E27FC236}">
                            <a16:creationId xmlns:a16="http://schemas.microsoft.com/office/drawing/2014/main" id="{D0BE1FC9-8C09-49EA-B82E-E161329929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997200"/>
                        <a:ext cx="6408738" cy="299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3" name="日期占位符 1">
            <a:extLst>
              <a:ext uri="{FF2B5EF4-FFF2-40B4-BE49-F238E27FC236}">
                <a16:creationId xmlns:a16="http://schemas.microsoft.com/office/drawing/2014/main" id="{00F8F965-26F8-4443-8A2F-491F19AD9BF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A45C74-BD33-41AD-BBA7-38D2DEBED67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1754" name="页脚占位符 2">
            <a:extLst>
              <a:ext uri="{FF2B5EF4-FFF2-40B4-BE49-F238E27FC236}">
                <a16:creationId xmlns:a16="http://schemas.microsoft.com/office/drawing/2014/main" id="{9286A543-7690-40E7-85FD-E25187EE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1755" name="灯片编号占位符 3">
            <a:extLst>
              <a:ext uri="{FF2B5EF4-FFF2-40B4-BE49-F238E27FC236}">
                <a16:creationId xmlns:a16="http://schemas.microsoft.com/office/drawing/2014/main" id="{FCA0F4F5-898B-493A-9238-0907191E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4F65F0E-0225-416C-985C-31659071E104}" type="slidenum">
              <a:rPr lang="en-US" altLang="zh-CN"/>
              <a:pPr eaLnBrk="1" hangingPunct="1"/>
              <a:t>47</a:t>
            </a:fld>
            <a:endParaRPr lang="en-US" altLang="zh-CN"/>
          </a:p>
        </p:txBody>
      </p:sp>
      <p:sp>
        <p:nvSpPr>
          <p:cNvPr id="31756" name="Rectangle 2">
            <a:extLst>
              <a:ext uri="{FF2B5EF4-FFF2-40B4-BE49-F238E27FC236}">
                <a16:creationId xmlns:a16="http://schemas.microsoft.com/office/drawing/2014/main" id="{24D765A8-3B01-4067-B88D-4C505DDD5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144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》2007</a:t>
            </a:r>
            <a:r>
              <a:rPr lang="zh-CN" altLang="en-US" b="1"/>
              <a:t>学年第二学期，试卷</a:t>
            </a:r>
          </a:p>
        </p:txBody>
      </p:sp>
      <p:sp>
        <p:nvSpPr>
          <p:cNvPr id="31757" name="Rectangle 3">
            <a:extLst>
              <a:ext uri="{FF2B5EF4-FFF2-40B4-BE49-F238E27FC236}">
                <a16:creationId xmlns:a16="http://schemas.microsoft.com/office/drawing/2014/main" id="{B5803E0F-C278-40E9-96D6-F151AA47B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38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8" name="Rectangle 5">
            <a:extLst>
              <a:ext uri="{FF2B5EF4-FFF2-40B4-BE49-F238E27FC236}">
                <a16:creationId xmlns:a16="http://schemas.microsoft.com/office/drawing/2014/main" id="{644F30AF-8EC4-4669-AD5C-CDFD90FE8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一</a:t>
            </a:r>
            <a:r>
              <a:rPr lang="en-US" altLang="zh-CN" sz="2400"/>
              <a:t>﹑</a:t>
            </a:r>
            <a:r>
              <a:rPr lang="zh-CN" altLang="en-US" sz="2400"/>
              <a:t>选择题</a:t>
            </a:r>
          </a:p>
        </p:txBody>
      </p:sp>
      <p:graphicFrame>
        <p:nvGraphicFramePr>
          <p:cNvPr id="31746" name="Object 27">
            <a:extLst>
              <a:ext uri="{FF2B5EF4-FFF2-40B4-BE49-F238E27FC236}">
                <a16:creationId xmlns:a16="http://schemas.microsoft.com/office/drawing/2014/main" id="{2FFEA485-5FCE-45FC-8CEE-C6BB6B5F16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990600"/>
          <a:ext cx="360045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Equation" r:id="rId3" imgW="1968500" imgH="482600" progId="Equation.DSMT4">
                  <p:embed/>
                </p:oleObj>
              </mc:Choice>
              <mc:Fallback>
                <p:oleObj name="Equation" r:id="rId3" imgW="1968500" imgH="482600" progId="Equation.DSMT4">
                  <p:embed/>
                  <p:pic>
                    <p:nvPicPr>
                      <p:cNvPr id="31746" name="Object 27">
                        <a:extLst>
                          <a:ext uri="{FF2B5EF4-FFF2-40B4-BE49-F238E27FC236}">
                            <a16:creationId xmlns:a16="http://schemas.microsoft.com/office/drawing/2014/main" id="{2FFEA485-5FCE-45FC-8CEE-C6BB6B5F16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990600"/>
                        <a:ext cx="3600450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26">
            <a:extLst>
              <a:ext uri="{FF2B5EF4-FFF2-40B4-BE49-F238E27FC236}">
                <a16:creationId xmlns:a16="http://schemas.microsoft.com/office/drawing/2014/main" id="{BDA23231-11CD-48B6-81C2-8AF967981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1096963"/>
          <a:ext cx="4730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Equation" r:id="rId5" imgW="152400" imgH="165100" progId="Equation.DSMT4">
                  <p:embed/>
                </p:oleObj>
              </mc:Choice>
              <mc:Fallback>
                <p:oleObj name="Equation" r:id="rId5" imgW="152400" imgH="165100" progId="Equation.DSMT4">
                  <p:embed/>
                  <p:pic>
                    <p:nvPicPr>
                      <p:cNvPr id="31747" name="Object 26">
                        <a:extLst>
                          <a:ext uri="{FF2B5EF4-FFF2-40B4-BE49-F238E27FC236}">
                            <a16:creationId xmlns:a16="http://schemas.microsoft.com/office/drawing/2014/main" id="{BDA23231-11CD-48B6-81C2-8AF967981E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1096963"/>
                        <a:ext cx="473075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9" name="Rectangle 28">
            <a:extLst>
              <a:ext uri="{FF2B5EF4-FFF2-40B4-BE49-F238E27FC236}">
                <a16:creationId xmlns:a16="http://schemas.microsoft.com/office/drawing/2014/main" id="{53A7337D-4B8A-4CFB-86C0-D7A5CD214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96975"/>
            <a:ext cx="216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设实二次型</a:t>
            </a:r>
            <a:endParaRPr lang="zh-CN" altLang="en-US" sz="2400"/>
          </a:p>
        </p:txBody>
      </p:sp>
      <p:sp>
        <p:nvSpPr>
          <p:cNvPr id="31760" name="Rectangle 29">
            <a:extLst>
              <a:ext uri="{FF2B5EF4-FFF2-40B4-BE49-F238E27FC236}">
                <a16:creationId xmlns:a16="http://schemas.microsoft.com/office/drawing/2014/main" id="{FE4FDE3F-3CC3-4B56-A4BF-B7F7BC1EC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143000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的矩阵为</a:t>
            </a:r>
            <a:endParaRPr lang="zh-CN" altLang="en-US" sz="2400"/>
          </a:p>
        </p:txBody>
      </p:sp>
      <p:sp>
        <p:nvSpPr>
          <p:cNvPr id="31761" name="Rectangle 30">
            <a:extLst>
              <a:ext uri="{FF2B5EF4-FFF2-40B4-BE49-F238E27FC236}">
                <a16:creationId xmlns:a16="http://schemas.microsoft.com/office/drawing/2014/main" id="{84EF21E9-C8A7-458B-AB39-0E215CB5D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44675"/>
            <a:ext cx="208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(     )</a:t>
            </a:r>
            <a:r>
              <a:rPr lang="en-US" altLang="zh-CN" sz="120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/>
          </a:p>
        </p:txBody>
      </p:sp>
      <p:graphicFrame>
        <p:nvGraphicFramePr>
          <p:cNvPr id="31748" name="Object 34">
            <a:extLst>
              <a:ext uri="{FF2B5EF4-FFF2-40B4-BE49-F238E27FC236}">
                <a16:creationId xmlns:a16="http://schemas.microsoft.com/office/drawing/2014/main" id="{6CC25BC1-784F-4894-87E9-1430AED1A4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492375"/>
          <a:ext cx="14398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Equation" r:id="rId7" imgW="812447" imgH="457002" progId="Equation.DSMT4">
                  <p:embed/>
                </p:oleObj>
              </mc:Choice>
              <mc:Fallback>
                <p:oleObj name="Equation" r:id="rId7" imgW="812447" imgH="457002" progId="Equation.DSMT4">
                  <p:embed/>
                  <p:pic>
                    <p:nvPicPr>
                      <p:cNvPr id="31748" name="Object 34">
                        <a:extLst>
                          <a:ext uri="{FF2B5EF4-FFF2-40B4-BE49-F238E27FC236}">
                            <a16:creationId xmlns:a16="http://schemas.microsoft.com/office/drawing/2014/main" id="{6CC25BC1-784F-4894-87E9-1430AED1A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492375"/>
                        <a:ext cx="1439863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33">
            <a:extLst>
              <a:ext uri="{FF2B5EF4-FFF2-40B4-BE49-F238E27FC236}">
                <a16:creationId xmlns:a16="http://schemas.microsoft.com/office/drawing/2014/main" id="{C77FDC8F-DB10-4F04-A32B-E8A172B1A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349500"/>
          <a:ext cx="1512887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7" name="Equation" r:id="rId9" imgW="812447" imgH="457002" progId="Equation.DSMT4">
                  <p:embed/>
                </p:oleObj>
              </mc:Choice>
              <mc:Fallback>
                <p:oleObj name="Equation" r:id="rId9" imgW="812447" imgH="457002" progId="Equation.DSMT4">
                  <p:embed/>
                  <p:pic>
                    <p:nvPicPr>
                      <p:cNvPr id="31749" name="Object 33">
                        <a:extLst>
                          <a:ext uri="{FF2B5EF4-FFF2-40B4-BE49-F238E27FC236}">
                            <a16:creationId xmlns:a16="http://schemas.microsoft.com/office/drawing/2014/main" id="{C77FDC8F-DB10-4F04-A32B-E8A172B1A2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349500"/>
                        <a:ext cx="1512887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32">
            <a:extLst>
              <a:ext uri="{FF2B5EF4-FFF2-40B4-BE49-F238E27FC236}">
                <a16:creationId xmlns:a16="http://schemas.microsoft.com/office/drawing/2014/main" id="{B9737D4D-2262-42B2-B2DE-3222F33A7B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2349500"/>
          <a:ext cx="15128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8" name="Equation" r:id="rId11" imgW="812447" imgH="457002" progId="Equation.DSMT4">
                  <p:embed/>
                </p:oleObj>
              </mc:Choice>
              <mc:Fallback>
                <p:oleObj name="Equation" r:id="rId11" imgW="812447" imgH="457002" progId="Equation.DSMT4">
                  <p:embed/>
                  <p:pic>
                    <p:nvPicPr>
                      <p:cNvPr id="31750" name="Object 32">
                        <a:extLst>
                          <a:ext uri="{FF2B5EF4-FFF2-40B4-BE49-F238E27FC236}">
                            <a16:creationId xmlns:a16="http://schemas.microsoft.com/office/drawing/2014/main" id="{B9737D4D-2262-42B2-B2DE-3222F33A7B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349500"/>
                        <a:ext cx="1512888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31">
            <a:extLst>
              <a:ext uri="{FF2B5EF4-FFF2-40B4-BE49-F238E27FC236}">
                <a16:creationId xmlns:a16="http://schemas.microsoft.com/office/drawing/2014/main" id="{049C6499-0B6E-4D1E-83B9-A153695F9E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2286000"/>
          <a:ext cx="14763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Equation" r:id="rId13" imgW="736600" imgH="457200" progId="Equation.DSMT4">
                  <p:embed/>
                </p:oleObj>
              </mc:Choice>
              <mc:Fallback>
                <p:oleObj name="Equation" r:id="rId13" imgW="736600" imgH="457200" progId="Equation.DSMT4">
                  <p:embed/>
                  <p:pic>
                    <p:nvPicPr>
                      <p:cNvPr id="31751" name="Object 31">
                        <a:extLst>
                          <a:ext uri="{FF2B5EF4-FFF2-40B4-BE49-F238E27FC236}">
                            <a16:creationId xmlns:a16="http://schemas.microsoft.com/office/drawing/2014/main" id="{049C6499-0B6E-4D1E-83B9-A153695F9E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2286000"/>
                        <a:ext cx="1476375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2" name="Rectangle 35">
            <a:extLst>
              <a:ext uri="{FF2B5EF4-FFF2-40B4-BE49-F238E27FC236}">
                <a16:creationId xmlns:a16="http://schemas.microsoft.com/office/drawing/2014/main" id="{E111BCBE-DFA0-4351-A11F-40456475B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492375"/>
            <a:ext cx="674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cs typeface="Times New Roman" panose="02020603050405020304" pitchFamily="18" charset="0"/>
              </a:rPr>
              <a:t>(A) </a:t>
            </a:r>
            <a:endParaRPr lang="en-US" altLang="zh-CN" sz="2400"/>
          </a:p>
        </p:txBody>
      </p:sp>
      <p:sp>
        <p:nvSpPr>
          <p:cNvPr id="31763" name="Rectangle 36">
            <a:extLst>
              <a:ext uri="{FF2B5EF4-FFF2-40B4-BE49-F238E27FC236}">
                <a16:creationId xmlns:a16="http://schemas.microsoft.com/office/drawing/2014/main" id="{BD1EEBD7-C6A3-443B-9BCC-308AE7CF6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492375"/>
            <a:ext cx="803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cs typeface="Times New Roman" panose="02020603050405020304" pitchFamily="18" charset="0"/>
              </a:rPr>
              <a:t>   </a:t>
            </a:r>
            <a:r>
              <a:rPr lang="en-US" altLang="zh-CN" sz="2400">
                <a:cs typeface="Times New Roman" panose="02020603050405020304" pitchFamily="18" charset="0"/>
              </a:rPr>
              <a:t>(B) </a:t>
            </a:r>
            <a:endParaRPr lang="en-US" altLang="zh-CN" sz="2400"/>
          </a:p>
        </p:txBody>
      </p:sp>
      <p:sp>
        <p:nvSpPr>
          <p:cNvPr id="31764" name="Rectangle 37">
            <a:extLst>
              <a:ext uri="{FF2B5EF4-FFF2-40B4-BE49-F238E27FC236}">
                <a16:creationId xmlns:a16="http://schemas.microsoft.com/office/drawing/2014/main" id="{FD3BCD39-B404-4378-9CC1-0FD352D06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420938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cs typeface="Times New Roman" panose="02020603050405020304" pitchFamily="18" charset="0"/>
              </a:rPr>
              <a:t>    </a:t>
            </a:r>
            <a:r>
              <a:rPr lang="en-US" altLang="zh-CN" sz="2400">
                <a:cs typeface="Times New Roman" panose="02020603050405020304" pitchFamily="18" charset="0"/>
              </a:rPr>
              <a:t>(C) </a:t>
            </a:r>
            <a:endParaRPr lang="en-US" altLang="zh-CN" sz="2400"/>
          </a:p>
        </p:txBody>
      </p:sp>
      <p:sp>
        <p:nvSpPr>
          <p:cNvPr id="31765" name="Rectangle 38">
            <a:extLst>
              <a:ext uri="{FF2B5EF4-FFF2-40B4-BE49-F238E27FC236}">
                <a16:creationId xmlns:a16="http://schemas.microsoft.com/office/drawing/2014/main" id="{FEC2659E-74EB-4F0B-9CD2-0EA049E88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438400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cs typeface="Times New Roman" panose="02020603050405020304" pitchFamily="18" charset="0"/>
              </a:rPr>
              <a:t>    </a:t>
            </a:r>
            <a:r>
              <a:rPr lang="en-US" altLang="zh-CN" sz="2400">
                <a:cs typeface="Times New Roman" panose="02020603050405020304" pitchFamily="18" charset="0"/>
              </a:rPr>
              <a:t>(D) </a:t>
            </a:r>
            <a:endParaRPr lang="en-US" altLang="zh-CN" sz="2400"/>
          </a:p>
        </p:txBody>
      </p:sp>
      <p:sp>
        <p:nvSpPr>
          <p:cNvPr id="25622" name="Rectangle 39">
            <a:extLst>
              <a:ext uri="{FF2B5EF4-FFF2-40B4-BE49-F238E27FC236}">
                <a16:creationId xmlns:a16="http://schemas.microsoft.com/office/drawing/2014/main" id="{FAF8F19B-4363-40FE-9AFE-EBDC9CC65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500438"/>
            <a:ext cx="1217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答案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altLang="zh-CN" sz="2400"/>
          </a:p>
        </p:txBody>
      </p:sp>
      <p:graphicFrame>
        <p:nvGraphicFramePr>
          <p:cNvPr id="25608" name="Object 40">
            <a:extLst>
              <a:ext uri="{FF2B5EF4-FFF2-40B4-BE49-F238E27FC236}">
                <a16:creationId xmlns:a16="http://schemas.microsoft.com/office/drawing/2014/main" id="{D68DB1D3-EA38-4926-9A59-CFE481262E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038600"/>
          <a:ext cx="6048375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0" name="Equation" r:id="rId15" imgW="2527200" imgH="558720" progId="Equation.DSMT4">
                  <p:embed/>
                </p:oleObj>
              </mc:Choice>
              <mc:Fallback>
                <p:oleObj name="Equation" r:id="rId15" imgW="2527200" imgH="558720" progId="Equation.DSMT4">
                  <p:embed/>
                  <p:pic>
                    <p:nvPicPr>
                      <p:cNvPr id="25608" name="Object 40">
                        <a:extLst>
                          <a:ext uri="{FF2B5EF4-FFF2-40B4-BE49-F238E27FC236}">
                            <a16:creationId xmlns:a16="http://schemas.microsoft.com/office/drawing/2014/main" id="{D68DB1D3-EA38-4926-9A59-CFE481262E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038600"/>
                        <a:ext cx="6048375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日期占位符 1">
            <a:extLst>
              <a:ext uri="{FF2B5EF4-FFF2-40B4-BE49-F238E27FC236}">
                <a16:creationId xmlns:a16="http://schemas.microsoft.com/office/drawing/2014/main" id="{6A7F79DD-061E-4250-9DA6-D12A579134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E239D3C-0AAB-4A29-9E93-1C78DE6A5326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2775" name="页脚占位符 2">
            <a:extLst>
              <a:ext uri="{FF2B5EF4-FFF2-40B4-BE49-F238E27FC236}">
                <a16:creationId xmlns:a16="http://schemas.microsoft.com/office/drawing/2014/main" id="{0C7CB867-E717-4284-B89D-8311E61F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2776" name="灯片编号占位符 3">
            <a:extLst>
              <a:ext uri="{FF2B5EF4-FFF2-40B4-BE49-F238E27FC236}">
                <a16:creationId xmlns:a16="http://schemas.microsoft.com/office/drawing/2014/main" id="{BD45B41D-AD48-4CB9-8419-E18FB2E2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BAB25C-447B-4D1B-B335-1E4C9CB12B45}" type="slidenum">
              <a:rPr lang="en-US" altLang="zh-CN"/>
              <a:pPr eaLnBrk="1" hangingPunct="1"/>
              <a:t>48</a:t>
            </a:fld>
            <a:endParaRPr lang="en-US" altLang="zh-CN"/>
          </a:p>
        </p:txBody>
      </p:sp>
      <p:sp>
        <p:nvSpPr>
          <p:cNvPr id="32777" name="Rectangle 2">
            <a:extLst>
              <a:ext uri="{FF2B5EF4-FFF2-40B4-BE49-F238E27FC236}">
                <a16:creationId xmlns:a16="http://schemas.microsoft.com/office/drawing/2014/main" id="{B3D8044B-0A09-44B8-9B73-A1564F1C3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》2011-2012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32778" name="Rectangle 3">
            <a:extLst>
              <a:ext uri="{FF2B5EF4-FFF2-40B4-BE49-F238E27FC236}">
                <a16:creationId xmlns:a16="http://schemas.microsoft.com/office/drawing/2014/main" id="{2423D689-0D56-43B1-9A8B-5475263B5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2770" name="Object 20">
            <a:extLst>
              <a:ext uri="{FF2B5EF4-FFF2-40B4-BE49-F238E27FC236}">
                <a16:creationId xmlns:a16="http://schemas.microsoft.com/office/drawing/2014/main" id="{5D7BC0BE-10C0-475D-B577-41CD7AD16E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1196975"/>
          <a:ext cx="691356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8" name="Equation" r:id="rId3" imgW="3073400" imgH="254000" progId="Equation.DSMT4">
                  <p:embed/>
                </p:oleObj>
              </mc:Choice>
              <mc:Fallback>
                <p:oleObj name="Equation" r:id="rId3" imgW="3073400" imgH="254000" progId="Equation.DSMT4">
                  <p:embed/>
                  <p:pic>
                    <p:nvPicPr>
                      <p:cNvPr id="32770" name="Object 20">
                        <a:extLst>
                          <a:ext uri="{FF2B5EF4-FFF2-40B4-BE49-F238E27FC236}">
                            <a16:creationId xmlns:a16="http://schemas.microsoft.com/office/drawing/2014/main" id="{5D7BC0BE-10C0-475D-B577-41CD7AD16E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196975"/>
                        <a:ext cx="6913562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19">
            <a:extLst>
              <a:ext uri="{FF2B5EF4-FFF2-40B4-BE49-F238E27FC236}">
                <a16:creationId xmlns:a16="http://schemas.microsoft.com/office/drawing/2014/main" id="{1E8D2035-B8C2-4936-A778-DE4BD0A26D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916113"/>
          <a:ext cx="3286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9" name="Equation" r:id="rId5" imgW="152268" imgH="203024" progId="Equation.DSMT4">
                  <p:embed/>
                </p:oleObj>
              </mc:Choice>
              <mc:Fallback>
                <p:oleObj name="Equation" r:id="rId5" imgW="152268" imgH="203024" progId="Equation.DSMT4">
                  <p:embed/>
                  <p:pic>
                    <p:nvPicPr>
                      <p:cNvPr id="32771" name="Object 19">
                        <a:extLst>
                          <a:ext uri="{FF2B5EF4-FFF2-40B4-BE49-F238E27FC236}">
                            <a16:creationId xmlns:a16="http://schemas.microsoft.com/office/drawing/2014/main" id="{1E8D2035-B8C2-4936-A778-DE4BD0A26D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916113"/>
                        <a:ext cx="328612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18">
            <a:extLst>
              <a:ext uri="{FF2B5EF4-FFF2-40B4-BE49-F238E27FC236}">
                <a16:creationId xmlns:a16="http://schemas.microsoft.com/office/drawing/2014/main" id="{C8C1B057-FFEA-4B16-87E7-D1A72B824A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1844675"/>
          <a:ext cx="3397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0" name="Equation" r:id="rId7" imgW="152268" imgH="164957" progId="Equation.DSMT4">
                  <p:embed/>
                </p:oleObj>
              </mc:Choice>
              <mc:Fallback>
                <p:oleObj name="Equation" r:id="rId7" imgW="152268" imgH="164957" progId="Equation.DSMT4">
                  <p:embed/>
                  <p:pic>
                    <p:nvPicPr>
                      <p:cNvPr id="32772" name="Object 18">
                        <a:extLst>
                          <a:ext uri="{FF2B5EF4-FFF2-40B4-BE49-F238E27FC236}">
                            <a16:creationId xmlns:a16="http://schemas.microsoft.com/office/drawing/2014/main" id="{C8C1B057-FFEA-4B16-87E7-D1A72B824A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844675"/>
                        <a:ext cx="339725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Rectangle 21">
            <a:extLst>
              <a:ext uri="{FF2B5EF4-FFF2-40B4-BE49-F238E27FC236}">
                <a16:creationId xmlns:a16="http://schemas.microsoft.com/office/drawing/2014/main" id="{C1E599C6-45E3-43E3-95E3-70703A675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0713"/>
            <a:ext cx="400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17.</a:t>
            </a:r>
            <a:r>
              <a:rPr lang="zh-CN" altLang="en-US" sz="2400" b="1">
                <a:latin typeface="宋体" panose="02010600030101010101" pitchFamily="2" charset="-122"/>
                <a:cs typeface="Times New Roman" panose="02020603050405020304" pitchFamily="18" charset="0"/>
              </a:rPr>
              <a:t>（满分</a:t>
            </a:r>
            <a:r>
              <a:rPr lang="en-US" altLang="zh-CN" sz="2400" b="1">
                <a:latin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>
                <a:latin typeface="宋体" panose="02010600030101010101" pitchFamily="2" charset="-122"/>
                <a:cs typeface="Times New Roman" panose="02020603050405020304" pitchFamily="18" charset="0"/>
              </a:rPr>
              <a:t>分）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设有二次型</a:t>
            </a:r>
            <a:endParaRPr lang="zh-CN" altLang="en-US" sz="2400"/>
          </a:p>
        </p:txBody>
      </p:sp>
      <p:sp>
        <p:nvSpPr>
          <p:cNvPr id="32780" name="Rectangle 22">
            <a:extLst>
              <a:ext uri="{FF2B5EF4-FFF2-40B4-BE49-F238E27FC236}">
                <a16:creationId xmlns:a16="http://schemas.microsoft.com/office/drawing/2014/main" id="{DD19B3E8-BFB5-4724-8153-D3C69BDBD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44675"/>
            <a:ext cx="1936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写出二次型</a:t>
            </a:r>
            <a:endParaRPr lang="zh-CN" altLang="en-US" sz="2400"/>
          </a:p>
        </p:txBody>
      </p:sp>
      <p:sp>
        <p:nvSpPr>
          <p:cNvPr id="32781" name="Rectangle 23">
            <a:extLst>
              <a:ext uri="{FF2B5EF4-FFF2-40B4-BE49-F238E27FC236}">
                <a16:creationId xmlns:a16="http://schemas.microsoft.com/office/drawing/2014/main" id="{5AD09135-71DE-484E-8ADC-CF4B87969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1844675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的矩阵</a:t>
            </a:r>
            <a:endParaRPr lang="zh-CN" altLang="en-US" sz="2400"/>
          </a:p>
        </p:txBody>
      </p:sp>
      <p:sp>
        <p:nvSpPr>
          <p:cNvPr id="32782" name="Rectangle 24">
            <a:extLst>
              <a:ext uri="{FF2B5EF4-FFF2-40B4-BE49-F238E27FC236}">
                <a16:creationId xmlns:a16="http://schemas.microsoft.com/office/drawing/2014/main" id="{0CDE571E-DF7B-470A-8789-77997BE5C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492375"/>
            <a:ext cx="803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用配方法化二次型为标准型，并写出所用可逆线性变换。</a:t>
            </a:r>
            <a:endParaRPr lang="zh-CN" altLang="en-US" sz="2400"/>
          </a:p>
        </p:txBody>
      </p:sp>
      <p:sp>
        <p:nvSpPr>
          <p:cNvPr id="32783" name="Rectangle 25">
            <a:extLst>
              <a:ext uri="{FF2B5EF4-FFF2-40B4-BE49-F238E27FC236}">
                <a16:creationId xmlns:a16="http://schemas.microsoft.com/office/drawing/2014/main" id="{3DFC848B-FB36-4F20-9007-C66A5FF84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0686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解：</a:t>
            </a:r>
          </a:p>
        </p:txBody>
      </p:sp>
      <p:sp>
        <p:nvSpPr>
          <p:cNvPr id="32784" name="Rectangle 26">
            <a:extLst>
              <a:ext uri="{FF2B5EF4-FFF2-40B4-BE49-F238E27FC236}">
                <a16:creationId xmlns:a16="http://schemas.microsoft.com/office/drawing/2014/main" id="{1BB88DD1-6F20-46E5-A56E-07BDE2755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429000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(1) </a:t>
            </a:r>
          </a:p>
        </p:txBody>
      </p:sp>
      <p:sp>
        <p:nvSpPr>
          <p:cNvPr id="32785" name="Rectangle 28">
            <a:extLst>
              <a:ext uri="{FF2B5EF4-FFF2-40B4-BE49-F238E27FC236}">
                <a16:creationId xmlns:a16="http://schemas.microsoft.com/office/drawing/2014/main" id="{11115CCA-0534-4F14-BED8-FDB118210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8853" name="Object 27">
            <a:extLst>
              <a:ext uri="{FF2B5EF4-FFF2-40B4-BE49-F238E27FC236}">
                <a16:creationId xmlns:a16="http://schemas.microsoft.com/office/drawing/2014/main" id="{5B2D47C3-127C-4D94-B567-4C3E8D7EF8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3213100"/>
          <a:ext cx="1873250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1" name="Equation" r:id="rId9" imgW="939392" imgH="710891" progId="Equation.DSMT4">
                  <p:embed/>
                </p:oleObj>
              </mc:Choice>
              <mc:Fallback>
                <p:oleObj name="Equation" r:id="rId9" imgW="939392" imgH="710891" progId="Equation.DSMT4">
                  <p:embed/>
                  <p:pic>
                    <p:nvPicPr>
                      <p:cNvPr id="78853" name="Object 27">
                        <a:extLst>
                          <a:ext uri="{FF2B5EF4-FFF2-40B4-BE49-F238E27FC236}">
                            <a16:creationId xmlns:a16="http://schemas.microsoft.com/office/drawing/2014/main" id="{5B2D47C3-127C-4D94-B567-4C3E8D7EF8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213100"/>
                        <a:ext cx="1873250" cy="1419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0" name="日期占位符 1">
            <a:extLst>
              <a:ext uri="{FF2B5EF4-FFF2-40B4-BE49-F238E27FC236}">
                <a16:creationId xmlns:a16="http://schemas.microsoft.com/office/drawing/2014/main" id="{77E4607D-B597-493A-8BCD-AB9C713923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96B14E-7447-4E1C-9E57-EC8071DF658D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3801" name="页脚占位符 2">
            <a:extLst>
              <a:ext uri="{FF2B5EF4-FFF2-40B4-BE49-F238E27FC236}">
                <a16:creationId xmlns:a16="http://schemas.microsoft.com/office/drawing/2014/main" id="{56E72B35-0D30-41E3-9874-578C5699A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3802" name="灯片编号占位符 3">
            <a:extLst>
              <a:ext uri="{FF2B5EF4-FFF2-40B4-BE49-F238E27FC236}">
                <a16:creationId xmlns:a16="http://schemas.microsoft.com/office/drawing/2014/main" id="{79EDD87E-58B3-4F70-A14B-F1F8AE88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8406B61-F284-472C-85BA-9872A7496277}" type="slidenum">
              <a:rPr lang="en-US" altLang="zh-CN"/>
              <a:pPr eaLnBrk="1" hangingPunct="1"/>
              <a:t>49</a:t>
            </a:fld>
            <a:endParaRPr lang="en-US" altLang="zh-CN"/>
          </a:p>
        </p:txBody>
      </p:sp>
      <p:sp>
        <p:nvSpPr>
          <p:cNvPr id="33803" name="Rectangle 2">
            <a:extLst>
              <a:ext uri="{FF2B5EF4-FFF2-40B4-BE49-F238E27FC236}">
                <a16:creationId xmlns:a16="http://schemas.microsoft.com/office/drawing/2014/main" id="{8432663F-115A-403E-935A-005565973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》2011-2012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33804" name="Rectangle 3">
            <a:extLst>
              <a:ext uri="{FF2B5EF4-FFF2-40B4-BE49-F238E27FC236}">
                <a16:creationId xmlns:a16="http://schemas.microsoft.com/office/drawing/2014/main" id="{EFA4CFFF-1FDB-4253-B522-746A6F9D0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3805" name="Rectangle 7">
            <a:extLst>
              <a:ext uri="{FF2B5EF4-FFF2-40B4-BE49-F238E27FC236}">
                <a16:creationId xmlns:a16="http://schemas.microsoft.com/office/drawing/2014/main" id="{0043B392-AD89-4A39-9AA9-83B514BF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20713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17.</a:t>
            </a:r>
            <a:endParaRPr lang="en-US" altLang="zh-CN" sz="2400"/>
          </a:p>
        </p:txBody>
      </p:sp>
      <p:sp>
        <p:nvSpPr>
          <p:cNvPr id="33806" name="Rectangle 15">
            <a:extLst>
              <a:ext uri="{FF2B5EF4-FFF2-40B4-BE49-F238E27FC236}">
                <a16:creationId xmlns:a16="http://schemas.microsoft.com/office/drawing/2014/main" id="{B699EF4A-01CC-45E1-85DC-CE57249B1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96975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(2) </a:t>
            </a:r>
          </a:p>
        </p:txBody>
      </p:sp>
      <p:graphicFrame>
        <p:nvGraphicFramePr>
          <p:cNvPr id="79874" name="Object 16">
            <a:extLst>
              <a:ext uri="{FF2B5EF4-FFF2-40B4-BE49-F238E27FC236}">
                <a16:creationId xmlns:a16="http://schemas.microsoft.com/office/drawing/2014/main" id="{7B6F5766-5609-43DA-9D5B-EA50B25E83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196975"/>
          <a:ext cx="77041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Equation" r:id="rId3" imgW="3670300" imgH="241300" progId="Equation.DSMT4">
                  <p:embed/>
                </p:oleObj>
              </mc:Choice>
              <mc:Fallback>
                <p:oleObj name="Equation" r:id="rId3" imgW="3670300" imgH="241300" progId="Equation.DSMT4">
                  <p:embed/>
                  <p:pic>
                    <p:nvPicPr>
                      <p:cNvPr id="79874" name="Object 16">
                        <a:extLst>
                          <a:ext uri="{FF2B5EF4-FFF2-40B4-BE49-F238E27FC236}">
                            <a16:creationId xmlns:a16="http://schemas.microsoft.com/office/drawing/2014/main" id="{7B6F5766-5609-43DA-9D5B-EA50B25E83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196975"/>
                        <a:ext cx="7704138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7" name="Rectangle 19">
            <a:extLst>
              <a:ext uri="{FF2B5EF4-FFF2-40B4-BE49-F238E27FC236}">
                <a16:creationId xmlns:a16="http://schemas.microsoft.com/office/drawing/2014/main" id="{852FEA8E-8B01-4586-BF1B-2F6CEE324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9875" name="Object 18">
            <a:extLst>
              <a:ext uri="{FF2B5EF4-FFF2-40B4-BE49-F238E27FC236}">
                <a16:creationId xmlns:a16="http://schemas.microsoft.com/office/drawing/2014/main" id="{EBFD7A64-5908-4778-9ECD-A09458D962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1773238"/>
          <a:ext cx="41052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3" name="Equation" r:id="rId5" imgW="1981200" imgH="279400" progId="Equation.DSMT4">
                  <p:embed/>
                </p:oleObj>
              </mc:Choice>
              <mc:Fallback>
                <p:oleObj name="Equation" r:id="rId5" imgW="1981200" imgH="279400" progId="Equation.DSMT4">
                  <p:embed/>
                  <p:pic>
                    <p:nvPicPr>
                      <p:cNvPr id="79875" name="Object 18">
                        <a:extLst>
                          <a:ext uri="{FF2B5EF4-FFF2-40B4-BE49-F238E27FC236}">
                            <a16:creationId xmlns:a16="http://schemas.microsoft.com/office/drawing/2014/main" id="{EBFD7A64-5908-4778-9ECD-A09458D962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773238"/>
                        <a:ext cx="4105275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8" name="Rectangle 22">
            <a:extLst>
              <a:ext uri="{FF2B5EF4-FFF2-40B4-BE49-F238E27FC236}">
                <a16:creationId xmlns:a16="http://schemas.microsoft.com/office/drawing/2014/main" id="{982A009A-268E-4FEC-8AB5-3329ED1DC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22">
            <a:extLst>
              <a:ext uri="{FF2B5EF4-FFF2-40B4-BE49-F238E27FC236}">
                <a16:creationId xmlns:a16="http://schemas.microsoft.com/office/drawing/2014/main" id="{CC6D94C5-F5CE-44AF-8B90-A69A2C3EFE14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420938"/>
            <a:ext cx="2663825" cy="1316037"/>
            <a:chOff x="468313" y="2420938"/>
            <a:chExt cx="2663825" cy="1316037"/>
          </a:xfrm>
        </p:grpSpPr>
        <p:sp>
          <p:nvSpPr>
            <p:cNvPr id="33816" name="Rectangle 20">
              <a:extLst>
                <a:ext uri="{FF2B5EF4-FFF2-40B4-BE49-F238E27FC236}">
                  <a16:creationId xmlns:a16="http://schemas.microsoft.com/office/drawing/2014/main" id="{ED0B659E-13B3-4083-AA84-91754C730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492375"/>
              <a:ext cx="5730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令 </a:t>
              </a:r>
            </a:p>
          </p:txBody>
        </p:sp>
        <p:graphicFrame>
          <p:nvGraphicFramePr>
            <p:cNvPr id="33796" name="Object 21">
              <a:extLst>
                <a:ext uri="{FF2B5EF4-FFF2-40B4-BE49-F238E27FC236}">
                  <a16:creationId xmlns:a16="http://schemas.microsoft.com/office/drawing/2014/main" id="{621CF709-3B13-4D17-9A82-2AC33BCFFE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2988" y="2420938"/>
            <a:ext cx="2089150" cy="1316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084" name="Equation" r:id="rId7" imgW="1129810" imgH="710891" progId="Equation.DSMT4">
                    <p:embed/>
                  </p:oleObj>
                </mc:Choice>
                <mc:Fallback>
                  <p:oleObj name="Equation" r:id="rId7" imgW="1129810" imgH="710891" progId="Equation.DSMT4">
                    <p:embed/>
                    <p:pic>
                      <p:nvPicPr>
                        <p:cNvPr id="33796" name="Object 21">
                          <a:extLst>
                            <a:ext uri="{FF2B5EF4-FFF2-40B4-BE49-F238E27FC236}">
                              <a16:creationId xmlns:a16="http://schemas.microsoft.com/office/drawing/2014/main" id="{621CF709-3B13-4D17-9A82-2AC33BCFFE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2988" y="2420938"/>
                          <a:ext cx="2089150" cy="13160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10" name="Rectangle 25">
            <a:extLst>
              <a:ext uri="{FF2B5EF4-FFF2-40B4-BE49-F238E27FC236}">
                <a16:creationId xmlns:a16="http://schemas.microsoft.com/office/drawing/2014/main" id="{4C728152-0A90-437F-B7B3-79DC08155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组合 23">
            <a:extLst>
              <a:ext uri="{FF2B5EF4-FFF2-40B4-BE49-F238E27FC236}">
                <a16:creationId xmlns:a16="http://schemas.microsoft.com/office/drawing/2014/main" id="{A6F854EF-271F-4999-BC1E-2AE0F08B54CC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2565400"/>
            <a:ext cx="4435475" cy="1379538"/>
            <a:chOff x="3635375" y="2565400"/>
            <a:chExt cx="4435475" cy="1379538"/>
          </a:xfrm>
        </p:grpSpPr>
        <p:sp>
          <p:nvSpPr>
            <p:cNvPr id="33814" name="Rectangle 23">
              <a:extLst>
                <a:ext uri="{FF2B5EF4-FFF2-40B4-BE49-F238E27FC236}">
                  <a16:creationId xmlns:a16="http://schemas.microsoft.com/office/drawing/2014/main" id="{6DF950D1-108D-4A99-97B7-2916F4B0F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5" y="2781300"/>
              <a:ext cx="573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即 </a:t>
              </a:r>
            </a:p>
          </p:txBody>
        </p:sp>
        <p:graphicFrame>
          <p:nvGraphicFramePr>
            <p:cNvPr id="33797" name="Object 24">
              <a:extLst>
                <a:ext uri="{FF2B5EF4-FFF2-40B4-BE49-F238E27FC236}">
                  <a16:creationId xmlns:a16="http://schemas.microsoft.com/office/drawing/2014/main" id="{331E986A-0B7A-4079-AA37-13A9ADDC24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65588" y="2565400"/>
            <a:ext cx="2593975" cy="1379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085" name="Equation" r:id="rId9" imgW="1346040" imgH="711000" progId="Equation.DSMT4">
                    <p:embed/>
                  </p:oleObj>
                </mc:Choice>
                <mc:Fallback>
                  <p:oleObj name="Equation" r:id="rId9" imgW="1346040" imgH="711000" progId="Equation.DSMT4">
                    <p:embed/>
                    <p:pic>
                      <p:nvPicPr>
                        <p:cNvPr id="33797" name="Object 24">
                          <a:extLst>
                            <a:ext uri="{FF2B5EF4-FFF2-40B4-BE49-F238E27FC236}">
                              <a16:creationId xmlns:a16="http://schemas.microsoft.com/office/drawing/2014/main" id="{331E986A-0B7A-4079-AA37-13A9ADDC24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5588" y="2565400"/>
                          <a:ext cx="2593975" cy="1379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5" name="Rectangle 26">
              <a:extLst>
                <a:ext uri="{FF2B5EF4-FFF2-40B4-BE49-F238E27FC236}">
                  <a16:creationId xmlns:a16="http://schemas.microsoft.com/office/drawing/2014/main" id="{F615005E-771D-4737-A693-91585BAEA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25" y="3048000"/>
              <a:ext cx="12668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为所求</a:t>
              </a:r>
              <a:r>
                <a:rPr lang="en-US" altLang="zh-CN" sz="2400"/>
                <a:t>. </a:t>
              </a:r>
            </a:p>
          </p:txBody>
        </p:sp>
      </p:grpSp>
      <p:sp>
        <p:nvSpPr>
          <p:cNvPr id="33812" name="Rectangle 28">
            <a:extLst>
              <a:ext uri="{FF2B5EF4-FFF2-40B4-BE49-F238E27FC236}">
                <a16:creationId xmlns:a16="http://schemas.microsoft.com/office/drawing/2014/main" id="{9CA83F9C-D752-4A28-9721-BF68F4C18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9878" name="Object 27">
            <a:extLst>
              <a:ext uri="{FF2B5EF4-FFF2-40B4-BE49-F238E27FC236}">
                <a16:creationId xmlns:a16="http://schemas.microsoft.com/office/drawing/2014/main" id="{E0DFD9F1-2A8A-43CF-BEA5-5BB1E3C77E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652963"/>
          <a:ext cx="20161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6" name="Equation" r:id="rId11" imgW="1016000" imgH="241300" progId="Equation.DSMT4">
                  <p:embed/>
                </p:oleObj>
              </mc:Choice>
              <mc:Fallback>
                <p:oleObj name="Equation" r:id="rId11" imgW="1016000" imgH="241300" progId="Equation.DSMT4">
                  <p:embed/>
                  <p:pic>
                    <p:nvPicPr>
                      <p:cNvPr id="79878" name="Object 27">
                        <a:extLst>
                          <a:ext uri="{FF2B5EF4-FFF2-40B4-BE49-F238E27FC236}">
                            <a16:creationId xmlns:a16="http://schemas.microsoft.com/office/drawing/2014/main" id="{E0DFD9F1-2A8A-43CF-BEA5-5BB1E3C77E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652963"/>
                        <a:ext cx="2016125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3" name="Rectangle 30">
            <a:extLst>
              <a:ext uri="{FF2B5EF4-FFF2-40B4-BE49-F238E27FC236}">
                <a16:creationId xmlns:a16="http://schemas.microsoft.com/office/drawing/2014/main" id="{21535271-99A6-48CF-AC11-ED4CF9A6A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9879" name="Object 29">
            <a:extLst>
              <a:ext uri="{FF2B5EF4-FFF2-40B4-BE49-F238E27FC236}">
                <a16:creationId xmlns:a16="http://schemas.microsoft.com/office/drawing/2014/main" id="{41F3022D-D0F0-4E9C-A4BE-5C95CCEDF1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4292600"/>
          <a:ext cx="2016125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7" name="Equation" r:id="rId13" imgW="1104900" imgH="711200" progId="Equation.DSMT4">
                  <p:embed/>
                </p:oleObj>
              </mc:Choice>
              <mc:Fallback>
                <p:oleObj name="Equation" r:id="rId13" imgW="1104900" imgH="711200" progId="Equation.DSMT4">
                  <p:embed/>
                  <p:pic>
                    <p:nvPicPr>
                      <p:cNvPr id="79879" name="Object 29">
                        <a:extLst>
                          <a:ext uri="{FF2B5EF4-FFF2-40B4-BE49-F238E27FC236}">
                            <a16:creationId xmlns:a16="http://schemas.microsoft.com/office/drawing/2014/main" id="{41F3022D-D0F0-4E9C-A4BE-5C95CCEDF1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292600"/>
                        <a:ext cx="2016125" cy="130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9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9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9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9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8" name="日期占位符 1">
            <a:extLst>
              <a:ext uri="{FF2B5EF4-FFF2-40B4-BE49-F238E27FC236}">
                <a16:creationId xmlns:a16="http://schemas.microsoft.com/office/drawing/2014/main" id="{82E92C34-CBCF-4514-96E3-F9EDEC5F17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31BA7B-3129-4545-93A9-E42C51B3B50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4829" name="页脚占位符 2">
            <a:extLst>
              <a:ext uri="{FF2B5EF4-FFF2-40B4-BE49-F238E27FC236}">
                <a16:creationId xmlns:a16="http://schemas.microsoft.com/office/drawing/2014/main" id="{AE2DC033-164D-4C9B-907F-D0EE23105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4830" name="灯片编号占位符 3">
            <a:extLst>
              <a:ext uri="{FF2B5EF4-FFF2-40B4-BE49-F238E27FC236}">
                <a16:creationId xmlns:a16="http://schemas.microsoft.com/office/drawing/2014/main" id="{280D2816-7166-41A3-AE76-647AF2E7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E2F15C-9EB1-4804-9F98-21C6FABD149E}" type="slidenum">
              <a:rPr lang="en-US" altLang="zh-CN"/>
              <a:pPr eaLnBrk="1" hangingPunct="1"/>
              <a:t>50</a:t>
            </a:fld>
            <a:endParaRPr lang="en-US" altLang="zh-CN"/>
          </a:p>
        </p:txBody>
      </p:sp>
      <p:sp>
        <p:nvSpPr>
          <p:cNvPr id="34831" name="Rectangle 2">
            <a:extLst>
              <a:ext uri="{FF2B5EF4-FFF2-40B4-BE49-F238E27FC236}">
                <a16:creationId xmlns:a16="http://schemas.microsoft.com/office/drawing/2014/main" id="{6FD91885-C719-4C2D-B4FC-9368BD928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》2005-2006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34832" name="Rectangle 3">
            <a:extLst>
              <a:ext uri="{FF2B5EF4-FFF2-40B4-BE49-F238E27FC236}">
                <a16:creationId xmlns:a16="http://schemas.microsoft.com/office/drawing/2014/main" id="{7FD04595-D2DC-40F3-A879-F97C070CA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833" name="Rectangle 7">
            <a:extLst>
              <a:ext uri="{FF2B5EF4-FFF2-40B4-BE49-F238E27FC236}">
                <a16:creationId xmlns:a16="http://schemas.microsoft.com/office/drawing/2014/main" id="{AD924373-AED1-4356-8D5A-82391DF89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19125"/>
            <a:ext cx="43100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七、</a:t>
            </a:r>
            <a:r>
              <a:rPr lang="zh-CN" altLang="zh-CN" sz="2400" b="1"/>
              <a:t>（</a:t>
            </a:r>
            <a:r>
              <a:rPr lang="en-US" altLang="zh-CN" sz="2400" b="1"/>
              <a:t>13</a:t>
            </a:r>
            <a:r>
              <a:rPr lang="zh-CN" altLang="zh-CN" sz="2400" b="1"/>
              <a:t>分）</a:t>
            </a:r>
            <a:r>
              <a:rPr lang="zh-CN" altLang="zh-CN" sz="2400"/>
              <a:t>求一个正交变换</a:t>
            </a:r>
            <a:endParaRPr lang="en-US" altLang="zh-CN" sz="2400"/>
          </a:p>
        </p:txBody>
      </p:sp>
      <p:sp>
        <p:nvSpPr>
          <p:cNvPr id="34834" name="Rectangle 19">
            <a:extLst>
              <a:ext uri="{FF2B5EF4-FFF2-40B4-BE49-F238E27FC236}">
                <a16:creationId xmlns:a16="http://schemas.microsoft.com/office/drawing/2014/main" id="{DA72CFB8-BC29-4BE4-8BCD-34ECF74C9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5" name="Rectangle 22">
            <a:extLst>
              <a:ext uri="{FF2B5EF4-FFF2-40B4-BE49-F238E27FC236}">
                <a16:creationId xmlns:a16="http://schemas.microsoft.com/office/drawing/2014/main" id="{57ACB4DA-39B9-49C1-8689-625E8F31E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6" name="Rectangle 25">
            <a:extLst>
              <a:ext uri="{FF2B5EF4-FFF2-40B4-BE49-F238E27FC236}">
                <a16:creationId xmlns:a16="http://schemas.microsoft.com/office/drawing/2014/main" id="{32EFC493-C2B3-428C-8F6C-26D726563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7" name="Rectangle 28">
            <a:extLst>
              <a:ext uri="{FF2B5EF4-FFF2-40B4-BE49-F238E27FC236}">
                <a16:creationId xmlns:a16="http://schemas.microsoft.com/office/drawing/2014/main" id="{1467DA61-0BBB-4AE2-A76E-8065DD0FD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8" name="Rectangle 30">
            <a:extLst>
              <a:ext uri="{FF2B5EF4-FFF2-40B4-BE49-F238E27FC236}">
                <a16:creationId xmlns:a16="http://schemas.microsoft.com/office/drawing/2014/main" id="{B1E89341-B6D9-4EFD-AE96-549AB3850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9" name="Rectangle 9">
            <a:extLst>
              <a:ext uri="{FF2B5EF4-FFF2-40B4-BE49-F238E27FC236}">
                <a16:creationId xmlns:a16="http://schemas.microsoft.com/office/drawing/2014/main" id="{C2466220-1339-4601-B98C-D872500D2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4818" name="Object 8">
            <a:extLst>
              <a:ext uri="{FF2B5EF4-FFF2-40B4-BE49-F238E27FC236}">
                <a16:creationId xmlns:a16="http://schemas.microsoft.com/office/drawing/2014/main" id="{B9BF3F66-32C2-4AC3-B7D6-BBCE82D6CA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642938"/>
          <a:ext cx="12192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Equation" r:id="rId3" imgW="571320" imgH="203040" progId="Equation.DSMT4">
                  <p:embed/>
                </p:oleObj>
              </mc:Choice>
              <mc:Fallback>
                <p:oleObj name="Equation" r:id="rId3" imgW="571320" imgH="203040" progId="Equation.DSMT4">
                  <p:embed/>
                  <p:pic>
                    <p:nvPicPr>
                      <p:cNvPr id="34818" name="Object 8">
                        <a:extLst>
                          <a:ext uri="{FF2B5EF4-FFF2-40B4-BE49-F238E27FC236}">
                            <a16:creationId xmlns:a16="http://schemas.microsoft.com/office/drawing/2014/main" id="{B9BF3F66-32C2-4AC3-B7D6-BBCE82D6CA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642938"/>
                        <a:ext cx="1219200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0" name="矩形 26">
            <a:extLst>
              <a:ext uri="{FF2B5EF4-FFF2-40B4-BE49-F238E27FC236}">
                <a16:creationId xmlns:a16="http://schemas.microsoft.com/office/drawing/2014/main" id="{39498B6C-2B57-4F2E-B9C9-949A7F125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609600"/>
            <a:ext cx="3570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把下列二次型化为标准形</a:t>
            </a:r>
            <a:endParaRPr lang="zh-CN" altLang="en-US" sz="2400"/>
          </a:p>
        </p:txBody>
      </p:sp>
      <p:sp>
        <p:nvSpPr>
          <p:cNvPr id="34841" name="Rectangle 11">
            <a:extLst>
              <a:ext uri="{FF2B5EF4-FFF2-40B4-BE49-F238E27FC236}">
                <a16:creationId xmlns:a16="http://schemas.microsoft.com/office/drawing/2014/main" id="{8CED9418-8315-4640-8D6F-E953B478E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4819" name="Object 10">
            <a:extLst>
              <a:ext uri="{FF2B5EF4-FFF2-40B4-BE49-F238E27FC236}">
                <a16:creationId xmlns:a16="http://schemas.microsoft.com/office/drawing/2014/main" id="{CF074EC8-96DF-4B08-A755-F939FEBAB6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1143000"/>
          <a:ext cx="4997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name="Equation" r:id="rId5" imgW="2413000" imgH="254000" progId="Equation.DSMT4">
                  <p:embed/>
                </p:oleObj>
              </mc:Choice>
              <mc:Fallback>
                <p:oleObj name="Equation" r:id="rId5" imgW="2413000" imgH="254000" progId="Equation.DSMT4">
                  <p:embed/>
                  <p:pic>
                    <p:nvPicPr>
                      <p:cNvPr id="34819" name="Object 10">
                        <a:extLst>
                          <a:ext uri="{FF2B5EF4-FFF2-40B4-BE49-F238E27FC236}">
                            <a16:creationId xmlns:a16="http://schemas.microsoft.com/office/drawing/2014/main" id="{CF074EC8-96DF-4B08-A755-F939FEBAB6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143000"/>
                        <a:ext cx="49974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2" name="Rectangle 13">
            <a:extLst>
              <a:ext uri="{FF2B5EF4-FFF2-40B4-BE49-F238E27FC236}">
                <a16:creationId xmlns:a16="http://schemas.microsoft.com/office/drawing/2014/main" id="{14D32DD7-93A4-47E6-94D9-7CFA9C418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53">
            <a:extLst>
              <a:ext uri="{FF2B5EF4-FFF2-40B4-BE49-F238E27FC236}">
                <a16:creationId xmlns:a16="http://schemas.microsoft.com/office/drawing/2014/main" id="{638AE941-357F-45F0-B1F2-9AC7A8FF770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676400"/>
            <a:ext cx="5299075" cy="1219200"/>
            <a:chOff x="304800" y="1676400"/>
            <a:chExt cx="5299456" cy="1219200"/>
          </a:xfrm>
        </p:grpSpPr>
        <p:sp>
          <p:nvSpPr>
            <p:cNvPr id="34864" name="矩形 29">
              <a:extLst>
                <a:ext uri="{FF2B5EF4-FFF2-40B4-BE49-F238E27FC236}">
                  <a16:creationId xmlns:a16="http://schemas.microsoft.com/office/drawing/2014/main" id="{5E7CE72E-4225-42A5-A158-11F40D238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1981200"/>
              <a:ext cx="35702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解：易知二次型的矩阵为</a:t>
              </a:r>
              <a:endParaRPr lang="zh-CN" altLang="en-US" sz="2400"/>
            </a:p>
          </p:txBody>
        </p:sp>
        <p:graphicFrame>
          <p:nvGraphicFramePr>
            <p:cNvPr id="34820" name="Object 12">
              <a:extLst>
                <a:ext uri="{FF2B5EF4-FFF2-40B4-BE49-F238E27FC236}">
                  <a16:creationId xmlns:a16="http://schemas.microsoft.com/office/drawing/2014/main" id="{70EBC0E3-8609-47DC-9E99-1D00340784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2400" y="1676400"/>
            <a:ext cx="1641856" cy="1219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08" name="Equation" r:id="rId7" imgW="965200" imgH="711200" progId="Equation.DSMT4">
                    <p:embed/>
                  </p:oleObj>
                </mc:Choice>
                <mc:Fallback>
                  <p:oleObj name="Equation" r:id="rId7" imgW="965200" imgH="711200" progId="Equation.DSMT4">
                    <p:embed/>
                    <p:pic>
                      <p:nvPicPr>
                        <p:cNvPr id="34820" name="Object 12">
                          <a:extLst>
                            <a:ext uri="{FF2B5EF4-FFF2-40B4-BE49-F238E27FC236}">
                              <a16:creationId xmlns:a16="http://schemas.microsoft.com/office/drawing/2014/main" id="{70EBC0E3-8609-47DC-9E99-1D00340784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400" y="1676400"/>
                          <a:ext cx="1641856" cy="1219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4" name="Rectangle 15">
            <a:extLst>
              <a:ext uri="{FF2B5EF4-FFF2-40B4-BE49-F238E27FC236}">
                <a16:creationId xmlns:a16="http://schemas.microsoft.com/office/drawing/2014/main" id="{852544C8-4768-4F37-B3B0-70601721C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组合 54">
            <a:extLst>
              <a:ext uri="{FF2B5EF4-FFF2-40B4-BE49-F238E27FC236}">
                <a16:creationId xmlns:a16="http://schemas.microsoft.com/office/drawing/2014/main" id="{6EBCCB03-8791-4FCC-8D26-1CEA416187B8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95600"/>
            <a:ext cx="5651500" cy="461963"/>
            <a:chOff x="228600" y="2895600"/>
            <a:chExt cx="5651500" cy="461665"/>
          </a:xfrm>
        </p:grpSpPr>
        <p:sp>
          <p:nvSpPr>
            <p:cNvPr id="34863" name="矩形 32">
              <a:extLst>
                <a:ext uri="{FF2B5EF4-FFF2-40B4-BE49-F238E27FC236}">
                  <a16:creationId xmlns:a16="http://schemas.microsoft.com/office/drawing/2014/main" id="{EF0C29A1-6A82-48B0-85EB-A76EA873D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2895600"/>
              <a:ext cx="377539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则</a:t>
              </a:r>
              <a:r>
                <a:rPr lang="zh-CN" altLang="en-US" sz="2400"/>
                <a:t>可计算得到</a:t>
              </a:r>
              <a:r>
                <a:rPr lang="en-US" altLang="zh-CN" sz="2400"/>
                <a:t>A</a:t>
              </a:r>
              <a:r>
                <a:rPr lang="zh-CN" altLang="zh-CN" sz="2400"/>
                <a:t>的特征值为</a:t>
              </a:r>
              <a:endParaRPr lang="zh-CN" altLang="en-US" sz="2400"/>
            </a:p>
          </p:txBody>
        </p:sp>
        <p:graphicFrame>
          <p:nvGraphicFramePr>
            <p:cNvPr id="34821" name="Object 14">
              <a:extLst>
                <a:ext uri="{FF2B5EF4-FFF2-40B4-BE49-F238E27FC236}">
                  <a16:creationId xmlns:a16="http://schemas.microsoft.com/office/drawing/2014/main" id="{43E1661C-74C0-4E61-B37B-2A08EAD7AA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8600" y="2971800"/>
            <a:ext cx="1841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09" name="Equation" r:id="rId9" imgW="1104900" imgH="228600" progId="Equation.DSMT4">
                    <p:embed/>
                  </p:oleObj>
                </mc:Choice>
                <mc:Fallback>
                  <p:oleObj name="Equation" r:id="rId9" imgW="1104900" imgH="228600" progId="Equation.DSMT4">
                    <p:embed/>
                    <p:pic>
                      <p:nvPicPr>
                        <p:cNvPr id="34821" name="Object 14">
                          <a:extLst>
                            <a:ext uri="{FF2B5EF4-FFF2-40B4-BE49-F238E27FC236}">
                              <a16:creationId xmlns:a16="http://schemas.microsoft.com/office/drawing/2014/main" id="{43E1661C-74C0-4E61-B37B-2A08EAD7AA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600" y="2971800"/>
                          <a:ext cx="18415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6" name="Rectangle 17">
            <a:extLst>
              <a:ext uri="{FF2B5EF4-FFF2-40B4-BE49-F238E27FC236}">
                <a16:creationId xmlns:a16="http://schemas.microsoft.com/office/drawing/2014/main" id="{D62A38B4-460E-4BFA-BBB5-DB5AB07A0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组合 55">
            <a:extLst>
              <a:ext uri="{FF2B5EF4-FFF2-40B4-BE49-F238E27FC236}">
                <a16:creationId xmlns:a16="http://schemas.microsoft.com/office/drawing/2014/main" id="{4B0AD5DD-7FB0-4986-9C53-22F3CB397E03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652838"/>
            <a:ext cx="2400300" cy="538162"/>
            <a:chOff x="304800" y="3653135"/>
            <a:chExt cx="2400419" cy="537865"/>
          </a:xfrm>
        </p:grpSpPr>
        <p:sp>
          <p:nvSpPr>
            <p:cNvPr id="34861" name="矩形 35">
              <a:extLst>
                <a:ext uri="{FF2B5EF4-FFF2-40B4-BE49-F238E27FC236}">
                  <a16:creationId xmlns:a16="http://schemas.microsoft.com/office/drawing/2014/main" id="{A849E205-AC16-4297-83CD-5B0166C56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36531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当</a:t>
              </a:r>
              <a:endParaRPr lang="zh-CN" altLang="en-US" sz="2400"/>
            </a:p>
          </p:txBody>
        </p:sp>
        <p:graphicFrame>
          <p:nvGraphicFramePr>
            <p:cNvPr id="34822" name="Object 16">
              <a:extLst>
                <a:ext uri="{FF2B5EF4-FFF2-40B4-BE49-F238E27FC236}">
                  <a16:creationId xmlns:a16="http://schemas.microsoft.com/office/drawing/2014/main" id="{CA9B502A-3593-468A-8821-1B67F632EB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2000" y="3733800"/>
            <a:ext cx="11588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10" name="Equation" r:id="rId11" imgW="698500" imgH="228600" progId="Equation.DSMT4">
                    <p:embed/>
                  </p:oleObj>
                </mc:Choice>
                <mc:Fallback>
                  <p:oleObj name="Equation" r:id="rId11" imgW="698500" imgH="228600" progId="Equation.DSMT4">
                    <p:embed/>
                    <p:pic>
                      <p:nvPicPr>
                        <p:cNvPr id="34822" name="Object 16">
                          <a:extLst>
                            <a:ext uri="{FF2B5EF4-FFF2-40B4-BE49-F238E27FC236}">
                              <a16:creationId xmlns:a16="http://schemas.microsoft.com/office/drawing/2014/main" id="{CA9B502A-3593-468A-8821-1B67F632EB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000" y="3733800"/>
                          <a:ext cx="1158875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2" name="矩形 38">
              <a:extLst>
                <a:ext uri="{FF2B5EF4-FFF2-40B4-BE49-F238E27FC236}">
                  <a16:creationId xmlns:a16="http://schemas.microsoft.com/office/drawing/2014/main" id="{BAD7822F-E14B-4780-80F6-BA097F2FF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3729335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时，</a:t>
              </a:r>
              <a:endParaRPr lang="zh-CN" altLang="en-US" sz="2400"/>
            </a:p>
          </p:txBody>
        </p:sp>
      </p:grpSp>
      <p:sp>
        <p:nvSpPr>
          <p:cNvPr id="34848" name="Rectangle 19">
            <a:extLst>
              <a:ext uri="{FF2B5EF4-FFF2-40B4-BE49-F238E27FC236}">
                <a16:creationId xmlns:a16="http://schemas.microsoft.com/office/drawing/2014/main" id="{25B30427-292D-477E-8EA8-6A91B33A8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3266" name="Object 18">
            <a:extLst>
              <a:ext uri="{FF2B5EF4-FFF2-40B4-BE49-F238E27FC236}">
                <a16:creationId xmlns:a16="http://schemas.microsoft.com/office/drawing/2014/main" id="{1AF7C950-F6B4-4E1A-94E3-66B36571B5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429000"/>
          <a:ext cx="43894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1" name="Equation" r:id="rId13" imgW="2743200" imgH="711200" progId="Equation.DSMT4">
                  <p:embed/>
                </p:oleObj>
              </mc:Choice>
              <mc:Fallback>
                <p:oleObj name="Equation" r:id="rId13" imgW="2743200" imgH="711200" progId="Equation.DSMT4">
                  <p:embed/>
                  <p:pic>
                    <p:nvPicPr>
                      <p:cNvPr id="53266" name="Object 18">
                        <a:extLst>
                          <a:ext uri="{FF2B5EF4-FFF2-40B4-BE49-F238E27FC236}">
                            <a16:creationId xmlns:a16="http://schemas.microsoft.com/office/drawing/2014/main" id="{1AF7C950-F6B4-4E1A-94E3-66B36571B5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429000"/>
                        <a:ext cx="4389438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9" name="Rectangle 21">
            <a:extLst>
              <a:ext uri="{FF2B5EF4-FFF2-40B4-BE49-F238E27FC236}">
                <a16:creationId xmlns:a16="http://schemas.microsoft.com/office/drawing/2014/main" id="{D54FAB4C-4C9D-4845-87BF-0A6BB6D3A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组合 56">
            <a:extLst>
              <a:ext uri="{FF2B5EF4-FFF2-40B4-BE49-F238E27FC236}">
                <a16:creationId xmlns:a16="http://schemas.microsoft.com/office/drawing/2014/main" id="{81DFE475-71F7-41E0-9990-6B7BD3B56452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3657600"/>
            <a:ext cx="1530350" cy="461963"/>
            <a:chOff x="7162800" y="3657600"/>
            <a:chExt cx="1530350" cy="461665"/>
          </a:xfrm>
        </p:grpSpPr>
        <p:sp>
          <p:nvSpPr>
            <p:cNvPr id="34860" name="矩形 41">
              <a:extLst>
                <a:ext uri="{FF2B5EF4-FFF2-40B4-BE49-F238E27FC236}">
                  <a16:creationId xmlns:a16="http://schemas.microsoft.com/office/drawing/2014/main" id="{5AEFF59F-2891-4828-87F4-0F9972F0D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657600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即</a:t>
              </a:r>
              <a:endParaRPr lang="zh-CN" altLang="en-US" sz="2400"/>
            </a:p>
          </p:txBody>
        </p:sp>
        <p:graphicFrame>
          <p:nvGraphicFramePr>
            <p:cNvPr id="34824" name="Object 20">
              <a:extLst>
                <a:ext uri="{FF2B5EF4-FFF2-40B4-BE49-F238E27FC236}">
                  <a16:creationId xmlns:a16="http://schemas.microsoft.com/office/drawing/2014/main" id="{20D34DCA-A177-465C-A64E-2A58C0B340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96200" y="3657600"/>
            <a:ext cx="9969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12" name="Equation" r:id="rId15" imgW="495000" imgH="228600" progId="Equation.DSMT4">
                    <p:embed/>
                  </p:oleObj>
                </mc:Choice>
                <mc:Fallback>
                  <p:oleObj name="Equation" r:id="rId15" imgW="495000" imgH="228600" progId="Equation.DSMT4">
                    <p:embed/>
                    <p:pic>
                      <p:nvPicPr>
                        <p:cNvPr id="34824" name="Object 20">
                          <a:extLst>
                            <a:ext uri="{FF2B5EF4-FFF2-40B4-BE49-F238E27FC236}">
                              <a16:creationId xmlns:a16="http://schemas.microsoft.com/office/drawing/2014/main" id="{20D34DCA-A177-465C-A64E-2A58C0B340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96200" y="3657600"/>
                          <a:ext cx="996950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51" name="Rectangle 23">
            <a:extLst>
              <a:ext uri="{FF2B5EF4-FFF2-40B4-BE49-F238E27FC236}">
                <a16:creationId xmlns:a16="http://schemas.microsoft.com/office/drawing/2014/main" id="{6862E6F1-58EE-4CE8-B8E1-EE1F975C0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组合 57">
            <a:extLst>
              <a:ext uri="{FF2B5EF4-FFF2-40B4-BE49-F238E27FC236}">
                <a16:creationId xmlns:a16="http://schemas.microsoft.com/office/drawing/2014/main" id="{CA007C2B-F0B0-48FB-A304-30A3A3DA2322}"/>
              </a:ext>
            </a:extLst>
          </p:cNvPr>
          <p:cNvGrpSpPr>
            <a:grpSpLocks/>
          </p:cNvGrpSpPr>
          <p:nvPr/>
        </p:nvGrpSpPr>
        <p:grpSpPr bwMode="auto">
          <a:xfrm>
            <a:off x="41275" y="4648200"/>
            <a:ext cx="2400300" cy="990600"/>
            <a:chOff x="40957" y="4648200"/>
            <a:chExt cx="2400618" cy="990600"/>
          </a:xfrm>
        </p:grpSpPr>
        <p:sp>
          <p:nvSpPr>
            <p:cNvPr id="34859" name="矩形 44">
              <a:extLst>
                <a:ext uri="{FF2B5EF4-FFF2-40B4-BE49-F238E27FC236}">
                  <a16:creationId xmlns:a16="http://schemas.microsoft.com/office/drawing/2014/main" id="{B1F584B0-EB2F-44C1-9777-0F5053F82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7" y="4648200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取</a:t>
              </a:r>
              <a:endParaRPr lang="zh-CN" altLang="en-US" sz="2400"/>
            </a:p>
          </p:txBody>
        </p:sp>
        <p:graphicFrame>
          <p:nvGraphicFramePr>
            <p:cNvPr id="34825" name="Object 22">
              <a:extLst>
                <a:ext uri="{FF2B5EF4-FFF2-40B4-BE49-F238E27FC236}">
                  <a16:creationId xmlns:a16="http://schemas.microsoft.com/office/drawing/2014/main" id="{25348108-3670-48D5-8316-CC12B452ED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7200" y="4724400"/>
            <a:ext cx="1984375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13" name="Equation" r:id="rId17" imgW="1054080" imgH="482400" progId="Equation.DSMT4">
                    <p:embed/>
                  </p:oleObj>
                </mc:Choice>
                <mc:Fallback>
                  <p:oleObj name="Equation" r:id="rId17" imgW="1054080" imgH="482400" progId="Equation.DSMT4">
                    <p:embed/>
                    <p:pic>
                      <p:nvPicPr>
                        <p:cNvPr id="34825" name="Object 22">
                          <a:extLst>
                            <a:ext uri="{FF2B5EF4-FFF2-40B4-BE49-F238E27FC236}">
                              <a16:creationId xmlns:a16="http://schemas.microsoft.com/office/drawing/2014/main" id="{25348108-3670-48D5-8316-CC12B452ED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" y="4724400"/>
                          <a:ext cx="1984375" cy="914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53" name="Rectangle 25">
            <a:extLst>
              <a:ext uri="{FF2B5EF4-FFF2-40B4-BE49-F238E27FC236}">
                <a16:creationId xmlns:a16="http://schemas.microsoft.com/office/drawing/2014/main" id="{21ADC86F-E799-4991-BD3E-87DDC5F6F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" name="组合 58">
            <a:extLst>
              <a:ext uri="{FF2B5EF4-FFF2-40B4-BE49-F238E27FC236}">
                <a16:creationId xmlns:a16="http://schemas.microsoft.com/office/drawing/2014/main" id="{57C43492-DCB9-4A90-A4AE-F2F3A59B0F24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648200"/>
            <a:ext cx="2773363" cy="1600200"/>
            <a:chOff x="2590800" y="4648200"/>
            <a:chExt cx="2773680" cy="1600200"/>
          </a:xfrm>
        </p:grpSpPr>
        <p:sp>
          <p:nvSpPr>
            <p:cNvPr id="34858" name="矩形 47">
              <a:extLst>
                <a:ext uri="{FF2B5EF4-FFF2-40B4-BE49-F238E27FC236}">
                  <a16:creationId xmlns:a16="http://schemas.microsoft.com/office/drawing/2014/main" id="{310512A3-941D-474F-A8DB-7014CAAA5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4648200"/>
              <a:ext cx="26468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得到基础解系为</a:t>
              </a:r>
              <a:r>
                <a:rPr lang="zh-CN" altLang="en-US" sz="2400"/>
                <a:t>：</a:t>
              </a:r>
            </a:p>
          </p:txBody>
        </p:sp>
        <p:graphicFrame>
          <p:nvGraphicFramePr>
            <p:cNvPr id="34826" name="Object 24">
              <a:extLst>
                <a:ext uri="{FF2B5EF4-FFF2-40B4-BE49-F238E27FC236}">
                  <a16:creationId xmlns:a16="http://schemas.microsoft.com/office/drawing/2014/main" id="{1BC065DD-1595-48A4-B460-18E887E665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1400" y="5105400"/>
            <a:ext cx="1783080" cy="1143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14" name="Equation" r:id="rId19" imgW="1117600" imgH="711200" progId="Equation.DSMT4">
                    <p:embed/>
                  </p:oleObj>
                </mc:Choice>
                <mc:Fallback>
                  <p:oleObj name="Equation" r:id="rId19" imgW="1117600" imgH="711200" progId="Equation.DSMT4">
                    <p:embed/>
                    <p:pic>
                      <p:nvPicPr>
                        <p:cNvPr id="34826" name="Object 24">
                          <a:extLst>
                            <a:ext uri="{FF2B5EF4-FFF2-40B4-BE49-F238E27FC236}">
                              <a16:creationId xmlns:a16="http://schemas.microsoft.com/office/drawing/2014/main" id="{1BC065DD-1595-48A4-B460-18E887E665E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1400" y="5105400"/>
                          <a:ext cx="1783080" cy="1143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55" name="Rectangle 27">
            <a:extLst>
              <a:ext uri="{FF2B5EF4-FFF2-40B4-BE49-F238E27FC236}">
                <a16:creationId xmlns:a16="http://schemas.microsoft.com/office/drawing/2014/main" id="{701D51D2-7627-4391-82FD-A586F593F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8" name="组合 59">
            <a:extLst>
              <a:ext uri="{FF2B5EF4-FFF2-40B4-BE49-F238E27FC236}">
                <a16:creationId xmlns:a16="http://schemas.microsoft.com/office/drawing/2014/main" id="{217FAAD4-11CE-46C0-9461-7BFD268670FC}"/>
              </a:ext>
            </a:extLst>
          </p:cNvPr>
          <p:cNvGrpSpPr>
            <a:grpSpLocks/>
          </p:cNvGrpSpPr>
          <p:nvPr/>
        </p:nvGrpSpPr>
        <p:grpSpPr bwMode="auto">
          <a:xfrm>
            <a:off x="5818188" y="4648200"/>
            <a:ext cx="2501900" cy="1752600"/>
            <a:chOff x="5818019" y="4648200"/>
            <a:chExt cx="2501817" cy="1752600"/>
          </a:xfrm>
        </p:grpSpPr>
        <p:sp>
          <p:nvSpPr>
            <p:cNvPr id="34857" name="矩形 50">
              <a:extLst>
                <a:ext uri="{FF2B5EF4-FFF2-40B4-BE49-F238E27FC236}">
                  <a16:creationId xmlns:a16="http://schemas.microsoft.com/office/drawing/2014/main" id="{4E390B40-5A85-424A-86AF-3CAB0C196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4648200"/>
              <a:ext cx="20313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再单位化有</a:t>
              </a:r>
              <a:r>
                <a:rPr lang="zh-CN" altLang="en-US" sz="2400"/>
                <a:t>：</a:t>
              </a:r>
            </a:p>
          </p:txBody>
        </p:sp>
        <p:graphicFrame>
          <p:nvGraphicFramePr>
            <p:cNvPr id="34827" name="Object 26">
              <a:extLst>
                <a:ext uri="{FF2B5EF4-FFF2-40B4-BE49-F238E27FC236}">
                  <a16:creationId xmlns:a16="http://schemas.microsoft.com/office/drawing/2014/main" id="{0C68B13F-6839-46DC-9618-74886A508E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18019" y="5029200"/>
            <a:ext cx="2501817" cy="1371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15" name="Equation" r:id="rId21" imgW="1396800" imgH="761760" progId="Equation.DSMT4">
                    <p:embed/>
                  </p:oleObj>
                </mc:Choice>
                <mc:Fallback>
                  <p:oleObj name="Equation" r:id="rId21" imgW="1396800" imgH="761760" progId="Equation.DSMT4">
                    <p:embed/>
                    <p:pic>
                      <p:nvPicPr>
                        <p:cNvPr id="34827" name="Object 26">
                          <a:extLst>
                            <a:ext uri="{FF2B5EF4-FFF2-40B4-BE49-F238E27FC236}">
                              <a16:creationId xmlns:a16="http://schemas.microsoft.com/office/drawing/2014/main" id="{0C68B13F-6839-46DC-9618-74886A508E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8019" y="5029200"/>
                          <a:ext cx="2501817" cy="1371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1" name="日期占位符 1">
            <a:extLst>
              <a:ext uri="{FF2B5EF4-FFF2-40B4-BE49-F238E27FC236}">
                <a16:creationId xmlns:a16="http://schemas.microsoft.com/office/drawing/2014/main" id="{FE6B7315-2D9C-44B1-907B-889FD3A631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6EBE26-E97F-49CD-B466-7E3FBF0B456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5852" name="页脚占位符 2">
            <a:extLst>
              <a:ext uri="{FF2B5EF4-FFF2-40B4-BE49-F238E27FC236}">
                <a16:creationId xmlns:a16="http://schemas.microsoft.com/office/drawing/2014/main" id="{FFBC3157-2A31-4EE7-B0FF-616809B0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5853" name="灯片编号占位符 3">
            <a:extLst>
              <a:ext uri="{FF2B5EF4-FFF2-40B4-BE49-F238E27FC236}">
                <a16:creationId xmlns:a16="http://schemas.microsoft.com/office/drawing/2014/main" id="{F15CED3C-4B1A-405E-A11D-89CB3EA4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3F5A428-776E-4414-AF91-8E92C3EA32B9}" type="slidenum">
              <a:rPr lang="en-US" altLang="zh-CN"/>
              <a:pPr eaLnBrk="1" hangingPunct="1"/>
              <a:t>51</a:t>
            </a:fld>
            <a:endParaRPr lang="en-US" altLang="zh-CN"/>
          </a:p>
        </p:txBody>
      </p:sp>
      <p:sp>
        <p:nvSpPr>
          <p:cNvPr id="35854" name="Rectangle 2">
            <a:extLst>
              <a:ext uri="{FF2B5EF4-FFF2-40B4-BE49-F238E27FC236}">
                <a16:creationId xmlns:a16="http://schemas.microsoft.com/office/drawing/2014/main" id="{B14D0681-F61C-4F12-A437-41AC916AA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》2005-2006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35855" name="Rectangle 3">
            <a:extLst>
              <a:ext uri="{FF2B5EF4-FFF2-40B4-BE49-F238E27FC236}">
                <a16:creationId xmlns:a16="http://schemas.microsoft.com/office/drawing/2014/main" id="{38DB8120-31D2-432F-A8BC-99A5B43FD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856" name="Rectangle 9">
            <a:extLst>
              <a:ext uri="{FF2B5EF4-FFF2-40B4-BE49-F238E27FC236}">
                <a16:creationId xmlns:a16="http://schemas.microsoft.com/office/drawing/2014/main" id="{09296E75-4176-4B09-88F5-3602E513B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7" name="Rectangle 11">
            <a:extLst>
              <a:ext uri="{FF2B5EF4-FFF2-40B4-BE49-F238E27FC236}">
                <a16:creationId xmlns:a16="http://schemas.microsoft.com/office/drawing/2014/main" id="{52591D69-8AE1-4AB6-99FA-7EB6B9436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8" name="Rectangle 13">
            <a:extLst>
              <a:ext uri="{FF2B5EF4-FFF2-40B4-BE49-F238E27FC236}">
                <a16:creationId xmlns:a16="http://schemas.microsoft.com/office/drawing/2014/main" id="{26DAB3A3-0982-402A-9327-22D7CE1BA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9" name="Rectangle 15">
            <a:extLst>
              <a:ext uri="{FF2B5EF4-FFF2-40B4-BE49-F238E27FC236}">
                <a16:creationId xmlns:a16="http://schemas.microsoft.com/office/drawing/2014/main" id="{5DBEE7F6-2E10-4760-8E3B-AE989A8C0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60" name="Rectangle 17">
            <a:extLst>
              <a:ext uri="{FF2B5EF4-FFF2-40B4-BE49-F238E27FC236}">
                <a16:creationId xmlns:a16="http://schemas.microsoft.com/office/drawing/2014/main" id="{54560CF0-F10C-48F6-8064-C84BC2EFB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61" name="Rectangle 19">
            <a:extLst>
              <a:ext uri="{FF2B5EF4-FFF2-40B4-BE49-F238E27FC236}">
                <a16:creationId xmlns:a16="http://schemas.microsoft.com/office/drawing/2014/main" id="{D9BEDA2E-5CEC-4E88-9119-642782125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62" name="Rectangle 21">
            <a:extLst>
              <a:ext uri="{FF2B5EF4-FFF2-40B4-BE49-F238E27FC236}">
                <a16:creationId xmlns:a16="http://schemas.microsoft.com/office/drawing/2014/main" id="{591988CC-D339-436F-9B0E-303F04838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63" name="Rectangle 23">
            <a:extLst>
              <a:ext uri="{FF2B5EF4-FFF2-40B4-BE49-F238E27FC236}">
                <a16:creationId xmlns:a16="http://schemas.microsoft.com/office/drawing/2014/main" id="{F0EA93B9-5876-406D-8CEC-6108E7A33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64" name="Rectangle 25">
            <a:extLst>
              <a:ext uri="{FF2B5EF4-FFF2-40B4-BE49-F238E27FC236}">
                <a16:creationId xmlns:a16="http://schemas.microsoft.com/office/drawing/2014/main" id="{B15FD948-5B50-4495-83F2-D5B7DDEEC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65" name="Rectangle 27">
            <a:extLst>
              <a:ext uri="{FF2B5EF4-FFF2-40B4-BE49-F238E27FC236}">
                <a16:creationId xmlns:a16="http://schemas.microsoft.com/office/drawing/2014/main" id="{F80D8D65-678D-455B-A0C6-C70941EB6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66" name="Rectangle 13">
            <a:extLst>
              <a:ext uri="{FF2B5EF4-FFF2-40B4-BE49-F238E27FC236}">
                <a16:creationId xmlns:a16="http://schemas.microsoft.com/office/drawing/2014/main" id="{C44B9DA7-D072-440A-87E1-E9BC4E2D6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75">
            <a:extLst>
              <a:ext uri="{FF2B5EF4-FFF2-40B4-BE49-F238E27FC236}">
                <a16:creationId xmlns:a16="http://schemas.microsoft.com/office/drawing/2014/main" id="{CAEED795-A489-40F6-B7B0-BAE6B1494CB4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685800"/>
            <a:ext cx="1866900" cy="461963"/>
            <a:chOff x="228600" y="685800"/>
            <a:chExt cx="1867019" cy="461665"/>
          </a:xfrm>
        </p:grpSpPr>
        <p:sp>
          <p:nvSpPr>
            <p:cNvPr id="35888" name="矩形 48">
              <a:extLst>
                <a:ext uri="{FF2B5EF4-FFF2-40B4-BE49-F238E27FC236}">
                  <a16:creationId xmlns:a16="http://schemas.microsoft.com/office/drawing/2014/main" id="{12DF5262-0F7D-4C54-819D-2EC0E52CD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685800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当</a:t>
              </a:r>
              <a:endParaRPr lang="zh-CN" altLang="en-US" sz="2400"/>
            </a:p>
          </p:txBody>
        </p:sp>
        <p:graphicFrame>
          <p:nvGraphicFramePr>
            <p:cNvPr id="35842" name="Object 12">
              <a:extLst>
                <a:ext uri="{FF2B5EF4-FFF2-40B4-BE49-F238E27FC236}">
                  <a16:creationId xmlns:a16="http://schemas.microsoft.com/office/drawing/2014/main" id="{F962E4EE-4CED-455E-A930-9D353B9E04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9600" y="762000"/>
            <a:ext cx="6826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30" name="Equation" r:id="rId3" imgW="406224" imgH="228501" progId="Equation.DSMT4">
                    <p:embed/>
                  </p:oleObj>
                </mc:Choice>
                <mc:Fallback>
                  <p:oleObj name="Equation" r:id="rId3" imgW="406224" imgH="228501" progId="Equation.DSMT4">
                    <p:embed/>
                    <p:pic>
                      <p:nvPicPr>
                        <p:cNvPr id="35842" name="Object 12">
                          <a:extLst>
                            <a:ext uri="{FF2B5EF4-FFF2-40B4-BE49-F238E27FC236}">
                              <a16:creationId xmlns:a16="http://schemas.microsoft.com/office/drawing/2014/main" id="{F962E4EE-4CED-455E-A930-9D353B9E04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" y="762000"/>
                          <a:ext cx="682625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9" name="矩形 51">
              <a:extLst>
                <a:ext uri="{FF2B5EF4-FFF2-40B4-BE49-F238E27FC236}">
                  <a16:creationId xmlns:a16="http://schemas.microsoft.com/office/drawing/2014/main" id="{E4C8322F-D1EC-41EE-9612-B02F55C2D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685800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时，</a:t>
              </a:r>
              <a:endParaRPr lang="zh-CN" altLang="en-US" sz="2400"/>
            </a:p>
          </p:txBody>
        </p:sp>
      </p:grpSp>
      <p:sp>
        <p:nvSpPr>
          <p:cNvPr id="35868" name="Rectangle 15">
            <a:extLst>
              <a:ext uri="{FF2B5EF4-FFF2-40B4-BE49-F238E27FC236}">
                <a16:creationId xmlns:a16="http://schemas.microsoft.com/office/drawing/2014/main" id="{F964F5E9-F765-418B-8669-06871D5D9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5550" name="Object 14">
            <a:extLst>
              <a:ext uri="{FF2B5EF4-FFF2-40B4-BE49-F238E27FC236}">
                <a16:creationId xmlns:a16="http://schemas.microsoft.com/office/drawing/2014/main" id="{5A0167BA-7359-48AE-A6CC-4E93CEA5B7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609600"/>
          <a:ext cx="37687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1" name="Equation" r:id="rId5" imgW="2527300" imgH="711200" progId="Equation.DSMT4">
                  <p:embed/>
                </p:oleObj>
              </mc:Choice>
              <mc:Fallback>
                <p:oleObj name="Equation" r:id="rId5" imgW="2527300" imgH="711200" progId="Equation.DSMT4">
                  <p:embed/>
                  <p:pic>
                    <p:nvPicPr>
                      <p:cNvPr id="65550" name="Object 14">
                        <a:extLst>
                          <a:ext uri="{FF2B5EF4-FFF2-40B4-BE49-F238E27FC236}">
                            <a16:creationId xmlns:a16="http://schemas.microsoft.com/office/drawing/2014/main" id="{5A0167BA-7359-48AE-A6CC-4E93CEA5B7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609600"/>
                        <a:ext cx="3768725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9" name="Rectangle 17">
            <a:extLst>
              <a:ext uri="{FF2B5EF4-FFF2-40B4-BE49-F238E27FC236}">
                <a16:creationId xmlns:a16="http://schemas.microsoft.com/office/drawing/2014/main" id="{14077715-921A-48C3-978D-CA9EEB84B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70" name="Rectangle 20">
            <a:extLst>
              <a:ext uri="{FF2B5EF4-FFF2-40B4-BE49-F238E27FC236}">
                <a16:creationId xmlns:a16="http://schemas.microsoft.com/office/drawing/2014/main" id="{D02D7B57-0E58-4037-995A-E55E56997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组合 76">
            <a:extLst>
              <a:ext uri="{FF2B5EF4-FFF2-40B4-BE49-F238E27FC236}">
                <a16:creationId xmlns:a16="http://schemas.microsoft.com/office/drawing/2014/main" id="{3F2C1A57-21A2-42EF-8D4F-DBA937275F63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524000"/>
            <a:ext cx="4648200" cy="1143000"/>
            <a:chOff x="228600" y="1524000"/>
            <a:chExt cx="4648200" cy="1143000"/>
          </a:xfrm>
        </p:grpSpPr>
        <p:sp>
          <p:nvSpPr>
            <p:cNvPr id="35886" name="矩形 54">
              <a:extLst>
                <a:ext uri="{FF2B5EF4-FFF2-40B4-BE49-F238E27FC236}">
                  <a16:creationId xmlns:a16="http://schemas.microsoft.com/office/drawing/2014/main" id="{AB8A4D9A-800D-4EA1-8492-3066F5C32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1752600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令</a:t>
              </a:r>
              <a:endParaRPr lang="zh-CN" altLang="en-US" sz="2400"/>
            </a:p>
          </p:txBody>
        </p:sp>
        <p:graphicFrame>
          <p:nvGraphicFramePr>
            <p:cNvPr id="35844" name="Object 16">
              <a:extLst>
                <a:ext uri="{FF2B5EF4-FFF2-40B4-BE49-F238E27FC236}">
                  <a16:creationId xmlns:a16="http://schemas.microsoft.com/office/drawing/2014/main" id="{AF909B04-2CE2-42F4-8D83-2B64A971F1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0400" y="1752600"/>
            <a:ext cx="8128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32" name="Equation" r:id="rId7" imgW="406080" imgH="228600" progId="Equation.DSMT4">
                    <p:embed/>
                  </p:oleObj>
                </mc:Choice>
                <mc:Fallback>
                  <p:oleObj name="Equation" r:id="rId7" imgW="406080" imgH="228600" progId="Equation.DSMT4">
                    <p:embed/>
                    <p:pic>
                      <p:nvPicPr>
                        <p:cNvPr id="35844" name="Object 16">
                          <a:extLst>
                            <a:ext uri="{FF2B5EF4-FFF2-40B4-BE49-F238E27FC236}">
                              <a16:creationId xmlns:a16="http://schemas.microsoft.com/office/drawing/2014/main" id="{AF909B04-2CE2-42F4-8D83-2B64A971F1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400" y="1752600"/>
                          <a:ext cx="812800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7" name="Rectangle 18">
              <a:extLst>
                <a:ext uri="{FF2B5EF4-FFF2-40B4-BE49-F238E27FC236}">
                  <a16:creationId xmlns:a16="http://schemas.microsoft.com/office/drawing/2014/main" id="{2240A197-E096-43BD-AC24-73482C0DD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1752600"/>
              <a:ext cx="24240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400">
                  <a:latin typeface="宋体" panose="02010600030101010101" pitchFamily="2" charset="-122"/>
                  <a:cs typeface="Times New Roman" panose="02020603050405020304" pitchFamily="18" charset="0"/>
                </a:rPr>
                <a:t>得到</a:t>
              </a:r>
              <a:r>
                <a:rPr lang="zh-CN" altLang="en-US" sz="2400">
                  <a:cs typeface="Times New Roman" panose="02020603050405020304" pitchFamily="18" charset="0"/>
                </a:rPr>
                <a:t>基础解系为</a:t>
              </a:r>
              <a:r>
                <a:rPr lang="zh-CN" altLang="en-US" sz="2400"/>
                <a:t> </a:t>
              </a:r>
            </a:p>
          </p:txBody>
        </p:sp>
        <p:graphicFrame>
          <p:nvGraphicFramePr>
            <p:cNvPr id="35845" name="Object 19">
              <a:extLst>
                <a:ext uri="{FF2B5EF4-FFF2-40B4-BE49-F238E27FC236}">
                  <a16:creationId xmlns:a16="http://schemas.microsoft.com/office/drawing/2014/main" id="{10633139-FB73-4AD3-AF03-FA1297A511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06939" y="1524000"/>
            <a:ext cx="1069861" cy="1143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33" name="Equation" r:id="rId9" imgW="672840" imgH="711000" progId="Equation.DSMT4">
                    <p:embed/>
                  </p:oleObj>
                </mc:Choice>
                <mc:Fallback>
                  <p:oleObj name="Equation" r:id="rId9" imgW="672840" imgH="711000" progId="Equation.DSMT4">
                    <p:embed/>
                    <p:pic>
                      <p:nvPicPr>
                        <p:cNvPr id="35845" name="Object 19">
                          <a:extLst>
                            <a:ext uri="{FF2B5EF4-FFF2-40B4-BE49-F238E27FC236}">
                              <a16:creationId xmlns:a16="http://schemas.microsoft.com/office/drawing/2014/main" id="{10633139-FB73-4AD3-AF03-FA1297A511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6939" y="1524000"/>
                          <a:ext cx="1069861" cy="1143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72" name="Rectangle 22">
            <a:extLst>
              <a:ext uri="{FF2B5EF4-FFF2-40B4-BE49-F238E27FC236}">
                <a16:creationId xmlns:a16="http://schemas.microsoft.com/office/drawing/2014/main" id="{BBEE0E12-81C8-40AE-A948-DFC8F0675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组合 77">
            <a:extLst>
              <a:ext uri="{FF2B5EF4-FFF2-40B4-BE49-F238E27FC236}">
                <a16:creationId xmlns:a16="http://schemas.microsoft.com/office/drawing/2014/main" id="{033012A4-8CCB-4FAF-9B87-9BBF730BD24A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1066800"/>
            <a:ext cx="3017838" cy="1890713"/>
            <a:chOff x="4953000" y="1066800"/>
            <a:chExt cx="3017838" cy="1890713"/>
          </a:xfrm>
        </p:grpSpPr>
        <p:sp>
          <p:nvSpPr>
            <p:cNvPr id="35885" name="矩形 60">
              <a:extLst>
                <a:ext uri="{FF2B5EF4-FFF2-40B4-BE49-F238E27FC236}">
                  <a16:creationId xmlns:a16="http://schemas.microsoft.com/office/drawing/2014/main" id="{091BEC60-42A2-4709-B28B-A56B407C3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1905000"/>
              <a:ext cx="17235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再单位化有</a:t>
              </a:r>
              <a:endParaRPr lang="zh-CN" altLang="en-US" sz="2400"/>
            </a:p>
          </p:txBody>
        </p:sp>
        <p:graphicFrame>
          <p:nvGraphicFramePr>
            <p:cNvPr id="35846" name="Object 21">
              <a:extLst>
                <a:ext uri="{FF2B5EF4-FFF2-40B4-BE49-F238E27FC236}">
                  <a16:creationId xmlns:a16="http://schemas.microsoft.com/office/drawing/2014/main" id="{7F9048B0-EA17-478F-81C2-8FA1DBC324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37350" y="1066800"/>
            <a:ext cx="1233488" cy="1890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34" name="Equation" r:id="rId11" imgW="863280" imgH="1320480" progId="Equation.DSMT4">
                    <p:embed/>
                  </p:oleObj>
                </mc:Choice>
                <mc:Fallback>
                  <p:oleObj name="Equation" r:id="rId11" imgW="863280" imgH="1320480" progId="Equation.DSMT4">
                    <p:embed/>
                    <p:pic>
                      <p:nvPicPr>
                        <p:cNvPr id="35846" name="Object 21">
                          <a:extLst>
                            <a:ext uri="{FF2B5EF4-FFF2-40B4-BE49-F238E27FC236}">
                              <a16:creationId xmlns:a16="http://schemas.microsoft.com/office/drawing/2014/main" id="{7F9048B0-EA17-478F-81C2-8FA1DBC324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7350" y="1066800"/>
                          <a:ext cx="1233488" cy="18907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74" name="Rectangle 24">
            <a:extLst>
              <a:ext uri="{FF2B5EF4-FFF2-40B4-BE49-F238E27FC236}">
                <a16:creationId xmlns:a16="http://schemas.microsoft.com/office/drawing/2014/main" id="{F29C6ADA-0337-4D91-8CFB-278D9E254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组合 78">
            <a:extLst>
              <a:ext uri="{FF2B5EF4-FFF2-40B4-BE49-F238E27FC236}">
                <a16:creationId xmlns:a16="http://schemas.microsoft.com/office/drawing/2014/main" id="{394F7FE7-A83A-4409-9FF6-ED33FE482FFE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362200"/>
            <a:ext cx="7304088" cy="1828800"/>
            <a:chOff x="304800" y="2362200"/>
            <a:chExt cx="7304008" cy="1828800"/>
          </a:xfrm>
        </p:grpSpPr>
        <p:sp>
          <p:nvSpPr>
            <p:cNvPr id="35883" name="矩形 63">
              <a:extLst>
                <a:ext uri="{FF2B5EF4-FFF2-40B4-BE49-F238E27FC236}">
                  <a16:creationId xmlns:a16="http://schemas.microsoft.com/office/drawing/2014/main" id="{D185ED7D-C571-4521-8B91-F92B50FB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2667000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于是</a:t>
              </a:r>
              <a:endParaRPr lang="zh-CN" altLang="en-US" sz="2400"/>
            </a:p>
          </p:txBody>
        </p:sp>
        <p:graphicFrame>
          <p:nvGraphicFramePr>
            <p:cNvPr id="35847" name="Object 23">
              <a:extLst>
                <a:ext uri="{FF2B5EF4-FFF2-40B4-BE49-F238E27FC236}">
                  <a16:creationId xmlns:a16="http://schemas.microsoft.com/office/drawing/2014/main" id="{405364B1-C701-4E8D-B3FB-CE0B5686FB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800" y="2362200"/>
            <a:ext cx="2907660" cy="182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35" name="Equation" r:id="rId13" imgW="2108200" imgH="1320800" progId="Equation.DSMT4">
                    <p:embed/>
                  </p:oleObj>
                </mc:Choice>
                <mc:Fallback>
                  <p:oleObj name="Equation" r:id="rId13" imgW="2108200" imgH="1320800" progId="Equation.DSMT4">
                    <p:embed/>
                    <p:pic>
                      <p:nvPicPr>
                        <p:cNvPr id="35847" name="Object 23">
                          <a:extLst>
                            <a:ext uri="{FF2B5EF4-FFF2-40B4-BE49-F238E27FC236}">
                              <a16:creationId xmlns:a16="http://schemas.microsoft.com/office/drawing/2014/main" id="{405364B1-C701-4E8D-B3FB-CE0B5686FB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800" y="2362200"/>
                          <a:ext cx="2907660" cy="1828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4" name="Rectangle 25">
              <a:extLst>
                <a:ext uri="{FF2B5EF4-FFF2-40B4-BE49-F238E27FC236}">
                  <a16:creationId xmlns:a16="http://schemas.microsoft.com/office/drawing/2014/main" id="{D2ACE7D4-5333-4816-A7EE-C3ABECA61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3200400"/>
              <a:ext cx="35702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zh-CN" sz="2400">
                  <a:latin typeface="宋体" panose="02010600030101010101" pitchFamily="2" charset="-122"/>
                  <a:cs typeface="Times New Roman" panose="02020603050405020304" pitchFamily="18" charset="0"/>
                </a:rPr>
                <a:t>是一个正交矩阵，且满足</a:t>
              </a:r>
              <a:endParaRPr lang="zh-CN" altLang="zh-CN" sz="2400"/>
            </a:p>
          </p:txBody>
        </p:sp>
      </p:grpSp>
      <p:sp>
        <p:nvSpPr>
          <p:cNvPr id="35876" name="Rectangle 27">
            <a:extLst>
              <a:ext uri="{FF2B5EF4-FFF2-40B4-BE49-F238E27FC236}">
                <a16:creationId xmlns:a16="http://schemas.microsoft.com/office/drawing/2014/main" id="{CE534725-52EC-49B8-BC6B-B1E12F73C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5562" name="Object 26">
            <a:extLst>
              <a:ext uri="{FF2B5EF4-FFF2-40B4-BE49-F238E27FC236}">
                <a16:creationId xmlns:a16="http://schemas.microsoft.com/office/drawing/2014/main" id="{9AC9B97A-BA15-4042-AF8D-DEC8491720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313" y="4267200"/>
          <a:ext cx="2946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6" name="Equation" r:id="rId15" imgW="1841400" imgH="711000" progId="Equation.DSMT4">
                  <p:embed/>
                </p:oleObj>
              </mc:Choice>
              <mc:Fallback>
                <p:oleObj name="Equation" r:id="rId15" imgW="1841400" imgH="711000" progId="Equation.DSMT4">
                  <p:embed/>
                  <p:pic>
                    <p:nvPicPr>
                      <p:cNvPr id="65562" name="Object 26">
                        <a:extLst>
                          <a:ext uri="{FF2B5EF4-FFF2-40B4-BE49-F238E27FC236}">
                            <a16:creationId xmlns:a16="http://schemas.microsoft.com/office/drawing/2014/main" id="{9AC9B97A-BA15-4042-AF8D-DEC8491720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3" y="4267200"/>
                        <a:ext cx="29464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7" name="Rectangle 29">
            <a:extLst>
              <a:ext uri="{FF2B5EF4-FFF2-40B4-BE49-F238E27FC236}">
                <a16:creationId xmlns:a16="http://schemas.microsoft.com/office/drawing/2014/main" id="{EF961981-78C6-4440-B726-59FCBCF17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组合 79">
            <a:extLst>
              <a:ext uri="{FF2B5EF4-FFF2-40B4-BE49-F238E27FC236}">
                <a16:creationId xmlns:a16="http://schemas.microsoft.com/office/drawing/2014/main" id="{0A673D2D-723B-472B-97EC-98E83310911F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572000"/>
            <a:ext cx="3246438" cy="461963"/>
            <a:chOff x="3429000" y="4572000"/>
            <a:chExt cx="3246122" cy="461665"/>
          </a:xfrm>
        </p:grpSpPr>
        <p:sp>
          <p:nvSpPr>
            <p:cNvPr id="35882" name="矩形 69">
              <a:extLst>
                <a:ext uri="{FF2B5EF4-FFF2-40B4-BE49-F238E27FC236}">
                  <a16:creationId xmlns:a16="http://schemas.microsoft.com/office/drawing/2014/main" id="{72FA951E-8DCA-4B66-8428-5D3AB927F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4572000"/>
              <a:ext cx="23391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所以取正交变换</a:t>
              </a:r>
              <a:endParaRPr lang="zh-CN" altLang="en-US" sz="2400"/>
            </a:p>
          </p:txBody>
        </p:sp>
        <p:graphicFrame>
          <p:nvGraphicFramePr>
            <p:cNvPr id="35849" name="Object 28">
              <a:extLst>
                <a:ext uri="{FF2B5EF4-FFF2-40B4-BE49-F238E27FC236}">
                  <a16:creationId xmlns:a16="http://schemas.microsoft.com/office/drawing/2014/main" id="{723C2EFC-868E-49AD-9326-84B39EF8C7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15000" y="4648200"/>
            <a:ext cx="960122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37" name="Equation" r:id="rId17" imgW="571320" imgH="203040" progId="Equation.DSMT4">
                    <p:embed/>
                  </p:oleObj>
                </mc:Choice>
                <mc:Fallback>
                  <p:oleObj name="Equation" r:id="rId17" imgW="571320" imgH="203040" progId="Equation.DSMT4">
                    <p:embed/>
                    <p:pic>
                      <p:nvPicPr>
                        <p:cNvPr id="35849" name="Object 28">
                          <a:extLst>
                            <a:ext uri="{FF2B5EF4-FFF2-40B4-BE49-F238E27FC236}">
                              <a16:creationId xmlns:a16="http://schemas.microsoft.com/office/drawing/2014/main" id="{723C2EFC-868E-49AD-9326-84B39EF8C7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5000" y="4648200"/>
                          <a:ext cx="960122" cy="333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79" name="Rectangle 31">
            <a:extLst>
              <a:ext uri="{FF2B5EF4-FFF2-40B4-BE49-F238E27FC236}">
                <a16:creationId xmlns:a16="http://schemas.microsoft.com/office/drawing/2014/main" id="{2BD8DD08-5B94-4113-BC60-D4EDC1437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" name="组合 80">
            <a:extLst>
              <a:ext uri="{FF2B5EF4-FFF2-40B4-BE49-F238E27FC236}">
                <a16:creationId xmlns:a16="http://schemas.microsoft.com/office/drawing/2014/main" id="{9EF5F430-D162-4095-9EEB-86FF72AF513D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5257800"/>
            <a:ext cx="4691063" cy="533400"/>
            <a:chOff x="3505200" y="5257800"/>
            <a:chExt cx="4690533" cy="533400"/>
          </a:xfrm>
        </p:grpSpPr>
        <p:sp>
          <p:nvSpPr>
            <p:cNvPr id="35881" name="矩形 72">
              <a:extLst>
                <a:ext uri="{FF2B5EF4-FFF2-40B4-BE49-F238E27FC236}">
                  <a16:creationId xmlns:a16="http://schemas.microsoft.com/office/drawing/2014/main" id="{2E3398CA-66EA-4C36-AEA9-E88A4B4BC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5257800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得到</a:t>
              </a:r>
              <a:endParaRPr lang="zh-CN" altLang="en-US" sz="2400"/>
            </a:p>
          </p:txBody>
        </p:sp>
        <p:graphicFrame>
          <p:nvGraphicFramePr>
            <p:cNvPr id="35850" name="Object 30">
              <a:extLst>
                <a:ext uri="{FF2B5EF4-FFF2-40B4-BE49-F238E27FC236}">
                  <a16:creationId xmlns:a16="http://schemas.microsoft.com/office/drawing/2014/main" id="{CB570D9D-5E93-492D-AF29-9D022669A6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9600" y="5334000"/>
            <a:ext cx="3776133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38" name="Equation" r:id="rId19" imgW="2120900" imgH="254000" progId="Equation.DSMT4">
                    <p:embed/>
                  </p:oleObj>
                </mc:Choice>
                <mc:Fallback>
                  <p:oleObj name="Equation" r:id="rId19" imgW="2120900" imgH="254000" progId="Equation.DSMT4">
                    <p:embed/>
                    <p:pic>
                      <p:nvPicPr>
                        <p:cNvPr id="35850" name="Object 30">
                          <a:extLst>
                            <a:ext uri="{FF2B5EF4-FFF2-40B4-BE49-F238E27FC236}">
                              <a16:creationId xmlns:a16="http://schemas.microsoft.com/office/drawing/2014/main" id="{CB570D9D-5E93-492D-AF29-9D022669A6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600" y="5334000"/>
                          <a:ext cx="3776133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日期占位符 1">
            <a:extLst>
              <a:ext uri="{FF2B5EF4-FFF2-40B4-BE49-F238E27FC236}">
                <a16:creationId xmlns:a16="http://schemas.microsoft.com/office/drawing/2014/main" id="{102C0556-C11F-4D57-8852-9EA3DFC83F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B794A3D-FA06-4EAF-8D03-99B895CBBC9A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030" name="页脚占位符 2">
            <a:extLst>
              <a:ext uri="{FF2B5EF4-FFF2-40B4-BE49-F238E27FC236}">
                <a16:creationId xmlns:a16="http://schemas.microsoft.com/office/drawing/2014/main" id="{98FEBA21-F6E3-45EC-B17D-9E24CBF3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1031" name="灯片编号占位符 3">
            <a:extLst>
              <a:ext uri="{FF2B5EF4-FFF2-40B4-BE49-F238E27FC236}">
                <a16:creationId xmlns:a16="http://schemas.microsoft.com/office/drawing/2014/main" id="{01C234D4-F4BE-4295-ABDE-B3D3372B2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4290B1-D389-4EDD-8ECD-42F79F92AB0F}" type="slidenum">
              <a:rPr lang="en-US" altLang="zh-CN"/>
              <a:pPr eaLnBrk="1" hangingPunct="1"/>
              <a:t>52</a:t>
            </a:fld>
            <a:endParaRPr lang="en-US" altLang="zh-CN"/>
          </a:p>
        </p:txBody>
      </p:sp>
      <p:sp>
        <p:nvSpPr>
          <p:cNvPr id="27650" name="Text Box 2">
            <a:extLst>
              <a:ext uri="{FF2B5EF4-FFF2-40B4-BE49-F238E27FC236}">
                <a16:creationId xmlns:a16="http://schemas.microsoft.com/office/drawing/2014/main" id="{EBF036F6-EFEE-4BE6-B872-B2A5D3305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12875"/>
            <a:ext cx="1655763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4.12</a:t>
            </a:r>
            <a:endParaRPr lang="en-US" altLang="zh-CN" sz="24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7651" name="Object 3">
            <a:extLst>
              <a:ext uri="{FF2B5EF4-FFF2-40B4-BE49-F238E27FC236}">
                <a16:creationId xmlns:a16="http://schemas.microsoft.com/office/drawing/2014/main" id="{90D0DF13-79E4-4E9A-BFB5-AE8C34F67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875" y="1844675"/>
          <a:ext cx="8475663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4" name="Equation" r:id="rId3" imgW="3911400" imgH="482400" progId="Equation.DSMT4">
                  <p:embed/>
                </p:oleObj>
              </mc:Choice>
              <mc:Fallback>
                <p:oleObj name="Equation" r:id="rId3" imgW="3911400" imgH="482400" progId="Equation.DSMT4">
                  <p:embed/>
                  <p:pic>
                    <p:nvPicPr>
                      <p:cNvPr id="27651" name="Object 3">
                        <a:extLst>
                          <a:ext uri="{FF2B5EF4-FFF2-40B4-BE49-F238E27FC236}">
                            <a16:creationId xmlns:a16="http://schemas.microsoft.com/office/drawing/2014/main" id="{90D0DF13-79E4-4E9A-BFB5-AE8C34F678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" y="1844675"/>
                        <a:ext cx="8475663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>
            <a:extLst>
              <a:ext uri="{FF2B5EF4-FFF2-40B4-BE49-F238E27FC236}">
                <a16:creationId xmlns:a16="http://schemas.microsoft.com/office/drawing/2014/main" id="{00034C7E-E10C-493F-9A52-4F851BEC8A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850" y="3068638"/>
          <a:ext cx="8805863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5" name="Equation" r:id="rId5" imgW="4063680" imgH="482400" progId="Equation.DSMT4">
                  <p:embed/>
                </p:oleObj>
              </mc:Choice>
              <mc:Fallback>
                <p:oleObj name="Equation" r:id="rId5" imgW="4063680" imgH="482400" progId="Equation.DSMT4">
                  <p:embed/>
                  <p:pic>
                    <p:nvPicPr>
                      <p:cNvPr id="27652" name="Object 4">
                        <a:extLst>
                          <a:ext uri="{FF2B5EF4-FFF2-40B4-BE49-F238E27FC236}">
                            <a16:creationId xmlns:a16="http://schemas.microsoft.com/office/drawing/2014/main" id="{00034C7E-E10C-493F-9A52-4F851BEC8A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" y="3068638"/>
                        <a:ext cx="8805863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>
            <a:extLst>
              <a:ext uri="{FF2B5EF4-FFF2-40B4-BE49-F238E27FC236}">
                <a16:creationId xmlns:a16="http://schemas.microsoft.com/office/drawing/2014/main" id="{43D86BB8-7E93-40E0-A313-402B204D68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850" y="4437063"/>
          <a:ext cx="8475663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6" name="Equation" r:id="rId7" imgW="3911400" imgH="482400" progId="Equation.DSMT4">
                  <p:embed/>
                </p:oleObj>
              </mc:Choice>
              <mc:Fallback>
                <p:oleObj name="Equation" r:id="rId7" imgW="3911400" imgH="482400" progId="Equation.DSMT4">
                  <p:embed/>
                  <p:pic>
                    <p:nvPicPr>
                      <p:cNvPr id="27653" name="Object 5">
                        <a:extLst>
                          <a:ext uri="{FF2B5EF4-FFF2-40B4-BE49-F238E27FC236}">
                            <a16:creationId xmlns:a16="http://schemas.microsoft.com/office/drawing/2014/main" id="{43D86BB8-7E93-40E0-A313-402B204D68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" y="4437063"/>
                        <a:ext cx="8475663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 Box 6">
            <a:extLst>
              <a:ext uri="{FF2B5EF4-FFF2-40B4-BE49-F238E27FC236}">
                <a16:creationId xmlns:a16="http://schemas.microsoft.com/office/drawing/2014/main" id="{A902E4A9-CF49-4654-A6F4-4B2B128C1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49275"/>
            <a:ext cx="7008812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第</a:t>
            </a:r>
            <a:r>
              <a:rPr lang="en-US" altLang="zh-CN" sz="4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4.4.3</a:t>
            </a:r>
            <a:r>
              <a:rPr lang="zh-CN" altLang="en-US" sz="4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节  正定二次型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日期占位符 1">
            <a:extLst>
              <a:ext uri="{FF2B5EF4-FFF2-40B4-BE49-F238E27FC236}">
                <a16:creationId xmlns:a16="http://schemas.microsoft.com/office/drawing/2014/main" id="{030C459B-B908-4D59-B1FC-6AD216325FD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ED3687-1489-4FEA-BBA2-D7327789A5DE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054" name="页脚占位符 2">
            <a:extLst>
              <a:ext uri="{FF2B5EF4-FFF2-40B4-BE49-F238E27FC236}">
                <a16:creationId xmlns:a16="http://schemas.microsoft.com/office/drawing/2014/main" id="{AD60FB5F-E404-431C-9FEA-31255635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2055" name="灯片编号占位符 3">
            <a:extLst>
              <a:ext uri="{FF2B5EF4-FFF2-40B4-BE49-F238E27FC236}">
                <a16:creationId xmlns:a16="http://schemas.microsoft.com/office/drawing/2014/main" id="{1E7CC26E-BBBA-44E0-B043-DB8B1E2B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C98593A-BF48-4FE2-81E7-8B5AAA240D18}" type="slidenum">
              <a:rPr lang="en-US" altLang="zh-CN"/>
              <a:pPr eaLnBrk="1" hangingPunct="1"/>
              <a:t>53</a:t>
            </a:fld>
            <a:endParaRPr lang="en-US" altLang="zh-CN"/>
          </a:p>
        </p:txBody>
      </p:sp>
      <p:graphicFrame>
        <p:nvGraphicFramePr>
          <p:cNvPr id="34818" name="Object 2">
            <a:extLst>
              <a:ext uri="{FF2B5EF4-FFF2-40B4-BE49-F238E27FC236}">
                <a16:creationId xmlns:a16="http://schemas.microsoft.com/office/drawing/2014/main" id="{5897F1A5-BC49-4CBC-98B6-B5F3FA244B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484313"/>
          <a:ext cx="8515350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8" name="Equation" r:id="rId4" imgW="3251160" imgH="685800" progId="Equation.DSMT4">
                  <p:embed/>
                </p:oleObj>
              </mc:Choice>
              <mc:Fallback>
                <p:oleObj name="Equation" r:id="rId4" imgW="3251160" imgH="685800" progId="Equation.DSMT4">
                  <p:embed/>
                  <p:pic>
                    <p:nvPicPr>
                      <p:cNvPr id="34818" name="Object 2">
                        <a:extLst>
                          <a:ext uri="{FF2B5EF4-FFF2-40B4-BE49-F238E27FC236}">
                            <a16:creationId xmlns:a16="http://schemas.microsoft.com/office/drawing/2014/main" id="{5897F1A5-BC49-4CBC-98B6-B5F3FA244B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484313"/>
                        <a:ext cx="8515350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Text Box 3">
            <a:extLst>
              <a:ext uri="{FF2B5EF4-FFF2-40B4-BE49-F238E27FC236}">
                <a16:creationId xmlns:a16="http://schemas.microsoft.com/office/drawing/2014/main" id="{78AE36C6-9568-4A3B-AAC8-48A38E782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5888"/>
            <a:ext cx="4116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00FF"/>
                </a:solidFill>
                <a:ea typeface="黑体" panose="02010609060101010101" pitchFamily="49" charset="-122"/>
              </a:rPr>
              <a:t>●</a:t>
            </a: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判定二次型的正定性</a:t>
            </a:r>
          </a:p>
        </p:txBody>
      </p:sp>
      <p:sp>
        <p:nvSpPr>
          <p:cNvPr id="34820" name="Text Box 4">
            <a:extLst>
              <a:ext uri="{FF2B5EF4-FFF2-40B4-BE49-F238E27FC236}">
                <a16:creationId xmlns:a16="http://schemas.microsoft.com/office/drawing/2014/main" id="{DAA6BC82-9DCE-4189-AA9F-20E2ADD9E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884238"/>
            <a:ext cx="2303462" cy="528637"/>
          </a:xfrm>
          <a:prstGeom prst="rect">
            <a:avLst/>
          </a:prstGeom>
          <a:solidFill>
            <a:srgbClr val="00FFFF"/>
          </a:solidFill>
          <a:ln w="9525" algn="ctr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latin typeface="仿宋_GB2312" pitchFamily="49" charset="-122"/>
                <a:ea typeface="仿宋_GB2312" pitchFamily="49" charset="-122"/>
              </a:rPr>
              <a:t>定理 </a:t>
            </a:r>
            <a:r>
              <a:rPr lang="en-US" altLang="zh-CN" sz="2800" b="1">
                <a:latin typeface="仿宋_GB2312" pitchFamily="49" charset="-122"/>
                <a:ea typeface="仿宋_GB2312" pitchFamily="49" charset="-122"/>
              </a:rPr>
              <a:t>4.12</a:t>
            </a:r>
          </a:p>
        </p:txBody>
      </p:sp>
      <p:graphicFrame>
        <p:nvGraphicFramePr>
          <p:cNvPr id="34821" name="Object 5">
            <a:extLst>
              <a:ext uri="{FF2B5EF4-FFF2-40B4-BE49-F238E27FC236}">
                <a16:creationId xmlns:a16="http://schemas.microsoft.com/office/drawing/2014/main" id="{F19DD2F9-1377-4CD1-9FE6-1EFD732207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141663"/>
          <a:ext cx="6500812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9" name="Equation" r:id="rId6" imgW="2412720" imgH="660240" progId="Equation.DSMT4">
                  <p:embed/>
                </p:oleObj>
              </mc:Choice>
              <mc:Fallback>
                <p:oleObj name="Equation" r:id="rId6" imgW="2412720" imgH="660240" progId="Equation.DSMT4">
                  <p:embed/>
                  <p:pic>
                    <p:nvPicPr>
                      <p:cNvPr id="34821" name="Object 5">
                        <a:extLst>
                          <a:ext uri="{FF2B5EF4-FFF2-40B4-BE49-F238E27FC236}">
                            <a16:creationId xmlns:a16="http://schemas.microsoft.com/office/drawing/2014/main" id="{F19DD2F9-1377-4CD1-9FE6-1EFD732207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141663"/>
                        <a:ext cx="6500812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>
            <a:extLst>
              <a:ext uri="{FF2B5EF4-FFF2-40B4-BE49-F238E27FC236}">
                <a16:creationId xmlns:a16="http://schemas.microsoft.com/office/drawing/2014/main" id="{CFA13EA4-6ABD-4ED6-897F-B0E28423BA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4724400"/>
          <a:ext cx="7939087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0" name="Equation" r:id="rId8" imgW="2946240" imgH="685800" progId="Equation.DSMT4">
                  <p:embed/>
                </p:oleObj>
              </mc:Choice>
              <mc:Fallback>
                <p:oleObj name="Equation" r:id="rId8" imgW="2946240" imgH="685800" progId="Equation.DSMT4">
                  <p:embed/>
                  <p:pic>
                    <p:nvPicPr>
                      <p:cNvPr id="34822" name="Object 6">
                        <a:extLst>
                          <a:ext uri="{FF2B5EF4-FFF2-40B4-BE49-F238E27FC236}">
                            <a16:creationId xmlns:a16="http://schemas.microsoft.com/office/drawing/2014/main" id="{CFA13EA4-6ABD-4ED6-897F-B0E28423BA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724400"/>
                        <a:ext cx="7939087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r"/>
    <p:sndAc>
      <p:stSnd>
        <p:snd r:embed="rId3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  <p:bldP spid="34820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日期占位符 4">
            <a:extLst>
              <a:ext uri="{FF2B5EF4-FFF2-40B4-BE49-F238E27FC236}">
                <a16:creationId xmlns:a16="http://schemas.microsoft.com/office/drawing/2014/main" id="{D4FB9B2E-E4FE-4B8D-8F2B-5E49967C2F8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D08E2F1-DDB9-4A6E-BE31-4D3C5B1CFA13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078" name="页脚占位符 5">
            <a:extLst>
              <a:ext uri="{FF2B5EF4-FFF2-40B4-BE49-F238E27FC236}">
                <a16:creationId xmlns:a16="http://schemas.microsoft.com/office/drawing/2014/main" id="{5E42F301-67B4-4CB9-AAF0-3630C2C27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3079" name="灯片编号占位符 6">
            <a:extLst>
              <a:ext uri="{FF2B5EF4-FFF2-40B4-BE49-F238E27FC236}">
                <a16:creationId xmlns:a16="http://schemas.microsoft.com/office/drawing/2014/main" id="{46BE8CAC-A0A2-4D73-97BB-3F8A5AFB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8DEA92-E94A-41AF-BE94-E0BC7E7A0EC6}" type="slidenum">
              <a:rPr lang="en-US" altLang="zh-CN"/>
              <a:pPr eaLnBrk="1" hangingPunct="1"/>
              <a:t>54</a:t>
            </a:fld>
            <a:endParaRPr lang="en-US" altLang="zh-CN"/>
          </a:p>
        </p:txBody>
      </p:sp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D3F570DF-CF57-485D-BFEB-4A192C3D19EE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684213" y="295275"/>
          <a:ext cx="424815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2" name="Equation" r:id="rId3" imgW="1955520" imgH="507960" progId="Equation.DSMT4">
                  <p:embed/>
                </p:oleObj>
              </mc:Choice>
              <mc:Fallback>
                <p:oleObj name="Equation" r:id="rId3" imgW="1955520" imgH="507960" progId="Equation.DSMT4">
                  <p:embed/>
                  <p:pic>
                    <p:nvPicPr>
                      <p:cNvPr id="35843" name="Object 3">
                        <a:extLst>
                          <a:ext uri="{FF2B5EF4-FFF2-40B4-BE49-F238E27FC236}">
                            <a16:creationId xmlns:a16="http://schemas.microsoft.com/office/drawing/2014/main" id="{D3F570DF-CF57-485D-BFEB-4A192C3D19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5275"/>
                        <a:ext cx="424815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41790B2A-B334-4CD5-AC45-A418059C96A8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39750" y="1419225"/>
          <a:ext cx="7127875" cy="177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3" name="Equation" r:id="rId5" imgW="2755800" imgH="685800" progId="Equation.DSMT4">
                  <p:embed/>
                </p:oleObj>
              </mc:Choice>
              <mc:Fallback>
                <p:oleObj name="Equation" r:id="rId5" imgW="2755800" imgH="685800" progId="Equation.DSMT4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41790B2A-B334-4CD5-AC45-A418059C96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419225"/>
                        <a:ext cx="7127875" cy="177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456017FB-2DC3-480C-855E-C8E889B4AF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4437063"/>
          <a:ext cx="79121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4" name="Equation" r:id="rId7" imgW="3251160" imgH="711000" progId="Equation.DSMT4">
                  <p:embed/>
                </p:oleObj>
              </mc:Choice>
              <mc:Fallback>
                <p:oleObj name="Equation" r:id="rId7" imgW="3251160" imgH="711000" progId="Equation.DSMT4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456017FB-2DC3-480C-855E-C8E889B4AF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437063"/>
                        <a:ext cx="79121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6">
            <a:extLst>
              <a:ext uri="{FF2B5EF4-FFF2-40B4-BE49-F238E27FC236}">
                <a16:creationId xmlns:a16="http://schemas.microsoft.com/office/drawing/2014/main" id="{C7819C56-6BE2-4512-9E1E-6FFE615F4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3840163"/>
            <a:ext cx="1055687" cy="528637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仿宋_GB2312" pitchFamily="49" charset="-122"/>
              </a:rPr>
              <a:t>推论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1">
            <a:extLst>
              <a:ext uri="{FF2B5EF4-FFF2-40B4-BE49-F238E27FC236}">
                <a16:creationId xmlns:a16="http://schemas.microsoft.com/office/drawing/2014/main" id="{9EDC2F8E-C98D-4B70-BFA0-D3EF711C8C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F7456F-FEAD-4851-8E8D-4EC133D31C8B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8675" name="页脚占位符 2">
            <a:extLst>
              <a:ext uri="{FF2B5EF4-FFF2-40B4-BE49-F238E27FC236}">
                <a16:creationId xmlns:a16="http://schemas.microsoft.com/office/drawing/2014/main" id="{EE301B93-0C37-431E-AF3F-7A8F90759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6C06429C-8668-4F1E-A737-BC89BA79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B25ED60-3F7B-45FF-BC97-82FE32FC5E5C}" type="slidenum">
              <a:rPr lang="en-US" altLang="zh-CN"/>
              <a:pPr eaLnBrk="1" hangingPunct="1"/>
              <a:t>55</a:t>
            </a:fld>
            <a:endParaRPr lang="en-US" altLang="zh-CN"/>
          </a:p>
        </p:txBody>
      </p:sp>
      <p:sp>
        <p:nvSpPr>
          <p:cNvPr id="28677" name="Text Box 2">
            <a:extLst>
              <a:ext uri="{FF2B5EF4-FFF2-40B4-BE49-F238E27FC236}">
                <a16:creationId xmlns:a16="http://schemas.microsoft.com/office/drawing/2014/main" id="{8608C20C-377F-4F9F-B447-5070D129D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620713"/>
            <a:ext cx="1878012" cy="528637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4.13</a:t>
            </a:r>
          </a:p>
        </p:txBody>
      </p:sp>
      <p:sp>
        <p:nvSpPr>
          <p:cNvPr id="28678" name="Text Box 3">
            <a:extLst>
              <a:ext uri="{FF2B5EF4-FFF2-40B4-BE49-F238E27FC236}">
                <a16:creationId xmlns:a16="http://schemas.microsoft.com/office/drawing/2014/main" id="{492E67DE-DF33-41E6-BAD3-ABC24BBC7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196975"/>
            <a:ext cx="806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阶实对称矩阵，则下列命题等价：</a:t>
            </a:r>
          </a:p>
        </p:txBody>
      </p:sp>
      <p:sp>
        <p:nvSpPr>
          <p:cNvPr id="28679" name="Text Box 4">
            <a:extLst>
              <a:ext uri="{FF2B5EF4-FFF2-40B4-BE49-F238E27FC236}">
                <a16:creationId xmlns:a16="http://schemas.microsoft.com/office/drawing/2014/main" id="{38D7CCE4-0DA7-4AF0-A778-96DC58C47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916113"/>
            <a:ext cx="7561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Ax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是正定二次型（或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是正定矩阵）；</a:t>
            </a:r>
          </a:p>
        </p:txBody>
      </p:sp>
      <p:sp>
        <p:nvSpPr>
          <p:cNvPr id="28680" name="Text Box 5">
            <a:extLst>
              <a:ext uri="{FF2B5EF4-FFF2-40B4-BE49-F238E27FC236}">
                <a16:creationId xmlns:a16="http://schemas.microsoft.com/office/drawing/2014/main" id="{63D492F3-84A1-4399-9831-B5E71DB32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565400"/>
            <a:ext cx="4751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的正惯性指标为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28681" name="Text Box 6">
            <a:extLst>
              <a:ext uri="{FF2B5EF4-FFF2-40B4-BE49-F238E27FC236}">
                <a16:creationId xmlns:a16="http://schemas.microsoft.com/office/drawing/2014/main" id="{8A8CC20F-93A4-48FB-9597-57A7BD670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213100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）存在可逆阵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，使得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i="1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 i="1" baseline="300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28682" name="Text Box 7">
            <a:extLst>
              <a:ext uri="{FF2B5EF4-FFF2-40B4-BE49-F238E27FC236}">
                <a16:creationId xmlns:a16="http://schemas.microsoft.com/office/drawing/2014/main" id="{230B7C22-EECD-41C5-96DE-3B90351DB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933825"/>
            <a:ext cx="583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个特征值全大于零。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日期占位符 6">
            <a:extLst>
              <a:ext uri="{FF2B5EF4-FFF2-40B4-BE49-F238E27FC236}">
                <a16:creationId xmlns:a16="http://schemas.microsoft.com/office/drawing/2014/main" id="{72A2913C-F2A1-430E-9F3C-7CA0854D28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7583CE-18F3-457F-AE7B-1F1F4CAFAD5D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4104" name="页脚占位符 7">
            <a:extLst>
              <a:ext uri="{FF2B5EF4-FFF2-40B4-BE49-F238E27FC236}">
                <a16:creationId xmlns:a16="http://schemas.microsoft.com/office/drawing/2014/main" id="{A4B83622-3A1B-4460-A6F0-4147A2295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4105" name="灯片编号占位符 8">
            <a:extLst>
              <a:ext uri="{FF2B5EF4-FFF2-40B4-BE49-F238E27FC236}">
                <a16:creationId xmlns:a16="http://schemas.microsoft.com/office/drawing/2014/main" id="{4A76FF93-C350-4EC2-B561-EA8B82C0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ADDC2E4-1BE3-4396-8560-A531A0C418F8}" type="slidenum">
              <a:rPr lang="en-US" altLang="zh-CN"/>
              <a:pPr eaLnBrk="1" hangingPunct="1"/>
              <a:t>56</a:t>
            </a:fld>
            <a:endParaRPr lang="en-US" altLang="zh-CN"/>
          </a:p>
        </p:txBody>
      </p:sp>
      <p:sp>
        <p:nvSpPr>
          <p:cNvPr id="4106" name="Rectangle 2">
            <a:extLst>
              <a:ext uri="{FF2B5EF4-FFF2-40B4-BE49-F238E27FC236}">
                <a16:creationId xmlns:a16="http://schemas.microsoft.com/office/drawing/2014/main" id="{B6EDF11F-4455-427B-B6B7-B73917956AA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395288" y="115888"/>
            <a:ext cx="7056437" cy="865187"/>
          </a:xfrm>
        </p:spPr>
        <p:txBody>
          <a:bodyPr/>
          <a:lstStyle/>
          <a:p>
            <a:pPr eaLnBrk="1" hangingPunct="1"/>
            <a:r>
              <a:rPr lang="zh-CN" altLang="en-US" sz="3400"/>
              <a:t>例题</a:t>
            </a:r>
            <a:r>
              <a:rPr lang="en-US" altLang="zh-CN" sz="3400"/>
              <a:t>4.22</a:t>
            </a:r>
            <a:r>
              <a:rPr lang="zh-CN" altLang="en-US" sz="3400"/>
              <a:t>证明</a:t>
            </a:r>
            <a:r>
              <a:rPr lang="en-US" altLang="zh-CN" sz="3400"/>
              <a:t>:</a:t>
            </a:r>
          </a:p>
        </p:txBody>
      </p:sp>
      <p:graphicFrame>
        <p:nvGraphicFramePr>
          <p:cNvPr id="36867" name="Object 3">
            <a:extLst>
              <a:ext uri="{FF2B5EF4-FFF2-40B4-BE49-F238E27FC236}">
                <a16:creationId xmlns:a16="http://schemas.microsoft.com/office/drawing/2014/main" id="{D314DD4D-7729-4AD9-95BD-3A6374EBDAD5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900113" y="765175"/>
          <a:ext cx="669766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6" name="Equation" r:id="rId3" imgW="2501640" imgH="215640" progId="Equation.DSMT4">
                  <p:embed/>
                </p:oleObj>
              </mc:Choice>
              <mc:Fallback>
                <p:oleObj name="Equation" r:id="rId3" imgW="2501640" imgH="215640" progId="Equation.DSMT4">
                  <p:embed/>
                  <p:pic>
                    <p:nvPicPr>
                      <p:cNvPr id="36867" name="Object 3">
                        <a:extLst>
                          <a:ext uri="{FF2B5EF4-FFF2-40B4-BE49-F238E27FC236}">
                            <a16:creationId xmlns:a16="http://schemas.microsoft.com/office/drawing/2014/main" id="{D314DD4D-7729-4AD9-95BD-3A6374EBDA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765175"/>
                        <a:ext cx="669766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>
            <a:extLst>
              <a:ext uri="{FF2B5EF4-FFF2-40B4-BE49-F238E27FC236}">
                <a16:creationId xmlns:a16="http://schemas.microsoft.com/office/drawing/2014/main" id="{1E6799E4-32AE-40CB-A3C7-92B2BE72A24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755650" y="1341438"/>
          <a:ext cx="668337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7" name="Equation" r:id="rId5" imgW="2781000" imgH="457200" progId="Equation.DSMT4">
                  <p:embed/>
                </p:oleObj>
              </mc:Choice>
              <mc:Fallback>
                <p:oleObj name="Equation" r:id="rId5" imgW="2781000" imgH="457200" progId="Equation.DSMT4">
                  <p:embed/>
                  <p:pic>
                    <p:nvPicPr>
                      <p:cNvPr id="36868" name="Object 4">
                        <a:extLst>
                          <a:ext uri="{FF2B5EF4-FFF2-40B4-BE49-F238E27FC236}">
                            <a16:creationId xmlns:a16="http://schemas.microsoft.com/office/drawing/2014/main" id="{1E6799E4-32AE-40CB-A3C7-92B2BE72A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341438"/>
                        <a:ext cx="6683375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>
            <a:extLst>
              <a:ext uri="{FF2B5EF4-FFF2-40B4-BE49-F238E27FC236}">
                <a16:creationId xmlns:a16="http://schemas.microsoft.com/office/drawing/2014/main" id="{8760F163-B59D-4576-92AB-0C5E9D6777E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11188" y="2492375"/>
          <a:ext cx="56165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8" name="Equation" r:id="rId7" imgW="2387520" imgH="203040" progId="Equation.DSMT4">
                  <p:embed/>
                </p:oleObj>
              </mc:Choice>
              <mc:Fallback>
                <p:oleObj name="Equation" r:id="rId7" imgW="2387520" imgH="203040" progId="Equation.DSMT4">
                  <p:embed/>
                  <p:pic>
                    <p:nvPicPr>
                      <p:cNvPr id="36869" name="Object 5">
                        <a:extLst>
                          <a:ext uri="{FF2B5EF4-FFF2-40B4-BE49-F238E27FC236}">
                            <a16:creationId xmlns:a16="http://schemas.microsoft.com/office/drawing/2014/main" id="{8760F163-B59D-4576-92AB-0C5E9D6777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492375"/>
                        <a:ext cx="56165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>
            <a:extLst>
              <a:ext uri="{FF2B5EF4-FFF2-40B4-BE49-F238E27FC236}">
                <a16:creationId xmlns:a16="http://schemas.microsoft.com/office/drawing/2014/main" id="{9F652725-06A6-407C-B9F8-567F5238FFB3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971550" y="3141663"/>
          <a:ext cx="7416800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9" name="Equation" r:id="rId9" imgW="3085920" imgH="457200" progId="Equation.DSMT4">
                  <p:embed/>
                </p:oleObj>
              </mc:Choice>
              <mc:Fallback>
                <p:oleObj name="Equation" r:id="rId9" imgW="3085920" imgH="457200" progId="Equation.DSMT4">
                  <p:embed/>
                  <p:pic>
                    <p:nvPicPr>
                      <p:cNvPr id="36870" name="Object 6">
                        <a:extLst>
                          <a:ext uri="{FF2B5EF4-FFF2-40B4-BE49-F238E27FC236}">
                            <a16:creationId xmlns:a16="http://schemas.microsoft.com/office/drawing/2014/main" id="{9F652725-06A6-407C-B9F8-567F5238FF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141663"/>
                        <a:ext cx="7416800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7">
            <a:extLst>
              <a:ext uri="{FF2B5EF4-FFF2-40B4-BE49-F238E27FC236}">
                <a16:creationId xmlns:a16="http://schemas.microsoft.com/office/drawing/2014/main" id="{926F391F-CFE6-4FCC-888E-225C788094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365625"/>
          <a:ext cx="4086225" cy="166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0" name="Equation" r:id="rId11" imgW="1688760" imgH="698400" progId="Equation.DSMT4">
                  <p:embed/>
                </p:oleObj>
              </mc:Choice>
              <mc:Fallback>
                <p:oleObj name="Equation" r:id="rId11" imgW="1688760" imgH="698400" progId="Equation.DSMT4">
                  <p:embed/>
                  <p:pic>
                    <p:nvPicPr>
                      <p:cNvPr id="36871" name="Object 7">
                        <a:extLst>
                          <a:ext uri="{FF2B5EF4-FFF2-40B4-BE49-F238E27FC236}">
                            <a16:creationId xmlns:a16="http://schemas.microsoft.com/office/drawing/2014/main" id="{926F391F-CFE6-4FCC-888E-225C788094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365625"/>
                        <a:ext cx="4086225" cy="166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日期占位符 6">
            <a:extLst>
              <a:ext uri="{FF2B5EF4-FFF2-40B4-BE49-F238E27FC236}">
                <a16:creationId xmlns:a16="http://schemas.microsoft.com/office/drawing/2014/main" id="{207F2818-111D-4975-9B4A-392138E4CD4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281104A-5F8D-47E2-A669-B0C46597BD9B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5128" name="页脚占位符 7">
            <a:extLst>
              <a:ext uri="{FF2B5EF4-FFF2-40B4-BE49-F238E27FC236}">
                <a16:creationId xmlns:a16="http://schemas.microsoft.com/office/drawing/2014/main" id="{0DE9D624-3254-4A45-B17C-09631418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5129" name="灯片编号占位符 8">
            <a:extLst>
              <a:ext uri="{FF2B5EF4-FFF2-40B4-BE49-F238E27FC236}">
                <a16:creationId xmlns:a16="http://schemas.microsoft.com/office/drawing/2014/main" id="{0AA9FE56-5419-42F6-8BEB-5387B99F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12D7AFD-DBEC-4AC4-A246-AD6A13774CD7}" type="slidenum">
              <a:rPr lang="en-US" altLang="zh-CN"/>
              <a:pPr eaLnBrk="1" hangingPunct="1"/>
              <a:t>57</a:t>
            </a:fld>
            <a:endParaRPr lang="en-US" altLang="zh-CN"/>
          </a:p>
        </p:txBody>
      </p:sp>
      <p:sp>
        <p:nvSpPr>
          <p:cNvPr id="5130" name="Rectangle 2">
            <a:extLst>
              <a:ext uri="{FF2B5EF4-FFF2-40B4-BE49-F238E27FC236}">
                <a16:creationId xmlns:a16="http://schemas.microsoft.com/office/drawing/2014/main" id="{1D1FFB17-DB8B-4ECB-BB30-F3F7D5F45000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395288" y="115888"/>
            <a:ext cx="7056437" cy="865187"/>
          </a:xfrm>
        </p:spPr>
        <p:txBody>
          <a:bodyPr/>
          <a:lstStyle/>
          <a:p>
            <a:pPr eaLnBrk="1" hangingPunct="1"/>
            <a:r>
              <a:rPr lang="zh-CN" altLang="en-US" sz="3400"/>
              <a:t>例题</a:t>
            </a:r>
            <a:r>
              <a:rPr lang="en-US" altLang="zh-CN" sz="3400"/>
              <a:t>4.22</a:t>
            </a:r>
            <a:r>
              <a:rPr lang="zh-CN" altLang="en-US" sz="3400"/>
              <a:t>证明</a:t>
            </a:r>
            <a:r>
              <a:rPr lang="en-US" altLang="zh-CN" sz="3400"/>
              <a:t>:</a:t>
            </a:r>
          </a:p>
        </p:txBody>
      </p:sp>
      <p:graphicFrame>
        <p:nvGraphicFramePr>
          <p:cNvPr id="37891" name="Object 3">
            <a:extLst>
              <a:ext uri="{FF2B5EF4-FFF2-40B4-BE49-F238E27FC236}">
                <a16:creationId xmlns:a16="http://schemas.microsoft.com/office/drawing/2014/main" id="{9FE288BA-898D-4C47-A411-F83CDF43103B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971550" y="836613"/>
          <a:ext cx="66976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0" name="Equation" r:id="rId3" imgW="2501640" imgH="215640" progId="Equation.DSMT4">
                  <p:embed/>
                </p:oleObj>
              </mc:Choice>
              <mc:Fallback>
                <p:oleObj name="Equation" r:id="rId3" imgW="2501640" imgH="215640" progId="Equation.DSMT4">
                  <p:embed/>
                  <p:pic>
                    <p:nvPicPr>
                      <p:cNvPr id="37891" name="Object 3">
                        <a:extLst>
                          <a:ext uri="{FF2B5EF4-FFF2-40B4-BE49-F238E27FC236}">
                            <a16:creationId xmlns:a16="http://schemas.microsoft.com/office/drawing/2014/main" id="{9FE288BA-898D-4C47-A411-F83CDF431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836613"/>
                        <a:ext cx="669766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>
            <a:extLst>
              <a:ext uri="{FF2B5EF4-FFF2-40B4-BE49-F238E27FC236}">
                <a16:creationId xmlns:a16="http://schemas.microsoft.com/office/drawing/2014/main" id="{7DC35FC1-DA48-454E-A1C3-A5B31ED088CB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827088" y="1484313"/>
          <a:ext cx="668337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1" name="Equation" r:id="rId5" imgW="2781000" imgH="457200" progId="Equation.DSMT4">
                  <p:embed/>
                </p:oleObj>
              </mc:Choice>
              <mc:Fallback>
                <p:oleObj name="Equation" r:id="rId5" imgW="2781000" imgH="457200" progId="Equation.DSMT4">
                  <p:embed/>
                  <p:pic>
                    <p:nvPicPr>
                      <p:cNvPr id="37892" name="Object 4">
                        <a:extLst>
                          <a:ext uri="{FF2B5EF4-FFF2-40B4-BE49-F238E27FC236}">
                            <a16:creationId xmlns:a16="http://schemas.microsoft.com/office/drawing/2014/main" id="{7DC35FC1-DA48-454E-A1C3-A5B31ED088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484313"/>
                        <a:ext cx="6683375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>
            <a:extLst>
              <a:ext uri="{FF2B5EF4-FFF2-40B4-BE49-F238E27FC236}">
                <a16:creationId xmlns:a16="http://schemas.microsoft.com/office/drawing/2014/main" id="{3D60A72E-871A-46D7-8CF9-DF8929B0B8DA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11188" y="2636838"/>
          <a:ext cx="61214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2" name="Equation" r:id="rId7" imgW="2692080" imgH="253800" progId="Equation.DSMT4">
                  <p:embed/>
                </p:oleObj>
              </mc:Choice>
              <mc:Fallback>
                <p:oleObj name="Equation" r:id="rId7" imgW="2692080" imgH="253800" progId="Equation.DSMT4">
                  <p:embed/>
                  <p:pic>
                    <p:nvPicPr>
                      <p:cNvPr id="37893" name="Object 5">
                        <a:extLst>
                          <a:ext uri="{FF2B5EF4-FFF2-40B4-BE49-F238E27FC236}">
                            <a16:creationId xmlns:a16="http://schemas.microsoft.com/office/drawing/2014/main" id="{3D60A72E-871A-46D7-8CF9-DF8929B0B8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636838"/>
                        <a:ext cx="61214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>
            <a:extLst>
              <a:ext uri="{FF2B5EF4-FFF2-40B4-BE49-F238E27FC236}">
                <a16:creationId xmlns:a16="http://schemas.microsoft.com/office/drawing/2014/main" id="{4BDD8D73-8811-4473-BAC3-CA43B91D4AA0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971550" y="3284538"/>
          <a:ext cx="6907213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3" name="Equation" r:id="rId9" imgW="3429000" imgH="558720" progId="Equation.DSMT4">
                  <p:embed/>
                </p:oleObj>
              </mc:Choice>
              <mc:Fallback>
                <p:oleObj name="Equation" r:id="rId9" imgW="3429000" imgH="558720" progId="Equation.DSMT4">
                  <p:embed/>
                  <p:pic>
                    <p:nvPicPr>
                      <p:cNvPr id="37894" name="Object 6">
                        <a:extLst>
                          <a:ext uri="{FF2B5EF4-FFF2-40B4-BE49-F238E27FC236}">
                            <a16:creationId xmlns:a16="http://schemas.microsoft.com/office/drawing/2014/main" id="{4BDD8D73-8811-4473-BAC3-CA43B91D4A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284538"/>
                        <a:ext cx="6907213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7">
            <a:extLst>
              <a:ext uri="{FF2B5EF4-FFF2-40B4-BE49-F238E27FC236}">
                <a16:creationId xmlns:a16="http://schemas.microsoft.com/office/drawing/2014/main" id="{24BC6DB7-AFD2-4035-A89D-41F4A05393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581525"/>
          <a:ext cx="712946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4" name="Equation" r:id="rId11" imgW="3187440" imgH="304560" progId="Equation.DSMT4">
                  <p:embed/>
                </p:oleObj>
              </mc:Choice>
              <mc:Fallback>
                <p:oleObj name="Equation" r:id="rId11" imgW="3187440" imgH="304560" progId="Equation.DSMT4">
                  <p:embed/>
                  <p:pic>
                    <p:nvPicPr>
                      <p:cNvPr id="37895" name="Object 7">
                        <a:extLst>
                          <a:ext uri="{FF2B5EF4-FFF2-40B4-BE49-F238E27FC236}">
                            <a16:creationId xmlns:a16="http://schemas.microsoft.com/office/drawing/2014/main" id="{24BC6DB7-AFD2-4035-A89D-41F4A05393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581525"/>
                        <a:ext cx="7129462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日期占位符 1">
            <a:extLst>
              <a:ext uri="{FF2B5EF4-FFF2-40B4-BE49-F238E27FC236}">
                <a16:creationId xmlns:a16="http://schemas.microsoft.com/office/drawing/2014/main" id="{E9BF2158-B141-4AE1-ADE3-FDD93D62605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DC1BAA4-AB71-4108-AE10-D5F061D9637F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6153" name="页脚占位符 2">
            <a:extLst>
              <a:ext uri="{FF2B5EF4-FFF2-40B4-BE49-F238E27FC236}">
                <a16:creationId xmlns:a16="http://schemas.microsoft.com/office/drawing/2014/main" id="{504D46D3-A325-4E70-8C4A-1DDE0B84D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6154" name="灯片编号占位符 3">
            <a:extLst>
              <a:ext uri="{FF2B5EF4-FFF2-40B4-BE49-F238E27FC236}">
                <a16:creationId xmlns:a16="http://schemas.microsoft.com/office/drawing/2014/main" id="{BD7CF8C3-0675-457F-9700-CF621FFA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8313728-E06A-413E-8ECF-878695BE4967}" type="slidenum">
              <a:rPr lang="en-US" altLang="zh-CN"/>
              <a:pPr eaLnBrk="1" hangingPunct="1"/>
              <a:t>58</a:t>
            </a:fld>
            <a:endParaRPr lang="en-US" altLang="zh-CN"/>
          </a:p>
        </p:txBody>
      </p:sp>
      <p:graphicFrame>
        <p:nvGraphicFramePr>
          <p:cNvPr id="38914" name="Object 2">
            <a:extLst>
              <a:ext uri="{FF2B5EF4-FFF2-40B4-BE49-F238E27FC236}">
                <a16:creationId xmlns:a16="http://schemas.microsoft.com/office/drawing/2014/main" id="{BE8EB073-A419-4C5C-86E5-E615A3A60B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3068638"/>
          <a:ext cx="453707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4" r:id="rId4" imgW="1930400" imgH="711200" progId="Equation.DSMT4">
                  <p:embed/>
                </p:oleObj>
              </mc:Choice>
              <mc:Fallback>
                <p:oleObj r:id="rId4" imgW="1930400" imgH="711200" progId="Equation.DSMT4">
                  <p:embed/>
                  <p:pic>
                    <p:nvPicPr>
                      <p:cNvPr id="38914" name="Object 2">
                        <a:extLst>
                          <a:ext uri="{FF2B5EF4-FFF2-40B4-BE49-F238E27FC236}">
                            <a16:creationId xmlns:a16="http://schemas.microsoft.com/office/drawing/2014/main" id="{BE8EB073-A419-4C5C-86E5-E615A3A60B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068638"/>
                        <a:ext cx="4537075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>
            <a:extLst>
              <a:ext uri="{FF2B5EF4-FFF2-40B4-BE49-F238E27FC236}">
                <a16:creationId xmlns:a16="http://schemas.microsoft.com/office/drawing/2014/main" id="{E2DB4E4A-1E03-4EB4-BA01-8359FC5A78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3573463"/>
          <a:ext cx="3024188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5" r:id="rId6" imgW="1244600" imgH="228600" progId="Equation.DSMT4">
                  <p:embed/>
                </p:oleObj>
              </mc:Choice>
              <mc:Fallback>
                <p:oleObj r:id="rId6" imgW="1244600" imgH="228600" progId="Equation.DSMT4">
                  <p:embed/>
                  <p:pic>
                    <p:nvPicPr>
                      <p:cNvPr id="38915" name="Object 3">
                        <a:extLst>
                          <a:ext uri="{FF2B5EF4-FFF2-40B4-BE49-F238E27FC236}">
                            <a16:creationId xmlns:a16="http://schemas.microsoft.com/office/drawing/2014/main" id="{E2DB4E4A-1E03-4EB4-BA01-8359FC5A78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573463"/>
                        <a:ext cx="3024188" cy="554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>
            <a:extLst>
              <a:ext uri="{FF2B5EF4-FFF2-40B4-BE49-F238E27FC236}">
                <a16:creationId xmlns:a16="http://schemas.microsoft.com/office/drawing/2014/main" id="{DDF88983-AFA3-48CB-BE89-6E16162B1B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4868863"/>
          <a:ext cx="244792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6" r:id="rId8" imgW="952087" imgH="228501" progId="Equation.DSMT4">
                  <p:embed/>
                </p:oleObj>
              </mc:Choice>
              <mc:Fallback>
                <p:oleObj r:id="rId8" imgW="952087" imgH="228501" progId="Equation.DSMT4">
                  <p:embed/>
                  <p:pic>
                    <p:nvPicPr>
                      <p:cNvPr id="38916" name="Object 4">
                        <a:extLst>
                          <a:ext uri="{FF2B5EF4-FFF2-40B4-BE49-F238E27FC236}">
                            <a16:creationId xmlns:a16="http://schemas.microsoft.com/office/drawing/2014/main" id="{DDF88983-AFA3-48CB-BE89-6E16162B1B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868863"/>
                        <a:ext cx="2447925" cy="588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>
            <a:extLst>
              <a:ext uri="{FF2B5EF4-FFF2-40B4-BE49-F238E27FC236}">
                <a16:creationId xmlns:a16="http://schemas.microsoft.com/office/drawing/2014/main" id="{A76A3321-9301-4160-83F3-64C85B1086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4868863"/>
          <a:ext cx="16573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7" r:id="rId10" imgW="634725" imgH="228501" progId="Equation.DSMT4">
                  <p:embed/>
                </p:oleObj>
              </mc:Choice>
              <mc:Fallback>
                <p:oleObj r:id="rId10" imgW="634725" imgH="228501" progId="Equation.DSMT4">
                  <p:embed/>
                  <p:pic>
                    <p:nvPicPr>
                      <p:cNvPr id="38917" name="Object 5">
                        <a:extLst>
                          <a:ext uri="{FF2B5EF4-FFF2-40B4-BE49-F238E27FC236}">
                            <a16:creationId xmlns:a16="http://schemas.microsoft.com/office/drawing/2014/main" id="{A76A3321-9301-4160-83F3-64C85B1086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868863"/>
                        <a:ext cx="1657350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Text Box 6">
            <a:extLst>
              <a:ext uri="{FF2B5EF4-FFF2-40B4-BE49-F238E27FC236}">
                <a16:creationId xmlns:a16="http://schemas.microsoft.com/office/drawing/2014/main" id="{A58F2A23-A3F1-4FDF-8A07-9C61A6A2C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797425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解出特征值</a:t>
            </a:r>
          </a:p>
        </p:txBody>
      </p:sp>
      <p:sp>
        <p:nvSpPr>
          <p:cNvPr id="38919" name="Text Box 7">
            <a:extLst>
              <a:ext uri="{FF2B5EF4-FFF2-40B4-BE49-F238E27FC236}">
                <a16:creationId xmlns:a16="http://schemas.microsoft.com/office/drawing/2014/main" id="{14C4C00C-9846-4464-A1D5-889581276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589588"/>
            <a:ext cx="7143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故</a:t>
            </a:r>
            <a:r>
              <a:rPr lang="en-US" altLang="zh-CN" sz="2800" b="1"/>
              <a:t>A</a:t>
            </a:r>
            <a:r>
              <a:rPr lang="zh-CN" altLang="en-US" sz="2800" b="1"/>
              <a:t>是正定矩阵，</a:t>
            </a:r>
            <a:r>
              <a:rPr lang="en-US" altLang="zh-CN" sz="2800" b="1"/>
              <a:t>f </a:t>
            </a:r>
            <a:r>
              <a:rPr lang="zh-CN" altLang="en-US" sz="2800" b="1"/>
              <a:t>是正定二次型。</a:t>
            </a:r>
          </a:p>
        </p:txBody>
      </p:sp>
      <p:graphicFrame>
        <p:nvGraphicFramePr>
          <p:cNvPr id="38920" name="Object 8">
            <a:extLst>
              <a:ext uri="{FF2B5EF4-FFF2-40B4-BE49-F238E27FC236}">
                <a16:creationId xmlns:a16="http://schemas.microsoft.com/office/drawing/2014/main" id="{44F58F50-229B-40DC-B5C8-702187F114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49275"/>
          <a:ext cx="71278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8" r:id="rId12" imgW="2603500" imgH="241300" progId="Equation.DSMT4">
                  <p:embed/>
                </p:oleObj>
              </mc:Choice>
              <mc:Fallback>
                <p:oleObj r:id="rId12" imgW="2603500" imgH="241300" progId="Equation.DSMT4">
                  <p:embed/>
                  <p:pic>
                    <p:nvPicPr>
                      <p:cNvPr id="38920" name="Object 8">
                        <a:extLst>
                          <a:ext uri="{FF2B5EF4-FFF2-40B4-BE49-F238E27FC236}">
                            <a16:creationId xmlns:a16="http://schemas.microsoft.com/office/drawing/2014/main" id="{44F58F50-229B-40DC-B5C8-702187F114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49275"/>
                        <a:ext cx="7127875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1" name="Text Box 9">
            <a:extLst>
              <a:ext uri="{FF2B5EF4-FFF2-40B4-BE49-F238E27FC236}">
                <a16:creationId xmlns:a16="http://schemas.microsoft.com/office/drawing/2014/main" id="{43CD9378-0CC7-4940-A20C-D136BD5E9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8" y="87313"/>
            <a:ext cx="4111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800" b="1">
                <a:latin typeface="Times New Roman" panose="02020603050405020304" pitchFamily="18" charset="0"/>
              </a:rPr>
              <a:t>  判断二次型的正定性  </a:t>
            </a:r>
          </a:p>
        </p:txBody>
      </p:sp>
      <p:graphicFrame>
        <p:nvGraphicFramePr>
          <p:cNvPr id="38922" name="Object 10">
            <a:extLst>
              <a:ext uri="{FF2B5EF4-FFF2-40B4-BE49-F238E27FC236}">
                <a16:creationId xmlns:a16="http://schemas.microsoft.com/office/drawing/2014/main" id="{45889948-9C2A-4D78-A2A2-BAE7F2B70C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1268413"/>
          <a:ext cx="2447925" cy="181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9" r:id="rId14" imgW="965200" imgH="711200" progId="Equation.DSMT4">
                  <p:embed/>
                </p:oleObj>
              </mc:Choice>
              <mc:Fallback>
                <p:oleObj r:id="rId14" imgW="965200" imgH="711200" progId="Equation.DSMT4">
                  <p:embed/>
                  <p:pic>
                    <p:nvPicPr>
                      <p:cNvPr id="38922" name="Object 10">
                        <a:extLst>
                          <a:ext uri="{FF2B5EF4-FFF2-40B4-BE49-F238E27FC236}">
                            <a16:creationId xmlns:a16="http://schemas.microsoft.com/office/drawing/2014/main" id="{45889948-9C2A-4D78-A2A2-BAE7F2B70C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268413"/>
                        <a:ext cx="2447925" cy="181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3" name="Text Box 11">
            <a:extLst>
              <a:ext uri="{FF2B5EF4-FFF2-40B4-BE49-F238E27FC236}">
                <a16:creationId xmlns:a16="http://schemas.microsoft.com/office/drawing/2014/main" id="{102AD6E5-B4B8-4188-84AD-47CC218FD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73238"/>
            <a:ext cx="4110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解法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   </a:t>
            </a:r>
            <a:r>
              <a:rPr lang="zh-CN" altLang="en-US" sz="2800" b="1">
                <a:latin typeface="Times New Roman" panose="02020603050405020304" pitchFamily="18" charset="0"/>
              </a:rPr>
              <a:t>二次型的矩阵为   </a:t>
            </a:r>
          </a:p>
        </p:txBody>
      </p:sp>
    </p:spTree>
  </p:cSld>
  <p:clrMapOvr>
    <a:masterClrMapping/>
  </p:clrMapOvr>
  <p:transition>
    <p:pull dir="r"/>
    <p:sndAc>
      <p:stSnd>
        <p:snd r:embed="rId3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8" grpId="0" autoUpdateAnimBg="0"/>
      <p:bldP spid="38919" grpId="0" autoUpdateAnimBg="0"/>
      <p:bldP spid="38921" grpId="0"/>
      <p:bldP spid="3892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日期占位符 1">
            <a:extLst>
              <a:ext uri="{FF2B5EF4-FFF2-40B4-BE49-F238E27FC236}">
                <a16:creationId xmlns:a16="http://schemas.microsoft.com/office/drawing/2014/main" id="{6D66BB34-0519-4B23-A953-5CC2F534ED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1A8AA5-59F0-4D4A-84DD-E7A8680ADFF8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7178" name="页脚占位符 2">
            <a:extLst>
              <a:ext uri="{FF2B5EF4-FFF2-40B4-BE49-F238E27FC236}">
                <a16:creationId xmlns:a16="http://schemas.microsoft.com/office/drawing/2014/main" id="{AA916E9C-A182-4862-B9DA-937FDCFA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7179" name="灯片编号占位符 3">
            <a:extLst>
              <a:ext uri="{FF2B5EF4-FFF2-40B4-BE49-F238E27FC236}">
                <a16:creationId xmlns:a16="http://schemas.microsoft.com/office/drawing/2014/main" id="{D8A58F37-1BB3-44A2-BB2E-9000AFA6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8220FAF-7616-432A-9085-B6C2546DAAC9}" type="slidenum">
              <a:rPr lang="en-US" altLang="zh-CN"/>
              <a:pPr eaLnBrk="1" hangingPunct="1"/>
              <a:t>59</a:t>
            </a:fld>
            <a:endParaRPr lang="en-US" altLang="zh-CN"/>
          </a:p>
        </p:txBody>
      </p:sp>
      <p:sp>
        <p:nvSpPr>
          <p:cNvPr id="30722" name="Text Box 2">
            <a:extLst>
              <a:ext uri="{FF2B5EF4-FFF2-40B4-BE49-F238E27FC236}">
                <a16:creationId xmlns:a16="http://schemas.microsoft.com/office/drawing/2014/main" id="{FE899F47-F06A-448A-BAE3-0A196A6AF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068638"/>
            <a:ext cx="4032250" cy="528637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4.14(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霍尔维茨定理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1B6032E5-02C7-4431-BC9B-F9A9D8B8F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57200"/>
            <a:ext cx="990600" cy="5286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653012FC-E5D2-4115-B0D4-22EE073F7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5720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阶方阵</a:t>
            </a:r>
          </a:p>
        </p:txBody>
      </p:sp>
      <p:graphicFrame>
        <p:nvGraphicFramePr>
          <p:cNvPr id="30725" name="Object 5">
            <a:extLst>
              <a:ext uri="{FF2B5EF4-FFF2-40B4-BE49-F238E27FC236}">
                <a16:creationId xmlns:a16="http://schemas.microsoft.com/office/drawing/2014/main" id="{8FA321A0-A780-460A-AA8C-D737C74129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0913" y="457200"/>
          <a:ext cx="17526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8" r:id="rId3" imgW="698500" imgH="241300" progId="Equation.DSMT4">
                  <p:embed/>
                </p:oleObj>
              </mc:Choice>
              <mc:Fallback>
                <p:oleObj r:id="rId3" imgW="698500" imgH="241300" progId="Equation.DSMT4">
                  <p:embed/>
                  <p:pic>
                    <p:nvPicPr>
                      <p:cNvPr id="30725" name="Object 5">
                        <a:extLst>
                          <a:ext uri="{FF2B5EF4-FFF2-40B4-BE49-F238E27FC236}">
                            <a16:creationId xmlns:a16="http://schemas.microsoft.com/office/drawing/2014/main" id="{8FA321A0-A780-460A-AA8C-D737C74129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913" y="457200"/>
                        <a:ext cx="1752600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Text Box 6">
            <a:extLst>
              <a:ext uri="{FF2B5EF4-FFF2-40B4-BE49-F238E27FC236}">
                <a16:creationId xmlns:a16="http://schemas.microsoft.com/office/drawing/2014/main" id="{D6F1D118-266F-4B71-BAF8-F921D49FF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9538" y="45720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我们把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个行列式</a:t>
            </a:r>
          </a:p>
        </p:txBody>
      </p:sp>
      <p:graphicFrame>
        <p:nvGraphicFramePr>
          <p:cNvPr id="30727" name="Object 7">
            <a:extLst>
              <a:ext uri="{FF2B5EF4-FFF2-40B4-BE49-F238E27FC236}">
                <a16:creationId xmlns:a16="http://schemas.microsoft.com/office/drawing/2014/main" id="{23E46132-1DB1-4AC3-9406-CA974F8CC8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516063"/>
          <a:ext cx="1325563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9" name="Equation" r:id="rId5" imgW="545760" imgH="253800" progId="Equation.DSMT4">
                  <p:embed/>
                </p:oleObj>
              </mc:Choice>
              <mc:Fallback>
                <p:oleObj name="Equation" r:id="rId5" imgW="545760" imgH="253800" progId="Equation.DSMT4">
                  <p:embed/>
                  <p:pic>
                    <p:nvPicPr>
                      <p:cNvPr id="30727" name="Object 7">
                        <a:extLst>
                          <a:ext uri="{FF2B5EF4-FFF2-40B4-BE49-F238E27FC236}">
                            <a16:creationId xmlns:a16="http://schemas.microsoft.com/office/drawing/2014/main" id="{23E46132-1DB1-4AC3-9406-CA974F8CC8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516063"/>
                        <a:ext cx="1325563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>
            <a:extLst>
              <a:ext uri="{FF2B5EF4-FFF2-40B4-BE49-F238E27FC236}">
                <a16:creationId xmlns:a16="http://schemas.microsoft.com/office/drawing/2014/main" id="{A116A521-EA3F-413D-828B-0BEBABDEE2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1219200"/>
          <a:ext cx="2209800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0" name="Equation" r:id="rId7" imgW="901440" imgH="482400" progId="Equation.DSMT4">
                  <p:embed/>
                </p:oleObj>
              </mc:Choice>
              <mc:Fallback>
                <p:oleObj name="Equation" r:id="rId7" imgW="901440" imgH="482400" progId="Equation.DSMT4">
                  <p:embed/>
                  <p:pic>
                    <p:nvPicPr>
                      <p:cNvPr id="30728" name="Object 8">
                        <a:extLst>
                          <a:ext uri="{FF2B5EF4-FFF2-40B4-BE49-F238E27FC236}">
                            <a16:creationId xmlns:a16="http://schemas.microsoft.com/office/drawing/2014/main" id="{A116A521-EA3F-413D-828B-0BEBABDEE2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219200"/>
                        <a:ext cx="2209800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>
            <a:extLst>
              <a:ext uri="{FF2B5EF4-FFF2-40B4-BE49-F238E27FC236}">
                <a16:creationId xmlns:a16="http://schemas.microsoft.com/office/drawing/2014/main" id="{41208B0C-916E-4BF9-A75B-94972E000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1143000"/>
          <a:ext cx="26162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1" name="Equation" r:id="rId9" imgW="1168200" imgH="711000" progId="Equation.DSMT4">
                  <p:embed/>
                </p:oleObj>
              </mc:Choice>
              <mc:Fallback>
                <p:oleObj name="Equation" r:id="rId9" imgW="1168200" imgH="711000" progId="Equation.DSMT4">
                  <p:embed/>
                  <p:pic>
                    <p:nvPicPr>
                      <p:cNvPr id="30729" name="Object 9">
                        <a:extLst>
                          <a:ext uri="{FF2B5EF4-FFF2-40B4-BE49-F238E27FC236}">
                            <a16:creationId xmlns:a16="http://schemas.microsoft.com/office/drawing/2014/main" id="{41208B0C-916E-4BF9-A75B-94972E0005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143000"/>
                        <a:ext cx="26162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10">
            <a:extLst>
              <a:ext uri="{FF2B5EF4-FFF2-40B4-BE49-F238E27FC236}">
                <a16:creationId xmlns:a16="http://schemas.microsoft.com/office/drawing/2014/main" id="{AFCCDAE0-090C-4ECD-B481-2F9D5A50F5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1676400"/>
          <a:ext cx="6858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2" name="Equation" r:id="rId11" imgW="177480" imgH="101520" progId="Equation.DSMT4">
                  <p:embed/>
                </p:oleObj>
              </mc:Choice>
              <mc:Fallback>
                <p:oleObj name="Equation" r:id="rId11" imgW="177480" imgH="101520" progId="Equation.DSMT4">
                  <p:embed/>
                  <p:pic>
                    <p:nvPicPr>
                      <p:cNvPr id="30730" name="Object 10">
                        <a:extLst>
                          <a:ext uri="{FF2B5EF4-FFF2-40B4-BE49-F238E27FC236}">
                            <a16:creationId xmlns:a16="http://schemas.microsoft.com/office/drawing/2014/main" id="{AFCCDAE0-090C-4ECD-B481-2F9D5A50F5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6858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11">
            <a:extLst>
              <a:ext uri="{FF2B5EF4-FFF2-40B4-BE49-F238E27FC236}">
                <a16:creationId xmlns:a16="http://schemas.microsoft.com/office/drawing/2014/main" id="{2D95491C-732D-4519-8813-256CCEDF49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00" y="3689350"/>
          <a:ext cx="8501063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3" name="Equation" r:id="rId13" imgW="3492360" imgH="482400" progId="Equation.DSMT4">
                  <p:embed/>
                </p:oleObj>
              </mc:Choice>
              <mc:Fallback>
                <p:oleObj name="Equation" r:id="rId13" imgW="3492360" imgH="482400" progId="Equation.DSMT4">
                  <p:embed/>
                  <p:pic>
                    <p:nvPicPr>
                      <p:cNvPr id="30731" name="Object 11">
                        <a:extLst>
                          <a:ext uri="{FF2B5EF4-FFF2-40B4-BE49-F238E27FC236}">
                            <a16:creationId xmlns:a16="http://schemas.microsoft.com/office/drawing/2014/main" id="{2D95491C-732D-4519-8813-256CCEDF49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" y="3689350"/>
                        <a:ext cx="8501063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Text Box 12">
            <a:extLst>
              <a:ext uri="{FF2B5EF4-FFF2-40B4-BE49-F238E27FC236}">
                <a16:creationId xmlns:a16="http://schemas.microsoft.com/office/drawing/2014/main" id="{25ECA781-3DE3-453D-9E3E-29F8EB588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38400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都叫做矩阵的顺序主子式。</a:t>
            </a:r>
          </a:p>
        </p:txBody>
      </p:sp>
      <p:graphicFrame>
        <p:nvGraphicFramePr>
          <p:cNvPr id="30733" name="Object 13">
            <a:extLst>
              <a:ext uri="{FF2B5EF4-FFF2-40B4-BE49-F238E27FC236}">
                <a16:creationId xmlns:a16="http://schemas.microsoft.com/office/drawing/2014/main" id="{D08FD1C2-FA12-41B8-8A94-D0F315CE0B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375" y="4784725"/>
          <a:ext cx="8312150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4" name="Equation" r:id="rId15" imgW="3416040" imgH="698400" progId="Equation.DSMT4">
                  <p:embed/>
                </p:oleObj>
              </mc:Choice>
              <mc:Fallback>
                <p:oleObj name="Equation" r:id="rId15" imgW="3416040" imgH="698400" progId="Equation.DSMT4">
                  <p:embed/>
                  <p:pic>
                    <p:nvPicPr>
                      <p:cNvPr id="30733" name="Object 13">
                        <a:extLst>
                          <a:ext uri="{FF2B5EF4-FFF2-40B4-BE49-F238E27FC236}">
                            <a16:creationId xmlns:a16="http://schemas.microsoft.com/office/drawing/2014/main" id="{D08FD1C2-FA12-41B8-8A94-D0F315CE0B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" y="4784725"/>
                        <a:ext cx="8312150" cy="149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 autoUpdateAnimBg="0"/>
      <p:bldP spid="30723" grpId="0" animBg="1" autoUpdateAnimBg="0"/>
      <p:bldP spid="30724" grpId="0" build="p" autoUpdateAnimBg="0"/>
      <p:bldP spid="30726" grpId="0" build="p" autoUpdateAnimBg="0"/>
      <p:bldP spid="30732" grpId="0" build="p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6" name="日期占位符 1">
            <a:extLst>
              <a:ext uri="{FF2B5EF4-FFF2-40B4-BE49-F238E27FC236}">
                <a16:creationId xmlns:a16="http://schemas.microsoft.com/office/drawing/2014/main" id="{F182D52E-0FE1-4BE5-BC63-CD005937C32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A2943C8-F574-4FF6-B3B9-D3AD83A4EFE9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8207" name="页脚占位符 2">
            <a:extLst>
              <a:ext uri="{FF2B5EF4-FFF2-40B4-BE49-F238E27FC236}">
                <a16:creationId xmlns:a16="http://schemas.microsoft.com/office/drawing/2014/main" id="{FA87237F-F91B-47C1-92F9-2F003A9B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8208" name="灯片编号占位符 3">
            <a:extLst>
              <a:ext uri="{FF2B5EF4-FFF2-40B4-BE49-F238E27FC236}">
                <a16:creationId xmlns:a16="http://schemas.microsoft.com/office/drawing/2014/main" id="{1D3171CC-A5E5-4F8C-8EA8-94432E9E0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725EAF4-81F9-4076-A56B-F6FA043890F2}" type="slidenum">
              <a:rPr lang="en-US" altLang="zh-CN"/>
              <a:pPr eaLnBrk="1" hangingPunct="1"/>
              <a:t>60</a:t>
            </a:fld>
            <a:endParaRPr lang="en-US" altLang="zh-CN"/>
          </a:p>
        </p:txBody>
      </p:sp>
      <p:graphicFrame>
        <p:nvGraphicFramePr>
          <p:cNvPr id="31747" name="Object 3">
            <a:extLst>
              <a:ext uri="{FF2B5EF4-FFF2-40B4-BE49-F238E27FC236}">
                <a16:creationId xmlns:a16="http://schemas.microsoft.com/office/drawing/2014/main" id="{5E9ED591-39C4-4B31-ADAF-66E7A38924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5400" y="228600"/>
          <a:ext cx="920591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2" name="Equation" r:id="rId3" imgW="3657600" imgH="241200" progId="Equation.DSMT4">
                  <p:embed/>
                </p:oleObj>
              </mc:Choice>
              <mc:Fallback>
                <p:oleObj name="Equation" r:id="rId3" imgW="3657600" imgH="241200" progId="Equation.DSMT4">
                  <p:embed/>
                  <p:pic>
                    <p:nvPicPr>
                      <p:cNvPr id="31747" name="Object 3">
                        <a:extLst>
                          <a:ext uri="{FF2B5EF4-FFF2-40B4-BE49-F238E27FC236}">
                            <a16:creationId xmlns:a16="http://schemas.microsoft.com/office/drawing/2014/main" id="{5E9ED591-39C4-4B31-ADAF-66E7A38924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5400" y="228600"/>
                        <a:ext cx="9205913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>
            <a:extLst>
              <a:ext uri="{FF2B5EF4-FFF2-40B4-BE49-F238E27FC236}">
                <a16:creationId xmlns:a16="http://schemas.microsoft.com/office/drawing/2014/main" id="{2D60242F-EC47-4353-87C6-E54F8A389E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888" y="990600"/>
          <a:ext cx="25908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3" r:id="rId5" imgW="1066337" imgH="215806" progId="Equation.DSMT4">
                  <p:embed/>
                </p:oleObj>
              </mc:Choice>
              <mc:Fallback>
                <p:oleObj r:id="rId5" imgW="1066337" imgH="215806" progId="Equation.DSMT4">
                  <p:embed/>
                  <p:pic>
                    <p:nvPicPr>
                      <p:cNvPr id="31748" name="Object 4">
                        <a:extLst>
                          <a:ext uri="{FF2B5EF4-FFF2-40B4-BE49-F238E27FC236}">
                            <a16:creationId xmlns:a16="http://schemas.microsoft.com/office/drawing/2014/main" id="{2D60242F-EC47-4353-87C6-E54F8A389E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990600"/>
                        <a:ext cx="25908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6">
            <a:extLst>
              <a:ext uri="{FF2B5EF4-FFF2-40B4-BE49-F238E27FC236}">
                <a16:creationId xmlns:a16="http://schemas.microsoft.com/office/drawing/2014/main" id="{D16A7BA4-D6C2-47B5-9658-81D0AF9C62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9488" y="838200"/>
          <a:ext cx="1905000" cy="141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4" r:id="rId7" imgW="965200" imgH="711200" progId="Equation.DSMT4">
                  <p:embed/>
                </p:oleObj>
              </mc:Choice>
              <mc:Fallback>
                <p:oleObj r:id="rId7" imgW="965200" imgH="711200" progId="Equation.DSMT4">
                  <p:embed/>
                  <p:pic>
                    <p:nvPicPr>
                      <p:cNvPr id="31750" name="Object 6">
                        <a:extLst>
                          <a:ext uri="{FF2B5EF4-FFF2-40B4-BE49-F238E27FC236}">
                            <a16:creationId xmlns:a16="http://schemas.microsoft.com/office/drawing/2014/main" id="{D16A7BA4-D6C2-47B5-9658-81D0AF9C62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838200"/>
                        <a:ext cx="1905000" cy="1414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Text Box 7">
            <a:extLst>
              <a:ext uri="{FF2B5EF4-FFF2-40B4-BE49-F238E27FC236}">
                <a16:creationId xmlns:a16="http://schemas.microsoft.com/office/drawing/2014/main" id="{329C0D41-0CE4-447C-9EDD-A0A3632E9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20574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的三个顺序主子式为</a:t>
            </a:r>
          </a:p>
        </p:txBody>
      </p:sp>
      <p:graphicFrame>
        <p:nvGraphicFramePr>
          <p:cNvPr id="31753" name="Object 9">
            <a:extLst>
              <a:ext uri="{FF2B5EF4-FFF2-40B4-BE49-F238E27FC236}">
                <a16:creationId xmlns:a16="http://schemas.microsoft.com/office/drawing/2014/main" id="{7006CB8D-C774-4B54-BBA9-0F23E7838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488" y="2667000"/>
          <a:ext cx="16764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5" r:id="rId9" imgW="672808" imgH="228501" progId="Equation.DSMT4">
                  <p:embed/>
                </p:oleObj>
              </mc:Choice>
              <mc:Fallback>
                <p:oleObj r:id="rId9" imgW="672808" imgH="228501" progId="Equation.DSMT4">
                  <p:embed/>
                  <p:pic>
                    <p:nvPicPr>
                      <p:cNvPr id="31753" name="Object 9">
                        <a:extLst>
                          <a:ext uri="{FF2B5EF4-FFF2-40B4-BE49-F238E27FC236}">
                            <a16:creationId xmlns:a16="http://schemas.microsoft.com/office/drawing/2014/main" id="{7006CB8D-C774-4B54-BBA9-0F23E7838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8" y="2667000"/>
                        <a:ext cx="1676400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Object 11">
            <a:extLst>
              <a:ext uri="{FF2B5EF4-FFF2-40B4-BE49-F238E27FC236}">
                <a16:creationId xmlns:a16="http://schemas.microsoft.com/office/drawing/2014/main" id="{46A2DC65-CC17-4D01-AAAA-967D241F3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6488" y="2438400"/>
          <a:ext cx="16002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6" r:id="rId11" imgW="698500" imgH="457200" progId="Equation.DSMT4">
                  <p:embed/>
                </p:oleObj>
              </mc:Choice>
              <mc:Fallback>
                <p:oleObj r:id="rId11" imgW="698500" imgH="457200" progId="Equation.DSMT4">
                  <p:embed/>
                  <p:pic>
                    <p:nvPicPr>
                      <p:cNvPr id="31755" name="Object 11">
                        <a:extLst>
                          <a:ext uri="{FF2B5EF4-FFF2-40B4-BE49-F238E27FC236}">
                            <a16:creationId xmlns:a16="http://schemas.microsoft.com/office/drawing/2014/main" id="{46A2DC65-CC17-4D01-AAAA-967D241F37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2438400"/>
                        <a:ext cx="1600200" cy="1052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3">
            <a:extLst>
              <a:ext uri="{FF2B5EF4-FFF2-40B4-BE49-F238E27FC236}">
                <a16:creationId xmlns:a16="http://schemas.microsoft.com/office/drawing/2014/main" id="{46E8A805-2A7A-4890-B3B2-B1CF887F24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9688" y="2633663"/>
          <a:ext cx="132080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7" name="Equation" r:id="rId13" imgW="495000" imgH="203040" progId="Equation.DSMT4">
                  <p:embed/>
                </p:oleObj>
              </mc:Choice>
              <mc:Fallback>
                <p:oleObj name="Equation" r:id="rId13" imgW="495000" imgH="203040" progId="Equation.DSMT4">
                  <p:embed/>
                  <p:pic>
                    <p:nvPicPr>
                      <p:cNvPr id="31757" name="Object 13">
                        <a:extLst>
                          <a:ext uri="{FF2B5EF4-FFF2-40B4-BE49-F238E27FC236}">
                            <a16:creationId xmlns:a16="http://schemas.microsoft.com/office/drawing/2014/main" id="{46E8A805-2A7A-4890-B3B2-B1CF887F24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688" y="2633663"/>
                        <a:ext cx="1320800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Object 15">
            <a:extLst>
              <a:ext uri="{FF2B5EF4-FFF2-40B4-BE49-F238E27FC236}">
                <a16:creationId xmlns:a16="http://schemas.microsoft.com/office/drawing/2014/main" id="{4046B440-1A12-4A7A-87C5-234CB142BA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0688" y="2590800"/>
          <a:ext cx="12192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8" r:id="rId15" imgW="494870" imgH="253780" progId="Equation.DSMT4">
                  <p:embed/>
                </p:oleObj>
              </mc:Choice>
              <mc:Fallback>
                <p:oleObj r:id="rId15" imgW="494870" imgH="253780" progId="Equation.DSMT4">
                  <p:embed/>
                  <p:pic>
                    <p:nvPicPr>
                      <p:cNvPr id="31759" name="Object 15">
                        <a:extLst>
                          <a:ext uri="{FF2B5EF4-FFF2-40B4-BE49-F238E27FC236}">
                            <a16:creationId xmlns:a16="http://schemas.microsoft.com/office/drawing/2014/main" id="{4046B440-1A12-4A7A-87C5-234CB142BA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2590800"/>
                        <a:ext cx="1219200" cy="633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1" name="Object 17">
            <a:extLst>
              <a:ext uri="{FF2B5EF4-FFF2-40B4-BE49-F238E27FC236}">
                <a16:creationId xmlns:a16="http://schemas.microsoft.com/office/drawing/2014/main" id="{66D3A827-341C-41B7-B082-2772F1B8D1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3688" y="2667000"/>
          <a:ext cx="12192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9" r:id="rId17" imgW="469696" imgH="177723" progId="Equation.DSMT4">
                  <p:embed/>
                </p:oleObj>
              </mc:Choice>
              <mc:Fallback>
                <p:oleObj r:id="rId17" imgW="469696" imgH="177723" progId="Equation.DSMT4">
                  <p:embed/>
                  <p:pic>
                    <p:nvPicPr>
                      <p:cNvPr id="31761" name="Object 17">
                        <a:extLst>
                          <a:ext uri="{FF2B5EF4-FFF2-40B4-BE49-F238E27FC236}">
                            <a16:creationId xmlns:a16="http://schemas.microsoft.com/office/drawing/2014/main" id="{66D3A827-341C-41B7-B082-2772F1B8D1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688" y="2667000"/>
                        <a:ext cx="121920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2" name="Text Box 18">
            <a:extLst>
              <a:ext uri="{FF2B5EF4-FFF2-40B4-BE49-F238E27FC236}">
                <a16:creationId xmlns:a16="http://schemas.microsoft.com/office/drawing/2014/main" id="{C8C3882B-8F3B-4C06-AA81-C20DEC1EF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3581400"/>
            <a:ext cx="525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所以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是正定矩阵，</a:t>
            </a:r>
            <a:r>
              <a:rPr lang="en-US" altLang="zh-CN" sz="2400" b="1" i="1">
                <a:latin typeface="Times New Roman" panose="02020603050405020304" pitchFamily="18" charset="0"/>
              </a:rPr>
              <a:t>f </a:t>
            </a:r>
            <a:r>
              <a:rPr lang="zh-CN" altLang="en-US" sz="2400" b="1">
                <a:latin typeface="Times New Roman" panose="02020603050405020304" pitchFamily="18" charset="0"/>
              </a:rPr>
              <a:t>是正定二次型。</a:t>
            </a:r>
          </a:p>
        </p:txBody>
      </p:sp>
      <p:sp>
        <p:nvSpPr>
          <p:cNvPr id="31763" name="Text Box 19">
            <a:extLst>
              <a:ext uri="{FF2B5EF4-FFF2-40B4-BE49-F238E27FC236}">
                <a16:creationId xmlns:a16="http://schemas.microsoft.com/office/drawing/2014/main" id="{4981792C-0DF1-4976-A753-0BD156089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600200"/>
            <a:ext cx="1295400" cy="466725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 b="1"/>
              <a:t>方法一</a:t>
            </a:r>
          </a:p>
        </p:txBody>
      </p:sp>
      <p:sp>
        <p:nvSpPr>
          <p:cNvPr id="31764" name="Text Box 20">
            <a:extLst>
              <a:ext uri="{FF2B5EF4-FFF2-40B4-BE49-F238E27FC236}">
                <a16:creationId xmlns:a16="http://schemas.microsoft.com/office/drawing/2014/main" id="{D781CC25-72BD-42AD-94C1-55C72063C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4191000"/>
            <a:ext cx="1295400" cy="466725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 b="1"/>
              <a:t>方法二</a:t>
            </a:r>
          </a:p>
        </p:txBody>
      </p:sp>
      <p:sp>
        <p:nvSpPr>
          <p:cNvPr id="31765" name="Text Box 21">
            <a:extLst>
              <a:ext uri="{FF2B5EF4-FFF2-40B4-BE49-F238E27FC236}">
                <a16:creationId xmlns:a16="http://schemas.microsoft.com/office/drawing/2014/main" id="{09DA72B0-CD17-420A-BEE5-DBF0D0A36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1910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的特征方程为</a:t>
            </a:r>
          </a:p>
        </p:txBody>
      </p:sp>
      <p:graphicFrame>
        <p:nvGraphicFramePr>
          <p:cNvPr id="31767" name="Object 23">
            <a:extLst>
              <a:ext uri="{FF2B5EF4-FFF2-40B4-BE49-F238E27FC236}">
                <a16:creationId xmlns:a16="http://schemas.microsoft.com/office/drawing/2014/main" id="{D81A0647-49FA-483B-9D4F-59007954D0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8275" y="3657600"/>
          <a:ext cx="4267200" cy="157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0" r:id="rId19" imgW="1930400" imgH="711200" progId="Equation.DSMT4">
                  <p:embed/>
                </p:oleObj>
              </mc:Choice>
              <mc:Fallback>
                <p:oleObj r:id="rId19" imgW="1930400" imgH="711200" progId="Equation.DSMT4">
                  <p:embed/>
                  <p:pic>
                    <p:nvPicPr>
                      <p:cNvPr id="31767" name="Object 23">
                        <a:extLst>
                          <a:ext uri="{FF2B5EF4-FFF2-40B4-BE49-F238E27FC236}">
                            <a16:creationId xmlns:a16="http://schemas.microsoft.com/office/drawing/2014/main" id="{D81A0647-49FA-483B-9D4F-59007954D0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8275" y="3657600"/>
                        <a:ext cx="4267200" cy="157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9" name="Object 25">
            <a:extLst>
              <a:ext uri="{FF2B5EF4-FFF2-40B4-BE49-F238E27FC236}">
                <a16:creationId xmlns:a16="http://schemas.microsoft.com/office/drawing/2014/main" id="{7A1AE911-110F-4E76-97A9-CFEFBEAE01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4038" y="4797425"/>
          <a:ext cx="28194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1" r:id="rId21" imgW="1244600" imgH="228600" progId="Equation.DSMT4">
                  <p:embed/>
                </p:oleObj>
              </mc:Choice>
              <mc:Fallback>
                <p:oleObj r:id="rId21" imgW="1244600" imgH="228600" progId="Equation.DSMT4">
                  <p:embed/>
                  <p:pic>
                    <p:nvPicPr>
                      <p:cNvPr id="31769" name="Object 25">
                        <a:extLst>
                          <a:ext uri="{FF2B5EF4-FFF2-40B4-BE49-F238E27FC236}">
                            <a16:creationId xmlns:a16="http://schemas.microsoft.com/office/drawing/2014/main" id="{7A1AE911-110F-4E76-97A9-CFEFBEAE01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4797425"/>
                        <a:ext cx="281940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1" name="Object 27">
            <a:extLst>
              <a:ext uri="{FF2B5EF4-FFF2-40B4-BE49-F238E27FC236}">
                <a16:creationId xmlns:a16="http://schemas.microsoft.com/office/drawing/2014/main" id="{C4F6E8AA-854F-45AB-B3BF-07C7751F0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327650"/>
          <a:ext cx="21336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2" r:id="rId23" imgW="952087" imgH="228501" progId="Equation.DSMT4">
                  <p:embed/>
                </p:oleObj>
              </mc:Choice>
              <mc:Fallback>
                <p:oleObj r:id="rId23" imgW="952087" imgH="228501" progId="Equation.DSMT4">
                  <p:embed/>
                  <p:pic>
                    <p:nvPicPr>
                      <p:cNvPr id="31771" name="Object 27">
                        <a:extLst>
                          <a:ext uri="{FF2B5EF4-FFF2-40B4-BE49-F238E27FC236}">
                            <a16:creationId xmlns:a16="http://schemas.microsoft.com/office/drawing/2014/main" id="{C4F6E8AA-854F-45AB-B3BF-07C7751F01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327650"/>
                        <a:ext cx="2133600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3" name="Object 29">
            <a:extLst>
              <a:ext uri="{FF2B5EF4-FFF2-40B4-BE49-F238E27FC236}">
                <a16:creationId xmlns:a16="http://schemas.microsoft.com/office/drawing/2014/main" id="{DFF17569-3D9B-4443-B164-FE7127A663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5438" y="5289550"/>
          <a:ext cx="1524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3" r:id="rId25" imgW="634725" imgH="228501" progId="Equation.DSMT4">
                  <p:embed/>
                </p:oleObj>
              </mc:Choice>
              <mc:Fallback>
                <p:oleObj r:id="rId25" imgW="634725" imgH="228501" progId="Equation.DSMT4">
                  <p:embed/>
                  <p:pic>
                    <p:nvPicPr>
                      <p:cNvPr id="31773" name="Object 29">
                        <a:extLst>
                          <a:ext uri="{FF2B5EF4-FFF2-40B4-BE49-F238E27FC236}">
                            <a16:creationId xmlns:a16="http://schemas.microsoft.com/office/drawing/2014/main" id="{DFF17569-3D9B-4443-B164-FE7127A663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5289550"/>
                        <a:ext cx="15240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4" name="Text Box 30">
            <a:extLst>
              <a:ext uri="{FF2B5EF4-FFF2-40B4-BE49-F238E27FC236}">
                <a16:creationId xmlns:a16="http://schemas.microsoft.com/office/drawing/2014/main" id="{B2205A3E-D62F-42CD-8EF0-039279CD7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528955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解出特征值</a:t>
            </a:r>
          </a:p>
        </p:txBody>
      </p:sp>
      <p:sp>
        <p:nvSpPr>
          <p:cNvPr id="31775" name="Text Box 31">
            <a:extLst>
              <a:ext uri="{FF2B5EF4-FFF2-40B4-BE49-F238E27FC236}">
                <a16:creationId xmlns:a16="http://schemas.microsoft.com/office/drawing/2014/main" id="{293AF44F-A73A-4A21-8A26-960D27401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5805488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故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是正定矩阵，</a:t>
            </a:r>
            <a:r>
              <a:rPr lang="en-US" altLang="zh-CN" sz="2400" b="1" i="1"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是正定二次型。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6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1" dur="5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6" dur="5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1" dur="5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1" grpId="0" autoUpdateAnimBg="0"/>
      <p:bldP spid="31762" grpId="0" autoUpdateAnimBg="0"/>
      <p:bldP spid="31763" grpId="0" animBg="1" autoUpdateAnimBg="0"/>
      <p:bldP spid="31764" grpId="0" animBg="1" autoUpdateAnimBg="0"/>
      <p:bldP spid="31765" grpId="0" autoUpdateAnimBg="0"/>
      <p:bldP spid="31774" grpId="0" autoUpdateAnimBg="0"/>
      <p:bldP spid="31775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日期占位符 1">
            <a:extLst>
              <a:ext uri="{FF2B5EF4-FFF2-40B4-BE49-F238E27FC236}">
                <a16:creationId xmlns:a16="http://schemas.microsoft.com/office/drawing/2014/main" id="{C5B08103-156C-4B69-8D64-B6D0DCD683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07FEE1-A091-4052-AF5F-3596705DAA97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9227" name="页脚占位符 2">
            <a:extLst>
              <a:ext uri="{FF2B5EF4-FFF2-40B4-BE49-F238E27FC236}">
                <a16:creationId xmlns:a16="http://schemas.microsoft.com/office/drawing/2014/main" id="{2F3E3EEC-085C-4451-BD86-4789C4E24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9228" name="灯片编号占位符 3">
            <a:extLst>
              <a:ext uri="{FF2B5EF4-FFF2-40B4-BE49-F238E27FC236}">
                <a16:creationId xmlns:a16="http://schemas.microsoft.com/office/drawing/2014/main" id="{5D2ECF3F-E3C9-44EC-9C5F-945CE6BC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3E0FF20-7934-4353-BF5C-F8137C3213DA}" type="slidenum">
              <a:rPr lang="en-US" altLang="zh-CN"/>
              <a:pPr eaLnBrk="1" hangingPunct="1"/>
              <a:t>61</a:t>
            </a:fld>
            <a:endParaRPr lang="en-US" altLang="zh-CN"/>
          </a:p>
        </p:txBody>
      </p:sp>
      <p:sp>
        <p:nvSpPr>
          <p:cNvPr id="9229" name="Rectangle 2">
            <a:extLst>
              <a:ext uri="{FF2B5EF4-FFF2-40B4-BE49-F238E27FC236}">
                <a16:creationId xmlns:a16="http://schemas.microsoft.com/office/drawing/2014/main" id="{875FA04C-F1C3-4D8D-8F13-B05245C10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B8FD10AC-BF89-411E-8475-69F472B5DE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963" y="457200"/>
          <a:ext cx="85740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6" name="Equation" r:id="rId3" imgW="3682800" imgH="228600" progId="Equation.DSMT4">
                  <p:embed/>
                </p:oleObj>
              </mc:Choice>
              <mc:Fallback>
                <p:oleObj name="Equation" r:id="rId3" imgW="3682800" imgH="228600" progId="Equation.DSMT4">
                  <p:embed/>
                  <p:pic>
                    <p:nvPicPr>
                      <p:cNvPr id="8195" name="Object 3">
                        <a:extLst>
                          <a:ext uri="{FF2B5EF4-FFF2-40B4-BE49-F238E27FC236}">
                            <a16:creationId xmlns:a16="http://schemas.microsoft.com/office/drawing/2014/main" id="{B8FD10AC-BF89-411E-8475-69F472B5DE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457200"/>
                        <a:ext cx="857408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4">
            <a:extLst>
              <a:ext uri="{FF2B5EF4-FFF2-40B4-BE49-F238E27FC236}">
                <a16:creationId xmlns:a16="http://schemas.microsoft.com/office/drawing/2014/main" id="{28F72C73-D584-40DD-9313-4FA7F6666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FF"/>
                </a:solidFill>
              </a:rPr>
              <a:t>解</a:t>
            </a:r>
          </a:p>
        </p:txBody>
      </p:sp>
      <p:sp>
        <p:nvSpPr>
          <p:cNvPr id="9231" name="Rectangle 5">
            <a:extLst>
              <a:ext uri="{FF2B5EF4-FFF2-40B4-BE49-F238E27FC236}">
                <a16:creationId xmlns:a16="http://schemas.microsoft.com/office/drawing/2014/main" id="{81BB872B-E786-4C42-8891-5E71AF430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198" name="Object 6">
            <a:extLst>
              <a:ext uri="{FF2B5EF4-FFF2-40B4-BE49-F238E27FC236}">
                <a16:creationId xmlns:a16="http://schemas.microsoft.com/office/drawing/2014/main" id="{DDD1F12E-A197-4CF4-A64E-7D2226D58A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219200"/>
          <a:ext cx="1752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7" r:id="rId5" imgW="736280" imgH="215806" progId="Equation.DSMT4">
                  <p:embed/>
                </p:oleObj>
              </mc:Choice>
              <mc:Fallback>
                <p:oleObj r:id="rId5" imgW="736280" imgH="215806" progId="Equation.DSMT4">
                  <p:embed/>
                  <p:pic>
                    <p:nvPicPr>
                      <p:cNvPr id="8198" name="Object 6">
                        <a:extLst>
                          <a:ext uri="{FF2B5EF4-FFF2-40B4-BE49-F238E27FC236}">
                            <a16:creationId xmlns:a16="http://schemas.microsoft.com/office/drawing/2014/main" id="{DDD1F12E-A197-4CF4-A64E-7D2226D58A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219200"/>
                        <a:ext cx="1752600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2" name="Rectangle 7">
            <a:extLst>
              <a:ext uri="{FF2B5EF4-FFF2-40B4-BE49-F238E27FC236}">
                <a16:creationId xmlns:a16="http://schemas.microsoft.com/office/drawing/2014/main" id="{616A3C22-E3CD-4320-83EE-6093EB81A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200" name="Object 8">
            <a:extLst>
              <a:ext uri="{FF2B5EF4-FFF2-40B4-BE49-F238E27FC236}">
                <a16:creationId xmlns:a16="http://schemas.microsoft.com/office/drawing/2014/main" id="{0C925CD3-1D7A-4EB9-B2E6-D63445DAA4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1066800"/>
          <a:ext cx="2743200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8" r:id="rId7" imgW="1218671" imgH="710891" progId="Equation.DSMT4">
                  <p:embed/>
                </p:oleObj>
              </mc:Choice>
              <mc:Fallback>
                <p:oleObj r:id="rId7" imgW="1218671" imgH="710891" progId="Equation.DSMT4">
                  <p:embed/>
                  <p:pic>
                    <p:nvPicPr>
                      <p:cNvPr id="8200" name="Object 8">
                        <a:extLst>
                          <a:ext uri="{FF2B5EF4-FFF2-40B4-BE49-F238E27FC236}">
                            <a16:creationId xmlns:a16="http://schemas.microsoft.com/office/drawing/2014/main" id="{0C925CD3-1D7A-4EB9-B2E6-D63445DAA4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066800"/>
                        <a:ext cx="2743200" cy="160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Text Box 9">
            <a:extLst>
              <a:ext uri="{FF2B5EF4-FFF2-40B4-BE49-F238E27FC236}">
                <a16:creationId xmlns:a16="http://schemas.microsoft.com/office/drawing/2014/main" id="{2CC58E6C-7395-41DA-974A-0B21541FD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384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/>
              <a:t>A</a:t>
            </a:r>
            <a:r>
              <a:rPr lang="zh-CN" altLang="en-US" sz="2400"/>
              <a:t>的三个顺序主子式为</a:t>
            </a:r>
          </a:p>
        </p:txBody>
      </p:sp>
      <p:sp>
        <p:nvSpPr>
          <p:cNvPr id="9234" name="Rectangle 10">
            <a:extLst>
              <a:ext uri="{FF2B5EF4-FFF2-40B4-BE49-F238E27FC236}">
                <a16:creationId xmlns:a16="http://schemas.microsoft.com/office/drawing/2014/main" id="{756DBAC3-8259-4125-A540-73FB590F9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6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203" name="Object 11">
            <a:extLst>
              <a:ext uri="{FF2B5EF4-FFF2-40B4-BE49-F238E27FC236}">
                <a16:creationId xmlns:a16="http://schemas.microsoft.com/office/drawing/2014/main" id="{4566C173-3FED-4597-A9DE-BB9B1A4BDF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3276600"/>
          <a:ext cx="16764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9" r:id="rId9" imgW="749300" imgH="228600" progId="Equation.DSMT4">
                  <p:embed/>
                </p:oleObj>
              </mc:Choice>
              <mc:Fallback>
                <p:oleObj r:id="rId9" imgW="749300" imgH="228600" progId="Equation.DSMT4">
                  <p:embed/>
                  <p:pic>
                    <p:nvPicPr>
                      <p:cNvPr id="8203" name="Object 11">
                        <a:extLst>
                          <a:ext uri="{FF2B5EF4-FFF2-40B4-BE49-F238E27FC236}">
                            <a16:creationId xmlns:a16="http://schemas.microsoft.com/office/drawing/2014/main" id="{4566C173-3FED-4597-A9DE-BB9B1A4BDF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76600"/>
                        <a:ext cx="1676400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Rectangle 12">
            <a:extLst>
              <a:ext uri="{FF2B5EF4-FFF2-40B4-BE49-F238E27FC236}">
                <a16:creationId xmlns:a16="http://schemas.microsoft.com/office/drawing/2014/main" id="{7200FADD-6F77-4A5C-90E2-28D354BF5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205" name="Object 13">
            <a:extLst>
              <a:ext uri="{FF2B5EF4-FFF2-40B4-BE49-F238E27FC236}">
                <a16:creationId xmlns:a16="http://schemas.microsoft.com/office/drawing/2014/main" id="{6017FF93-67AB-40B8-9CAF-6A71AD5942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2971800"/>
          <a:ext cx="20574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0" r:id="rId11" imgW="863225" imgH="457002" progId="Equation.DSMT4">
                  <p:embed/>
                </p:oleObj>
              </mc:Choice>
              <mc:Fallback>
                <p:oleObj r:id="rId11" imgW="863225" imgH="457002" progId="Equation.DSMT4">
                  <p:embed/>
                  <p:pic>
                    <p:nvPicPr>
                      <p:cNvPr id="8205" name="Object 13">
                        <a:extLst>
                          <a:ext uri="{FF2B5EF4-FFF2-40B4-BE49-F238E27FC236}">
                            <a16:creationId xmlns:a16="http://schemas.microsoft.com/office/drawing/2014/main" id="{6017FF93-67AB-40B8-9CAF-6A71AD5942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971800"/>
                        <a:ext cx="2057400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Rectangle 14">
            <a:extLst>
              <a:ext uri="{FF2B5EF4-FFF2-40B4-BE49-F238E27FC236}">
                <a16:creationId xmlns:a16="http://schemas.microsoft.com/office/drawing/2014/main" id="{F1DC23D6-C650-4749-B0C6-FB0AE7E6F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538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207" name="Object 15">
            <a:extLst>
              <a:ext uri="{FF2B5EF4-FFF2-40B4-BE49-F238E27FC236}">
                <a16:creationId xmlns:a16="http://schemas.microsoft.com/office/drawing/2014/main" id="{D2756A89-AFD9-47D8-B138-4420A34DB2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5338" y="3324225"/>
          <a:ext cx="13049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1" name="Equation" r:id="rId13" imgW="583920" imgH="203040" progId="Equation.DSMT4">
                  <p:embed/>
                </p:oleObj>
              </mc:Choice>
              <mc:Fallback>
                <p:oleObj name="Equation" r:id="rId13" imgW="583920" imgH="203040" progId="Equation.DSMT4">
                  <p:embed/>
                  <p:pic>
                    <p:nvPicPr>
                      <p:cNvPr id="8207" name="Object 15">
                        <a:extLst>
                          <a:ext uri="{FF2B5EF4-FFF2-40B4-BE49-F238E27FC236}">
                            <a16:creationId xmlns:a16="http://schemas.microsoft.com/office/drawing/2014/main" id="{D2756A89-AFD9-47D8-B138-4420A34DB2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338" y="3324225"/>
                        <a:ext cx="1304925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7" name="Rectangle 16">
            <a:extLst>
              <a:ext uri="{FF2B5EF4-FFF2-40B4-BE49-F238E27FC236}">
                <a16:creationId xmlns:a16="http://schemas.microsoft.com/office/drawing/2014/main" id="{0028A22D-FE9E-43AF-A34F-2F101EA3A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5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209" name="Object 17">
            <a:extLst>
              <a:ext uri="{FF2B5EF4-FFF2-40B4-BE49-F238E27FC236}">
                <a16:creationId xmlns:a16="http://schemas.microsoft.com/office/drawing/2014/main" id="{53B858B1-E90E-450F-B62B-98CC3A038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3200400"/>
          <a:ext cx="12192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2" r:id="rId15" imgW="494870" imgH="253780" progId="Equation.DSMT4">
                  <p:embed/>
                </p:oleObj>
              </mc:Choice>
              <mc:Fallback>
                <p:oleObj r:id="rId15" imgW="494870" imgH="253780" progId="Equation.DSMT4">
                  <p:embed/>
                  <p:pic>
                    <p:nvPicPr>
                      <p:cNvPr id="8209" name="Object 17">
                        <a:extLst>
                          <a:ext uri="{FF2B5EF4-FFF2-40B4-BE49-F238E27FC236}">
                            <a16:creationId xmlns:a16="http://schemas.microsoft.com/office/drawing/2014/main" id="{53B858B1-E90E-450F-B62B-98CC3A0384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200400"/>
                        <a:ext cx="1219200" cy="633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8" name="Rectangle 18">
            <a:extLst>
              <a:ext uri="{FF2B5EF4-FFF2-40B4-BE49-F238E27FC236}">
                <a16:creationId xmlns:a16="http://schemas.microsoft.com/office/drawing/2014/main" id="{CADA5617-ECC2-419E-8EA2-335744857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38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211" name="Object 19">
            <a:extLst>
              <a:ext uri="{FF2B5EF4-FFF2-40B4-BE49-F238E27FC236}">
                <a16:creationId xmlns:a16="http://schemas.microsoft.com/office/drawing/2014/main" id="{DE74E171-3E25-4764-BEDE-75F31CE05C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3276600"/>
          <a:ext cx="14478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3" r:id="rId17" imgW="621760" imgH="177646" progId="Equation.DSMT4">
                  <p:embed/>
                </p:oleObj>
              </mc:Choice>
              <mc:Fallback>
                <p:oleObj r:id="rId17" imgW="621760" imgH="177646" progId="Equation.DSMT4">
                  <p:embed/>
                  <p:pic>
                    <p:nvPicPr>
                      <p:cNvPr id="8211" name="Object 19">
                        <a:extLst>
                          <a:ext uri="{FF2B5EF4-FFF2-40B4-BE49-F238E27FC236}">
                            <a16:creationId xmlns:a16="http://schemas.microsoft.com/office/drawing/2014/main" id="{DE74E171-3E25-4764-BEDE-75F31CE05C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276600"/>
                        <a:ext cx="1447800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2" name="Text Box 20">
            <a:extLst>
              <a:ext uri="{FF2B5EF4-FFF2-40B4-BE49-F238E27FC236}">
                <a16:creationId xmlns:a16="http://schemas.microsoft.com/office/drawing/2014/main" id="{F0AE64B5-5B7A-4E78-A874-9FF6F6A64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4958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所以 </a:t>
            </a:r>
            <a:r>
              <a:rPr lang="en-US" altLang="zh-CN" sz="2400" b="1"/>
              <a:t>f </a:t>
            </a:r>
            <a:r>
              <a:rPr lang="zh-CN" altLang="en-US" sz="2400"/>
              <a:t>为负定二次型。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6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build="p" autoUpdateAnimBg="0"/>
      <p:bldP spid="8201" grpId="0" build="p" autoUpdateAnimBg="0"/>
      <p:bldP spid="8212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日期占位符 1">
            <a:extLst>
              <a:ext uri="{FF2B5EF4-FFF2-40B4-BE49-F238E27FC236}">
                <a16:creationId xmlns:a16="http://schemas.microsoft.com/office/drawing/2014/main" id="{4D24C35C-595D-4166-B3C5-7C9ACBEA57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2A52C8-02A2-44AC-AFAF-CA1F9ED1FBDE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0244" name="页脚占位符 2">
            <a:extLst>
              <a:ext uri="{FF2B5EF4-FFF2-40B4-BE49-F238E27FC236}">
                <a16:creationId xmlns:a16="http://schemas.microsoft.com/office/drawing/2014/main" id="{1C03395A-82DC-467C-BC66-923BE8C25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10245" name="灯片编号占位符 3">
            <a:extLst>
              <a:ext uri="{FF2B5EF4-FFF2-40B4-BE49-F238E27FC236}">
                <a16:creationId xmlns:a16="http://schemas.microsoft.com/office/drawing/2014/main" id="{8627AE0E-11AE-4D8B-A036-8B72EE04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FB99EA0-6F14-4466-A469-BD1A78A69825}" type="slidenum">
              <a:rPr lang="en-US" altLang="zh-CN"/>
              <a:pPr eaLnBrk="1" hangingPunct="1"/>
              <a:t>62</a:t>
            </a:fld>
            <a:endParaRPr lang="en-US" altLang="zh-CN"/>
          </a:p>
        </p:txBody>
      </p:sp>
      <p:sp>
        <p:nvSpPr>
          <p:cNvPr id="10242" name="Text Box 2">
            <a:extLst>
              <a:ext uri="{FF2B5EF4-FFF2-40B4-BE49-F238E27FC236}">
                <a16:creationId xmlns:a16="http://schemas.microsoft.com/office/drawing/2014/main" id="{587A82D2-5A1F-4F05-9AE8-E98610C17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3375"/>
            <a:ext cx="6408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ea typeface="楷体_GB2312" pitchFamily="49" charset="-122"/>
              </a:rPr>
              <a:t>判别正定二次型（矩阵）的三种方法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D7031C8A-242F-4E77-8FAA-CD28AB6E4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125538"/>
            <a:ext cx="424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/>
              <a:t>1.</a:t>
            </a:r>
            <a:r>
              <a:rPr lang="zh-CN" altLang="en-US" sz="2800" b="1"/>
              <a:t>标准形</a:t>
            </a:r>
            <a:r>
              <a:rPr lang="en-US" altLang="zh-CN" sz="2800" b="1"/>
              <a:t>(</a:t>
            </a:r>
            <a:r>
              <a:rPr lang="zh-CN" altLang="en-US" sz="2800" b="1"/>
              <a:t>或其定义</a:t>
            </a:r>
            <a:r>
              <a:rPr lang="en-US" altLang="zh-CN" sz="2800" b="1"/>
              <a:t>)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631B619-0C6A-4D9E-AB6D-1E2CE2F7D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773238"/>
            <a:ext cx="1552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2.</a:t>
            </a:r>
            <a:r>
              <a:rPr lang="zh-CN" altLang="en-US" sz="2800" b="1"/>
              <a:t>特征值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50BAAD-290D-48D4-849E-FD7B16E51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420938"/>
            <a:ext cx="5616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/>
              <a:t>3.</a:t>
            </a:r>
            <a:r>
              <a:rPr lang="zh-CN" altLang="en-US" sz="2800" b="1"/>
              <a:t>顺序主子式</a:t>
            </a:r>
            <a:r>
              <a:rPr lang="en-US" altLang="zh-CN" sz="2800" b="1"/>
              <a:t>(</a:t>
            </a:r>
            <a:r>
              <a:rPr lang="zh-CN" altLang="en-US" sz="2800" b="1"/>
              <a:t>霍尔维茨定理</a:t>
            </a:r>
            <a:r>
              <a:rPr lang="en-US" altLang="zh-CN" sz="2800" b="1"/>
              <a:t>)</a:t>
            </a:r>
          </a:p>
        </p:txBody>
      </p:sp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8D9200C4-4692-4DFB-B967-0A8BAB42B0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789363"/>
          <a:ext cx="5711825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0" name="Equation" r:id="rId3" imgW="2438400" imgH="711200" progId="Equation.DSMT4">
                  <p:embed/>
                </p:oleObj>
              </mc:Choice>
              <mc:Fallback>
                <p:oleObj name="Equation" r:id="rId3" imgW="2438400" imgH="711200" progId="Equation.DSMT4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8D9200C4-4692-4DFB-B967-0A8BAB42B0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789363"/>
                        <a:ext cx="5711825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7">
            <a:extLst>
              <a:ext uri="{FF2B5EF4-FFF2-40B4-BE49-F238E27FC236}">
                <a16:creationId xmlns:a16="http://schemas.microsoft.com/office/drawing/2014/main" id="{1034B442-7C0D-46DA-879A-55834A663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429000"/>
            <a:ext cx="1081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Comic Sans MS" panose="030F0702030302020204" pitchFamily="66" charset="0"/>
              </a:rPr>
              <a:t>练习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2" grpId="0" autoUpdateAnimBg="0"/>
      <p:bldP spid="3" grpId="0" autoUpdateAnimBg="0"/>
      <p:bldP spid="4" grpId="0" autoUpdateAnimBg="0"/>
      <p:bldP spid="1024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日期占位符 1">
            <a:extLst>
              <a:ext uri="{FF2B5EF4-FFF2-40B4-BE49-F238E27FC236}">
                <a16:creationId xmlns:a16="http://schemas.microsoft.com/office/drawing/2014/main" id="{8FA363A5-675D-435B-B00E-1AB41137EA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D6C0EA-26C1-4E70-A0EC-BF396A7BA131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1273" name="页脚占位符 2">
            <a:extLst>
              <a:ext uri="{FF2B5EF4-FFF2-40B4-BE49-F238E27FC236}">
                <a16:creationId xmlns:a16="http://schemas.microsoft.com/office/drawing/2014/main" id="{A03993E0-9305-44F3-BE61-7A909DADE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11274" name="灯片编号占位符 3">
            <a:extLst>
              <a:ext uri="{FF2B5EF4-FFF2-40B4-BE49-F238E27FC236}">
                <a16:creationId xmlns:a16="http://schemas.microsoft.com/office/drawing/2014/main" id="{3ABD3E5B-5F00-4414-9CA0-AB66685A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8221F45-F675-4B36-8EAD-000C07EC9DC1}" type="slidenum">
              <a:rPr lang="en-US" altLang="zh-CN"/>
              <a:pPr eaLnBrk="1" hangingPunct="1"/>
              <a:t>63</a:t>
            </a:fld>
            <a:endParaRPr lang="en-US" altLang="zh-CN"/>
          </a:p>
        </p:txBody>
      </p:sp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DC9C129F-88EE-41F7-8D4F-F785D122BB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74625"/>
          <a:ext cx="5711825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4" r:id="rId4" imgW="2438400" imgH="711200" progId="Equation.DSMT4">
                  <p:embed/>
                </p:oleObj>
              </mc:Choice>
              <mc:Fallback>
                <p:oleObj r:id="rId4" imgW="2438400" imgH="711200" progId="Equation.DSMT4">
                  <p:embed/>
                  <p:pic>
                    <p:nvPicPr>
                      <p:cNvPr id="11266" name="Object 2">
                        <a:extLst>
                          <a:ext uri="{FF2B5EF4-FFF2-40B4-BE49-F238E27FC236}">
                            <a16:creationId xmlns:a16="http://schemas.microsoft.com/office/drawing/2014/main" id="{DC9C129F-88EE-41F7-8D4F-F785D122BB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74625"/>
                        <a:ext cx="5711825" cy="167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" name="Text Box 3">
            <a:extLst>
              <a:ext uri="{FF2B5EF4-FFF2-40B4-BE49-F238E27FC236}">
                <a16:creationId xmlns:a16="http://schemas.microsoft.com/office/drawing/2014/main" id="{87FDA041-57FF-47CC-961B-62BA6B250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276475"/>
            <a:ext cx="4538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/>
              <a:t>A</a:t>
            </a:r>
            <a:r>
              <a:rPr lang="zh-CN" altLang="en-US" sz="2800" b="1"/>
              <a:t>的三个顺序主子式为</a:t>
            </a:r>
          </a:p>
        </p:txBody>
      </p:sp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5A56CE3A-4C08-4C6D-A4DB-13FD96A3B8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3284538"/>
          <a:ext cx="17526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5" r:id="rId6" imgW="749300" imgH="228600" progId="Equation.DSMT4">
                  <p:embed/>
                </p:oleObj>
              </mc:Choice>
              <mc:Fallback>
                <p:oleObj r:id="rId6" imgW="749300" imgH="228600" progId="Equation.DSMT4">
                  <p:embed/>
                  <p:pic>
                    <p:nvPicPr>
                      <p:cNvPr id="40964" name="Object 4">
                        <a:extLst>
                          <a:ext uri="{FF2B5EF4-FFF2-40B4-BE49-F238E27FC236}">
                            <a16:creationId xmlns:a16="http://schemas.microsoft.com/office/drawing/2014/main" id="{5A56CE3A-4C08-4C6D-A4DB-13FD96A3B8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84538"/>
                        <a:ext cx="1752600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>
            <a:extLst>
              <a:ext uri="{FF2B5EF4-FFF2-40B4-BE49-F238E27FC236}">
                <a16:creationId xmlns:a16="http://schemas.microsoft.com/office/drawing/2014/main" id="{DC8294A2-492B-4F99-815A-003FC71721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997200"/>
          <a:ext cx="1982788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6" name="Equation" r:id="rId8" imgW="850680" imgH="457200" progId="Equation.DSMT4">
                  <p:embed/>
                </p:oleObj>
              </mc:Choice>
              <mc:Fallback>
                <p:oleObj name="Equation" r:id="rId8" imgW="850680" imgH="457200" progId="Equation.DSMT4">
                  <p:embed/>
                  <p:pic>
                    <p:nvPicPr>
                      <p:cNvPr id="40965" name="Object 5">
                        <a:extLst>
                          <a:ext uri="{FF2B5EF4-FFF2-40B4-BE49-F238E27FC236}">
                            <a16:creationId xmlns:a16="http://schemas.microsoft.com/office/drawing/2014/main" id="{DC8294A2-492B-4F99-815A-003FC71721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997200"/>
                        <a:ext cx="1982788" cy="1069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>
            <a:extLst>
              <a:ext uri="{FF2B5EF4-FFF2-40B4-BE49-F238E27FC236}">
                <a16:creationId xmlns:a16="http://schemas.microsoft.com/office/drawing/2014/main" id="{7DB4C87B-D787-4F3E-98B0-DC7D599F6E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3213100"/>
          <a:ext cx="12192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7" r:id="rId10" imgW="494870" imgH="253780" progId="Equation.DSMT4">
                  <p:embed/>
                </p:oleObj>
              </mc:Choice>
              <mc:Fallback>
                <p:oleObj r:id="rId10" imgW="494870" imgH="253780" progId="Equation.DSMT4">
                  <p:embed/>
                  <p:pic>
                    <p:nvPicPr>
                      <p:cNvPr id="40966" name="Object 6">
                        <a:extLst>
                          <a:ext uri="{FF2B5EF4-FFF2-40B4-BE49-F238E27FC236}">
                            <a16:creationId xmlns:a16="http://schemas.microsoft.com/office/drawing/2014/main" id="{7DB4C87B-D787-4F3E-98B0-DC7D599F6E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213100"/>
                        <a:ext cx="1219200" cy="633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>
            <a:extLst>
              <a:ext uri="{FF2B5EF4-FFF2-40B4-BE49-F238E27FC236}">
                <a16:creationId xmlns:a16="http://schemas.microsoft.com/office/drawing/2014/main" id="{7CC72471-3061-48BE-8266-C334FFAFB1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284538"/>
          <a:ext cx="12350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8" name="Equation" r:id="rId12" imgW="507960" imgH="203040" progId="Equation.DSMT4">
                  <p:embed/>
                </p:oleObj>
              </mc:Choice>
              <mc:Fallback>
                <p:oleObj name="Equation" r:id="rId12" imgW="507960" imgH="203040" progId="Equation.DSMT4">
                  <p:embed/>
                  <p:pic>
                    <p:nvPicPr>
                      <p:cNvPr id="40967" name="Object 7">
                        <a:extLst>
                          <a:ext uri="{FF2B5EF4-FFF2-40B4-BE49-F238E27FC236}">
                            <a16:creationId xmlns:a16="http://schemas.microsoft.com/office/drawing/2014/main" id="{7CC72471-3061-48BE-8266-C334FFAFB1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84538"/>
                        <a:ext cx="123507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>
            <a:extLst>
              <a:ext uri="{FF2B5EF4-FFF2-40B4-BE49-F238E27FC236}">
                <a16:creationId xmlns:a16="http://schemas.microsoft.com/office/drawing/2014/main" id="{C2671827-B40D-4496-A78D-22B8382115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3284538"/>
          <a:ext cx="10668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9" r:id="rId14" imgW="469696" imgH="177723" progId="Equation.DSMT4">
                  <p:embed/>
                </p:oleObj>
              </mc:Choice>
              <mc:Fallback>
                <p:oleObj r:id="rId14" imgW="469696" imgH="177723" progId="Equation.DSMT4">
                  <p:embed/>
                  <p:pic>
                    <p:nvPicPr>
                      <p:cNvPr id="40968" name="Object 8">
                        <a:extLst>
                          <a:ext uri="{FF2B5EF4-FFF2-40B4-BE49-F238E27FC236}">
                            <a16:creationId xmlns:a16="http://schemas.microsoft.com/office/drawing/2014/main" id="{C2671827-B40D-4496-A78D-22B8382115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3284538"/>
                        <a:ext cx="1066800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Text Box 9">
            <a:extLst>
              <a:ext uri="{FF2B5EF4-FFF2-40B4-BE49-F238E27FC236}">
                <a16:creationId xmlns:a16="http://schemas.microsoft.com/office/drawing/2014/main" id="{2A202B71-D569-4300-8564-3DF89744E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292600"/>
            <a:ext cx="8424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可见</a:t>
            </a:r>
            <a:r>
              <a:rPr lang="en-US" altLang="zh-CN" sz="2800" b="1"/>
              <a:t>A</a:t>
            </a:r>
            <a:r>
              <a:rPr lang="zh-CN" altLang="en-US" sz="2800" b="1"/>
              <a:t>不是负定的，不是正定的，也不是半正定的。</a:t>
            </a:r>
          </a:p>
        </p:txBody>
      </p:sp>
      <p:sp>
        <p:nvSpPr>
          <p:cNvPr id="11277" name="Text Box 10">
            <a:extLst>
              <a:ext uri="{FF2B5EF4-FFF2-40B4-BE49-F238E27FC236}">
                <a16:creationId xmlns:a16="http://schemas.microsoft.com/office/drawing/2014/main" id="{5A4B4572-CBB6-4CAC-AB24-6294E4899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05038"/>
            <a:ext cx="1079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  <a:latin typeface="Comic Sans MS" panose="030F0702030302020204" pitchFamily="66" charset="0"/>
              </a:rPr>
              <a:t>解：</a:t>
            </a:r>
          </a:p>
        </p:txBody>
      </p:sp>
    </p:spTree>
  </p:cSld>
  <p:clrMapOvr>
    <a:masterClrMapping/>
  </p:clrMapOvr>
  <p:transition>
    <p:pull dir="r"/>
    <p:sndAc>
      <p:stSnd>
        <p:snd r:embed="rId3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0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utoUpdateAnimBg="0"/>
      <p:bldP spid="40969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日期占位符 1">
            <a:extLst>
              <a:ext uri="{FF2B5EF4-FFF2-40B4-BE49-F238E27FC236}">
                <a16:creationId xmlns:a16="http://schemas.microsoft.com/office/drawing/2014/main" id="{A67EAA35-1860-42C2-BF46-7BC4257C077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B133D7-184F-453B-B9CF-ACF18AE89DB3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2293" name="页脚占位符 2">
            <a:extLst>
              <a:ext uri="{FF2B5EF4-FFF2-40B4-BE49-F238E27FC236}">
                <a16:creationId xmlns:a16="http://schemas.microsoft.com/office/drawing/2014/main" id="{CEDA6B92-74AE-4959-90CA-FF0AEA2FD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12294" name="灯片编号占位符 3">
            <a:extLst>
              <a:ext uri="{FF2B5EF4-FFF2-40B4-BE49-F238E27FC236}">
                <a16:creationId xmlns:a16="http://schemas.microsoft.com/office/drawing/2014/main" id="{729CCE93-E4CF-481A-8C82-7F775A2A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7DAE6C-7369-4113-A0F7-616E1125BCBE}" type="slidenum">
              <a:rPr lang="en-US" altLang="zh-CN"/>
              <a:pPr eaLnBrk="1" hangingPunct="1"/>
              <a:t>64</a:t>
            </a:fld>
            <a:endParaRPr lang="en-US" altLang="zh-CN"/>
          </a:p>
        </p:txBody>
      </p:sp>
      <p:graphicFrame>
        <p:nvGraphicFramePr>
          <p:cNvPr id="41986" name="Object 2">
            <a:extLst>
              <a:ext uri="{FF2B5EF4-FFF2-40B4-BE49-F238E27FC236}">
                <a16:creationId xmlns:a16="http://schemas.microsoft.com/office/drawing/2014/main" id="{853223F8-9AC9-4124-AA06-832B9671D3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33375"/>
          <a:ext cx="6704012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8" name="Equation" r:id="rId4" imgW="6705360" imgH="1384200" progId="Equation.DSMT4">
                  <p:embed/>
                </p:oleObj>
              </mc:Choice>
              <mc:Fallback>
                <p:oleObj name="Equation" r:id="rId4" imgW="6705360" imgH="1384200" progId="Equation.DSMT4">
                  <p:embed/>
                  <p:pic>
                    <p:nvPicPr>
                      <p:cNvPr id="41986" name="Object 2">
                        <a:extLst>
                          <a:ext uri="{FF2B5EF4-FFF2-40B4-BE49-F238E27FC236}">
                            <a16:creationId xmlns:a16="http://schemas.microsoft.com/office/drawing/2014/main" id="{853223F8-9AC9-4124-AA06-832B9671D3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33375"/>
                        <a:ext cx="6704012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>
            <a:extLst>
              <a:ext uri="{FF2B5EF4-FFF2-40B4-BE49-F238E27FC236}">
                <a16:creationId xmlns:a16="http://schemas.microsoft.com/office/drawing/2014/main" id="{2C78EB32-17DE-4061-BC9B-2DE5EEC1F9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2133600"/>
          <a:ext cx="7200900" cy="3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9" name="Equation" r:id="rId6" imgW="6806880" imgH="3593880" progId="Equation.DSMT4">
                  <p:embed/>
                </p:oleObj>
              </mc:Choice>
              <mc:Fallback>
                <p:oleObj name="Equation" r:id="rId6" imgW="6806880" imgH="3593880" progId="Equation.DSMT4">
                  <p:embed/>
                  <p:pic>
                    <p:nvPicPr>
                      <p:cNvPr id="41988" name="Object 4">
                        <a:extLst>
                          <a:ext uri="{FF2B5EF4-FFF2-40B4-BE49-F238E27FC236}">
                            <a16:creationId xmlns:a16="http://schemas.microsoft.com/office/drawing/2014/main" id="{2C78EB32-17DE-4061-BC9B-2DE5EEC1F9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133600"/>
                        <a:ext cx="7200900" cy="380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日期占位符 1">
            <a:extLst>
              <a:ext uri="{FF2B5EF4-FFF2-40B4-BE49-F238E27FC236}">
                <a16:creationId xmlns:a16="http://schemas.microsoft.com/office/drawing/2014/main" id="{F4442602-5671-4D05-9C0C-02086BC4DE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2EBDF8-AC80-4622-AB63-74A5A664FB9A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3316" name="页脚占位符 2">
            <a:extLst>
              <a:ext uri="{FF2B5EF4-FFF2-40B4-BE49-F238E27FC236}">
                <a16:creationId xmlns:a16="http://schemas.microsoft.com/office/drawing/2014/main" id="{F536B4CD-9DDC-40E1-8E47-C14DD864B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13317" name="灯片编号占位符 3">
            <a:extLst>
              <a:ext uri="{FF2B5EF4-FFF2-40B4-BE49-F238E27FC236}">
                <a16:creationId xmlns:a16="http://schemas.microsoft.com/office/drawing/2014/main" id="{1BA9D24F-81A2-4364-809B-CC5704F9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17631E4-491A-4812-9EF9-C5A644FD792F}" type="slidenum">
              <a:rPr lang="en-US" altLang="zh-CN"/>
              <a:pPr eaLnBrk="1" hangingPunct="1"/>
              <a:t>65</a:t>
            </a:fld>
            <a:endParaRPr lang="en-US" altLang="zh-CN"/>
          </a:p>
        </p:txBody>
      </p:sp>
      <p:graphicFrame>
        <p:nvGraphicFramePr>
          <p:cNvPr id="44034" name="Object 2">
            <a:extLst>
              <a:ext uri="{FF2B5EF4-FFF2-40B4-BE49-F238E27FC236}">
                <a16:creationId xmlns:a16="http://schemas.microsoft.com/office/drawing/2014/main" id="{7EE003F6-0A33-42AF-ACC8-69BF17CB3D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268413"/>
          <a:ext cx="6840537" cy="200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2" name="Equation" r:id="rId4" imgW="6273720" imgH="1841400" progId="Equation.DSMT4">
                  <p:embed/>
                </p:oleObj>
              </mc:Choice>
              <mc:Fallback>
                <p:oleObj name="Equation" r:id="rId4" imgW="6273720" imgH="1841400" progId="Equation.DSMT4">
                  <p:embed/>
                  <p:pic>
                    <p:nvPicPr>
                      <p:cNvPr id="44034" name="Object 2">
                        <a:extLst>
                          <a:ext uri="{FF2B5EF4-FFF2-40B4-BE49-F238E27FC236}">
                            <a16:creationId xmlns:a16="http://schemas.microsoft.com/office/drawing/2014/main" id="{7EE003F6-0A33-42AF-ACC8-69BF17CB3D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268413"/>
                        <a:ext cx="6840537" cy="200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日期占位符 1">
            <a:extLst>
              <a:ext uri="{FF2B5EF4-FFF2-40B4-BE49-F238E27FC236}">
                <a16:creationId xmlns:a16="http://schemas.microsoft.com/office/drawing/2014/main" id="{5936C5A5-A322-4C1F-BE22-1C5908E973F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9E0E34-B088-44A2-86DF-9572C81A3C1B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4345" name="页脚占位符 2">
            <a:extLst>
              <a:ext uri="{FF2B5EF4-FFF2-40B4-BE49-F238E27FC236}">
                <a16:creationId xmlns:a16="http://schemas.microsoft.com/office/drawing/2014/main" id="{60D10C2C-98EF-40A3-9050-4C55A9E5E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14346" name="灯片编号占位符 3">
            <a:extLst>
              <a:ext uri="{FF2B5EF4-FFF2-40B4-BE49-F238E27FC236}">
                <a16:creationId xmlns:a16="http://schemas.microsoft.com/office/drawing/2014/main" id="{00F0CF04-EF69-4089-96A1-E271FECE9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347E6C6-5731-45C9-B61C-82692928711C}" type="slidenum">
              <a:rPr lang="en-US" altLang="zh-CN"/>
              <a:pPr eaLnBrk="1" hangingPunct="1"/>
              <a:t>66</a:t>
            </a:fld>
            <a:endParaRPr lang="en-US" altLang="zh-CN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7F406686-AC98-496D-91A4-BEBDEEAE867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79388" y="188913"/>
            <a:ext cx="5040312" cy="685800"/>
          </a:xfrm>
          <a:solidFill>
            <a:srgbClr val="CCFFCC"/>
          </a:solidFill>
        </p:spPr>
        <p:txBody>
          <a:bodyPr/>
          <a:lstStyle/>
          <a:p>
            <a:pPr marL="0" indent="0" algn="r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CC0000"/>
                </a:solidFill>
              </a:rPr>
              <a:t> </a:t>
            </a:r>
            <a:r>
              <a:rPr lang="zh-CN" altLang="en-US" b="1">
                <a:solidFill>
                  <a:srgbClr val="CC0000"/>
                </a:solidFill>
              </a:rPr>
              <a:t>复习二次型及其标准型</a:t>
            </a: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65695608-3C41-4D0B-A0E1-94AD58616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2936875"/>
            <a:ext cx="1219200" cy="485775"/>
          </a:xfrm>
          <a:prstGeom prst="rect">
            <a:avLst/>
          </a:prstGeom>
          <a:solidFill>
            <a:srgbClr val="FFCCCC"/>
          </a:solidFill>
          <a:ln w="28575">
            <a:solidFill>
              <a:srgbClr val="33333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>
                <a:latin typeface="Times New Roman" panose="02020603050405020304" pitchFamily="18" charset="0"/>
              </a:rPr>
              <a:t>二次型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9F00B35-CC8C-45FB-9B67-70520284D773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3470275"/>
            <a:ext cx="1981200" cy="914400"/>
            <a:chOff x="1104" y="1680"/>
            <a:chExt cx="1296" cy="624"/>
          </a:xfrm>
        </p:grpSpPr>
        <p:sp>
          <p:nvSpPr>
            <p:cNvPr id="14379" name="Line 5">
              <a:extLst>
                <a:ext uri="{FF2B5EF4-FFF2-40B4-BE49-F238E27FC236}">
                  <a16:creationId xmlns:a16="http://schemas.microsoft.com/office/drawing/2014/main" id="{81BBFB2D-69BD-4972-820A-3565BDF8C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680"/>
              <a:ext cx="0" cy="240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43" name="Object 6">
              <a:extLst>
                <a:ext uri="{FF2B5EF4-FFF2-40B4-BE49-F238E27FC236}">
                  <a16:creationId xmlns:a16="http://schemas.microsoft.com/office/drawing/2014/main" id="{7B1AFDDA-ED87-410C-8951-31464A21CF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1920"/>
            <a:ext cx="129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66" name="Equation" r:id="rId3" imgW="799920" imgH="241200" progId="Equation.3">
                    <p:embed/>
                  </p:oleObj>
                </mc:Choice>
                <mc:Fallback>
                  <p:oleObj name="Equation" r:id="rId3" imgW="799920" imgH="241200" progId="Equation.3">
                    <p:embed/>
                    <p:pic>
                      <p:nvPicPr>
                        <p:cNvPr id="14343" name="Object 6">
                          <a:extLst>
                            <a:ext uri="{FF2B5EF4-FFF2-40B4-BE49-F238E27FC236}">
                              <a16:creationId xmlns:a16="http://schemas.microsoft.com/office/drawing/2014/main" id="{7B1AFDDA-ED87-410C-8951-31464A21CF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920"/>
                          <a:ext cx="1296" cy="384"/>
                        </a:xfrm>
                        <a:prstGeom prst="rect">
                          <a:avLst/>
                        </a:prstGeom>
                        <a:solidFill>
                          <a:srgbClr val="FFCC99"/>
                        </a:solidFill>
                        <a:ln w="28575">
                          <a:solidFill>
                            <a:srgbClr val="99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087" name="Line 7">
            <a:extLst>
              <a:ext uri="{FF2B5EF4-FFF2-40B4-BE49-F238E27FC236}">
                <a16:creationId xmlns:a16="http://schemas.microsoft.com/office/drawing/2014/main" id="{6FF76062-1650-480C-9D73-81B6C4C2A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2713" y="3165475"/>
            <a:ext cx="3810000" cy="0"/>
          </a:xfrm>
          <a:prstGeom prst="line">
            <a:avLst/>
          </a:prstGeom>
          <a:noFill/>
          <a:ln w="28575">
            <a:solidFill>
              <a:srgbClr val="FF0066"/>
            </a:solidFill>
            <a:prstDash val="dash"/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8" name="Text Box 8">
            <a:extLst>
              <a:ext uri="{FF2B5EF4-FFF2-40B4-BE49-F238E27FC236}">
                <a16:creationId xmlns:a16="http://schemas.microsoft.com/office/drawing/2014/main" id="{9AB4EF0A-DCB4-476E-8358-258082B6D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2936875"/>
            <a:ext cx="1219200" cy="485775"/>
          </a:xfrm>
          <a:prstGeom prst="rect">
            <a:avLst/>
          </a:prstGeom>
          <a:solidFill>
            <a:srgbClr val="CCECFF"/>
          </a:solidFill>
          <a:ln w="28575">
            <a:solidFill>
              <a:srgbClr val="6666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Times New Roman" panose="02020603050405020304" pitchFamily="18" charset="0"/>
              </a:rPr>
              <a:t>标准形</a:t>
            </a: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A74858E4-27CF-4276-8148-ED37DA9898A6}"/>
              </a:ext>
            </a:extLst>
          </p:cNvPr>
          <p:cNvGrpSpPr>
            <a:grpSpLocks/>
          </p:cNvGrpSpPr>
          <p:nvPr/>
        </p:nvGrpSpPr>
        <p:grpSpPr bwMode="auto">
          <a:xfrm>
            <a:off x="1500188" y="4232275"/>
            <a:ext cx="1431925" cy="809625"/>
            <a:chOff x="1632" y="2208"/>
            <a:chExt cx="902" cy="481"/>
          </a:xfrm>
        </p:grpSpPr>
        <p:sp>
          <p:nvSpPr>
            <p:cNvPr id="14377" name="Line 10">
              <a:extLst>
                <a:ext uri="{FF2B5EF4-FFF2-40B4-BE49-F238E27FC236}">
                  <a16:creationId xmlns:a16="http://schemas.microsoft.com/office/drawing/2014/main" id="{93A53AB9-E7EA-4C11-BE50-11F433B07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208"/>
              <a:ext cx="0" cy="240"/>
            </a:xfrm>
            <a:prstGeom prst="line">
              <a:avLst/>
            </a:prstGeom>
            <a:noFill/>
            <a:ln w="28575">
              <a:solidFill>
                <a:srgbClr val="666699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8" name="Text Box 11">
              <a:extLst>
                <a:ext uri="{FF2B5EF4-FFF2-40B4-BE49-F238E27FC236}">
                  <a16:creationId xmlns:a16="http://schemas.microsoft.com/office/drawing/2014/main" id="{8A534DC0-20A1-4F71-B7CD-035F734DF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400"/>
              <a:ext cx="902" cy="289"/>
            </a:xfrm>
            <a:prstGeom prst="rect">
              <a:avLst/>
            </a:prstGeom>
            <a:solidFill>
              <a:srgbClr val="EAEAEA"/>
            </a:solidFill>
            <a:ln w="28575">
              <a:solidFill>
                <a:srgbClr val="666699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latin typeface="Times New Roman" panose="02020603050405020304" pitchFamily="18" charset="0"/>
                </a:rPr>
                <a:t>实对称阵</a:t>
              </a:r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87AAA6A9-7EC4-4A06-B63E-E74174A6FBDB}"/>
              </a:ext>
            </a:extLst>
          </p:cNvPr>
          <p:cNvGrpSpPr>
            <a:grpSpLocks/>
          </p:cNvGrpSpPr>
          <p:nvPr/>
        </p:nvGrpSpPr>
        <p:grpSpPr bwMode="auto">
          <a:xfrm>
            <a:off x="6157913" y="3470275"/>
            <a:ext cx="1812925" cy="914400"/>
            <a:chOff x="4349" y="1632"/>
            <a:chExt cx="1142" cy="624"/>
          </a:xfrm>
        </p:grpSpPr>
        <p:sp>
          <p:nvSpPr>
            <p:cNvPr id="14376" name="Line 13">
              <a:extLst>
                <a:ext uri="{FF2B5EF4-FFF2-40B4-BE49-F238E27FC236}">
                  <a16:creationId xmlns:a16="http://schemas.microsoft.com/office/drawing/2014/main" id="{0FB5A130-1983-4F71-97AB-B14728592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1632"/>
              <a:ext cx="0" cy="224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42" name="Object 14">
              <a:extLst>
                <a:ext uri="{FF2B5EF4-FFF2-40B4-BE49-F238E27FC236}">
                  <a16:creationId xmlns:a16="http://schemas.microsoft.com/office/drawing/2014/main" id="{E7A5EF05-7512-4D69-A0E3-681419D6C7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9" y="1901"/>
            <a:ext cx="1142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67" name="Equation" r:id="rId5" imgW="749160" imgH="241200" progId="Equation.3">
                    <p:embed/>
                  </p:oleObj>
                </mc:Choice>
                <mc:Fallback>
                  <p:oleObj name="Equation" r:id="rId5" imgW="749160" imgH="241200" progId="Equation.3">
                    <p:embed/>
                    <p:pic>
                      <p:nvPicPr>
                        <p:cNvPr id="14342" name="Object 14">
                          <a:extLst>
                            <a:ext uri="{FF2B5EF4-FFF2-40B4-BE49-F238E27FC236}">
                              <a16:creationId xmlns:a16="http://schemas.microsoft.com/office/drawing/2014/main" id="{E7A5EF05-7512-4D69-A0E3-681419D6C7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9" y="1901"/>
                          <a:ext cx="1142" cy="355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28575">
                          <a:solidFill>
                            <a:srgbClr val="CC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">
            <a:extLst>
              <a:ext uri="{FF2B5EF4-FFF2-40B4-BE49-F238E27FC236}">
                <a16:creationId xmlns:a16="http://schemas.microsoft.com/office/drawing/2014/main" id="{B0231323-0B79-4F8B-82C1-41ACA70C1A80}"/>
              </a:ext>
            </a:extLst>
          </p:cNvPr>
          <p:cNvGrpSpPr>
            <a:grpSpLocks/>
          </p:cNvGrpSpPr>
          <p:nvPr/>
        </p:nvGrpSpPr>
        <p:grpSpPr bwMode="auto">
          <a:xfrm>
            <a:off x="6916738" y="4316413"/>
            <a:ext cx="1127125" cy="833437"/>
            <a:chOff x="3888" y="2208"/>
            <a:chExt cx="710" cy="576"/>
          </a:xfrm>
        </p:grpSpPr>
        <p:sp>
          <p:nvSpPr>
            <p:cNvPr id="14374" name="Text Box 16">
              <a:extLst>
                <a:ext uri="{FF2B5EF4-FFF2-40B4-BE49-F238E27FC236}">
                  <a16:creationId xmlns:a16="http://schemas.microsoft.com/office/drawing/2014/main" id="{BF7FC769-47BB-48ED-8135-E914B1C28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448"/>
              <a:ext cx="710" cy="336"/>
            </a:xfrm>
            <a:prstGeom prst="rect">
              <a:avLst/>
            </a:prstGeom>
            <a:solidFill>
              <a:srgbClr val="CCFF99"/>
            </a:solidFill>
            <a:ln w="28575">
              <a:solidFill>
                <a:srgbClr val="808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 b="1">
                  <a:latin typeface="Times New Roman" panose="02020603050405020304" pitchFamily="18" charset="0"/>
                </a:rPr>
                <a:t>对角阵</a:t>
              </a:r>
            </a:p>
          </p:txBody>
        </p:sp>
        <p:sp>
          <p:nvSpPr>
            <p:cNvPr id="14375" name="Line 17">
              <a:extLst>
                <a:ext uri="{FF2B5EF4-FFF2-40B4-BE49-F238E27FC236}">
                  <a16:creationId xmlns:a16="http://schemas.microsoft.com/office/drawing/2014/main" id="{77C07864-736C-4EEF-B7A8-D9A7269F9B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2208"/>
              <a:ext cx="0" cy="240"/>
            </a:xfrm>
            <a:prstGeom prst="line">
              <a:avLst/>
            </a:prstGeom>
            <a:noFill/>
            <a:ln w="28575">
              <a:solidFill>
                <a:srgbClr val="8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098" name="Text Box 18">
            <a:extLst>
              <a:ext uri="{FF2B5EF4-FFF2-40B4-BE49-F238E27FC236}">
                <a16:creationId xmlns:a16="http://schemas.microsoft.com/office/drawing/2014/main" id="{D777E665-E553-46FA-89A4-B063FDA7C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3" y="2708275"/>
            <a:ext cx="1870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FF0066"/>
                </a:solidFill>
                <a:latin typeface="Times New Roman" panose="02020603050405020304" pitchFamily="18" charset="0"/>
              </a:rPr>
              <a:t>可逆线性变换</a:t>
            </a:r>
          </a:p>
        </p:txBody>
      </p:sp>
      <p:graphicFrame>
        <p:nvGraphicFramePr>
          <p:cNvPr id="46099" name="Object 19">
            <a:extLst>
              <a:ext uri="{FF2B5EF4-FFF2-40B4-BE49-F238E27FC236}">
                <a16:creationId xmlns:a16="http://schemas.microsoft.com/office/drawing/2014/main" id="{05E80AB2-7F53-4ADB-A615-455E415662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8713" y="2708275"/>
          <a:ext cx="1117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8" name="Equation" r:id="rId7" imgW="558720" imgH="177480" progId="Equation.3">
                  <p:embed/>
                </p:oleObj>
              </mc:Choice>
              <mc:Fallback>
                <p:oleObj name="Equation" r:id="rId7" imgW="558720" imgH="177480" progId="Equation.3">
                  <p:embed/>
                  <p:pic>
                    <p:nvPicPr>
                      <p:cNvPr id="46099" name="Object 19">
                        <a:extLst>
                          <a:ext uri="{FF2B5EF4-FFF2-40B4-BE49-F238E27FC236}">
                            <a16:creationId xmlns:a16="http://schemas.microsoft.com/office/drawing/2014/main" id="{05E80AB2-7F53-4ADB-A615-455E415662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8713" y="2708275"/>
                        <a:ext cx="1117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0" name="Object 20">
            <a:extLst>
              <a:ext uri="{FF2B5EF4-FFF2-40B4-BE49-F238E27FC236}">
                <a16:creationId xmlns:a16="http://schemas.microsoft.com/office/drawing/2014/main" id="{9A8DBC80-9C67-4B99-8AB7-7910EE2F3A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3313" y="3394075"/>
          <a:ext cx="16764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9" name="Equation" r:id="rId9" imgW="761760" imgH="215640" progId="Equation.3">
                  <p:embed/>
                </p:oleObj>
              </mc:Choice>
              <mc:Fallback>
                <p:oleObj name="Equation" r:id="rId9" imgW="761760" imgH="215640" progId="Equation.3">
                  <p:embed/>
                  <p:pic>
                    <p:nvPicPr>
                      <p:cNvPr id="46100" name="Object 20">
                        <a:extLst>
                          <a:ext uri="{FF2B5EF4-FFF2-40B4-BE49-F238E27FC236}">
                            <a16:creationId xmlns:a16="http://schemas.microsoft.com/office/drawing/2014/main" id="{9A8DBC80-9C67-4B99-8AB7-7910EE2F3A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3394075"/>
                        <a:ext cx="1676400" cy="517525"/>
                      </a:xfrm>
                      <a:prstGeom prst="rect">
                        <a:avLst/>
                      </a:prstGeom>
                      <a:solidFill>
                        <a:srgbClr val="D3CD93"/>
                      </a:solidFill>
                      <a:ln w="28575">
                        <a:solidFill>
                          <a:srgbClr val="464F35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1" name="Line 21">
            <a:extLst>
              <a:ext uri="{FF2B5EF4-FFF2-40B4-BE49-F238E27FC236}">
                <a16:creationId xmlns:a16="http://schemas.microsoft.com/office/drawing/2014/main" id="{36DC37AD-831A-42EF-AA67-47AAA51BD4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0113" y="3013075"/>
            <a:ext cx="914400" cy="533400"/>
          </a:xfrm>
          <a:prstGeom prst="line">
            <a:avLst/>
          </a:prstGeom>
          <a:noFill/>
          <a:ln w="19050">
            <a:solidFill>
              <a:srgbClr val="CC0066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22">
            <a:extLst>
              <a:ext uri="{FF2B5EF4-FFF2-40B4-BE49-F238E27FC236}">
                <a16:creationId xmlns:a16="http://schemas.microsoft.com/office/drawing/2014/main" id="{8D022660-76AB-4915-91CA-14FDEFB308D2}"/>
              </a:ext>
            </a:extLst>
          </p:cNvPr>
          <p:cNvGrpSpPr>
            <a:grpSpLocks/>
          </p:cNvGrpSpPr>
          <p:nvPr/>
        </p:nvGrpSpPr>
        <p:grpSpPr bwMode="auto">
          <a:xfrm>
            <a:off x="2957513" y="3698875"/>
            <a:ext cx="3048000" cy="457200"/>
            <a:chOff x="2496" y="1968"/>
            <a:chExt cx="1776" cy="240"/>
          </a:xfrm>
        </p:grpSpPr>
        <p:grpSp>
          <p:nvGrpSpPr>
            <p:cNvPr id="14368" name="Group 23">
              <a:extLst>
                <a:ext uri="{FF2B5EF4-FFF2-40B4-BE49-F238E27FC236}">
                  <a16:creationId xmlns:a16="http://schemas.microsoft.com/office/drawing/2014/main" id="{0E60E3E6-318B-40D1-9DA0-AE87B9AE09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968"/>
              <a:ext cx="336" cy="240"/>
              <a:chOff x="2496" y="1968"/>
              <a:chExt cx="336" cy="240"/>
            </a:xfrm>
          </p:grpSpPr>
          <p:sp>
            <p:nvSpPr>
              <p:cNvPr id="14372" name="Line 24">
                <a:extLst>
                  <a:ext uri="{FF2B5EF4-FFF2-40B4-BE49-F238E27FC236}">
                    <a16:creationId xmlns:a16="http://schemas.microsoft.com/office/drawing/2014/main" id="{2FF8BD14-C965-4F2E-A045-A4EDE58388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6" y="1968"/>
                <a:ext cx="336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73" name="Line 25">
                <a:extLst>
                  <a:ext uri="{FF2B5EF4-FFF2-40B4-BE49-F238E27FC236}">
                    <a16:creationId xmlns:a16="http://schemas.microsoft.com/office/drawing/2014/main" id="{B1CE1525-6985-490E-BC7C-F9D40F686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6" y="2016"/>
                <a:ext cx="336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369" name="Group 26">
              <a:extLst>
                <a:ext uri="{FF2B5EF4-FFF2-40B4-BE49-F238E27FC236}">
                  <a16:creationId xmlns:a16="http://schemas.microsoft.com/office/drawing/2014/main" id="{95B827E4-446B-4BBC-9D2B-F1175FADD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1968"/>
              <a:ext cx="336" cy="192"/>
              <a:chOff x="3936" y="1968"/>
              <a:chExt cx="336" cy="192"/>
            </a:xfrm>
          </p:grpSpPr>
          <p:sp>
            <p:nvSpPr>
              <p:cNvPr id="14370" name="Line 27">
                <a:extLst>
                  <a:ext uri="{FF2B5EF4-FFF2-40B4-BE49-F238E27FC236}">
                    <a16:creationId xmlns:a16="http://schemas.microsoft.com/office/drawing/2014/main" id="{E3610505-D402-4C7F-B5AA-65BD3D249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016"/>
                <a:ext cx="336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71" name="Line 28">
                <a:extLst>
                  <a:ext uri="{FF2B5EF4-FFF2-40B4-BE49-F238E27FC236}">
                    <a16:creationId xmlns:a16="http://schemas.microsoft.com/office/drawing/2014/main" id="{6716C25D-C640-4FBD-B054-445C65F5C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1968"/>
                <a:ext cx="336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Group 29">
            <a:extLst>
              <a:ext uri="{FF2B5EF4-FFF2-40B4-BE49-F238E27FC236}">
                <a16:creationId xmlns:a16="http://schemas.microsoft.com/office/drawing/2014/main" id="{BC2C291D-85E6-4D84-BBE8-C63BD824D73F}"/>
              </a:ext>
            </a:extLst>
          </p:cNvPr>
          <p:cNvGrpSpPr>
            <a:grpSpLocks/>
          </p:cNvGrpSpPr>
          <p:nvPr/>
        </p:nvGrpSpPr>
        <p:grpSpPr bwMode="auto">
          <a:xfrm>
            <a:off x="3262313" y="3927475"/>
            <a:ext cx="2514600" cy="1219200"/>
            <a:chOff x="2976" y="2160"/>
            <a:chExt cx="1056" cy="720"/>
          </a:xfrm>
        </p:grpSpPr>
        <p:grpSp>
          <p:nvGrpSpPr>
            <p:cNvPr id="14362" name="Group 30">
              <a:extLst>
                <a:ext uri="{FF2B5EF4-FFF2-40B4-BE49-F238E27FC236}">
                  <a16:creationId xmlns:a16="http://schemas.microsoft.com/office/drawing/2014/main" id="{67F1F83C-D09F-434E-AA7C-90984AAB66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160"/>
              <a:ext cx="1056" cy="720"/>
              <a:chOff x="2976" y="2160"/>
              <a:chExt cx="1056" cy="720"/>
            </a:xfrm>
          </p:grpSpPr>
          <p:grpSp>
            <p:nvGrpSpPr>
              <p:cNvPr id="14364" name="Group 31">
                <a:extLst>
                  <a:ext uri="{FF2B5EF4-FFF2-40B4-BE49-F238E27FC236}">
                    <a16:creationId xmlns:a16="http://schemas.microsoft.com/office/drawing/2014/main" id="{504D6865-28B9-4431-B3C6-9D471DAD09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6" y="2160"/>
                <a:ext cx="1056" cy="720"/>
                <a:chOff x="2976" y="2160"/>
                <a:chExt cx="1056" cy="720"/>
              </a:xfrm>
            </p:grpSpPr>
            <p:sp>
              <p:nvSpPr>
                <p:cNvPr id="14366" name="Line 32">
                  <a:extLst>
                    <a:ext uri="{FF2B5EF4-FFF2-40B4-BE49-F238E27FC236}">
                      <a16:creationId xmlns:a16="http://schemas.microsoft.com/office/drawing/2014/main" id="{B3861BE9-0D88-4BBB-B46A-B354B5D7F4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160"/>
                  <a:ext cx="0" cy="720"/>
                </a:xfrm>
                <a:prstGeom prst="line">
                  <a:avLst/>
                </a:prstGeom>
                <a:noFill/>
                <a:ln w="2857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67" name="Line 33">
                  <a:extLst>
                    <a:ext uri="{FF2B5EF4-FFF2-40B4-BE49-F238E27FC236}">
                      <a16:creationId xmlns:a16="http://schemas.microsoft.com/office/drawing/2014/main" id="{0C32EC00-AA10-4F95-B9F6-D7E10AC524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2496"/>
                  <a:ext cx="1056" cy="0"/>
                </a:xfrm>
                <a:prstGeom prst="line">
                  <a:avLst/>
                </a:prstGeom>
                <a:noFill/>
                <a:ln w="28575">
                  <a:solidFill>
                    <a:srgbClr val="00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4365" name="Line 34">
                <a:extLst>
                  <a:ext uri="{FF2B5EF4-FFF2-40B4-BE49-F238E27FC236}">
                    <a16:creationId xmlns:a16="http://schemas.microsoft.com/office/drawing/2014/main" id="{41A38BE1-3728-444F-A54A-BF6144CA5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496"/>
                <a:ext cx="0" cy="384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63" name="Line 35">
              <a:extLst>
                <a:ext uri="{FF2B5EF4-FFF2-40B4-BE49-F238E27FC236}">
                  <a16:creationId xmlns:a16="http://schemas.microsoft.com/office/drawing/2014/main" id="{5CA34595-0817-4D35-9984-3007F0F91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496"/>
              <a:ext cx="0" cy="384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116" name="Text Box 36">
            <a:extLst>
              <a:ext uri="{FF2B5EF4-FFF2-40B4-BE49-F238E27FC236}">
                <a16:creationId xmlns:a16="http://schemas.microsoft.com/office/drawing/2014/main" id="{F5AF038C-450F-48A8-9CBD-E17CEE1BE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5146675"/>
            <a:ext cx="1714500" cy="538163"/>
          </a:xfrm>
          <a:prstGeom prst="rect">
            <a:avLst/>
          </a:prstGeom>
          <a:solidFill>
            <a:srgbClr val="CC99FF"/>
          </a:solidFill>
          <a:ln w="19050">
            <a:solidFill>
              <a:srgbClr val="80008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正交变换</a:t>
            </a:r>
          </a:p>
        </p:txBody>
      </p:sp>
      <p:sp>
        <p:nvSpPr>
          <p:cNvPr id="46117" name="Text Box 37">
            <a:extLst>
              <a:ext uri="{FF2B5EF4-FFF2-40B4-BE49-F238E27FC236}">
                <a16:creationId xmlns:a16="http://schemas.microsoft.com/office/drawing/2014/main" id="{C02EC1EB-1383-4CD1-B2EC-6401B1E74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146675"/>
            <a:ext cx="990600" cy="538163"/>
          </a:xfrm>
          <a:prstGeom prst="rect">
            <a:avLst/>
          </a:prstGeom>
          <a:solidFill>
            <a:srgbClr val="66FFFF"/>
          </a:solidFill>
          <a:ln w="19050">
            <a:solidFill>
              <a:srgbClr val="0099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配方</a:t>
            </a:r>
          </a:p>
        </p:txBody>
      </p:sp>
      <p:sp>
        <p:nvSpPr>
          <p:cNvPr id="46118" name="Text Box 38">
            <a:extLst>
              <a:ext uri="{FF2B5EF4-FFF2-40B4-BE49-F238E27FC236}">
                <a16:creationId xmlns:a16="http://schemas.microsoft.com/office/drawing/2014/main" id="{CEC933BF-A65E-48EA-96CE-6F6BB5B3A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1113" y="5146675"/>
            <a:ext cx="1676400" cy="538163"/>
          </a:xfrm>
          <a:prstGeom prst="rect">
            <a:avLst/>
          </a:prstGeom>
          <a:solidFill>
            <a:srgbClr val="FF9999"/>
          </a:solidFill>
          <a:ln w="19050">
            <a:solidFill>
              <a:srgbClr val="CC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初等变换</a:t>
            </a:r>
          </a:p>
        </p:txBody>
      </p:sp>
      <p:graphicFrame>
        <p:nvGraphicFramePr>
          <p:cNvPr id="46119" name="Object 39">
            <a:extLst>
              <a:ext uri="{FF2B5EF4-FFF2-40B4-BE49-F238E27FC236}">
                <a16:creationId xmlns:a16="http://schemas.microsoft.com/office/drawing/2014/main" id="{6BEDC38B-0D34-4A9A-A075-5FDC133F4E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052513"/>
          <a:ext cx="2951163" cy="127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0" name="Equation" r:id="rId11" imgW="952200" imgH="406080" progId="Equation.DSMT4">
                  <p:embed/>
                </p:oleObj>
              </mc:Choice>
              <mc:Fallback>
                <p:oleObj name="Equation" r:id="rId11" imgW="952200" imgH="406080" progId="Equation.DSMT4">
                  <p:embed/>
                  <p:pic>
                    <p:nvPicPr>
                      <p:cNvPr id="46119" name="Object 39">
                        <a:extLst>
                          <a:ext uri="{FF2B5EF4-FFF2-40B4-BE49-F238E27FC236}">
                            <a16:creationId xmlns:a16="http://schemas.microsoft.com/office/drawing/2014/main" id="{6BEDC38B-0D34-4A9A-A075-5FDC133F4E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052513"/>
                        <a:ext cx="2951163" cy="1277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0" name="Object 40">
            <a:extLst>
              <a:ext uri="{FF2B5EF4-FFF2-40B4-BE49-F238E27FC236}">
                <a16:creationId xmlns:a16="http://schemas.microsoft.com/office/drawing/2014/main" id="{C2DDD3C8-85CD-45BB-AC7D-176DED92E2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0050" y="1341438"/>
          <a:ext cx="4249738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1" name="Equation" r:id="rId13" imgW="1536480" imgH="241200" progId="Equation.DSMT4">
                  <p:embed/>
                </p:oleObj>
              </mc:Choice>
              <mc:Fallback>
                <p:oleObj name="Equation" r:id="rId13" imgW="1536480" imgH="241200" progId="Equation.DSMT4">
                  <p:embed/>
                  <p:pic>
                    <p:nvPicPr>
                      <p:cNvPr id="46120" name="Object 40">
                        <a:extLst>
                          <a:ext uri="{FF2B5EF4-FFF2-40B4-BE49-F238E27FC236}">
                            <a16:creationId xmlns:a16="http://schemas.microsoft.com/office/drawing/2014/main" id="{C2DDD3C8-85CD-45BB-AC7D-176DED92E2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1341438"/>
                        <a:ext cx="4249738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6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4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4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3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6" dur="500"/>
                                        <p:tgtEl>
                                          <p:spTgt spid="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build="p" autoUpdateAnimBg="0"/>
      <p:bldP spid="46083" grpId="0" animBg="1" autoUpdateAnimBg="0"/>
      <p:bldP spid="46088" grpId="0" animBg="1" autoUpdateAnimBg="0"/>
      <p:bldP spid="46098" grpId="0" autoUpdateAnimBg="0"/>
      <p:bldP spid="46116" grpId="0" animBg="1" autoUpdateAnimBg="0"/>
      <p:bldP spid="46117" grpId="0" animBg="1" autoUpdateAnimBg="0"/>
      <p:bldP spid="46118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2" name="日期占位符 1">
            <a:extLst>
              <a:ext uri="{FF2B5EF4-FFF2-40B4-BE49-F238E27FC236}">
                <a16:creationId xmlns:a16="http://schemas.microsoft.com/office/drawing/2014/main" id="{FB571F06-2A40-47EE-8140-7DC21A83536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B300A2-6090-43ED-8BCF-8CFB90C157A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5373" name="页脚占位符 2">
            <a:extLst>
              <a:ext uri="{FF2B5EF4-FFF2-40B4-BE49-F238E27FC236}">
                <a16:creationId xmlns:a16="http://schemas.microsoft.com/office/drawing/2014/main" id="{69D36AE0-A5C1-4256-8E02-F7EA4270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15374" name="灯片编号占位符 3">
            <a:extLst>
              <a:ext uri="{FF2B5EF4-FFF2-40B4-BE49-F238E27FC236}">
                <a16:creationId xmlns:a16="http://schemas.microsoft.com/office/drawing/2014/main" id="{C0B5018A-E513-41F9-9D86-A3BA6D49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169EC3-9268-49E0-8A6D-E9E664B2CDB1}" type="slidenum">
              <a:rPr lang="en-US" altLang="zh-CN"/>
              <a:pPr eaLnBrk="1" hangingPunct="1"/>
              <a:t>67</a:t>
            </a:fld>
            <a:endParaRPr lang="en-US" altLang="zh-CN"/>
          </a:p>
        </p:txBody>
      </p:sp>
      <p:graphicFrame>
        <p:nvGraphicFramePr>
          <p:cNvPr id="47106" name="Object 2">
            <a:extLst>
              <a:ext uri="{FF2B5EF4-FFF2-40B4-BE49-F238E27FC236}">
                <a16:creationId xmlns:a16="http://schemas.microsoft.com/office/drawing/2014/main" id="{6C527A93-958A-4E5C-B263-CD2C74CDB3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268413"/>
          <a:ext cx="85693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0" name="Equation" r:id="rId3" imgW="3288960" imgH="215640" progId="Equation.DSMT4">
                  <p:embed/>
                </p:oleObj>
              </mc:Choice>
              <mc:Fallback>
                <p:oleObj name="Equation" r:id="rId3" imgW="3288960" imgH="215640" progId="Equation.DSMT4">
                  <p:embed/>
                  <p:pic>
                    <p:nvPicPr>
                      <p:cNvPr id="47106" name="Object 2">
                        <a:extLst>
                          <a:ext uri="{FF2B5EF4-FFF2-40B4-BE49-F238E27FC236}">
                            <a16:creationId xmlns:a16="http://schemas.microsoft.com/office/drawing/2014/main" id="{6C527A93-958A-4E5C-B263-CD2C74CDB3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268413"/>
                        <a:ext cx="8569325" cy="6000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5" name="Text Box 3">
            <a:extLst>
              <a:ext uri="{FF2B5EF4-FFF2-40B4-BE49-F238E27FC236}">
                <a16:creationId xmlns:a16="http://schemas.microsoft.com/office/drawing/2014/main" id="{228F5501-6B91-4454-97D2-2F16F63E5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8604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ea typeface="黑体" panose="02010609060101010101" pitchFamily="49" charset="-122"/>
              </a:rPr>
              <a:t>正定二次型的判定</a:t>
            </a:r>
            <a:r>
              <a:rPr lang="en-US" altLang="zh-CN" sz="3200">
                <a:solidFill>
                  <a:srgbClr val="0000FF"/>
                </a:solidFill>
                <a:ea typeface="黑体" panose="02010609060101010101" pitchFamily="49" charset="-122"/>
              </a:rPr>
              <a:t>------</a:t>
            </a:r>
            <a:r>
              <a:rPr lang="zh-CN" altLang="en-US" sz="3200">
                <a:solidFill>
                  <a:srgbClr val="0000FF"/>
                </a:solidFill>
                <a:ea typeface="黑体" panose="02010609060101010101" pitchFamily="49" charset="-122"/>
              </a:rPr>
              <a:t>利用正定矩阵的特征值</a:t>
            </a:r>
          </a:p>
        </p:txBody>
      </p:sp>
      <p:sp>
        <p:nvSpPr>
          <p:cNvPr id="47108" name="Text Box 4">
            <a:extLst>
              <a:ext uri="{FF2B5EF4-FFF2-40B4-BE49-F238E27FC236}">
                <a16:creationId xmlns:a16="http://schemas.microsoft.com/office/drawing/2014/main" id="{B31C13DC-FA12-41B8-B23A-98E0BC40C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00438"/>
            <a:ext cx="698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证明当 </a:t>
            </a:r>
            <a:r>
              <a:rPr lang="en-US" altLang="zh-CN" sz="2400" i="1">
                <a:latin typeface="Times New Roman" panose="02020603050405020304" pitchFamily="18" charset="0"/>
              </a:rPr>
              <a:t>A </a:t>
            </a:r>
            <a:r>
              <a:rPr lang="zh-CN" altLang="en-US" sz="2400"/>
              <a:t>正定，则 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 i="1" baseline="30000">
                <a:latin typeface="Times New Roman" panose="02020603050405020304" pitchFamily="18" charset="0"/>
              </a:rPr>
              <a:t>-</a:t>
            </a:r>
            <a:r>
              <a:rPr lang="en-US" altLang="zh-CN" sz="2400" baseline="30000">
                <a:latin typeface="Times New Roman" panose="02020603050405020304" pitchFamily="18" charset="0"/>
              </a:rPr>
              <a:t>1</a:t>
            </a:r>
            <a:r>
              <a:rPr lang="zh-CN" altLang="en-US" sz="2400" i="1"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kA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k&gt;</a:t>
            </a:r>
            <a:r>
              <a:rPr lang="en-US" altLang="zh-CN" sz="2400">
                <a:latin typeface="Times New Roman" panose="02020603050405020304" pitchFamily="18" charset="0"/>
              </a:rPr>
              <a:t>0), 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 i="1" baseline="30000">
                <a:latin typeface="Times New Roman" panose="02020603050405020304" pitchFamily="18" charset="0"/>
              </a:rPr>
              <a:t>m</a:t>
            </a:r>
            <a:r>
              <a:rPr lang="en-US" altLang="zh-CN" sz="2400" i="1">
                <a:latin typeface="Times New Roman" panose="02020603050405020304" pitchFamily="18" charset="0"/>
              </a:rPr>
              <a:t>, A* </a:t>
            </a:r>
            <a:r>
              <a:rPr lang="zh-CN" altLang="en-US" sz="2400">
                <a:latin typeface="Times New Roman" panose="02020603050405020304" pitchFamily="18" charset="0"/>
              </a:rPr>
              <a:t>都正定。</a:t>
            </a:r>
            <a:endParaRPr lang="zh-CN" altLang="en-US" sz="2400" baseline="30000">
              <a:latin typeface="Times New Roman" panose="02020603050405020304" pitchFamily="18" charset="0"/>
            </a:endParaRPr>
          </a:p>
        </p:txBody>
      </p:sp>
      <p:graphicFrame>
        <p:nvGraphicFramePr>
          <p:cNvPr id="47109" name="Object 5">
            <a:extLst>
              <a:ext uri="{FF2B5EF4-FFF2-40B4-BE49-F238E27FC236}">
                <a16:creationId xmlns:a16="http://schemas.microsoft.com/office/drawing/2014/main" id="{1FD286E9-7759-483F-A742-65F29A9B75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538413"/>
          <a:ext cx="158273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1" name="Equation" r:id="rId5" imgW="583920" imgH="203040" progId="Equation.DSMT4">
                  <p:embed/>
                </p:oleObj>
              </mc:Choice>
              <mc:Fallback>
                <p:oleObj name="Equation" r:id="rId5" imgW="583920" imgH="203040" progId="Equation.DSMT4">
                  <p:embed/>
                  <p:pic>
                    <p:nvPicPr>
                      <p:cNvPr id="47109" name="Object 5">
                        <a:extLst>
                          <a:ext uri="{FF2B5EF4-FFF2-40B4-BE49-F238E27FC236}">
                            <a16:creationId xmlns:a16="http://schemas.microsoft.com/office/drawing/2014/main" id="{1FD286E9-7759-483F-A742-65F29A9B75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538413"/>
                        <a:ext cx="158273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Line 6">
            <a:extLst>
              <a:ext uri="{FF2B5EF4-FFF2-40B4-BE49-F238E27FC236}">
                <a16:creationId xmlns:a16="http://schemas.microsoft.com/office/drawing/2014/main" id="{3E375215-CD8F-4519-9229-662B95B10A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2847975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47111" name="Object 7">
            <a:extLst>
              <a:ext uri="{FF2B5EF4-FFF2-40B4-BE49-F238E27FC236}">
                <a16:creationId xmlns:a16="http://schemas.microsoft.com/office/drawing/2014/main" id="{236DED04-E0A4-4DBF-B1C0-B9967B8258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322513"/>
          <a:ext cx="11525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2" name="Equation" r:id="rId7" imgW="444240" imgH="203040" progId="Equation.DSMT4">
                  <p:embed/>
                </p:oleObj>
              </mc:Choice>
              <mc:Fallback>
                <p:oleObj name="Equation" r:id="rId7" imgW="444240" imgH="203040" progId="Equation.DSMT4">
                  <p:embed/>
                  <p:pic>
                    <p:nvPicPr>
                      <p:cNvPr id="47111" name="Object 7">
                        <a:extLst>
                          <a:ext uri="{FF2B5EF4-FFF2-40B4-BE49-F238E27FC236}">
                            <a16:creationId xmlns:a16="http://schemas.microsoft.com/office/drawing/2014/main" id="{236DED04-E0A4-4DBF-B1C0-B9967B8258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322513"/>
                        <a:ext cx="11525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8">
            <a:extLst>
              <a:ext uri="{FF2B5EF4-FFF2-40B4-BE49-F238E27FC236}">
                <a16:creationId xmlns:a16="http://schemas.microsoft.com/office/drawing/2014/main" id="{9A589FFD-5F73-4357-A14D-552C427536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2538413"/>
          <a:ext cx="4319588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3" name="Equation" r:id="rId9" imgW="1701720" imgH="241200" progId="Equation.DSMT4">
                  <p:embed/>
                </p:oleObj>
              </mc:Choice>
              <mc:Fallback>
                <p:oleObj name="Equation" r:id="rId9" imgW="1701720" imgH="241200" progId="Equation.DSMT4">
                  <p:embed/>
                  <p:pic>
                    <p:nvPicPr>
                      <p:cNvPr id="47112" name="Object 8">
                        <a:extLst>
                          <a:ext uri="{FF2B5EF4-FFF2-40B4-BE49-F238E27FC236}">
                            <a16:creationId xmlns:a16="http://schemas.microsoft.com/office/drawing/2014/main" id="{9A589FFD-5F73-4357-A14D-552C427536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538413"/>
                        <a:ext cx="4319588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Text Box 9">
            <a:extLst>
              <a:ext uri="{FF2B5EF4-FFF2-40B4-BE49-F238E27FC236}">
                <a16:creationId xmlns:a16="http://schemas.microsoft.com/office/drawing/2014/main" id="{D04B2743-701E-4F03-83CF-4E3A76262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289877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P </a:t>
            </a:r>
            <a:r>
              <a:rPr lang="zh-CN" altLang="en-US" sz="2400"/>
              <a:t>正交</a:t>
            </a:r>
          </a:p>
        </p:txBody>
      </p:sp>
      <p:sp>
        <p:nvSpPr>
          <p:cNvPr id="47114" name="Text Box 10">
            <a:extLst>
              <a:ext uri="{FF2B5EF4-FFF2-40B4-BE49-F238E27FC236}">
                <a16:creationId xmlns:a16="http://schemas.microsoft.com/office/drawing/2014/main" id="{EB6A56C7-C3B7-4A2B-877A-6474076B3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338638"/>
            <a:ext cx="187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/>
              <a:t>Recall</a:t>
            </a:r>
            <a:r>
              <a:rPr lang="zh-CN" altLang="en-US" sz="2400"/>
              <a:t>：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5361CD40-5A17-460F-BCCD-E7CD4EF07B5B}"/>
              </a:ext>
            </a:extLst>
          </p:cNvPr>
          <p:cNvGrpSpPr>
            <a:grpSpLocks/>
          </p:cNvGrpSpPr>
          <p:nvPr/>
        </p:nvGrpSpPr>
        <p:grpSpPr bwMode="auto">
          <a:xfrm>
            <a:off x="612775" y="4940300"/>
            <a:ext cx="2592388" cy="457200"/>
            <a:chOff x="612" y="3294"/>
            <a:chExt cx="1633" cy="288"/>
          </a:xfrm>
        </p:grpSpPr>
        <p:graphicFrame>
          <p:nvGraphicFramePr>
            <p:cNvPr id="15371" name="Object 12">
              <a:extLst>
                <a:ext uri="{FF2B5EF4-FFF2-40B4-BE49-F238E27FC236}">
                  <a16:creationId xmlns:a16="http://schemas.microsoft.com/office/drawing/2014/main" id="{80288D0F-6E8B-4B5E-9E6E-9C624BC579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" y="3324"/>
            <a:ext cx="17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4" name="Equation" r:id="rId11" imgW="139680" imgH="177480" progId="Equation.DSMT4">
                    <p:embed/>
                  </p:oleObj>
                </mc:Choice>
                <mc:Fallback>
                  <p:oleObj name="Equation" r:id="rId11" imgW="139680" imgH="177480" progId="Equation.DSMT4">
                    <p:embed/>
                    <p:pic>
                      <p:nvPicPr>
                        <p:cNvPr id="15371" name="Object 12">
                          <a:extLst>
                            <a:ext uri="{FF2B5EF4-FFF2-40B4-BE49-F238E27FC236}">
                              <a16:creationId xmlns:a16="http://schemas.microsoft.com/office/drawing/2014/main" id="{80288D0F-6E8B-4B5E-9E6E-9C624BC579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3324"/>
                          <a:ext cx="178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7" name="Text Box 13">
              <a:extLst>
                <a:ext uri="{FF2B5EF4-FFF2-40B4-BE49-F238E27FC236}">
                  <a16:creationId xmlns:a16="http://schemas.microsoft.com/office/drawing/2014/main" id="{091928CD-6176-45CE-BA35-B5A971D3B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294"/>
              <a:ext cx="14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/>
                <a:t>是 </a:t>
              </a:r>
              <a:r>
                <a:rPr lang="en-US" altLang="zh-CN" sz="2400" i="1">
                  <a:latin typeface="Times New Roman" panose="02020603050405020304" pitchFamily="18" charset="0"/>
                </a:rPr>
                <a:t>A </a:t>
              </a:r>
              <a:r>
                <a:rPr lang="zh-CN" altLang="en-US" sz="2400">
                  <a:latin typeface="Times New Roman" panose="02020603050405020304" pitchFamily="18" charset="0"/>
                </a:rPr>
                <a:t>的特征值，</a:t>
              </a:r>
            </a:p>
          </p:txBody>
        </p:sp>
      </p:grpSp>
      <p:grpSp>
        <p:nvGrpSpPr>
          <p:cNvPr id="3" name="Group 14">
            <a:extLst>
              <a:ext uri="{FF2B5EF4-FFF2-40B4-BE49-F238E27FC236}">
                <a16:creationId xmlns:a16="http://schemas.microsoft.com/office/drawing/2014/main" id="{3275D491-E130-4396-BFED-61DC5828E856}"/>
              </a:ext>
            </a:extLst>
          </p:cNvPr>
          <p:cNvGrpSpPr>
            <a:grpSpLocks/>
          </p:cNvGrpSpPr>
          <p:nvPr/>
        </p:nvGrpSpPr>
        <p:grpSpPr bwMode="auto">
          <a:xfrm>
            <a:off x="3060700" y="4868863"/>
            <a:ext cx="3240088" cy="681037"/>
            <a:chOff x="2109" y="3249"/>
            <a:chExt cx="2041" cy="429"/>
          </a:xfrm>
        </p:grpSpPr>
        <p:graphicFrame>
          <p:nvGraphicFramePr>
            <p:cNvPr id="15370" name="Object 15">
              <a:extLst>
                <a:ext uri="{FF2B5EF4-FFF2-40B4-BE49-F238E27FC236}">
                  <a16:creationId xmlns:a16="http://schemas.microsoft.com/office/drawing/2014/main" id="{8A96B6D6-9C33-4252-8F19-BA29A11E11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9" y="3249"/>
            <a:ext cx="180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5" name="Equation" r:id="rId13" imgW="164880" imgH="393480" progId="Equation.DSMT4">
                    <p:embed/>
                  </p:oleObj>
                </mc:Choice>
                <mc:Fallback>
                  <p:oleObj name="Equation" r:id="rId13" imgW="164880" imgH="393480" progId="Equation.DSMT4">
                    <p:embed/>
                    <p:pic>
                      <p:nvPicPr>
                        <p:cNvPr id="15370" name="Object 15">
                          <a:extLst>
                            <a:ext uri="{FF2B5EF4-FFF2-40B4-BE49-F238E27FC236}">
                              <a16:creationId xmlns:a16="http://schemas.microsoft.com/office/drawing/2014/main" id="{8A96B6D6-9C33-4252-8F19-BA29A11E11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3249"/>
                          <a:ext cx="180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6" name="Text Box 16">
              <a:extLst>
                <a:ext uri="{FF2B5EF4-FFF2-40B4-BE49-F238E27FC236}">
                  <a16:creationId xmlns:a16="http://schemas.microsoft.com/office/drawing/2014/main" id="{D9EB9F79-D770-4B19-B9F9-A9E573D54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3324"/>
              <a:ext cx="19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/>
                <a:t>是 </a:t>
              </a:r>
              <a:r>
                <a:rPr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i="1" baseline="30000">
                  <a:latin typeface="Times New Roman" panose="02020603050405020304" pitchFamily="18" charset="0"/>
                </a:rPr>
                <a:t>-</a:t>
              </a:r>
              <a:r>
                <a:rPr lang="en-US" altLang="zh-CN" sz="2400" baseline="30000">
                  <a:latin typeface="Times New Roman" panose="02020603050405020304" pitchFamily="18" charset="0"/>
                </a:rPr>
                <a:t>1</a:t>
              </a:r>
              <a:r>
                <a:rPr lang="en-US" altLang="zh-CN" sz="2400"/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的特征值，</a:t>
              </a:r>
            </a:p>
          </p:txBody>
        </p:sp>
      </p:grpSp>
      <p:grpSp>
        <p:nvGrpSpPr>
          <p:cNvPr id="4" name="Group 17">
            <a:extLst>
              <a:ext uri="{FF2B5EF4-FFF2-40B4-BE49-F238E27FC236}">
                <a16:creationId xmlns:a16="http://schemas.microsoft.com/office/drawing/2014/main" id="{D6D5BF4B-C4FF-4CC9-9FF0-6F79E254C443}"/>
              </a:ext>
            </a:extLst>
          </p:cNvPr>
          <p:cNvGrpSpPr>
            <a:grpSpLocks/>
          </p:cNvGrpSpPr>
          <p:nvPr/>
        </p:nvGrpSpPr>
        <p:grpSpPr bwMode="auto">
          <a:xfrm>
            <a:off x="612775" y="5516563"/>
            <a:ext cx="3282950" cy="457200"/>
            <a:chOff x="3670" y="3324"/>
            <a:chExt cx="2068" cy="288"/>
          </a:xfrm>
        </p:grpSpPr>
        <p:graphicFrame>
          <p:nvGraphicFramePr>
            <p:cNvPr id="15369" name="Object 18">
              <a:extLst>
                <a:ext uri="{FF2B5EF4-FFF2-40B4-BE49-F238E27FC236}">
                  <a16:creationId xmlns:a16="http://schemas.microsoft.com/office/drawing/2014/main" id="{C90C3673-E8CA-4B7F-9D67-7C8A63BC40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70" y="3352"/>
            <a:ext cx="235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6" name="Equation" r:id="rId15" imgW="215640" imgH="203040" progId="Equation.DSMT4">
                    <p:embed/>
                  </p:oleObj>
                </mc:Choice>
                <mc:Fallback>
                  <p:oleObj name="Equation" r:id="rId15" imgW="215640" imgH="203040" progId="Equation.DSMT4">
                    <p:embed/>
                    <p:pic>
                      <p:nvPicPr>
                        <p:cNvPr id="15369" name="Object 18">
                          <a:extLst>
                            <a:ext uri="{FF2B5EF4-FFF2-40B4-BE49-F238E27FC236}">
                              <a16:creationId xmlns:a16="http://schemas.microsoft.com/office/drawing/2014/main" id="{C90C3673-E8CA-4B7F-9D67-7C8A63BC40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0" y="3352"/>
                          <a:ext cx="235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5" name="Text Box 19">
              <a:extLst>
                <a:ext uri="{FF2B5EF4-FFF2-40B4-BE49-F238E27FC236}">
                  <a16:creationId xmlns:a16="http://schemas.microsoft.com/office/drawing/2014/main" id="{E3B20B51-C194-4CDD-B770-AEF2A86DD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" y="3324"/>
              <a:ext cx="19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/>
                <a:t>是 </a:t>
              </a:r>
              <a:r>
                <a:rPr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i="1" baseline="30000">
                  <a:latin typeface="Times New Roman" panose="02020603050405020304" pitchFamily="18" charset="0"/>
                </a:rPr>
                <a:t>m</a:t>
              </a:r>
              <a:r>
                <a:rPr lang="en-US" altLang="zh-CN" sz="2400"/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的特征值，</a:t>
              </a:r>
            </a:p>
          </p:txBody>
        </p:sp>
      </p:grpSp>
      <p:grpSp>
        <p:nvGrpSpPr>
          <p:cNvPr id="5" name="Group 20">
            <a:extLst>
              <a:ext uri="{FF2B5EF4-FFF2-40B4-BE49-F238E27FC236}">
                <a16:creationId xmlns:a16="http://schemas.microsoft.com/office/drawing/2014/main" id="{B5C990F7-6FE8-42AF-951F-46EB214FAD32}"/>
              </a:ext>
            </a:extLst>
          </p:cNvPr>
          <p:cNvGrpSpPr>
            <a:grpSpLocks/>
          </p:cNvGrpSpPr>
          <p:nvPr/>
        </p:nvGrpSpPr>
        <p:grpSpPr bwMode="auto">
          <a:xfrm>
            <a:off x="5608638" y="4987925"/>
            <a:ext cx="2924175" cy="457200"/>
            <a:chOff x="2081" y="3324"/>
            <a:chExt cx="2069" cy="288"/>
          </a:xfrm>
        </p:grpSpPr>
        <p:graphicFrame>
          <p:nvGraphicFramePr>
            <p:cNvPr id="15368" name="Object 21">
              <a:extLst>
                <a:ext uri="{FF2B5EF4-FFF2-40B4-BE49-F238E27FC236}">
                  <a16:creationId xmlns:a16="http://schemas.microsoft.com/office/drawing/2014/main" id="{20745C48-526C-426B-B5B2-FF1F4EC693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1" y="3367"/>
            <a:ext cx="236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97" name="Equation" r:id="rId17" imgW="215640" imgH="177480" progId="Equation.DSMT4">
                    <p:embed/>
                  </p:oleObj>
                </mc:Choice>
                <mc:Fallback>
                  <p:oleObj name="Equation" r:id="rId17" imgW="215640" imgH="177480" progId="Equation.DSMT4">
                    <p:embed/>
                    <p:pic>
                      <p:nvPicPr>
                        <p:cNvPr id="15368" name="Object 21">
                          <a:extLst>
                            <a:ext uri="{FF2B5EF4-FFF2-40B4-BE49-F238E27FC236}">
                              <a16:creationId xmlns:a16="http://schemas.microsoft.com/office/drawing/2014/main" id="{20745C48-526C-426B-B5B2-FF1F4EC693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1" y="3367"/>
                          <a:ext cx="236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4" name="Text Box 22">
              <a:extLst>
                <a:ext uri="{FF2B5EF4-FFF2-40B4-BE49-F238E27FC236}">
                  <a16:creationId xmlns:a16="http://schemas.microsoft.com/office/drawing/2014/main" id="{D1C01848-98C8-4D84-8761-45452E1868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3324"/>
              <a:ext cx="19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/>
                <a:t>是 </a:t>
              </a:r>
              <a:r>
                <a:rPr lang="en-US" altLang="zh-CN" sz="2400" i="1">
                  <a:latin typeface="Times New Roman" panose="02020603050405020304" pitchFamily="18" charset="0"/>
                </a:rPr>
                <a:t>kA</a:t>
              </a:r>
              <a:r>
                <a:rPr lang="en-US" altLang="zh-CN" sz="2400"/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的特征值，</a:t>
              </a:r>
            </a:p>
          </p:txBody>
        </p:sp>
      </p:grpSp>
      <p:graphicFrame>
        <p:nvGraphicFramePr>
          <p:cNvPr id="47127" name="Object 23">
            <a:extLst>
              <a:ext uri="{FF2B5EF4-FFF2-40B4-BE49-F238E27FC236}">
                <a16:creationId xmlns:a16="http://schemas.microsoft.com/office/drawing/2014/main" id="{AF8445AA-5F0C-4650-9FA1-9BB24815D1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5516563"/>
          <a:ext cx="16414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8" name="Equation" r:id="rId19" imgW="723600" imgH="253800" progId="Equation.DSMT4">
                  <p:embed/>
                </p:oleObj>
              </mc:Choice>
              <mc:Fallback>
                <p:oleObj name="Equation" r:id="rId19" imgW="723600" imgH="253800" progId="Equation.DSMT4">
                  <p:embed/>
                  <p:pic>
                    <p:nvPicPr>
                      <p:cNvPr id="47127" name="Object 23">
                        <a:extLst>
                          <a:ext uri="{FF2B5EF4-FFF2-40B4-BE49-F238E27FC236}">
                            <a16:creationId xmlns:a16="http://schemas.microsoft.com/office/drawing/2014/main" id="{AF8445AA-5F0C-4650-9FA1-9BB24815D1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516563"/>
                        <a:ext cx="16414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8" name="Object 24">
            <a:extLst>
              <a:ext uri="{FF2B5EF4-FFF2-40B4-BE49-F238E27FC236}">
                <a16:creationId xmlns:a16="http://schemas.microsoft.com/office/drawing/2014/main" id="{61F076EC-5CFC-4FFA-ACD6-1734122554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5516563"/>
          <a:ext cx="11525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9" name="Equation" r:id="rId21" imgW="507960" imgH="253800" progId="Equation.DSMT4">
                  <p:embed/>
                </p:oleObj>
              </mc:Choice>
              <mc:Fallback>
                <p:oleObj name="Equation" r:id="rId21" imgW="507960" imgH="253800" progId="Equation.DSMT4">
                  <p:embed/>
                  <p:pic>
                    <p:nvPicPr>
                      <p:cNvPr id="47128" name="Object 24">
                        <a:extLst>
                          <a:ext uri="{FF2B5EF4-FFF2-40B4-BE49-F238E27FC236}">
                            <a16:creationId xmlns:a16="http://schemas.microsoft.com/office/drawing/2014/main" id="{61F076EC-5CFC-4FFA-ACD6-1734122554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5516563"/>
                        <a:ext cx="115252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/>
      <p:bldP spid="47113" grpId="0"/>
      <p:bldP spid="471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1">
            <a:extLst>
              <a:ext uri="{FF2B5EF4-FFF2-40B4-BE49-F238E27FC236}">
                <a16:creationId xmlns:a16="http://schemas.microsoft.com/office/drawing/2014/main" id="{93E82629-3F78-4285-90D6-E7E65F6B50A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B2EA13-14C1-4EE9-ADAC-75D34A3F0CD4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9699" name="页脚占位符 2">
            <a:extLst>
              <a:ext uri="{FF2B5EF4-FFF2-40B4-BE49-F238E27FC236}">
                <a16:creationId xmlns:a16="http://schemas.microsoft.com/office/drawing/2014/main" id="{DD14A979-0D77-4BC9-BBF0-69DEF138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2010,7ppt)</a:t>
            </a:r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0AF0766E-4103-4B01-A058-88E0AC38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2E0824C-EBBE-4BDE-B94E-C124AF9C07C3}" type="slidenum">
              <a:rPr lang="en-US" altLang="zh-CN"/>
              <a:pPr eaLnBrk="1" hangingPunct="1"/>
              <a:t>68</a:t>
            </a:fld>
            <a:endParaRPr lang="en-US" altLang="zh-CN"/>
          </a:p>
        </p:txBody>
      </p:sp>
      <p:sp>
        <p:nvSpPr>
          <p:cNvPr id="33794" name="Text Box 2">
            <a:extLst>
              <a:ext uri="{FF2B5EF4-FFF2-40B4-BE49-F238E27FC236}">
                <a16:creationId xmlns:a16="http://schemas.microsoft.com/office/drawing/2014/main" id="{D6C80C24-DB03-4B04-912E-5676A4994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908050"/>
            <a:ext cx="6408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FF"/>
                </a:solidFill>
                <a:ea typeface="楷体_GB2312" pitchFamily="49" charset="-122"/>
              </a:rPr>
              <a:t>作业</a:t>
            </a:r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C7828282-B97E-461E-9CF2-6DDFFD6FB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628775"/>
            <a:ext cx="424815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/>
              <a:t>P108,</a:t>
            </a:r>
          </a:p>
          <a:p>
            <a:pPr>
              <a:spcBef>
                <a:spcPct val="50000"/>
              </a:spcBef>
            </a:pPr>
            <a:r>
              <a:rPr lang="en-US" altLang="zh-CN" sz="2800" b="1"/>
              <a:t>4.23 (2)</a:t>
            </a:r>
          </a:p>
          <a:p>
            <a:pPr>
              <a:spcBef>
                <a:spcPct val="50000"/>
              </a:spcBef>
            </a:pPr>
            <a:r>
              <a:rPr lang="en-US" altLang="zh-CN" sz="2800" b="1"/>
              <a:t>4.24 (1)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utoUpdateAnimBg="0"/>
      <p:bldP spid="33795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3" name="日期占位符 1">
            <a:extLst>
              <a:ext uri="{FF2B5EF4-FFF2-40B4-BE49-F238E27FC236}">
                <a16:creationId xmlns:a16="http://schemas.microsoft.com/office/drawing/2014/main" id="{1D54D446-3E08-4D2C-9A26-79BBB39648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2AAC93C-175E-4DEB-89CA-19824C50DABB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6394" name="页脚占位符 2">
            <a:extLst>
              <a:ext uri="{FF2B5EF4-FFF2-40B4-BE49-F238E27FC236}">
                <a16:creationId xmlns:a16="http://schemas.microsoft.com/office/drawing/2014/main" id="{95750C6C-72C2-4F94-8501-0BB82F16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16395" name="灯片编号占位符 3">
            <a:extLst>
              <a:ext uri="{FF2B5EF4-FFF2-40B4-BE49-F238E27FC236}">
                <a16:creationId xmlns:a16="http://schemas.microsoft.com/office/drawing/2014/main" id="{540103EC-8897-402F-A7E0-6C584E637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C495899-0982-4008-AB6D-10EC2E7C4313}" type="slidenum">
              <a:rPr lang="en-US" altLang="zh-CN"/>
              <a:pPr eaLnBrk="1" hangingPunct="1"/>
              <a:t>69</a:t>
            </a:fld>
            <a:endParaRPr lang="en-US" altLang="zh-CN"/>
          </a:p>
        </p:txBody>
      </p:sp>
      <p:sp>
        <p:nvSpPr>
          <p:cNvPr id="16396" name="Rectangle 2">
            <a:extLst>
              <a:ext uri="{FF2B5EF4-FFF2-40B4-BE49-F238E27FC236}">
                <a16:creationId xmlns:a16="http://schemas.microsoft.com/office/drawing/2014/main" id="{5BB3CFBB-B84F-4D5B-9EF7-E225A0123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144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》2005</a:t>
            </a:r>
            <a:r>
              <a:rPr lang="zh-CN" altLang="en-US" b="1"/>
              <a:t>学年第一学期，试卷</a:t>
            </a:r>
          </a:p>
        </p:txBody>
      </p:sp>
      <p:sp>
        <p:nvSpPr>
          <p:cNvPr id="16397" name="Rectangle 3">
            <a:extLst>
              <a:ext uri="{FF2B5EF4-FFF2-40B4-BE49-F238E27FC236}">
                <a16:creationId xmlns:a16="http://schemas.microsoft.com/office/drawing/2014/main" id="{B99BF3A0-632B-4322-B451-31B1D9BC0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8" name="Rectangle 4">
            <a:extLst>
              <a:ext uri="{FF2B5EF4-FFF2-40B4-BE49-F238E27FC236}">
                <a16:creationId xmlns:a16="http://schemas.microsoft.com/office/drawing/2014/main" id="{F563B6DB-622F-4FAD-BEE0-1BEB5D8BF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71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9" name="Rectangle 5">
            <a:extLst>
              <a:ext uri="{FF2B5EF4-FFF2-40B4-BE49-F238E27FC236}">
                <a16:creationId xmlns:a16="http://schemas.microsoft.com/office/drawing/2014/main" id="{59FF4F2C-7832-4D2A-BA61-693BB8E5D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38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400" name="Rectangle 6">
            <a:extLst>
              <a:ext uri="{FF2B5EF4-FFF2-40B4-BE49-F238E27FC236}">
                <a16:creationId xmlns:a16="http://schemas.microsoft.com/office/drawing/2014/main" id="{C944BAD8-3759-4252-A567-69EB1CA49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20713"/>
            <a:ext cx="1493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一 填空题</a:t>
            </a:r>
          </a:p>
        </p:txBody>
      </p:sp>
      <p:graphicFrame>
        <p:nvGraphicFramePr>
          <p:cNvPr id="16386" name="Object 17">
            <a:extLst>
              <a:ext uri="{FF2B5EF4-FFF2-40B4-BE49-F238E27FC236}">
                <a16:creationId xmlns:a16="http://schemas.microsoft.com/office/drawing/2014/main" id="{7CEB714E-9D0C-45A8-B6DC-A6794C318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1196975"/>
          <a:ext cx="648176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4" name="Equation" r:id="rId3" imgW="3213100" imgH="254000" progId="Equation.DSMT4">
                  <p:embed/>
                </p:oleObj>
              </mc:Choice>
              <mc:Fallback>
                <p:oleObj name="Equation" r:id="rId3" imgW="3213100" imgH="254000" progId="Equation.DSMT4">
                  <p:embed/>
                  <p:pic>
                    <p:nvPicPr>
                      <p:cNvPr id="16386" name="Object 17">
                        <a:extLst>
                          <a:ext uri="{FF2B5EF4-FFF2-40B4-BE49-F238E27FC236}">
                            <a16:creationId xmlns:a16="http://schemas.microsoft.com/office/drawing/2014/main" id="{7CEB714E-9D0C-45A8-B6DC-A6794C3183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196975"/>
                        <a:ext cx="6481763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16">
            <a:extLst>
              <a:ext uri="{FF2B5EF4-FFF2-40B4-BE49-F238E27FC236}">
                <a16:creationId xmlns:a16="http://schemas.microsoft.com/office/drawing/2014/main" id="{C2AD650F-2837-4CB4-8D79-1ECD7E280A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1916113"/>
          <a:ext cx="2032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5" name="Equation" r:id="rId5" imgW="88746" imgH="152136" progId="Equation.DSMT4">
                  <p:embed/>
                </p:oleObj>
              </mc:Choice>
              <mc:Fallback>
                <p:oleObj name="Equation" r:id="rId5" imgW="88746" imgH="152136" progId="Equation.DSMT4">
                  <p:embed/>
                  <p:pic>
                    <p:nvPicPr>
                      <p:cNvPr id="16387" name="Object 16">
                        <a:extLst>
                          <a:ext uri="{FF2B5EF4-FFF2-40B4-BE49-F238E27FC236}">
                            <a16:creationId xmlns:a16="http://schemas.microsoft.com/office/drawing/2014/main" id="{C2AD650F-2837-4CB4-8D79-1ECD7E280A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916113"/>
                        <a:ext cx="203200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1" name="Rectangle 18">
            <a:extLst>
              <a:ext uri="{FF2B5EF4-FFF2-40B4-BE49-F238E27FC236}">
                <a16:creationId xmlns:a16="http://schemas.microsoft.com/office/drawing/2014/main" id="{565E791A-C571-4D95-9781-8C4AC7A7C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．如果</a:t>
            </a:r>
            <a:endParaRPr lang="zh-CN" altLang="en-US" sz="2400"/>
          </a:p>
        </p:txBody>
      </p:sp>
      <p:sp>
        <p:nvSpPr>
          <p:cNvPr id="16402" name="Rectangle 19">
            <a:extLst>
              <a:ext uri="{FF2B5EF4-FFF2-40B4-BE49-F238E27FC236}">
                <a16:creationId xmlns:a16="http://schemas.microsoft.com/office/drawing/2014/main" id="{60ED8802-6784-40CF-8F55-1E3949C9F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844675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是正定的，则</a:t>
            </a:r>
            <a:endParaRPr lang="zh-CN" altLang="en-US" sz="2400"/>
          </a:p>
        </p:txBody>
      </p:sp>
      <p:sp>
        <p:nvSpPr>
          <p:cNvPr id="16403" name="Rectangle 20">
            <a:extLst>
              <a:ext uri="{FF2B5EF4-FFF2-40B4-BE49-F238E27FC236}">
                <a16:creationId xmlns:a16="http://schemas.microsoft.com/office/drawing/2014/main" id="{66393FD2-7301-4A1B-8BD1-8FABE7095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1844675"/>
            <a:ext cx="460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152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zh-CN" altLang="en-US" sz="2400" u="sng">
                <a:latin typeface="宋体" panose="0201060003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400"/>
          </a:p>
        </p:txBody>
      </p:sp>
      <p:sp>
        <p:nvSpPr>
          <p:cNvPr id="16404" name="Rectangle 25">
            <a:extLst>
              <a:ext uri="{FF2B5EF4-FFF2-40B4-BE49-F238E27FC236}">
                <a16:creationId xmlns:a16="http://schemas.microsoft.com/office/drawing/2014/main" id="{A1C53DBD-FF0E-4F93-9FBC-9A7DD91A6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27">
            <a:extLst>
              <a:ext uri="{FF2B5EF4-FFF2-40B4-BE49-F238E27FC236}">
                <a16:creationId xmlns:a16="http://schemas.microsoft.com/office/drawing/2014/main" id="{529ACC7E-9359-4B78-A0F0-C72CC1E32469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2420938"/>
            <a:ext cx="5905500" cy="1285875"/>
            <a:chOff x="251520" y="2420888"/>
            <a:chExt cx="5904681" cy="1285875"/>
          </a:xfrm>
        </p:grpSpPr>
        <p:sp>
          <p:nvSpPr>
            <p:cNvPr id="16413" name="Rectangle 22">
              <a:extLst>
                <a:ext uri="{FF2B5EF4-FFF2-40B4-BE49-F238E27FC236}">
                  <a16:creationId xmlns:a16="http://schemas.microsoft.com/office/drawing/2014/main" id="{30A55A91-5955-43E9-BAFD-ADB8ACBC7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20" y="2636912"/>
              <a:ext cx="2622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容易知道，二次型</a:t>
              </a:r>
              <a:endParaRPr lang="zh-CN" altLang="en-US" sz="2400"/>
            </a:p>
          </p:txBody>
        </p:sp>
        <p:graphicFrame>
          <p:nvGraphicFramePr>
            <p:cNvPr id="16391" name="Object 21">
              <a:extLst>
                <a:ext uri="{FF2B5EF4-FFF2-40B4-BE49-F238E27FC236}">
                  <a16:creationId xmlns:a16="http://schemas.microsoft.com/office/drawing/2014/main" id="{11D9B900-9B5D-4CD2-9311-23D26277AE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71800" y="2636912"/>
            <a:ext cx="32861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16" name="Equation" r:id="rId7" imgW="152268" imgH="203024" progId="Equation.DSMT4">
                    <p:embed/>
                  </p:oleObj>
                </mc:Choice>
                <mc:Fallback>
                  <p:oleObj name="Equation" r:id="rId7" imgW="152268" imgH="203024" progId="Equation.DSMT4">
                    <p:embed/>
                    <p:pic>
                      <p:nvPicPr>
                        <p:cNvPr id="16391" name="Object 21">
                          <a:extLst>
                            <a:ext uri="{FF2B5EF4-FFF2-40B4-BE49-F238E27FC236}">
                              <a16:creationId xmlns:a16="http://schemas.microsoft.com/office/drawing/2014/main" id="{11D9B900-9B5D-4CD2-9311-23D26277AE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800" y="2636912"/>
                          <a:ext cx="328612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4" name="Rectangle 23">
              <a:extLst>
                <a:ext uri="{FF2B5EF4-FFF2-40B4-BE49-F238E27FC236}">
                  <a16:creationId xmlns:a16="http://schemas.microsoft.com/office/drawing/2014/main" id="{E5BB5093-B6C8-451C-A27F-6539F6529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1840" y="2708920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的矩阵</a:t>
              </a:r>
              <a:endParaRPr lang="zh-CN" altLang="en-US" sz="2400"/>
            </a:p>
          </p:txBody>
        </p:sp>
        <p:graphicFrame>
          <p:nvGraphicFramePr>
            <p:cNvPr id="16392" name="Object 24">
              <a:extLst>
                <a:ext uri="{FF2B5EF4-FFF2-40B4-BE49-F238E27FC236}">
                  <a16:creationId xmlns:a16="http://schemas.microsoft.com/office/drawing/2014/main" id="{CAB95ED7-AD32-436F-983B-89DA99B3A4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5976" y="2420888"/>
            <a:ext cx="1800225" cy="1285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17" name="Equation" r:id="rId9" imgW="1002865" imgH="710891" progId="Equation.DSMT4">
                    <p:embed/>
                  </p:oleObj>
                </mc:Choice>
                <mc:Fallback>
                  <p:oleObj name="Equation" r:id="rId9" imgW="1002865" imgH="710891" progId="Equation.DSMT4">
                    <p:embed/>
                    <p:pic>
                      <p:nvPicPr>
                        <p:cNvPr id="16392" name="Object 24">
                          <a:extLst>
                            <a:ext uri="{FF2B5EF4-FFF2-40B4-BE49-F238E27FC236}">
                              <a16:creationId xmlns:a16="http://schemas.microsoft.com/office/drawing/2014/main" id="{CAB95ED7-AD32-436F-983B-89DA99B3A4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5976" y="2420888"/>
                          <a:ext cx="1800225" cy="1285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8">
            <a:extLst>
              <a:ext uri="{FF2B5EF4-FFF2-40B4-BE49-F238E27FC236}">
                <a16:creationId xmlns:a16="http://schemas.microsoft.com/office/drawing/2014/main" id="{C82E5D9D-E94E-43C9-9D38-B011752FF438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644900"/>
            <a:ext cx="5614988" cy="528638"/>
            <a:chOff x="323850" y="3644900"/>
            <a:chExt cx="5614988" cy="528638"/>
          </a:xfrm>
        </p:grpSpPr>
        <p:sp>
          <p:nvSpPr>
            <p:cNvPr id="16411" name="Rectangle 27">
              <a:extLst>
                <a:ext uri="{FF2B5EF4-FFF2-40B4-BE49-F238E27FC236}">
                  <a16:creationId xmlns:a16="http://schemas.microsoft.com/office/drawing/2014/main" id="{D429BD4F-FC7D-445C-A890-D99669D2E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50" y="364490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因为</a:t>
              </a:r>
              <a:endParaRPr lang="zh-CN" altLang="en-US" sz="2400"/>
            </a:p>
          </p:txBody>
        </p:sp>
        <p:graphicFrame>
          <p:nvGraphicFramePr>
            <p:cNvPr id="16390" name="Object 26">
              <a:extLst>
                <a:ext uri="{FF2B5EF4-FFF2-40B4-BE49-F238E27FC236}">
                  <a16:creationId xmlns:a16="http://schemas.microsoft.com/office/drawing/2014/main" id="{D8E322B7-046B-434E-949C-3DD636EED3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6013" y="3716338"/>
            <a:ext cx="32861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18" name="Equation" r:id="rId11" imgW="152268" imgH="203024" progId="Equation.DSMT4">
                    <p:embed/>
                  </p:oleObj>
                </mc:Choice>
                <mc:Fallback>
                  <p:oleObj name="Equation" r:id="rId11" imgW="152268" imgH="203024" progId="Equation.DSMT4">
                    <p:embed/>
                    <p:pic>
                      <p:nvPicPr>
                        <p:cNvPr id="16390" name="Object 26">
                          <a:extLst>
                            <a:ext uri="{FF2B5EF4-FFF2-40B4-BE49-F238E27FC236}">
                              <a16:creationId xmlns:a16="http://schemas.microsoft.com/office/drawing/2014/main" id="{D8E322B7-046B-434E-949C-3DD636EED3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6013" y="3716338"/>
                          <a:ext cx="328612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2" name="Rectangle 28">
              <a:extLst>
                <a:ext uri="{FF2B5EF4-FFF2-40B4-BE49-F238E27FC236}">
                  <a16:creationId xmlns:a16="http://schemas.microsoft.com/office/drawing/2014/main" id="{DAD27991-52E5-4B0A-B02F-B7444FF2F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350" y="3716338"/>
              <a:ext cx="4535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是正定的，所以 由定理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4.14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知，</a:t>
              </a:r>
              <a:r>
                <a:rPr lang="zh-CN" altLang="en-US" sz="2400"/>
                <a:t> </a:t>
              </a:r>
            </a:p>
          </p:txBody>
        </p:sp>
      </p:grpSp>
      <p:sp>
        <p:nvSpPr>
          <p:cNvPr id="16407" name="Rectangle 30">
            <a:extLst>
              <a:ext uri="{FF2B5EF4-FFF2-40B4-BE49-F238E27FC236}">
                <a16:creationId xmlns:a16="http://schemas.microsoft.com/office/drawing/2014/main" id="{256FB0C2-F048-4E3D-B254-467A6D0F2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247" name="Object 29">
            <a:extLst>
              <a:ext uri="{FF2B5EF4-FFF2-40B4-BE49-F238E27FC236}">
                <a16:creationId xmlns:a16="http://schemas.microsoft.com/office/drawing/2014/main" id="{19F252FC-CD4C-4F73-AB8D-1C85EDE94F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4365625"/>
          <a:ext cx="2447925" cy="148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9" name="Equation" r:id="rId13" imgW="1180588" imgH="710891" progId="Equation.DSMT4">
                  <p:embed/>
                </p:oleObj>
              </mc:Choice>
              <mc:Fallback>
                <p:oleObj name="Equation" r:id="rId13" imgW="1180588" imgH="710891" progId="Equation.DSMT4">
                  <p:embed/>
                  <p:pic>
                    <p:nvPicPr>
                      <p:cNvPr id="10247" name="Object 29">
                        <a:extLst>
                          <a:ext uri="{FF2B5EF4-FFF2-40B4-BE49-F238E27FC236}">
                            <a16:creationId xmlns:a16="http://schemas.microsoft.com/office/drawing/2014/main" id="{19F252FC-CD4C-4F73-AB8D-1C85EDE94F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365625"/>
                        <a:ext cx="2447925" cy="1481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29">
            <a:extLst>
              <a:ext uri="{FF2B5EF4-FFF2-40B4-BE49-F238E27FC236}">
                <a16:creationId xmlns:a16="http://schemas.microsoft.com/office/drawing/2014/main" id="{A57482F6-BA4C-4393-BC7F-4ED9EEAEA6EA}"/>
              </a:ext>
            </a:extLst>
          </p:cNvPr>
          <p:cNvGrpSpPr>
            <a:grpSpLocks/>
          </p:cNvGrpSpPr>
          <p:nvPr/>
        </p:nvGrpSpPr>
        <p:grpSpPr bwMode="auto">
          <a:xfrm>
            <a:off x="3708400" y="4868863"/>
            <a:ext cx="1943100" cy="515937"/>
            <a:chOff x="3708400" y="4868863"/>
            <a:chExt cx="1943100" cy="515937"/>
          </a:xfrm>
        </p:grpSpPr>
        <p:sp>
          <p:nvSpPr>
            <p:cNvPr id="16410" name="Rectangle 32">
              <a:extLst>
                <a:ext uri="{FF2B5EF4-FFF2-40B4-BE49-F238E27FC236}">
                  <a16:creationId xmlns:a16="http://schemas.microsoft.com/office/drawing/2014/main" id="{0C4A4393-14C6-4151-9808-EFDA8B701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4868863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解之得</a:t>
              </a:r>
              <a:endParaRPr lang="zh-CN" altLang="en-US" sz="2400"/>
            </a:p>
          </p:txBody>
        </p:sp>
        <p:graphicFrame>
          <p:nvGraphicFramePr>
            <p:cNvPr id="16389" name="Object 31">
              <a:extLst>
                <a:ext uri="{FF2B5EF4-FFF2-40B4-BE49-F238E27FC236}">
                  <a16:creationId xmlns:a16="http://schemas.microsoft.com/office/drawing/2014/main" id="{DD99B27C-1AB6-4E5D-9CB1-6E389C5AFD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7900" y="4941888"/>
            <a:ext cx="863600" cy="442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20" name="Equation" r:id="rId15" imgW="355138" imgH="177569" progId="Equation.DSMT4">
                    <p:embed/>
                  </p:oleObj>
                </mc:Choice>
                <mc:Fallback>
                  <p:oleObj name="Equation" r:id="rId15" imgW="355138" imgH="177569" progId="Equation.DSMT4">
                    <p:embed/>
                    <p:pic>
                      <p:nvPicPr>
                        <p:cNvPr id="16389" name="Object 31">
                          <a:extLst>
                            <a:ext uri="{FF2B5EF4-FFF2-40B4-BE49-F238E27FC236}">
                              <a16:creationId xmlns:a16="http://schemas.microsoft.com/office/drawing/2014/main" id="{DD99B27C-1AB6-4E5D-9CB1-6E389C5AFD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7900" y="4941888"/>
                          <a:ext cx="863600" cy="442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09" name="Rectangle 33">
            <a:extLst>
              <a:ext uri="{FF2B5EF4-FFF2-40B4-BE49-F238E27FC236}">
                <a16:creationId xmlns:a16="http://schemas.microsoft.com/office/drawing/2014/main" id="{847E3694-1543-4780-8949-A3604BAE5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425" y="3527425"/>
            <a:ext cx="215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00"/>
              <a:t> </a:t>
            </a:r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日期占位符 1">
            <a:extLst>
              <a:ext uri="{FF2B5EF4-FFF2-40B4-BE49-F238E27FC236}">
                <a16:creationId xmlns:a16="http://schemas.microsoft.com/office/drawing/2014/main" id="{B02E4067-96BF-410C-AD89-99192FAD35E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AEE196E-64CC-40D9-B3B5-BA3FB97A671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7413" name="页脚占位符 2">
            <a:extLst>
              <a:ext uri="{FF2B5EF4-FFF2-40B4-BE49-F238E27FC236}">
                <a16:creationId xmlns:a16="http://schemas.microsoft.com/office/drawing/2014/main" id="{C1AB26BB-D264-4969-9ABD-3F510D3E8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17414" name="灯片编号占位符 3">
            <a:extLst>
              <a:ext uri="{FF2B5EF4-FFF2-40B4-BE49-F238E27FC236}">
                <a16:creationId xmlns:a16="http://schemas.microsoft.com/office/drawing/2014/main" id="{8235A346-638F-4972-8BAC-0EAF118F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A95173-FA8C-4245-ABB5-5720E7A97879}" type="slidenum">
              <a:rPr lang="en-US" altLang="zh-CN"/>
              <a:pPr eaLnBrk="1" hangingPunct="1"/>
              <a:t>70</a:t>
            </a:fld>
            <a:endParaRPr lang="en-US" altLang="zh-CN"/>
          </a:p>
        </p:txBody>
      </p:sp>
      <p:sp>
        <p:nvSpPr>
          <p:cNvPr id="17415" name="Rectangle 2">
            <a:extLst>
              <a:ext uri="{FF2B5EF4-FFF2-40B4-BE49-F238E27FC236}">
                <a16:creationId xmlns:a16="http://schemas.microsoft.com/office/drawing/2014/main" id="{62DDABD5-D977-4BAE-A3AE-9A83647BF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12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》2006</a:t>
            </a:r>
            <a:r>
              <a:rPr lang="zh-CN" altLang="en-US" b="1"/>
              <a:t>学年第二学期，试卷</a:t>
            </a:r>
          </a:p>
        </p:txBody>
      </p:sp>
      <p:sp>
        <p:nvSpPr>
          <p:cNvPr id="17416" name="Rectangle 3">
            <a:extLst>
              <a:ext uri="{FF2B5EF4-FFF2-40B4-BE49-F238E27FC236}">
                <a16:creationId xmlns:a16="http://schemas.microsoft.com/office/drawing/2014/main" id="{F27D5AD7-076C-4D59-8E73-9989475CF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一</a:t>
            </a:r>
            <a:r>
              <a:rPr lang="en-US" altLang="zh-CN" sz="2400"/>
              <a:t>﹑</a:t>
            </a:r>
            <a:r>
              <a:rPr lang="zh-CN" altLang="en-US" sz="2400"/>
              <a:t>填空</a:t>
            </a:r>
          </a:p>
        </p:txBody>
      </p:sp>
      <p:sp>
        <p:nvSpPr>
          <p:cNvPr id="17417" name="Rectangle 4">
            <a:extLst>
              <a:ext uri="{FF2B5EF4-FFF2-40B4-BE49-F238E27FC236}">
                <a16:creationId xmlns:a16="http://schemas.microsoft.com/office/drawing/2014/main" id="{B824AE7F-BC65-4EEA-BA3A-FC91FD8AB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8" name="Rectangle 12">
            <a:extLst>
              <a:ext uri="{FF2B5EF4-FFF2-40B4-BE49-F238E27FC236}">
                <a16:creationId xmlns:a16="http://schemas.microsoft.com/office/drawing/2014/main" id="{A1791086-47F9-4D45-A5C8-6B878E623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、二次型</a:t>
            </a:r>
            <a:endParaRPr lang="zh-CN" altLang="en-US" sz="2400"/>
          </a:p>
        </p:txBody>
      </p:sp>
      <p:graphicFrame>
        <p:nvGraphicFramePr>
          <p:cNvPr id="17410" name="Object 11">
            <a:extLst>
              <a:ext uri="{FF2B5EF4-FFF2-40B4-BE49-F238E27FC236}">
                <a16:creationId xmlns:a16="http://schemas.microsoft.com/office/drawing/2014/main" id="{CAB253C6-B86A-453E-901C-2CC02E37C6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1196975"/>
          <a:ext cx="58324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8" name="Equation" r:id="rId3" imgW="2857500" imgH="241300" progId="Equation.DSMT4">
                  <p:embed/>
                </p:oleObj>
              </mc:Choice>
              <mc:Fallback>
                <p:oleObj name="Equation" r:id="rId3" imgW="2857500" imgH="241300" progId="Equation.DSMT4">
                  <p:embed/>
                  <p:pic>
                    <p:nvPicPr>
                      <p:cNvPr id="17410" name="Object 11">
                        <a:extLst>
                          <a:ext uri="{FF2B5EF4-FFF2-40B4-BE49-F238E27FC236}">
                            <a16:creationId xmlns:a16="http://schemas.microsoft.com/office/drawing/2014/main" id="{CAB253C6-B86A-453E-901C-2CC02E37C6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196975"/>
                        <a:ext cx="5832475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Rectangle 13">
            <a:extLst>
              <a:ext uri="{FF2B5EF4-FFF2-40B4-BE49-F238E27FC236}">
                <a16:creationId xmlns:a16="http://schemas.microsoft.com/office/drawing/2014/main" id="{025F923A-71FD-4CF7-8A1A-CDE62F71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73238"/>
            <a:ext cx="2774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的秩为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_________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endParaRPr lang="zh-CN" altLang="en-US" sz="2400"/>
          </a:p>
        </p:txBody>
      </p:sp>
      <p:sp>
        <p:nvSpPr>
          <p:cNvPr id="17420" name="Rectangle 14">
            <a:extLst>
              <a:ext uri="{FF2B5EF4-FFF2-40B4-BE49-F238E27FC236}">
                <a16:creationId xmlns:a16="http://schemas.microsoft.com/office/drawing/2014/main" id="{946E4E6E-3B28-4D1D-8F1D-9EE0C0F4D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5654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解</a:t>
            </a:r>
          </a:p>
        </p:txBody>
      </p:sp>
      <p:sp>
        <p:nvSpPr>
          <p:cNvPr id="18445" name="Rectangle 15">
            <a:extLst>
              <a:ext uri="{FF2B5EF4-FFF2-40B4-BE49-F238E27FC236}">
                <a16:creationId xmlns:a16="http://schemas.microsoft.com/office/drawing/2014/main" id="{38316807-B8CD-4D64-938E-456E8E3E9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636838"/>
            <a:ext cx="2706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二次型</a:t>
            </a:r>
            <a:r>
              <a:rPr lang="en-US" altLang="zh-CN" sz="2400"/>
              <a:t>f</a:t>
            </a:r>
            <a:r>
              <a:rPr lang="zh-CN" altLang="en-US" sz="2400"/>
              <a:t>对应的矩阵</a:t>
            </a:r>
          </a:p>
        </p:txBody>
      </p:sp>
      <p:graphicFrame>
        <p:nvGraphicFramePr>
          <p:cNvPr id="18435" name="Object 16">
            <a:extLst>
              <a:ext uri="{FF2B5EF4-FFF2-40B4-BE49-F238E27FC236}">
                <a16:creationId xmlns:a16="http://schemas.microsoft.com/office/drawing/2014/main" id="{CBB904AD-486A-4683-AC50-F98187F3FB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357563"/>
          <a:ext cx="4895850" cy="260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9" name="Equation" r:id="rId5" imgW="3441600" imgH="1854000" progId="Equation.DSMT4">
                  <p:embed/>
                </p:oleObj>
              </mc:Choice>
              <mc:Fallback>
                <p:oleObj name="Equation" r:id="rId5" imgW="3441600" imgH="1854000" progId="Equation.DSMT4">
                  <p:embed/>
                  <p:pic>
                    <p:nvPicPr>
                      <p:cNvPr id="18435" name="Object 16">
                        <a:extLst>
                          <a:ext uri="{FF2B5EF4-FFF2-40B4-BE49-F238E27FC236}">
                            <a16:creationId xmlns:a16="http://schemas.microsoft.com/office/drawing/2014/main" id="{CBB904AD-486A-4683-AC50-F98187F3FB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357563"/>
                        <a:ext cx="4895850" cy="2603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日期占位符 1">
            <a:extLst>
              <a:ext uri="{FF2B5EF4-FFF2-40B4-BE49-F238E27FC236}">
                <a16:creationId xmlns:a16="http://schemas.microsoft.com/office/drawing/2014/main" id="{1A02738F-F67F-491A-8433-E1AAFE87273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D5AC0A2-6727-48FD-9DDF-00D58018057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8436" name="页脚占位符 2">
            <a:extLst>
              <a:ext uri="{FF2B5EF4-FFF2-40B4-BE49-F238E27FC236}">
                <a16:creationId xmlns:a16="http://schemas.microsoft.com/office/drawing/2014/main" id="{E6F50119-E5F9-43B1-92E8-0F227707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18437" name="灯片编号占位符 3">
            <a:extLst>
              <a:ext uri="{FF2B5EF4-FFF2-40B4-BE49-F238E27FC236}">
                <a16:creationId xmlns:a16="http://schemas.microsoft.com/office/drawing/2014/main" id="{E7929D10-FD3B-4B9D-810D-40C94C05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C2C5AEE-9693-4072-952F-C6C647BC6C4A}" type="slidenum">
              <a:rPr lang="en-US" altLang="zh-CN"/>
              <a:pPr eaLnBrk="1" hangingPunct="1"/>
              <a:t>71</a:t>
            </a:fld>
            <a:endParaRPr lang="en-US" altLang="zh-CN"/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611A7FB2-A0A3-43A7-B942-F9687C238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12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》2006</a:t>
            </a:r>
            <a:r>
              <a:rPr lang="zh-CN" altLang="en-US" b="1"/>
              <a:t>学年第二学期，试卷</a:t>
            </a:r>
          </a:p>
        </p:txBody>
      </p:sp>
      <p:sp>
        <p:nvSpPr>
          <p:cNvPr id="18439" name="Rectangle 3">
            <a:extLst>
              <a:ext uri="{FF2B5EF4-FFF2-40B4-BE49-F238E27FC236}">
                <a16:creationId xmlns:a16="http://schemas.microsoft.com/office/drawing/2014/main" id="{343724E1-C6EB-42B2-AFA1-E0EF7707D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二</a:t>
            </a:r>
            <a:r>
              <a:rPr lang="en-US" altLang="zh-CN" sz="2400"/>
              <a:t>﹑</a:t>
            </a:r>
            <a:r>
              <a:rPr lang="zh-CN" altLang="en-US" sz="2400"/>
              <a:t>选择</a:t>
            </a:r>
          </a:p>
        </p:txBody>
      </p:sp>
      <p:sp>
        <p:nvSpPr>
          <p:cNvPr id="18440" name="Rectangle 12">
            <a:extLst>
              <a:ext uri="{FF2B5EF4-FFF2-40B4-BE49-F238E27FC236}">
                <a16:creationId xmlns:a16="http://schemas.microsoft.com/office/drawing/2014/main" id="{9B3569AA-7A79-4107-9354-17641A891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1" name="Rectangle 14">
            <a:extLst>
              <a:ext uri="{FF2B5EF4-FFF2-40B4-BE49-F238E27FC236}">
                <a16:creationId xmlns:a16="http://schemas.microsoft.com/office/drawing/2014/main" id="{7282843B-7383-4180-9EA3-C6D979628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96975"/>
            <a:ext cx="87677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/>
              <a:t>1</a:t>
            </a:r>
            <a:r>
              <a:rPr lang="zh-CN" altLang="en-US" sz="2400"/>
              <a:t>、设</a:t>
            </a:r>
            <a:r>
              <a:rPr lang="en-US" altLang="zh-CN" sz="2400" i="1"/>
              <a:t>A</a:t>
            </a:r>
            <a:r>
              <a:rPr lang="zh-CN" altLang="en-US" sz="2400"/>
              <a:t>，</a:t>
            </a:r>
            <a:r>
              <a:rPr lang="en-US" altLang="zh-CN" sz="2400" i="1"/>
              <a:t>B</a:t>
            </a:r>
            <a:r>
              <a:rPr lang="zh-CN" altLang="en-US" sz="2400"/>
              <a:t>都是</a:t>
            </a:r>
            <a:r>
              <a:rPr lang="en-US" altLang="zh-CN" sz="2400" i="1"/>
              <a:t>n</a:t>
            </a:r>
            <a:r>
              <a:rPr lang="zh-CN" altLang="en-US" sz="2400"/>
              <a:t>阶实对称矩阵，且都正定，那么</a:t>
            </a:r>
            <a:r>
              <a:rPr lang="en-US" altLang="zh-CN" sz="2400" i="1"/>
              <a:t>AB</a:t>
            </a:r>
            <a:r>
              <a:rPr lang="zh-CN" altLang="en-US" sz="2400"/>
              <a:t>是（     ）．</a:t>
            </a:r>
          </a:p>
          <a:p>
            <a:pPr algn="ctr" eaLnBrk="1" hangingPunct="1"/>
            <a:r>
              <a:rPr lang="zh-CN" altLang="en-US" sz="2400"/>
              <a:t>  （</a:t>
            </a:r>
            <a:r>
              <a:rPr lang="en-US" altLang="zh-CN" sz="2400" i="1"/>
              <a:t>A</a:t>
            </a:r>
            <a:r>
              <a:rPr lang="zh-CN" altLang="en-US" sz="2400"/>
              <a:t>） 实对称矩阵                   （</a:t>
            </a:r>
            <a:r>
              <a:rPr lang="en-US" altLang="zh-CN" sz="2400" i="1"/>
              <a:t>B</a:t>
            </a:r>
            <a:r>
              <a:rPr lang="zh-CN" altLang="en-US" sz="2400"/>
              <a:t>） 正定矩阵</a:t>
            </a:r>
          </a:p>
          <a:p>
            <a:pPr algn="ctr" eaLnBrk="1" hangingPunct="1"/>
            <a:r>
              <a:rPr lang="zh-CN" altLang="en-US" sz="2400" i="1"/>
              <a:t>  </a:t>
            </a:r>
            <a:r>
              <a:rPr lang="zh-CN" altLang="en-US" sz="2400"/>
              <a:t>（</a:t>
            </a:r>
            <a:r>
              <a:rPr lang="en-US" altLang="zh-CN" sz="2400" i="1"/>
              <a:t>C</a:t>
            </a:r>
            <a:r>
              <a:rPr lang="zh-CN" altLang="en-US" sz="2400"/>
              <a:t>） 可逆矩阵</a:t>
            </a:r>
            <a:r>
              <a:rPr lang="zh-CN" altLang="en-US" sz="2400" i="1"/>
              <a:t>                     </a:t>
            </a:r>
            <a:r>
              <a:rPr lang="zh-CN" altLang="en-US" sz="2400"/>
              <a:t>（</a:t>
            </a:r>
            <a:r>
              <a:rPr lang="en-US" altLang="zh-CN" sz="2400" i="1"/>
              <a:t>D</a:t>
            </a:r>
            <a:r>
              <a:rPr lang="zh-CN" altLang="en-US" sz="2400"/>
              <a:t>） 正交矩阵</a:t>
            </a:r>
          </a:p>
        </p:txBody>
      </p:sp>
      <p:sp>
        <p:nvSpPr>
          <p:cNvPr id="18442" name="Rectangle 15">
            <a:extLst>
              <a:ext uri="{FF2B5EF4-FFF2-40B4-BE49-F238E27FC236}">
                <a16:creationId xmlns:a16="http://schemas.microsoft.com/office/drawing/2014/main" id="{1E2B4ECC-4099-4562-B489-482380DA2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420938"/>
            <a:ext cx="857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答案</a:t>
            </a:r>
            <a:r>
              <a:rPr lang="zh-CN" altLang="en-US"/>
              <a:t> </a:t>
            </a:r>
          </a:p>
        </p:txBody>
      </p:sp>
      <p:sp>
        <p:nvSpPr>
          <p:cNvPr id="20491" name="Rectangle 16">
            <a:extLst>
              <a:ext uri="{FF2B5EF4-FFF2-40B4-BE49-F238E27FC236}">
                <a16:creationId xmlns:a16="http://schemas.microsoft.com/office/drawing/2014/main" id="{FF1241A7-F487-42D4-835A-52D594BAD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492375"/>
            <a:ext cx="101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（</a:t>
            </a:r>
            <a:r>
              <a:rPr lang="en-US" altLang="zh-CN" sz="2400" i="1"/>
              <a:t>C</a:t>
            </a:r>
            <a:r>
              <a:rPr lang="zh-CN" altLang="en-US" sz="2400"/>
              <a:t>）</a:t>
            </a:r>
          </a:p>
        </p:txBody>
      </p:sp>
      <p:graphicFrame>
        <p:nvGraphicFramePr>
          <p:cNvPr id="20482" name="Object 17">
            <a:extLst>
              <a:ext uri="{FF2B5EF4-FFF2-40B4-BE49-F238E27FC236}">
                <a16:creationId xmlns:a16="http://schemas.microsoft.com/office/drawing/2014/main" id="{04D97793-79A7-4DFD-BB9D-ECF85BBC8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3644900"/>
          <a:ext cx="249396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2" name="Equation" r:id="rId3" imgW="1091880" imgH="253800" progId="Equation.DSMT4">
                  <p:embed/>
                </p:oleObj>
              </mc:Choice>
              <mc:Fallback>
                <p:oleObj name="Equation" r:id="rId3" imgW="1091880" imgH="253800" progId="Equation.DSMT4">
                  <p:embed/>
                  <p:pic>
                    <p:nvPicPr>
                      <p:cNvPr id="20482" name="Object 17">
                        <a:extLst>
                          <a:ext uri="{FF2B5EF4-FFF2-40B4-BE49-F238E27FC236}">
                            <a16:creationId xmlns:a16="http://schemas.microsoft.com/office/drawing/2014/main" id="{04D97793-79A7-4DFD-BB9D-ECF85BBC8E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644900"/>
                        <a:ext cx="2493963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Rectangle 18">
            <a:extLst>
              <a:ext uri="{FF2B5EF4-FFF2-40B4-BE49-F238E27FC236}">
                <a16:creationId xmlns:a16="http://schemas.microsoft.com/office/drawing/2014/main" id="{36FA8B00-8CA4-4944-B97A-FF955E82B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4437063"/>
            <a:ext cx="211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所以，</a:t>
            </a:r>
            <a:r>
              <a:rPr lang="en-US" altLang="zh-CN" sz="2400"/>
              <a:t>AB</a:t>
            </a:r>
            <a:r>
              <a:rPr lang="zh-CN" altLang="en-US" sz="2400"/>
              <a:t>可逆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1" grpId="0"/>
      <p:bldP spid="2049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日期占位符 1">
            <a:extLst>
              <a:ext uri="{FF2B5EF4-FFF2-40B4-BE49-F238E27FC236}">
                <a16:creationId xmlns:a16="http://schemas.microsoft.com/office/drawing/2014/main" id="{F74344A2-DDAC-4605-99E1-B1DF8F0E5FE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171250-33DD-4AE0-91E5-4B5E90693EB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9462" name="页脚占位符 2">
            <a:extLst>
              <a:ext uri="{FF2B5EF4-FFF2-40B4-BE49-F238E27FC236}">
                <a16:creationId xmlns:a16="http://schemas.microsoft.com/office/drawing/2014/main" id="{EF1CBF22-F9DF-45A4-AB7D-EDCA234D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19463" name="灯片编号占位符 3">
            <a:extLst>
              <a:ext uri="{FF2B5EF4-FFF2-40B4-BE49-F238E27FC236}">
                <a16:creationId xmlns:a16="http://schemas.microsoft.com/office/drawing/2014/main" id="{DA1799D3-A66C-49E5-BC8A-FBFED875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E23107F-2731-4429-B972-ADF6CE4DA5DF}" type="slidenum">
              <a:rPr lang="en-US" altLang="zh-CN"/>
              <a:pPr eaLnBrk="1" hangingPunct="1"/>
              <a:t>72</a:t>
            </a:fld>
            <a:endParaRPr lang="en-US" altLang="zh-CN"/>
          </a:p>
        </p:txBody>
      </p:sp>
      <p:sp>
        <p:nvSpPr>
          <p:cNvPr id="19464" name="Rectangle 2">
            <a:extLst>
              <a:ext uri="{FF2B5EF4-FFF2-40B4-BE49-F238E27FC236}">
                <a16:creationId xmlns:a16="http://schemas.microsoft.com/office/drawing/2014/main" id="{B5918899-26DE-42C3-B75C-3D6CE7CBC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12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》2006</a:t>
            </a:r>
            <a:r>
              <a:rPr lang="zh-CN" altLang="en-US" b="1"/>
              <a:t>学年第二学期，试卷</a:t>
            </a:r>
          </a:p>
        </p:txBody>
      </p:sp>
      <p:sp>
        <p:nvSpPr>
          <p:cNvPr id="19465" name="Rectangle 3">
            <a:extLst>
              <a:ext uri="{FF2B5EF4-FFF2-40B4-BE49-F238E27FC236}">
                <a16:creationId xmlns:a16="http://schemas.microsoft.com/office/drawing/2014/main" id="{3AFD07B5-6A27-4EAC-9A8E-9DF045399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二</a:t>
            </a:r>
            <a:r>
              <a:rPr lang="en-US" altLang="zh-CN" sz="2400"/>
              <a:t>﹑</a:t>
            </a:r>
            <a:r>
              <a:rPr lang="zh-CN" altLang="en-US" sz="2400"/>
              <a:t>选择</a:t>
            </a:r>
          </a:p>
        </p:txBody>
      </p:sp>
      <p:sp>
        <p:nvSpPr>
          <p:cNvPr id="19466" name="Rectangle 8">
            <a:extLst>
              <a:ext uri="{FF2B5EF4-FFF2-40B4-BE49-F238E27FC236}">
                <a16:creationId xmlns:a16="http://schemas.microsoft.com/office/drawing/2014/main" id="{545987F5-9F44-4B4E-9D68-986564D7A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25538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、已知</a:t>
            </a:r>
            <a:endParaRPr lang="zh-CN" altLang="en-US" sz="2400"/>
          </a:p>
        </p:txBody>
      </p:sp>
      <p:graphicFrame>
        <p:nvGraphicFramePr>
          <p:cNvPr id="19458" name="Object 7">
            <a:extLst>
              <a:ext uri="{FF2B5EF4-FFF2-40B4-BE49-F238E27FC236}">
                <a16:creationId xmlns:a16="http://schemas.microsoft.com/office/drawing/2014/main" id="{B957106D-0F24-49E6-8F7A-1C3690E00C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836613"/>
          <a:ext cx="201612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6" name="Equation" r:id="rId3" imgW="1129810" imgH="710891" progId="Equation.DSMT4">
                  <p:embed/>
                </p:oleObj>
              </mc:Choice>
              <mc:Fallback>
                <p:oleObj name="Equation" r:id="rId3" imgW="1129810" imgH="710891" progId="Equation.DSMT4">
                  <p:embed/>
                  <p:pic>
                    <p:nvPicPr>
                      <p:cNvPr id="19458" name="Object 7">
                        <a:extLst>
                          <a:ext uri="{FF2B5EF4-FFF2-40B4-BE49-F238E27FC236}">
                            <a16:creationId xmlns:a16="http://schemas.microsoft.com/office/drawing/2014/main" id="{B957106D-0F24-49E6-8F7A-1C3690E00C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836613"/>
                        <a:ext cx="2016125" cy="127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Rectangle 9">
            <a:extLst>
              <a:ext uri="{FF2B5EF4-FFF2-40B4-BE49-F238E27FC236}">
                <a16:creationId xmlns:a16="http://schemas.microsoft.com/office/drawing/2014/main" id="{1B68A354-3C7B-4DF2-9F1D-BDC6E3B14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1268413"/>
            <a:ext cx="490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是正定矩阵，则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的取值为（    ）．</a:t>
            </a:r>
            <a:endParaRPr lang="zh-CN" altLang="en-US" sz="2400"/>
          </a:p>
        </p:txBody>
      </p:sp>
      <p:sp>
        <p:nvSpPr>
          <p:cNvPr id="22540" name="Rectangle 10">
            <a:extLst>
              <a:ext uri="{FF2B5EF4-FFF2-40B4-BE49-F238E27FC236}">
                <a16:creationId xmlns:a16="http://schemas.microsoft.com/office/drawing/2014/main" id="{E8E2EE8C-5A10-4FC4-9163-B741482BB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565400"/>
            <a:ext cx="262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由霍尔未次定理，</a:t>
            </a:r>
          </a:p>
        </p:txBody>
      </p:sp>
      <p:graphicFrame>
        <p:nvGraphicFramePr>
          <p:cNvPr id="22531" name="Object 13">
            <a:extLst>
              <a:ext uri="{FF2B5EF4-FFF2-40B4-BE49-F238E27FC236}">
                <a16:creationId xmlns:a16="http://schemas.microsoft.com/office/drawing/2014/main" id="{CF59363C-074A-4D10-8347-3C96FFC49A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997200"/>
          <a:ext cx="6335713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7" name="Equation" r:id="rId5" imgW="2679480" imgH="711000" progId="Equation.DSMT4">
                  <p:embed/>
                </p:oleObj>
              </mc:Choice>
              <mc:Fallback>
                <p:oleObj name="Equation" r:id="rId5" imgW="2679480" imgH="711000" progId="Equation.DSMT4">
                  <p:embed/>
                  <p:pic>
                    <p:nvPicPr>
                      <p:cNvPr id="22531" name="Object 13">
                        <a:extLst>
                          <a:ext uri="{FF2B5EF4-FFF2-40B4-BE49-F238E27FC236}">
                            <a16:creationId xmlns:a16="http://schemas.microsoft.com/office/drawing/2014/main" id="{CF59363C-074A-4D10-8347-3C96FFC49A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997200"/>
                        <a:ext cx="6335713" cy="168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1" name="Rectangle 14">
            <a:extLst>
              <a:ext uri="{FF2B5EF4-FFF2-40B4-BE49-F238E27FC236}">
                <a16:creationId xmlns:a16="http://schemas.microsoft.com/office/drawing/2014/main" id="{4D6BDE40-6D3F-4B17-9CF5-AE13532E0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941888"/>
            <a:ext cx="323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联立三个不等式，得，</a:t>
            </a:r>
          </a:p>
        </p:txBody>
      </p:sp>
      <p:sp>
        <p:nvSpPr>
          <p:cNvPr id="19470" name="Rectangle 16">
            <a:extLst>
              <a:ext uri="{FF2B5EF4-FFF2-40B4-BE49-F238E27FC236}">
                <a16:creationId xmlns:a16="http://schemas.microsoft.com/office/drawing/2014/main" id="{F99F964B-9913-4C8C-9CFC-CA7742407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2532" name="Object 15">
            <a:extLst>
              <a:ext uri="{FF2B5EF4-FFF2-40B4-BE49-F238E27FC236}">
                <a16:creationId xmlns:a16="http://schemas.microsoft.com/office/drawing/2014/main" id="{B236A84A-5971-4E59-A827-8BBF7BF131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941888"/>
          <a:ext cx="18002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8" name="Equation" r:id="rId7" imgW="634449" imgH="177646" progId="Equation.DSMT4">
                  <p:embed/>
                </p:oleObj>
              </mc:Choice>
              <mc:Fallback>
                <p:oleObj name="Equation" r:id="rId7" imgW="634449" imgH="177646" progId="Equation.DSMT4">
                  <p:embed/>
                  <p:pic>
                    <p:nvPicPr>
                      <p:cNvPr id="22532" name="Object 15">
                        <a:extLst>
                          <a:ext uri="{FF2B5EF4-FFF2-40B4-BE49-F238E27FC236}">
                            <a16:creationId xmlns:a16="http://schemas.microsoft.com/office/drawing/2014/main" id="{B236A84A-5971-4E59-A827-8BBF7BF131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941888"/>
                        <a:ext cx="180022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0" grpId="0"/>
      <p:bldP spid="2254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日期占位符 1">
            <a:extLst>
              <a:ext uri="{FF2B5EF4-FFF2-40B4-BE49-F238E27FC236}">
                <a16:creationId xmlns:a16="http://schemas.microsoft.com/office/drawing/2014/main" id="{588819FC-7B38-4E7E-905D-BB0731EB81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7F2CB2E-C4C6-440F-B9FB-75B59E76F0E1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0487" name="页脚占位符 2">
            <a:extLst>
              <a:ext uri="{FF2B5EF4-FFF2-40B4-BE49-F238E27FC236}">
                <a16:creationId xmlns:a16="http://schemas.microsoft.com/office/drawing/2014/main" id="{CDD604B3-EA11-4A69-A87A-114EDD76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0488" name="灯片编号占位符 3">
            <a:extLst>
              <a:ext uri="{FF2B5EF4-FFF2-40B4-BE49-F238E27FC236}">
                <a16:creationId xmlns:a16="http://schemas.microsoft.com/office/drawing/2014/main" id="{234BB6B0-6D76-4AD1-B3E6-509BE273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AC894AA-885B-4711-A743-4DE85EF285FA}" type="slidenum">
              <a:rPr lang="en-US" altLang="zh-CN"/>
              <a:pPr eaLnBrk="1" hangingPunct="1"/>
              <a:t>73</a:t>
            </a:fld>
            <a:endParaRPr lang="en-US" altLang="zh-CN"/>
          </a:p>
        </p:txBody>
      </p:sp>
      <p:sp>
        <p:nvSpPr>
          <p:cNvPr id="20489" name="Rectangle 2">
            <a:extLst>
              <a:ext uri="{FF2B5EF4-FFF2-40B4-BE49-F238E27FC236}">
                <a16:creationId xmlns:a16="http://schemas.microsoft.com/office/drawing/2014/main" id="{6D412FD7-0C15-405F-A444-71EED89A7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》2009-2010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0490" name="Rectangle 3">
            <a:extLst>
              <a:ext uri="{FF2B5EF4-FFF2-40B4-BE49-F238E27FC236}">
                <a16:creationId xmlns:a16="http://schemas.microsoft.com/office/drawing/2014/main" id="{A57B07CA-B05A-42B3-A36E-627C42A26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9275"/>
            <a:ext cx="1576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一</a:t>
            </a:r>
            <a:r>
              <a:rPr lang="en-US" altLang="zh-CN" sz="2400"/>
              <a:t>. </a:t>
            </a:r>
            <a:r>
              <a:rPr lang="zh-CN" altLang="en-US" sz="2400" b="1"/>
              <a:t>选择题</a:t>
            </a:r>
          </a:p>
        </p:txBody>
      </p:sp>
      <p:graphicFrame>
        <p:nvGraphicFramePr>
          <p:cNvPr id="20482" name="Object 4">
            <a:extLst>
              <a:ext uri="{FF2B5EF4-FFF2-40B4-BE49-F238E27FC236}">
                <a16:creationId xmlns:a16="http://schemas.microsoft.com/office/drawing/2014/main" id="{7FB8E48C-D5CD-481C-8A30-A9DBE83006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052513"/>
          <a:ext cx="57626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0" name="Equation" r:id="rId3" imgW="304536" imgH="203024" progId="Equation.DSMT4">
                  <p:embed/>
                </p:oleObj>
              </mc:Choice>
              <mc:Fallback>
                <p:oleObj name="Equation" r:id="rId3" imgW="304536" imgH="203024" progId="Equation.DSMT4">
                  <p:embed/>
                  <p:pic>
                    <p:nvPicPr>
                      <p:cNvPr id="20482" name="Object 4">
                        <a:extLst>
                          <a:ext uri="{FF2B5EF4-FFF2-40B4-BE49-F238E27FC236}">
                            <a16:creationId xmlns:a16="http://schemas.microsoft.com/office/drawing/2014/main" id="{7FB8E48C-D5CD-481C-8A30-A9DBE83006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052513"/>
                        <a:ext cx="576263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5">
            <a:extLst>
              <a:ext uri="{FF2B5EF4-FFF2-40B4-BE49-F238E27FC236}">
                <a16:creationId xmlns:a16="http://schemas.microsoft.com/office/drawing/2014/main" id="{27B5ABEE-19DD-4C6F-9DED-9C13127BAF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1123950"/>
          <a:ext cx="24923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1" name="Equation" r:id="rId5" imgW="126835" imgH="139518" progId="Equation.DSMT4">
                  <p:embed/>
                </p:oleObj>
              </mc:Choice>
              <mc:Fallback>
                <p:oleObj name="Equation" r:id="rId5" imgW="126835" imgH="139518" progId="Equation.DSMT4">
                  <p:embed/>
                  <p:pic>
                    <p:nvPicPr>
                      <p:cNvPr id="20483" name="Object 5">
                        <a:extLst>
                          <a:ext uri="{FF2B5EF4-FFF2-40B4-BE49-F238E27FC236}">
                            <a16:creationId xmlns:a16="http://schemas.microsoft.com/office/drawing/2014/main" id="{27B5ABEE-19DD-4C6F-9DED-9C13127BAF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123950"/>
                        <a:ext cx="249238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6">
            <a:extLst>
              <a:ext uri="{FF2B5EF4-FFF2-40B4-BE49-F238E27FC236}">
                <a16:creationId xmlns:a16="http://schemas.microsoft.com/office/drawing/2014/main" id="{F1033D20-46EB-4E9C-B9D0-EAD563FE33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3313" y="1052513"/>
          <a:ext cx="576262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2" name="Equation" r:id="rId7" imgW="253780" imgH="164957" progId="Equation.DSMT4">
                  <p:embed/>
                </p:oleObj>
              </mc:Choice>
              <mc:Fallback>
                <p:oleObj name="Equation" r:id="rId7" imgW="253780" imgH="164957" progId="Equation.DSMT4">
                  <p:embed/>
                  <p:pic>
                    <p:nvPicPr>
                      <p:cNvPr id="20484" name="Object 6">
                        <a:extLst>
                          <a:ext uri="{FF2B5EF4-FFF2-40B4-BE49-F238E27FC236}">
                            <a16:creationId xmlns:a16="http://schemas.microsoft.com/office/drawing/2014/main" id="{F1033D20-46EB-4E9C-B9D0-EAD563FE33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3313" y="1052513"/>
                        <a:ext cx="576262" cy="363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Rectangle 7">
            <a:extLst>
              <a:ext uri="{FF2B5EF4-FFF2-40B4-BE49-F238E27FC236}">
                <a16:creationId xmlns:a16="http://schemas.microsoft.com/office/drawing/2014/main" id="{BA339E13-8985-452C-9D25-F1D434A18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962025"/>
            <a:ext cx="1204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endParaRPr lang="zh-CN" altLang="en-US" sz="2400"/>
          </a:p>
        </p:txBody>
      </p:sp>
      <p:sp>
        <p:nvSpPr>
          <p:cNvPr id="20492" name="Rectangle 8">
            <a:extLst>
              <a:ext uri="{FF2B5EF4-FFF2-40B4-BE49-F238E27FC236}">
                <a16:creationId xmlns:a16="http://schemas.microsoft.com/office/drawing/2014/main" id="{77CFC63E-C95B-48A3-91C3-BCEA84977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97948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均为</a:t>
            </a:r>
            <a:endParaRPr lang="zh-CN" altLang="en-US" sz="2400"/>
          </a:p>
        </p:txBody>
      </p:sp>
      <p:sp>
        <p:nvSpPr>
          <p:cNvPr id="20493" name="Rectangle 9">
            <a:extLst>
              <a:ext uri="{FF2B5EF4-FFF2-40B4-BE49-F238E27FC236}">
                <a16:creationId xmlns:a16="http://schemas.microsoft.com/office/drawing/2014/main" id="{BB26D187-9F3A-41C8-A429-56EFEBAC3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962025"/>
            <a:ext cx="445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阶实对称矩阵，且都正定，那么</a:t>
            </a:r>
            <a:endParaRPr lang="zh-CN" altLang="en-US" sz="2400"/>
          </a:p>
        </p:txBody>
      </p:sp>
      <p:sp>
        <p:nvSpPr>
          <p:cNvPr id="20494" name="Rectangle 10">
            <a:extLst>
              <a:ext uri="{FF2B5EF4-FFF2-40B4-BE49-F238E27FC236}">
                <a16:creationId xmlns:a16="http://schemas.microsoft.com/office/drawing/2014/main" id="{FBE65D3D-D95C-43AE-BDC0-3592B859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484313"/>
            <a:ext cx="213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一定是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           )</a:t>
            </a:r>
            <a:endParaRPr lang="en-US" altLang="zh-CN" sz="2400"/>
          </a:p>
        </p:txBody>
      </p:sp>
      <p:graphicFrame>
        <p:nvGraphicFramePr>
          <p:cNvPr id="91147" name="Group 11">
            <a:extLst>
              <a:ext uri="{FF2B5EF4-FFF2-40B4-BE49-F238E27FC236}">
                <a16:creationId xmlns:a16="http://schemas.microsoft.com/office/drawing/2014/main" id="{64F72375-C952-4044-AB9D-53B68FD4073A}"/>
              </a:ext>
            </a:extLst>
          </p:cNvPr>
          <p:cNvGraphicFramePr>
            <a:graphicFrameLocks noGrp="1"/>
          </p:cNvGraphicFramePr>
          <p:nvPr/>
        </p:nvGraphicFramePr>
        <p:xfrm>
          <a:off x="3060700" y="1627188"/>
          <a:ext cx="4718050" cy="925512"/>
        </p:xfrm>
        <a:graphic>
          <a:graphicData uri="http://schemas.openxmlformats.org/drawingml/2006/table">
            <a:tbl>
              <a:tblPr/>
              <a:tblGrid>
                <a:gridCol w="235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(A)	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对称矩阵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(B)	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正定矩阵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(C)	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可逆矩阵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(D)	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正交矩阵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00" name="Rectangle 20">
            <a:extLst>
              <a:ext uri="{FF2B5EF4-FFF2-40B4-BE49-F238E27FC236}">
                <a16:creationId xmlns:a16="http://schemas.microsoft.com/office/drawing/2014/main" id="{272123D2-932A-4802-B601-D2B454B68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492375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答案（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/>
          </a:p>
        </p:txBody>
      </p:sp>
      <p:sp>
        <p:nvSpPr>
          <p:cNvPr id="20501" name="Rectangle 21">
            <a:extLst>
              <a:ext uri="{FF2B5EF4-FFF2-40B4-BE49-F238E27FC236}">
                <a16:creationId xmlns:a16="http://schemas.microsoft.com/office/drawing/2014/main" id="{F6E9865E-9999-48A8-AA9A-703C40E80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9157" name="Object 22">
            <a:extLst>
              <a:ext uri="{FF2B5EF4-FFF2-40B4-BE49-F238E27FC236}">
                <a16:creationId xmlns:a16="http://schemas.microsoft.com/office/drawing/2014/main" id="{5AA3304A-DFF2-454F-A17D-8A7D3C5E56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3213100"/>
          <a:ext cx="7056437" cy="298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3" name="Equation" r:id="rId9" imgW="2882880" imgH="1218960" progId="Equation.DSMT4">
                  <p:embed/>
                </p:oleObj>
              </mc:Choice>
              <mc:Fallback>
                <p:oleObj name="Equation" r:id="rId9" imgW="2882880" imgH="1218960" progId="Equation.DSMT4">
                  <p:embed/>
                  <p:pic>
                    <p:nvPicPr>
                      <p:cNvPr id="49157" name="Object 22">
                        <a:extLst>
                          <a:ext uri="{FF2B5EF4-FFF2-40B4-BE49-F238E27FC236}">
                            <a16:creationId xmlns:a16="http://schemas.microsoft.com/office/drawing/2014/main" id="{5AA3304A-DFF2-454F-A17D-8A7D3C5E56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213100"/>
                        <a:ext cx="7056437" cy="298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日期占位符 1">
            <a:extLst>
              <a:ext uri="{FF2B5EF4-FFF2-40B4-BE49-F238E27FC236}">
                <a16:creationId xmlns:a16="http://schemas.microsoft.com/office/drawing/2014/main" id="{F86D2054-166B-4821-A483-334774AD40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EF8FE12-5F3A-464F-92F2-24A8B30B08D9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1513" name="页脚占位符 2">
            <a:extLst>
              <a:ext uri="{FF2B5EF4-FFF2-40B4-BE49-F238E27FC236}">
                <a16:creationId xmlns:a16="http://schemas.microsoft.com/office/drawing/2014/main" id="{02442311-A10A-4EB3-AC72-12C689231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1514" name="灯片编号占位符 3">
            <a:extLst>
              <a:ext uri="{FF2B5EF4-FFF2-40B4-BE49-F238E27FC236}">
                <a16:creationId xmlns:a16="http://schemas.microsoft.com/office/drawing/2014/main" id="{E1C81BCA-BCF8-488D-A660-804CAC23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420FCE7-EBA9-4B3E-9FAB-DF3F54887B03}" type="slidenum">
              <a:rPr lang="en-US" altLang="zh-CN"/>
              <a:pPr eaLnBrk="1" hangingPunct="1"/>
              <a:t>74</a:t>
            </a:fld>
            <a:endParaRPr lang="en-US" altLang="zh-CN"/>
          </a:p>
        </p:txBody>
      </p:sp>
      <p:sp>
        <p:nvSpPr>
          <p:cNvPr id="21515" name="Rectangle 2">
            <a:extLst>
              <a:ext uri="{FF2B5EF4-FFF2-40B4-BE49-F238E27FC236}">
                <a16:creationId xmlns:a16="http://schemas.microsoft.com/office/drawing/2014/main" id="{B794A4AC-5ADA-4D22-B995-1084B811C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》2010-2011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1516" name="Rectangle 3">
            <a:extLst>
              <a:ext uri="{FF2B5EF4-FFF2-40B4-BE49-F238E27FC236}">
                <a16:creationId xmlns:a16="http://schemas.microsoft.com/office/drawing/2014/main" id="{EE52770F-5BE4-4692-A626-A71EDCA9E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93725"/>
            <a:ext cx="1335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二、填空题</a:t>
            </a:r>
          </a:p>
        </p:txBody>
      </p:sp>
      <p:sp>
        <p:nvSpPr>
          <p:cNvPr id="21517" name="Rectangle 16">
            <a:extLst>
              <a:ext uri="{FF2B5EF4-FFF2-40B4-BE49-F238E27FC236}">
                <a16:creationId xmlns:a16="http://schemas.microsoft.com/office/drawing/2014/main" id="{FC89B3BF-F382-4C52-A3D1-DA392D0DE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1506" name="Object 21">
            <a:extLst>
              <a:ext uri="{FF2B5EF4-FFF2-40B4-BE49-F238E27FC236}">
                <a16:creationId xmlns:a16="http://schemas.microsoft.com/office/drawing/2014/main" id="{857559B1-9DEB-4228-A32A-15F0894F44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844675"/>
          <a:ext cx="8636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4" name="Equation" r:id="rId3" imgW="431425" imgH="177646" progId="Equation.DSMT4">
                  <p:embed/>
                </p:oleObj>
              </mc:Choice>
              <mc:Fallback>
                <p:oleObj name="Equation" r:id="rId3" imgW="431425" imgH="177646" progId="Equation.DSMT4">
                  <p:embed/>
                  <p:pic>
                    <p:nvPicPr>
                      <p:cNvPr id="21506" name="Object 21">
                        <a:extLst>
                          <a:ext uri="{FF2B5EF4-FFF2-40B4-BE49-F238E27FC236}">
                            <a16:creationId xmlns:a16="http://schemas.microsoft.com/office/drawing/2014/main" id="{857559B1-9DEB-4228-A32A-15F0894F44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844675"/>
                        <a:ext cx="8636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Rectangle 22">
            <a:extLst>
              <a:ext uri="{FF2B5EF4-FFF2-40B4-BE49-F238E27FC236}">
                <a16:creationId xmlns:a16="http://schemas.microsoft.com/office/drawing/2014/main" id="{D680087D-F9D8-462B-BA4E-91CCF3D1A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96975"/>
            <a:ext cx="755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9.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阶实对称矩阵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的特征值分别为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1,  2,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cs typeface="Times New Roman" panose="02020603050405020304" pitchFamily="18" charset="0"/>
              </a:rPr>
              <a:t>…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，则使</a:t>
            </a:r>
            <a:endParaRPr lang="zh-CN" altLang="en-US" sz="2400"/>
          </a:p>
        </p:txBody>
      </p:sp>
      <p:sp>
        <p:nvSpPr>
          <p:cNvPr id="21519" name="Rectangle 23">
            <a:extLst>
              <a:ext uri="{FF2B5EF4-FFF2-40B4-BE49-F238E27FC236}">
                <a16:creationId xmlns:a16="http://schemas.microsoft.com/office/drawing/2014/main" id="{E89B32F2-0D06-491F-AD56-CE305B7CA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773238"/>
            <a:ext cx="3925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为正定矩阵的数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取值范围是</a:t>
            </a:r>
            <a:endParaRPr lang="zh-CN" altLang="en-US" sz="2400"/>
          </a:p>
        </p:txBody>
      </p:sp>
      <p:sp>
        <p:nvSpPr>
          <p:cNvPr id="21520" name="Rectangle 24">
            <a:extLst>
              <a:ext uri="{FF2B5EF4-FFF2-40B4-BE49-F238E27FC236}">
                <a16:creationId xmlns:a16="http://schemas.microsoft.com/office/drawing/2014/main" id="{42B41088-68C5-48BC-8459-F66B6D678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916113"/>
            <a:ext cx="336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endParaRPr lang="zh-CN" altLang="en-US"/>
          </a:p>
        </p:txBody>
      </p:sp>
      <p:sp>
        <p:nvSpPr>
          <p:cNvPr id="64530" name="Rectangle 25">
            <a:extLst>
              <a:ext uri="{FF2B5EF4-FFF2-40B4-BE49-F238E27FC236}">
                <a16:creationId xmlns:a16="http://schemas.microsoft.com/office/drawing/2014/main" id="{F60CB983-5F6B-4FE1-86DC-A2EA30565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492375"/>
            <a:ext cx="6634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i="1"/>
              <a:t>因为 </a:t>
            </a:r>
            <a:r>
              <a:rPr lang="en-US" altLang="zh-CN" sz="2400" i="1"/>
              <a:t>n</a:t>
            </a:r>
            <a:r>
              <a:rPr lang="zh-CN" altLang="en-US" sz="2400"/>
              <a:t>阶实对称矩阵</a:t>
            </a:r>
            <a:r>
              <a:rPr lang="en-US" altLang="zh-CN" sz="2400" b="1" i="1"/>
              <a:t>A</a:t>
            </a:r>
            <a:r>
              <a:rPr lang="zh-CN" altLang="en-US" sz="2400"/>
              <a:t>的特征值分别为</a:t>
            </a:r>
            <a:r>
              <a:rPr lang="en-US" altLang="zh-CN" sz="2400"/>
              <a:t>1,  2, …, </a:t>
            </a:r>
            <a:r>
              <a:rPr lang="en-US" altLang="zh-CN" sz="2400" i="1"/>
              <a:t>n</a:t>
            </a:r>
          </a:p>
        </p:txBody>
      </p:sp>
      <p:sp>
        <p:nvSpPr>
          <p:cNvPr id="64531" name="Rectangle 26">
            <a:extLst>
              <a:ext uri="{FF2B5EF4-FFF2-40B4-BE49-F238E27FC236}">
                <a16:creationId xmlns:a16="http://schemas.microsoft.com/office/drawing/2014/main" id="{9E37244B-04CC-4EAF-AAE7-BBA037DFE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141663"/>
            <a:ext cx="351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i="1"/>
              <a:t>所以存在正交矩阵</a:t>
            </a:r>
            <a:r>
              <a:rPr lang="en-US" altLang="zh-CN" sz="2400" i="1"/>
              <a:t>P,</a:t>
            </a:r>
            <a:r>
              <a:rPr lang="zh-CN" altLang="en-US" sz="2400" i="1"/>
              <a:t>使得</a:t>
            </a:r>
          </a:p>
        </p:txBody>
      </p:sp>
      <p:graphicFrame>
        <p:nvGraphicFramePr>
          <p:cNvPr id="64516" name="Object 27">
            <a:extLst>
              <a:ext uri="{FF2B5EF4-FFF2-40B4-BE49-F238E27FC236}">
                <a16:creationId xmlns:a16="http://schemas.microsoft.com/office/drawing/2014/main" id="{9B855825-72E5-445E-AF3A-BC1A3F0231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3068638"/>
          <a:ext cx="446405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5" name="Equation" r:id="rId5" imgW="2463480" imgH="927000" progId="Equation.DSMT4">
                  <p:embed/>
                </p:oleObj>
              </mc:Choice>
              <mc:Fallback>
                <p:oleObj name="Equation" r:id="rId5" imgW="2463480" imgH="927000" progId="Equation.DSMT4">
                  <p:embed/>
                  <p:pic>
                    <p:nvPicPr>
                      <p:cNvPr id="64516" name="Object 27">
                        <a:extLst>
                          <a:ext uri="{FF2B5EF4-FFF2-40B4-BE49-F238E27FC236}">
                            <a16:creationId xmlns:a16="http://schemas.microsoft.com/office/drawing/2014/main" id="{9B855825-72E5-445E-AF3A-BC1A3F0231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068638"/>
                        <a:ext cx="4464050" cy="172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4">
            <a:extLst>
              <a:ext uri="{FF2B5EF4-FFF2-40B4-BE49-F238E27FC236}">
                <a16:creationId xmlns:a16="http://schemas.microsoft.com/office/drawing/2014/main" id="{2F24249D-C31F-45E0-BD8A-60DC99EB9B4E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4437063"/>
            <a:ext cx="2505075" cy="495300"/>
            <a:chOff x="539750" y="4437063"/>
            <a:chExt cx="2505075" cy="495300"/>
          </a:xfrm>
        </p:grpSpPr>
        <p:sp>
          <p:nvSpPr>
            <p:cNvPr id="21530" name="Rectangle 28">
              <a:extLst>
                <a:ext uri="{FF2B5EF4-FFF2-40B4-BE49-F238E27FC236}">
                  <a16:creationId xmlns:a16="http://schemas.microsoft.com/office/drawing/2014/main" id="{CFC37CFE-5AA3-4BF2-A8B0-43E3B5A7A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437063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所以</a:t>
              </a:r>
            </a:p>
          </p:txBody>
        </p:sp>
        <p:graphicFrame>
          <p:nvGraphicFramePr>
            <p:cNvPr id="21511" name="Object 30">
              <a:extLst>
                <a:ext uri="{FF2B5EF4-FFF2-40B4-BE49-F238E27FC236}">
                  <a16:creationId xmlns:a16="http://schemas.microsoft.com/office/drawing/2014/main" id="{019D0743-A2AC-443E-A596-1DAC552F6E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9250" y="4508500"/>
            <a:ext cx="1425575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36" name="Equation" r:id="rId7" imgW="787320" imgH="228600" progId="Equation.DSMT4">
                    <p:embed/>
                  </p:oleObj>
                </mc:Choice>
                <mc:Fallback>
                  <p:oleObj name="Equation" r:id="rId7" imgW="787320" imgH="228600" progId="Equation.DSMT4">
                    <p:embed/>
                    <p:pic>
                      <p:nvPicPr>
                        <p:cNvPr id="21511" name="Object 30">
                          <a:extLst>
                            <a:ext uri="{FF2B5EF4-FFF2-40B4-BE49-F238E27FC236}">
                              <a16:creationId xmlns:a16="http://schemas.microsoft.com/office/drawing/2014/main" id="{019D0743-A2AC-443E-A596-1DAC552F6E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250" y="4508500"/>
                          <a:ext cx="1425575" cy="423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5">
            <a:extLst>
              <a:ext uri="{FF2B5EF4-FFF2-40B4-BE49-F238E27FC236}">
                <a16:creationId xmlns:a16="http://schemas.microsoft.com/office/drawing/2014/main" id="{91B2E5DD-621A-43A9-8CB3-6FA093EB3E26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5084763"/>
            <a:ext cx="6575425" cy="595312"/>
            <a:chOff x="827584" y="5085184"/>
            <a:chExt cx="6574929" cy="594891"/>
          </a:xfrm>
        </p:grpSpPr>
        <p:sp>
          <p:nvSpPr>
            <p:cNvPr id="21529" name="Rectangle 31">
              <a:extLst>
                <a:ext uri="{FF2B5EF4-FFF2-40B4-BE49-F238E27FC236}">
                  <a16:creationId xmlns:a16="http://schemas.microsoft.com/office/drawing/2014/main" id="{ACA4160E-03F3-4243-90B8-E80042DFC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584" y="5085184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所以</a:t>
              </a:r>
            </a:p>
          </p:txBody>
        </p:sp>
        <p:graphicFrame>
          <p:nvGraphicFramePr>
            <p:cNvPr id="21510" name="Object 32">
              <a:extLst>
                <a:ext uri="{FF2B5EF4-FFF2-40B4-BE49-F238E27FC236}">
                  <a16:creationId xmlns:a16="http://schemas.microsoft.com/office/drawing/2014/main" id="{BC80B9C6-E07A-4281-B5F7-3E9651E87F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3713" y="5157788"/>
            <a:ext cx="5638800" cy="522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37" name="Equation" r:id="rId9" imgW="2819160" imgH="253800" progId="Equation.DSMT4">
                    <p:embed/>
                  </p:oleObj>
                </mc:Choice>
                <mc:Fallback>
                  <p:oleObj name="Equation" r:id="rId9" imgW="2819160" imgH="253800" progId="Equation.DSMT4">
                    <p:embed/>
                    <p:pic>
                      <p:nvPicPr>
                        <p:cNvPr id="21510" name="Object 32">
                          <a:extLst>
                            <a:ext uri="{FF2B5EF4-FFF2-40B4-BE49-F238E27FC236}">
                              <a16:creationId xmlns:a16="http://schemas.microsoft.com/office/drawing/2014/main" id="{BC80B9C6-E07A-4281-B5F7-3E9651E87F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713" y="5157788"/>
                          <a:ext cx="5638800" cy="5222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26">
            <a:extLst>
              <a:ext uri="{FF2B5EF4-FFF2-40B4-BE49-F238E27FC236}">
                <a16:creationId xmlns:a16="http://schemas.microsoft.com/office/drawing/2014/main" id="{AD98FDD9-4F4B-4940-9548-DC1A06D7F81B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5734050"/>
            <a:ext cx="4537075" cy="488950"/>
            <a:chOff x="684213" y="5734050"/>
            <a:chExt cx="4537075" cy="488950"/>
          </a:xfrm>
        </p:grpSpPr>
        <p:sp>
          <p:nvSpPr>
            <p:cNvPr id="21526" name="Rectangle 33">
              <a:extLst>
                <a:ext uri="{FF2B5EF4-FFF2-40B4-BE49-F238E27FC236}">
                  <a16:creationId xmlns:a16="http://schemas.microsoft.com/office/drawing/2014/main" id="{9430B96D-3CEE-46EE-BC0D-D1AE8A73C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13" y="573405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所以</a:t>
              </a:r>
            </a:p>
          </p:txBody>
        </p:sp>
        <p:graphicFrame>
          <p:nvGraphicFramePr>
            <p:cNvPr id="21508" name="Object 34">
              <a:extLst>
                <a:ext uri="{FF2B5EF4-FFF2-40B4-BE49-F238E27FC236}">
                  <a16:creationId xmlns:a16="http://schemas.microsoft.com/office/drawing/2014/main" id="{80214CAA-8912-4DCF-8CF3-522DA95789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9250" y="5805488"/>
            <a:ext cx="863600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38" name="Equation" r:id="rId11" imgW="431425" imgH="177646" progId="Equation.DSMT4">
                    <p:embed/>
                  </p:oleObj>
                </mc:Choice>
                <mc:Fallback>
                  <p:oleObj name="Equation" r:id="rId11" imgW="431425" imgH="177646" progId="Equation.DSMT4">
                    <p:embed/>
                    <p:pic>
                      <p:nvPicPr>
                        <p:cNvPr id="21508" name="Object 34">
                          <a:extLst>
                            <a:ext uri="{FF2B5EF4-FFF2-40B4-BE49-F238E27FC236}">
                              <a16:creationId xmlns:a16="http://schemas.microsoft.com/office/drawing/2014/main" id="{80214CAA-8912-4DCF-8CF3-522DA95789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250" y="5805488"/>
                          <a:ext cx="863600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7" name="Rectangle 35">
              <a:extLst>
                <a:ext uri="{FF2B5EF4-FFF2-40B4-BE49-F238E27FC236}">
                  <a16:creationId xmlns:a16="http://schemas.microsoft.com/office/drawing/2014/main" id="{61879514-397A-4653-A231-DE46233E2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313" y="573405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与</a:t>
              </a:r>
            </a:p>
          </p:txBody>
        </p:sp>
        <p:graphicFrame>
          <p:nvGraphicFramePr>
            <p:cNvPr id="21509" name="Object 36">
              <a:extLst>
                <a:ext uri="{FF2B5EF4-FFF2-40B4-BE49-F238E27FC236}">
                  <a16:creationId xmlns:a16="http://schemas.microsoft.com/office/drawing/2014/main" id="{8A343FF8-1393-4BD2-AFAA-7753E9F6F4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03575" y="5734050"/>
            <a:ext cx="1152525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39" name="Equation" r:id="rId12" imgW="419040" imgH="177480" progId="Equation.DSMT4">
                    <p:embed/>
                  </p:oleObj>
                </mc:Choice>
                <mc:Fallback>
                  <p:oleObj name="Equation" r:id="rId12" imgW="419040" imgH="177480" progId="Equation.DSMT4">
                    <p:embed/>
                    <p:pic>
                      <p:nvPicPr>
                        <p:cNvPr id="21509" name="Object 36">
                          <a:extLst>
                            <a:ext uri="{FF2B5EF4-FFF2-40B4-BE49-F238E27FC236}">
                              <a16:creationId xmlns:a16="http://schemas.microsoft.com/office/drawing/2014/main" id="{8A343FF8-1393-4BD2-AFAA-7753E9F6F4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575" y="5734050"/>
                          <a:ext cx="1152525" cy="488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8" name="Rectangle 37">
              <a:extLst>
                <a:ext uri="{FF2B5EF4-FFF2-40B4-BE49-F238E27FC236}">
                  <a16:creationId xmlns:a16="http://schemas.microsoft.com/office/drawing/2014/main" id="{FE4A489D-9E46-4643-AB55-81E8EAB40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573405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相似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30" grpId="0"/>
      <p:bldP spid="6453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2" name="日期占位符 1">
            <a:extLst>
              <a:ext uri="{FF2B5EF4-FFF2-40B4-BE49-F238E27FC236}">
                <a16:creationId xmlns:a16="http://schemas.microsoft.com/office/drawing/2014/main" id="{064F3D7B-D305-41EE-8CC1-6745811BA9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070BD77-57D5-4C3C-AAE9-44FA83DC928E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2543" name="页脚占位符 2">
            <a:extLst>
              <a:ext uri="{FF2B5EF4-FFF2-40B4-BE49-F238E27FC236}">
                <a16:creationId xmlns:a16="http://schemas.microsoft.com/office/drawing/2014/main" id="{00E2C2F9-C499-40C9-942E-5AE0EB310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2544" name="灯片编号占位符 3">
            <a:extLst>
              <a:ext uri="{FF2B5EF4-FFF2-40B4-BE49-F238E27FC236}">
                <a16:creationId xmlns:a16="http://schemas.microsoft.com/office/drawing/2014/main" id="{E93A66BE-7847-46C6-9924-3E8B57F0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2526CEF-2327-45E6-8B5B-CB31F039BABA}" type="slidenum">
              <a:rPr lang="en-US" altLang="zh-CN"/>
              <a:pPr eaLnBrk="1" hangingPunct="1"/>
              <a:t>75</a:t>
            </a:fld>
            <a:endParaRPr lang="en-US" altLang="zh-CN"/>
          </a:p>
        </p:txBody>
      </p:sp>
      <p:sp>
        <p:nvSpPr>
          <p:cNvPr id="22545" name="Rectangle 2">
            <a:extLst>
              <a:ext uri="{FF2B5EF4-FFF2-40B4-BE49-F238E27FC236}">
                <a16:creationId xmlns:a16="http://schemas.microsoft.com/office/drawing/2014/main" id="{ECE73DDA-13BA-4C9D-A822-5EC60F9A3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》2010-2011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2546" name="Rectangle 3">
            <a:extLst>
              <a:ext uri="{FF2B5EF4-FFF2-40B4-BE49-F238E27FC236}">
                <a16:creationId xmlns:a16="http://schemas.microsoft.com/office/drawing/2014/main" id="{EE5A2E4A-D3FB-4C9E-A444-3415A7B90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93725"/>
            <a:ext cx="1335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二、填空题</a:t>
            </a:r>
          </a:p>
        </p:txBody>
      </p:sp>
      <p:sp>
        <p:nvSpPr>
          <p:cNvPr id="22547" name="Rectangle 4">
            <a:extLst>
              <a:ext uri="{FF2B5EF4-FFF2-40B4-BE49-F238E27FC236}">
                <a16:creationId xmlns:a16="http://schemas.microsoft.com/office/drawing/2014/main" id="{DB81A054-69B2-4F22-8FEA-6C2D62A5B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22530" name="Object 5">
            <a:extLst>
              <a:ext uri="{FF2B5EF4-FFF2-40B4-BE49-F238E27FC236}">
                <a16:creationId xmlns:a16="http://schemas.microsoft.com/office/drawing/2014/main" id="{242A8C6C-5CEE-494C-9B39-72ADC32CEE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844675"/>
          <a:ext cx="8636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58" name="Equation" r:id="rId3" imgW="431425" imgH="177646" progId="Equation.DSMT4">
                  <p:embed/>
                </p:oleObj>
              </mc:Choice>
              <mc:Fallback>
                <p:oleObj name="Equation" r:id="rId3" imgW="431425" imgH="177646" progId="Equation.DSMT4">
                  <p:embed/>
                  <p:pic>
                    <p:nvPicPr>
                      <p:cNvPr id="22530" name="Object 5">
                        <a:extLst>
                          <a:ext uri="{FF2B5EF4-FFF2-40B4-BE49-F238E27FC236}">
                            <a16:creationId xmlns:a16="http://schemas.microsoft.com/office/drawing/2014/main" id="{242A8C6C-5CEE-494C-9B39-72ADC32CEE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844675"/>
                        <a:ext cx="863600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8" name="Rectangle 7">
            <a:extLst>
              <a:ext uri="{FF2B5EF4-FFF2-40B4-BE49-F238E27FC236}">
                <a16:creationId xmlns:a16="http://schemas.microsoft.com/office/drawing/2014/main" id="{D0E8CEA5-00E8-4C35-8D19-E51A932CD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96975"/>
            <a:ext cx="755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9.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阶实对称矩阵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的特征值分别为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1,  2,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cs typeface="Times New Roman" panose="02020603050405020304" pitchFamily="18" charset="0"/>
              </a:rPr>
              <a:t>…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，则使</a:t>
            </a:r>
            <a:endParaRPr lang="zh-CN" altLang="en-US" sz="2400"/>
          </a:p>
        </p:txBody>
      </p:sp>
      <p:sp>
        <p:nvSpPr>
          <p:cNvPr id="22549" name="Rectangle 8">
            <a:extLst>
              <a:ext uri="{FF2B5EF4-FFF2-40B4-BE49-F238E27FC236}">
                <a16:creationId xmlns:a16="http://schemas.microsoft.com/office/drawing/2014/main" id="{A4BD5E8C-469B-45B4-AA08-E02F9C527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773238"/>
            <a:ext cx="3925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为正定矩阵的数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取值范围是</a:t>
            </a:r>
            <a:endParaRPr lang="zh-CN" altLang="en-US" sz="2400"/>
          </a:p>
        </p:txBody>
      </p:sp>
      <p:sp>
        <p:nvSpPr>
          <p:cNvPr id="22550" name="Rectangle 9">
            <a:extLst>
              <a:ext uri="{FF2B5EF4-FFF2-40B4-BE49-F238E27FC236}">
                <a16:creationId xmlns:a16="http://schemas.microsoft.com/office/drawing/2014/main" id="{D62061BC-7FA5-4045-A4D1-9B3A7C6FC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916113"/>
            <a:ext cx="336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endParaRPr lang="zh-CN" altLang="en-US"/>
          </a:p>
        </p:txBody>
      </p:sp>
      <p:grpSp>
        <p:nvGrpSpPr>
          <p:cNvPr id="2" name="组合 37">
            <a:extLst>
              <a:ext uri="{FF2B5EF4-FFF2-40B4-BE49-F238E27FC236}">
                <a16:creationId xmlns:a16="http://schemas.microsoft.com/office/drawing/2014/main" id="{A7BC1759-98DA-40E8-8C1F-27B2CB38E365}"/>
              </a:ext>
            </a:extLst>
          </p:cNvPr>
          <p:cNvGrpSpPr>
            <a:grpSpLocks/>
          </p:cNvGrpSpPr>
          <p:nvPr/>
        </p:nvGrpSpPr>
        <p:grpSpPr bwMode="auto">
          <a:xfrm>
            <a:off x="757238" y="2492375"/>
            <a:ext cx="4537075" cy="488950"/>
            <a:chOff x="757238" y="2492375"/>
            <a:chExt cx="4537075" cy="488950"/>
          </a:xfrm>
        </p:grpSpPr>
        <p:sp>
          <p:nvSpPr>
            <p:cNvPr id="22569" name="Rectangle 17">
              <a:extLst>
                <a:ext uri="{FF2B5EF4-FFF2-40B4-BE49-F238E27FC236}">
                  <a16:creationId xmlns:a16="http://schemas.microsoft.com/office/drawing/2014/main" id="{806ADF5F-D3F9-462F-89A2-D19FE91B5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8" y="2492375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所以</a:t>
              </a:r>
            </a:p>
          </p:txBody>
        </p:sp>
        <p:graphicFrame>
          <p:nvGraphicFramePr>
            <p:cNvPr id="22540" name="Object 18">
              <a:extLst>
                <a:ext uri="{FF2B5EF4-FFF2-40B4-BE49-F238E27FC236}">
                  <a16:creationId xmlns:a16="http://schemas.microsoft.com/office/drawing/2014/main" id="{0D680F34-913B-4DD7-A3BB-4A8FA83465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92275" y="2563813"/>
            <a:ext cx="863600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59" name="Equation" r:id="rId5" imgW="431425" imgH="177646" progId="Equation.DSMT4">
                    <p:embed/>
                  </p:oleObj>
                </mc:Choice>
                <mc:Fallback>
                  <p:oleObj name="Equation" r:id="rId5" imgW="431425" imgH="177646" progId="Equation.DSMT4">
                    <p:embed/>
                    <p:pic>
                      <p:nvPicPr>
                        <p:cNvPr id="22540" name="Object 18">
                          <a:extLst>
                            <a:ext uri="{FF2B5EF4-FFF2-40B4-BE49-F238E27FC236}">
                              <a16:creationId xmlns:a16="http://schemas.microsoft.com/office/drawing/2014/main" id="{0D680F34-913B-4DD7-A3BB-4A8FA83465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2275" y="2563813"/>
                          <a:ext cx="863600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70" name="Rectangle 19">
              <a:extLst>
                <a:ext uri="{FF2B5EF4-FFF2-40B4-BE49-F238E27FC236}">
                  <a16:creationId xmlns:a16="http://schemas.microsoft.com/office/drawing/2014/main" id="{07573B7A-4466-4F63-95B4-6155EE43C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2492375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与</a:t>
              </a:r>
            </a:p>
          </p:txBody>
        </p:sp>
        <p:graphicFrame>
          <p:nvGraphicFramePr>
            <p:cNvPr id="22541" name="Object 20">
              <a:extLst>
                <a:ext uri="{FF2B5EF4-FFF2-40B4-BE49-F238E27FC236}">
                  <a16:creationId xmlns:a16="http://schemas.microsoft.com/office/drawing/2014/main" id="{BE80E38F-FC3D-4C37-8E3C-8FE8264AF2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76600" y="2492375"/>
            <a:ext cx="1152525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0" name="Equation" r:id="rId6" imgW="419040" imgH="177480" progId="Equation.DSMT4">
                    <p:embed/>
                  </p:oleObj>
                </mc:Choice>
                <mc:Fallback>
                  <p:oleObj name="Equation" r:id="rId6" imgW="419040" imgH="177480" progId="Equation.DSMT4">
                    <p:embed/>
                    <p:pic>
                      <p:nvPicPr>
                        <p:cNvPr id="22541" name="Object 20">
                          <a:extLst>
                            <a:ext uri="{FF2B5EF4-FFF2-40B4-BE49-F238E27FC236}">
                              <a16:creationId xmlns:a16="http://schemas.microsoft.com/office/drawing/2014/main" id="{BE80E38F-FC3D-4C37-8E3C-8FE8264AF2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6600" y="2492375"/>
                          <a:ext cx="1152525" cy="488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71" name="Rectangle 21">
              <a:extLst>
                <a:ext uri="{FF2B5EF4-FFF2-40B4-BE49-F238E27FC236}">
                  <a16:creationId xmlns:a16="http://schemas.microsoft.com/office/drawing/2014/main" id="{DBCA7A2C-858D-4F41-97C3-662AFCC15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563" y="2492375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相似</a:t>
              </a:r>
            </a:p>
          </p:txBody>
        </p:sp>
      </p:grpSp>
      <p:grpSp>
        <p:nvGrpSpPr>
          <p:cNvPr id="3" name="组合 38">
            <a:extLst>
              <a:ext uri="{FF2B5EF4-FFF2-40B4-BE49-F238E27FC236}">
                <a16:creationId xmlns:a16="http://schemas.microsoft.com/office/drawing/2014/main" id="{5D67D101-8031-4686-9C2A-C0CA589C26C3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141663"/>
            <a:ext cx="6061075" cy="488950"/>
            <a:chOff x="684213" y="3141663"/>
            <a:chExt cx="6061075" cy="488950"/>
          </a:xfrm>
        </p:grpSpPr>
        <p:sp>
          <p:nvSpPr>
            <p:cNvPr id="22566" name="Rectangle 22">
              <a:extLst>
                <a:ext uri="{FF2B5EF4-FFF2-40B4-BE49-F238E27FC236}">
                  <a16:creationId xmlns:a16="http://schemas.microsoft.com/office/drawing/2014/main" id="{E35DA90A-8E6C-42C5-BD7D-74E5EC6AA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13" y="3141663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所以</a:t>
              </a:r>
            </a:p>
          </p:txBody>
        </p:sp>
        <p:graphicFrame>
          <p:nvGraphicFramePr>
            <p:cNvPr id="22538" name="Object 23">
              <a:extLst>
                <a:ext uri="{FF2B5EF4-FFF2-40B4-BE49-F238E27FC236}">
                  <a16:creationId xmlns:a16="http://schemas.microsoft.com/office/drawing/2014/main" id="{DBFDDB80-305E-486D-9AD5-7DC853C57B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9250" y="3213100"/>
            <a:ext cx="863600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1" name="Equation" r:id="rId8" imgW="431425" imgH="177646" progId="Equation.DSMT4">
                    <p:embed/>
                  </p:oleObj>
                </mc:Choice>
                <mc:Fallback>
                  <p:oleObj name="Equation" r:id="rId8" imgW="431425" imgH="177646" progId="Equation.DSMT4">
                    <p:embed/>
                    <p:pic>
                      <p:nvPicPr>
                        <p:cNvPr id="22538" name="Object 23">
                          <a:extLst>
                            <a:ext uri="{FF2B5EF4-FFF2-40B4-BE49-F238E27FC236}">
                              <a16:creationId xmlns:a16="http://schemas.microsoft.com/office/drawing/2014/main" id="{DBFDDB80-305E-486D-9AD5-7DC853C57B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250" y="3213100"/>
                          <a:ext cx="863600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7" name="Rectangle 24">
              <a:extLst>
                <a:ext uri="{FF2B5EF4-FFF2-40B4-BE49-F238E27FC236}">
                  <a16:creationId xmlns:a16="http://schemas.microsoft.com/office/drawing/2014/main" id="{520A2252-0F8A-472A-8D56-BEE4336DC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7313" y="314166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与</a:t>
              </a:r>
            </a:p>
          </p:txBody>
        </p:sp>
        <p:graphicFrame>
          <p:nvGraphicFramePr>
            <p:cNvPr id="22539" name="Object 25">
              <a:extLst>
                <a:ext uri="{FF2B5EF4-FFF2-40B4-BE49-F238E27FC236}">
                  <a16:creationId xmlns:a16="http://schemas.microsoft.com/office/drawing/2014/main" id="{E86959DA-5D45-4623-B5AB-AF944B53B6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03575" y="3141663"/>
            <a:ext cx="1152525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2" name="Equation" r:id="rId9" imgW="419040" imgH="177480" progId="Equation.DSMT4">
                    <p:embed/>
                  </p:oleObj>
                </mc:Choice>
                <mc:Fallback>
                  <p:oleObj name="Equation" r:id="rId9" imgW="419040" imgH="177480" progId="Equation.DSMT4">
                    <p:embed/>
                    <p:pic>
                      <p:nvPicPr>
                        <p:cNvPr id="22539" name="Object 25">
                          <a:extLst>
                            <a:ext uri="{FF2B5EF4-FFF2-40B4-BE49-F238E27FC236}">
                              <a16:creationId xmlns:a16="http://schemas.microsoft.com/office/drawing/2014/main" id="{E86959DA-5D45-4623-B5AB-AF944B53B6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575" y="3141663"/>
                          <a:ext cx="1152525" cy="488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8" name="Rectangle 26">
              <a:extLst>
                <a:ext uri="{FF2B5EF4-FFF2-40B4-BE49-F238E27FC236}">
                  <a16:creationId xmlns:a16="http://schemas.microsoft.com/office/drawing/2014/main" id="{749FF3D0-C730-4F3A-B2D1-15CE891FF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3141663"/>
              <a:ext cx="2317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有相同的特征值</a:t>
              </a:r>
            </a:p>
          </p:txBody>
        </p:sp>
      </p:grpSp>
      <p:grpSp>
        <p:nvGrpSpPr>
          <p:cNvPr id="4" name="组合 39">
            <a:extLst>
              <a:ext uri="{FF2B5EF4-FFF2-40B4-BE49-F238E27FC236}">
                <a16:creationId xmlns:a16="http://schemas.microsoft.com/office/drawing/2014/main" id="{C0306A70-7EF0-4F44-9B83-AEFFC701C4E7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860800"/>
            <a:ext cx="7853363" cy="558800"/>
            <a:chOff x="323850" y="3860800"/>
            <a:chExt cx="7853363" cy="558800"/>
          </a:xfrm>
        </p:grpSpPr>
        <p:sp>
          <p:nvSpPr>
            <p:cNvPr id="22564" name="Rectangle 27">
              <a:extLst>
                <a:ext uri="{FF2B5EF4-FFF2-40B4-BE49-F238E27FC236}">
                  <a16:creationId xmlns:a16="http://schemas.microsoft.com/office/drawing/2014/main" id="{F31BC0B3-EEF4-4600-A6E1-DEC28BAB9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50" y="3860800"/>
              <a:ext cx="1708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而对角矩阵</a:t>
              </a:r>
            </a:p>
          </p:txBody>
        </p:sp>
        <p:graphicFrame>
          <p:nvGraphicFramePr>
            <p:cNvPr id="22536" name="Object 28">
              <a:extLst>
                <a:ext uri="{FF2B5EF4-FFF2-40B4-BE49-F238E27FC236}">
                  <a16:creationId xmlns:a16="http://schemas.microsoft.com/office/drawing/2014/main" id="{C59ADED4-F234-4574-8589-53F284380B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51050" y="3860800"/>
            <a:ext cx="1152525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3" name="Equation" r:id="rId10" imgW="419040" imgH="177480" progId="Equation.DSMT4">
                    <p:embed/>
                  </p:oleObj>
                </mc:Choice>
                <mc:Fallback>
                  <p:oleObj name="Equation" r:id="rId10" imgW="419040" imgH="177480" progId="Equation.DSMT4">
                    <p:embed/>
                    <p:pic>
                      <p:nvPicPr>
                        <p:cNvPr id="22536" name="Object 28">
                          <a:extLst>
                            <a:ext uri="{FF2B5EF4-FFF2-40B4-BE49-F238E27FC236}">
                              <a16:creationId xmlns:a16="http://schemas.microsoft.com/office/drawing/2014/main" id="{C59ADED4-F234-4574-8589-53F284380B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050" y="3860800"/>
                          <a:ext cx="1152525" cy="488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5" name="Rectangle 29">
              <a:extLst>
                <a:ext uri="{FF2B5EF4-FFF2-40B4-BE49-F238E27FC236}">
                  <a16:creationId xmlns:a16="http://schemas.microsoft.com/office/drawing/2014/main" id="{CF93F20D-00A8-4C17-85CC-F9B1192A6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8" y="3860800"/>
              <a:ext cx="1708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的特征值为</a:t>
              </a:r>
            </a:p>
          </p:txBody>
        </p:sp>
        <p:graphicFrame>
          <p:nvGraphicFramePr>
            <p:cNvPr id="22537" name="Object 30">
              <a:extLst>
                <a:ext uri="{FF2B5EF4-FFF2-40B4-BE49-F238E27FC236}">
                  <a16:creationId xmlns:a16="http://schemas.microsoft.com/office/drawing/2014/main" id="{EA035934-6940-4C4B-A5BD-85C293D99F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59338" y="3860800"/>
            <a:ext cx="3317875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4" name="Equation" r:id="rId11" imgW="1206360" imgH="203040" progId="Equation.DSMT4">
                    <p:embed/>
                  </p:oleObj>
                </mc:Choice>
                <mc:Fallback>
                  <p:oleObj name="Equation" r:id="rId11" imgW="1206360" imgH="203040" progId="Equation.DSMT4">
                    <p:embed/>
                    <p:pic>
                      <p:nvPicPr>
                        <p:cNvPr id="22537" name="Object 30">
                          <a:extLst>
                            <a:ext uri="{FF2B5EF4-FFF2-40B4-BE49-F238E27FC236}">
                              <a16:creationId xmlns:a16="http://schemas.microsoft.com/office/drawing/2014/main" id="{EA035934-6940-4C4B-A5BD-85C293D99F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338" y="3860800"/>
                          <a:ext cx="3317875" cy="558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0">
            <a:extLst>
              <a:ext uri="{FF2B5EF4-FFF2-40B4-BE49-F238E27FC236}">
                <a16:creationId xmlns:a16="http://schemas.microsoft.com/office/drawing/2014/main" id="{68B48B57-15CC-4007-A95C-3099C971E850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4437063"/>
            <a:ext cx="7494587" cy="558800"/>
            <a:chOff x="395288" y="4437063"/>
            <a:chExt cx="7494587" cy="558800"/>
          </a:xfrm>
        </p:grpSpPr>
        <p:sp>
          <p:nvSpPr>
            <p:cNvPr id="22562" name="Rectangle 31">
              <a:extLst>
                <a:ext uri="{FF2B5EF4-FFF2-40B4-BE49-F238E27FC236}">
                  <a16:creationId xmlns:a16="http://schemas.microsoft.com/office/drawing/2014/main" id="{C4DF19C1-7AB6-43AA-ACDD-A86ED565C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88" y="4437063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所以</a:t>
              </a:r>
            </a:p>
          </p:txBody>
        </p:sp>
        <p:graphicFrame>
          <p:nvGraphicFramePr>
            <p:cNvPr id="22534" name="Object 32">
              <a:extLst>
                <a:ext uri="{FF2B5EF4-FFF2-40B4-BE49-F238E27FC236}">
                  <a16:creationId xmlns:a16="http://schemas.microsoft.com/office/drawing/2014/main" id="{7F66F742-06B2-422D-BBEC-290C982052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1913" y="4508500"/>
            <a:ext cx="863600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5" name="Equation" r:id="rId13" imgW="431425" imgH="177646" progId="Equation.DSMT4">
                    <p:embed/>
                  </p:oleObj>
                </mc:Choice>
                <mc:Fallback>
                  <p:oleObj name="Equation" r:id="rId13" imgW="431425" imgH="177646" progId="Equation.DSMT4">
                    <p:embed/>
                    <p:pic>
                      <p:nvPicPr>
                        <p:cNvPr id="22534" name="Object 32">
                          <a:extLst>
                            <a:ext uri="{FF2B5EF4-FFF2-40B4-BE49-F238E27FC236}">
                              <a16:creationId xmlns:a16="http://schemas.microsoft.com/office/drawing/2014/main" id="{7F66F742-06B2-422D-BBEC-290C982052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913" y="4508500"/>
                          <a:ext cx="863600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3" name="Rectangle 33">
              <a:extLst>
                <a:ext uri="{FF2B5EF4-FFF2-40B4-BE49-F238E27FC236}">
                  <a16:creationId xmlns:a16="http://schemas.microsoft.com/office/drawing/2014/main" id="{813057E4-5D52-4F8A-99D7-04680895D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975" y="4437063"/>
              <a:ext cx="2012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的特征值也为</a:t>
              </a:r>
            </a:p>
          </p:txBody>
        </p:sp>
        <p:graphicFrame>
          <p:nvGraphicFramePr>
            <p:cNvPr id="22535" name="Object 34">
              <a:extLst>
                <a:ext uri="{FF2B5EF4-FFF2-40B4-BE49-F238E27FC236}">
                  <a16:creationId xmlns:a16="http://schemas.microsoft.com/office/drawing/2014/main" id="{C39B0027-66AC-4202-BA4A-F71075E0BD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72000" y="4437063"/>
            <a:ext cx="3317875" cy="558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6" name="Equation" r:id="rId14" imgW="1206360" imgH="203040" progId="Equation.DSMT4">
                    <p:embed/>
                  </p:oleObj>
                </mc:Choice>
                <mc:Fallback>
                  <p:oleObj name="Equation" r:id="rId14" imgW="1206360" imgH="203040" progId="Equation.DSMT4">
                    <p:embed/>
                    <p:pic>
                      <p:nvPicPr>
                        <p:cNvPr id="22535" name="Object 34">
                          <a:extLst>
                            <a:ext uri="{FF2B5EF4-FFF2-40B4-BE49-F238E27FC236}">
                              <a16:creationId xmlns:a16="http://schemas.microsoft.com/office/drawing/2014/main" id="{C39B0027-66AC-4202-BA4A-F71075E0BD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0" y="4437063"/>
                          <a:ext cx="3317875" cy="558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41">
            <a:extLst>
              <a:ext uri="{FF2B5EF4-FFF2-40B4-BE49-F238E27FC236}">
                <a16:creationId xmlns:a16="http://schemas.microsoft.com/office/drawing/2014/main" id="{004AAEBB-48C3-4EAD-9AB2-9C4AF21CA0FD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5084763"/>
            <a:ext cx="8012113" cy="476250"/>
            <a:chOff x="323850" y="5084763"/>
            <a:chExt cx="8012113" cy="476250"/>
          </a:xfrm>
        </p:grpSpPr>
        <p:sp>
          <p:nvSpPr>
            <p:cNvPr id="22560" name="Rectangle 35">
              <a:extLst>
                <a:ext uri="{FF2B5EF4-FFF2-40B4-BE49-F238E27FC236}">
                  <a16:creationId xmlns:a16="http://schemas.microsoft.com/office/drawing/2014/main" id="{8A341688-CBA8-4700-B0DF-5B52E5D9F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50" y="5084763"/>
              <a:ext cx="1098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又因为</a:t>
              </a:r>
            </a:p>
          </p:txBody>
        </p:sp>
        <p:graphicFrame>
          <p:nvGraphicFramePr>
            <p:cNvPr id="22533" name="Object 36">
              <a:extLst>
                <a:ext uri="{FF2B5EF4-FFF2-40B4-BE49-F238E27FC236}">
                  <a16:creationId xmlns:a16="http://schemas.microsoft.com/office/drawing/2014/main" id="{793AB9BF-5479-4AF3-B1A6-E2CB62E517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6375" y="5157788"/>
            <a:ext cx="863600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7" name="Equation" r:id="rId16" imgW="431425" imgH="177646" progId="Equation.DSMT4">
                    <p:embed/>
                  </p:oleObj>
                </mc:Choice>
                <mc:Fallback>
                  <p:oleObj name="Equation" r:id="rId16" imgW="431425" imgH="177646" progId="Equation.DSMT4">
                    <p:embed/>
                    <p:pic>
                      <p:nvPicPr>
                        <p:cNvPr id="22533" name="Object 36">
                          <a:extLst>
                            <a:ext uri="{FF2B5EF4-FFF2-40B4-BE49-F238E27FC236}">
                              <a16:creationId xmlns:a16="http://schemas.microsoft.com/office/drawing/2014/main" id="{793AB9BF-5479-4AF3-B1A6-E2CB62E517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375" y="5157788"/>
                          <a:ext cx="863600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1" name="Rectangle 37">
              <a:extLst>
                <a:ext uri="{FF2B5EF4-FFF2-40B4-BE49-F238E27FC236}">
                  <a16:creationId xmlns:a16="http://schemas.microsoft.com/office/drawing/2014/main" id="{F00D1E6E-CA4B-4130-BC84-0A419ED32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413" y="5103813"/>
              <a:ext cx="5924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为正定矩阵，所以它的所以特征值都大于</a:t>
              </a:r>
              <a:r>
                <a:rPr lang="en-US" altLang="zh-CN" sz="2400"/>
                <a:t>0.</a:t>
              </a:r>
            </a:p>
          </p:txBody>
        </p:sp>
      </p:grpSp>
      <p:grpSp>
        <p:nvGrpSpPr>
          <p:cNvPr id="7" name="组合 42">
            <a:extLst>
              <a:ext uri="{FF2B5EF4-FFF2-40B4-BE49-F238E27FC236}">
                <a16:creationId xmlns:a16="http://schemas.microsoft.com/office/drawing/2014/main" id="{C46410A7-A64A-496F-8F27-59A4770C062B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5661025"/>
            <a:ext cx="5256213" cy="584200"/>
            <a:chOff x="323850" y="5661025"/>
            <a:chExt cx="5256213" cy="584200"/>
          </a:xfrm>
        </p:grpSpPr>
        <p:sp>
          <p:nvSpPr>
            <p:cNvPr id="22559" name="Rectangle 38">
              <a:extLst>
                <a:ext uri="{FF2B5EF4-FFF2-40B4-BE49-F238E27FC236}">
                  <a16:creationId xmlns:a16="http://schemas.microsoft.com/office/drawing/2014/main" id="{E7C17F3A-0CD2-4085-B847-08014482B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50" y="5661025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即</a:t>
              </a:r>
            </a:p>
          </p:txBody>
        </p:sp>
        <p:graphicFrame>
          <p:nvGraphicFramePr>
            <p:cNvPr id="22532" name="Object 39">
              <a:extLst>
                <a:ext uri="{FF2B5EF4-FFF2-40B4-BE49-F238E27FC236}">
                  <a16:creationId xmlns:a16="http://schemas.microsoft.com/office/drawing/2014/main" id="{A2BA67DB-42EE-4CEF-B2D3-9883507818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27088" y="5734050"/>
            <a:ext cx="4752975" cy="511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8" name="Equation" r:id="rId17" imgW="1892160" imgH="203040" progId="Equation.DSMT4">
                    <p:embed/>
                  </p:oleObj>
                </mc:Choice>
                <mc:Fallback>
                  <p:oleObj name="Equation" r:id="rId17" imgW="1892160" imgH="203040" progId="Equation.DSMT4">
                    <p:embed/>
                    <p:pic>
                      <p:nvPicPr>
                        <p:cNvPr id="22532" name="Object 39">
                          <a:extLst>
                            <a:ext uri="{FF2B5EF4-FFF2-40B4-BE49-F238E27FC236}">
                              <a16:creationId xmlns:a16="http://schemas.microsoft.com/office/drawing/2014/main" id="{A2BA67DB-42EE-4CEF-B2D3-9883507818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088" y="5734050"/>
                          <a:ext cx="4752975" cy="511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43">
            <a:extLst>
              <a:ext uri="{FF2B5EF4-FFF2-40B4-BE49-F238E27FC236}">
                <a16:creationId xmlns:a16="http://schemas.microsoft.com/office/drawing/2014/main" id="{4C121F82-70EE-4CD3-A57A-5F8C0BA82FDF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5734050"/>
            <a:ext cx="1501775" cy="463550"/>
            <a:chOff x="5940425" y="5734050"/>
            <a:chExt cx="1501775" cy="463550"/>
          </a:xfrm>
        </p:grpSpPr>
        <p:sp>
          <p:nvSpPr>
            <p:cNvPr id="22558" name="Rectangle 40">
              <a:extLst>
                <a:ext uri="{FF2B5EF4-FFF2-40B4-BE49-F238E27FC236}">
                  <a16:creationId xmlns:a16="http://schemas.microsoft.com/office/drawing/2014/main" id="{D25062FF-A9EC-466A-89B9-11DE5E9CB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0425" y="573405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i="1"/>
                <a:t>得</a:t>
              </a:r>
            </a:p>
          </p:txBody>
        </p:sp>
        <p:graphicFrame>
          <p:nvGraphicFramePr>
            <p:cNvPr id="22531" name="Object 41">
              <a:extLst>
                <a:ext uri="{FF2B5EF4-FFF2-40B4-BE49-F238E27FC236}">
                  <a16:creationId xmlns:a16="http://schemas.microsoft.com/office/drawing/2014/main" id="{A9CD1178-9707-45C1-A8EF-8DE5384988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88125" y="5805488"/>
            <a:ext cx="854075" cy="392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9" name="Equation" r:id="rId19" imgW="355292" imgH="164957" progId="Equation.DSMT4">
                    <p:embed/>
                  </p:oleObj>
                </mc:Choice>
                <mc:Fallback>
                  <p:oleObj name="Equation" r:id="rId19" imgW="355292" imgH="164957" progId="Equation.DSMT4">
                    <p:embed/>
                    <p:pic>
                      <p:nvPicPr>
                        <p:cNvPr id="22531" name="Object 41">
                          <a:extLst>
                            <a:ext uri="{FF2B5EF4-FFF2-40B4-BE49-F238E27FC236}">
                              <a16:creationId xmlns:a16="http://schemas.microsoft.com/office/drawing/2014/main" id="{A9CD1178-9707-45C1-A8EF-8DE5384988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8125" y="5805488"/>
                          <a:ext cx="854075" cy="392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9" name="日期占位符 1">
            <a:extLst>
              <a:ext uri="{FF2B5EF4-FFF2-40B4-BE49-F238E27FC236}">
                <a16:creationId xmlns:a16="http://schemas.microsoft.com/office/drawing/2014/main" id="{2EE8BF29-DD6B-4A19-8075-7631CC6A9F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FD6FD45-0A78-4785-AA2E-DB6A38736DF4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3560" name="页脚占位符 2">
            <a:extLst>
              <a:ext uri="{FF2B5EF4-FFF2-40B4-BE49-F238E27FC236}">
                <a16:creationId xmlns:a16="http://schemas.microsoft.com/office/drawing/2014/main" id="{B6678976-F461-40C6-8022-DA385E99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3561" name="灯片编号占位符 3">
            <a:extLst>
              <a:ext uri="{FF2B5EF4-FFF2-40B4-BE49-F238E27FC236}">
                <a16:creationId xmlns:a16="http://schemas.microsoft.com/office/drawing/2014/main" id="{008B9919-B264-4CEF-9598-34AE7DCA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7CD5AAC-69A9-4860-B826-9178F52989B0}" type="slidenum">
              <a:rPr lang="en-US" altLang="zh-CN"/>
              <a:pPr eaLnBrk="1" hangingPunct="1"/>
              <a:t>76</a:t>
            </a:fld>
            <a:endParaRPr lang="en-US" altLang="zh-CN"/>
          </a:p>
        </p:txBody>
      </p:sp>
      <p:sp>
        <p:nvSpPr>
          <p:cNvPr id="23562" name="Rectangle 2">
            <a:extLst>
              <a:ext uri="{FF2B5EF4-FFF2-40B4-BE49-F238E27FC236}">
                <a16:creationId xmlns:a16="http://schemas.microsoft.com/office/drawing/2014/main" id="{01E3CE0C-0CE8-4A8E-98E8-B07D57378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》2018-2019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3563" name="Rectangle 4">
            <a:extLst>
              <a:ext uri="{FF2B5EF4-FFF2-40B4-BE49-F238E27FC236}">
                <a16:creationId xmlns:a16="http://schemas.microsoft.com/office/drawing/2014/main" id="{AC85B0FD-A65B-4A93-AFBD-BB5BFC523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3564" name="矩形 44">
            <a:extLst>
              <a:ext uri="{FF2B5EF4-FFF2-40B4-BE49-F238E27FC236}">
                <a16:creationId xmlns:a16="http://schemas.microsoft.com/office/drawing/2014/main" id="{27A59FCA-A35A-4BCB-B27D-2C14E47A0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765175"/>
            <a:ext cx="35544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17.</a:t>
            </a:r>
            <a:r>
              <a:rPr lang="zh-CN" altLang="zh-CN" sz="2400"/>
              <a:t>（满分</a:t>
            </a:r>
            <a:r>
              <a:rPr lang="en-US" altLang="zh-CN" sz="2400"/>
              <a:t>9</a:t>
            </a:r>
            <a:r>
              <a:rPr lang="zh-CN" altLang="zh-CN" sz="2400"/>
              <a:t>分）设二次型</a:t>
            </a:r>
            <a:endParaRPr lang="zh-CN" altLang="en-US" sz="2400"/>
          </a:p>
        </p:txBody>
      </p:sp>
      <p:sp>
        <p:nvSpPr>
          <p:cNvPr id="23565" name="Rectangle 16">
            <a:extLst>
              <a:ext uri="{FF2B5EF4-FFF2-40B4-BE49-F238E27FC236}">
                <a16:creationId xmlns:a16="http://schemas.microsoft.com/office/drawing/2014/main" id="{FD839D49-CE02-44A8-8255-58607970B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3554" name="Object 15">
            <a:extLst>
              <a:ext uri="{FF2B5EF4-FFF2-40B4-BE49-F238E27FC236}">
                <a16:creationId xmlns:a16="http://schemas.microsoft.com/office/drawing/2014/main" id="{E5CD44F2-EBF0-45EB-915F-34C2F351D9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765175"/>
          <a:ext cx="3802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2" name="Equation" r:id="rId3" imgW="2095500" imgH="241300" progId="Equation.DSMT4">
                  <p:embed/>
                </p:oleObj>
              </mc:Choice>
              <mc:Fallback>
                <p:oleObj name="Equation" r:id="rId3" imgW="2095500" imgH="241300" progId="Equation.DSMT4">
                  <p:embed/>
                  <p:pic>
                    <p:nvPicPr>
                      <p:cNvPr id="23554" name="Object 15">
                        <a:extLst>
                          <a:ext uri="{FF2B5EF4-FFF2-40B4-BE49-F238E27FC236}">
                            <a16:creationId xmlns:a16="http://schemas.microsoft.com/office/drawing/2014/main" id="{E5CD44F2-EBF0-45EB-915F-34C2F351D9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765175"/>
                        <a:ext cx="380206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6" name="Rectangle 19">
            <a:extLst>
              <a:ext uri="{FF2B5EF4-FFF2-40B4-BE49-F238E27FC236}">
                <a16:creationId xmlns:a16="http://schemas.microsoft.com/office/drawing/2014/main" id="{49B69887-FCAC-4F95-96CD-7CDCA1AF0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96975"/>
            <a:ext cx="2571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(1) </a:t>
            </a:r>
            <a:r>
              <a:rPr lang="zh-CN" altLang="zh-CN" sz="2400"/>
              <a:t>求</a:t>
            </a:r>
            <a:r>
              <a:rPr lang="en-US" altLang="zh-CN" sz="2400"/>
              <a:t>f</a:t>
            </a:r>
            <a:r>
              <a:rPr lang="zh-CN" altLang="en-US" sz="2400">
                <a:latin typeface="微软雅黑" panose="020B0503020204020204" pitchFamily="34" charset="-122"/>
                <a:cs typeface="Times New Roman" panose="02020603050405020304" pitchFamily="18" charset="0"/>
              </a:rPr>
              <a:t>的矩阵</a:t>
            </a:r>
            <a:r>
              <a:rPr lang="en-US" altLang="zh-CN" sz="2400">
                <a:latin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zh-CN" altLang="en-US" sz="2400"/>
              <a:t> </a:t>
            </a:r>
          </a:p>
        </p:txBody>
      </p:sp>
      <p:sp>
        <p:nvSpPr>
          <p:cNvPr id="23567" name="矩形 50">
            <a:extLst>
              <a:ext uri="{FF2B5EF4-FFF2-40B4-BE49-F238E27FC236}">
                <a16:creationId xmlns:a16="http://schemas.microsoft.com/office/drawing/2014/main" id="{CE8E2E7E-5305-4BFF-A0E1-5BA252832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700213"/>
            <a:ext cx="33131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(2) </a:t>
            </a:r>
            <a:r>
              <a:rPr lang="zh-CN" altLang="zh-CN" sz="2400"/>
              <a:t>求矩阵</a:t>
            </a:r>
            <a:r>
              <a:rPr lang="en-US" altLang="zh-CN" sz="2400"/>
              <a:t>A</a:t>
            </a:r>
            <a:r>
              <a:rPr lang="zh-CN" altLang="en-US" sz="2400"/>
              <a:t>的特征值；</a:t>
            </a:r>
          </a:p>
        </p:txBody>
      </p:sp>
      <p:sp>
        <p:nvSpPr>
          <p:cNvPr id="23568" name="矩形 51">
            <a:extLst>
              <a:ext uri="{FF2B5EF4-FFF2-40B4-BE49-F238E27FC236}">
                <a16:creationId xmlns:a16="http://schemas.microsoft.com/office/drawing/2014/main" id="{DDBC91BE-62D0-4838-BDB5-9AAACB52E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133600"/>
            <a:ext cx="2886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(3) </a:t>
            </a:r>
            <a:r>
              <a:rPr lang="zh-CN" altLang="zh-CN" sz="2400"/>
              <a:t>写出</a:t>
            </a:r>
            <a:r>
              <a:rPr lang="en-US" altLang="zh-CN" sz="2400"/>
              <a:t>f</a:t>
            </a:r>
            <a:r>
              <a:rPr lang="zh-CN" altLang="en-US" sz="2400"/>
              <a:t>的标准型；</a:t>
            </a:r>
          </a:p>
        </p:txBody>
      </p:sp>
      <p:sp>
        <p:nvSpPr>
          <p:cNvPr id="23569" name="矩形 52">
            <a:extLst>
              <a:ext uri="{FF2B5EF4-FFF2-40B4-BE49-F238E27FC236}">
                <a16:creationId xmlns:a16="http://schemas.microsoft.com/office/drawing/2014/main" id="{A470B712-555B-4527-BDD0-1FB39935F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636838"/>
            <a:ext cx="3500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(4) </a:t>
            </a:r>
            <a:r>
              <a:rPr lang="zh-CN" altLang="zh-CN" sz="2400"/>
              <a:t>写出</a:t>
            </a:r>
            <a:r>
              <a:rPr lang="en-US" altLang="zh-CN" sz="2400"/>
              <a:t>f</a:t>
            </a:r>
            <a:r>
              <a:rPr lang="zh-CN" altLang="en-US" sz="2400"/>
              <a:t>的正惯性指标。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2968465-CC7B-4A53-8DE6-4A8D606CB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213100"/>
            <a:ext cx="4357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解：（</a:t>
            </a:r>
            <a:r>
              <a:rPr lang="en-US" altLang="zh-CN" sz="2400"/>
              <a:t>1</a:t>
            </a:r>
            <a:r>
              <a:rPr lang="zh-CN" altLang="zh-CN" sz="2400"/>
              <a:t>）二次型对应的矩阵为</a:t>
            </a:r>
            <a:endParaRPr lang="zh-CN" altLang="en-US" sz="2400"/>
          </a:p>
        </p:txBody>
      </p:sp>
      <p:sp>
        <p:nvSpPr>
          <p:cNvPr id="23571" name="Rectangle 21">
            <a:extLst>
              <a:ext uri="{FF2B5EF4-FFF2-40B4-BE49-F238E27FC236}">
                <a16:creationId xmlns:a16="http://schemas.microsoft.com/office/drawing/2014/main" id="{5E044D5E-DA33-4A85-8C2E-7C1DC81D0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7364" name="Object 20">
            <a:extLst>
              <a:ext uri="{FF2B5EF4-FFF2-40B4-BE49-F238E27FC236}">
                <a16:creationId xmlns:a16="http://schemas.microsoft.com/office/drawing/2014/main" id="{DA31D01B-B473-47FA-B269-9109F86FFE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924175"/>
          <a:ext cx="1512888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3" name="Equation" r:id="rId5" imgW="965200" imgH="711200" progId="Equation.DSMT4">
                  <p:embed/>
                </p:oleObj>
              </mc:Choice>
              <mc:Fallback>
                <p:oleObj name="Equation" r:id="rId5" imgW="965200" imgH="711200" progId="Equation.DSMT4">
                  <p:embed/>
                  <p:pic>
                    <p:nvPicPr>
                      <p:cNvPr id="57364" name="Object 20">
                        <a:extLst>
                          <a:ext uri="{FF2B5EF4-FFF2-40B4-BE49-F238E27FC236}">
                            <a16:creationId xmlns:a16="http://schemas.microsoft.com/office/drawing/2014/main" id="{DA31D01B-B473-47FA-B269-9109F86FFE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924175"/>
                        <a:ext cx="1512888" cy="1123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2" name="Rectangle 23">
            <a:extLst>
              <a:ext uri="{FF2B5EF4-FFF2-40B4-BE49-F238E27FC236}">
                <a16:creationId xmlns:a16="http://schemas.microsoft.com/office/drawing/2014/main" id="{CE6B6298-D785-4DCA-BB1A-653576004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66">
            <a:extLst>
              <a:ext uri="{FF2B5EF4-FFF2-40B4-BE49-F238E27FC236}">
                <a16:creationId xmlns:a16="http://schemas.microsoft.com/office/drawing/2014/main" id="{FC1D8334-D4DD-4FE4-9AFD-B01F3F9EE4CE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3933825"/>
            <a:ext cx="4913312" cy="574675"/>
            <a:chOff x="611560" y="3933056"/>
            <a:chExt cx="4912546" cy="576064"/>
          </a:xfrm>
        </p:grpSpPr>
        <p:sp>
          <p:nvSpPr>
            <p:cNvPr id="23581" name="矩形 56">
              <a:extLst>
                <a:ext uri="{FF2B5EF4-FFF2-40B4-BE49-F238E27FC236}">
                  <a16:creationId xmlns:a16="http://schemas.microsoft.com/office/drawing/2014/main" id="{DE79EC2A-0D94-4002-A984-CAB46719D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60" y="3933056"/>
              <a:ext cx="2818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（</a:t>
              </a:r>
              <a:r>
                <a:rPr lang="en-US" altLang="zh-CN" sz="2400"/>
                <a:t>2</a:t>
              </a:r>
              <a:r>
                <a:rPr lang="zh-CN" altLang="zh-CN" sz="2400"/>
                <a:t>）特征多项式为</a:t>
              </a:r>
              <a:endParaRPr lang="zh-CN" altLang="en-US" sz="2400"/>
            </a:p>
          </p:txBody>
        </p:sp>
        <p:graphicFrame>
          <p:nvGraphicFramePr>
            <p:cNvPr id="23558" name="Object 22">
              <a:extLst>
                <a:ext uri="{FF2B5EF4-FFF2-40B4-BE49-F238E27FC236}">
                  <a16:creationId xmlns:a16="http://schemas.microsoft.com/office/drawing/2014/main" id="{11A41AC3-2641-447D-BE19-173A761E27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91880" y="4077072"/>
            <a:ext cx="2032226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684" name="Equation" r:id="rId7" imgW="1205977" imgH="253890" progId="Equation.DSMT4">
                    <p:embed/>
                  </p:oleObj>
                </mc:Choice>
                <mc:Fallback>
                  <p:oleObj name="Equation" r:id="rId7" imgW="1205977" imgH="253890" progId="Equation.DSMT4">
                    <p:embed/>
                    <p:pic>
                      <p:nvPicPr>
                        <p:cNvPr id="23558" name="Object 22">
                          <a:extLst>
                            <a:ext uri="{FF2B5EF4-FFF2-40B4-BE49-F238E27FC236}">
                              <a16:creationId xmlns:a16="http://schemas.microsoft.com/office/drawing/2014/main" id="{11A41AC3-2641-447D-BE19-173A761E27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880" y="4077072"/>
                          <a:ext cx="2032226" cy="432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74" name="Rectangle 25">
            <a:extLst>
              <a:ext uri="{FF2B5EF4-FFF2-40B4-BE49-F238E27FC236}">
                <a16:creationId xmlns:a16="http://schemas.microsoft.com/office/drawing/2014/main" id="{F32E3949-33C8-4C83-A55F-629DBAF6E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组合 67">
            <a:extLst>
              <a:ext uri="{FF2B5EF4-FFF2-40B4-BE49-F238E27FC236}">
                <a16:creationId xmlns:a16="http://schemas.microsoft.com/office/drawing/2014/main" id="{DFDEC013-E182-4DD1-A61D-826F9B0DA7A9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4508500"/>
            <a:ext cx="4032250" cy="461963"/>
            <a:chOff x="1331640" y="4509120"/>
            <a:chExt cx="4032448" cy="461665"/>
          </a:xfrm>
        </p:grpSpPr>
        <p:sp>
          <p:nvSpPr>
            <p:cNvPr id="23580" name="矩形 59">
              <a:extLst>
                <a:ext uri="{FF2B5EF4-FFF2-40B4-BE49-F238E27FC236}">
                  <a16:creationId xmlns:a16="http://schemas.microsoft.com/office/drawing/2014/main" id="{2245DD10-062C-497B-ABB4-FA87965F9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1640" y="4509120"/>
              <a:ext cx="20313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从而特征值为</a:t>
              </a:r>
              <a:endParaRPr lang="zh-CN" altLang="en-US" sz="2400"/>
            </a:p>
          </p:txBody>
        </p:sp>
        <p:graphicFrame>
          <p:nvGraphicFramePr>
            <p:cNvPr id="23557" name="Object 24">
              <a:extLst>
                <a:ext uri="{FF2B5EF4-FFF2-40B4-BE49-F238E27FC236}">
                  <a16:creationId xmlns:a16="http://schemas.microsoft.com/office/drawing/2014/main" id="{83D47664-A517-42DB-B2CE-0795E478BC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75856" y="4509120"/>
            <a:ext cx="2088232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685" name="Equation" r:id="rId9" imgW="1104900" imgH="228600" progId="Equation.DSMT4">
                    <p:embed/>
                  </p:oleObj>
                </mc:Choice>
                <mc:Fallback>
                  <p:oleObj name="Equation" r:id="rId9" imgW="1104900" imgH="228600" progId="Equation.DSMT4">
                    <p:embed/>
                    <p:pic>
                      <p:nvPicPr>
                        <p:cNvPr id="23557" name="Object 24">
                          <a:extLst>
                            <a:ext uri="{FF2B5EF4-FFF2-40B4-BE49-F238E27FC236}">
                              <a16:creationId xmlns:a16="http://schemas.microsoft.com/office/drawing/2014/main" id="{83D47664-A517-42DB-B2CE-0795E478BC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4509120"/>
                          <a:ext cx="2088232" cy="432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76" name="Rectangle 27">
            <a:extLst>
              <a:ext uri="{FF2B5EF4-FFF2-40B4-BE49-F238E27FC236}">
                <a16:creationId xmlns:a16="http://schemas.microsoft.com/office/drawing/2014/main" id="{19F81B2C-D30B-4DD2-9A63-EF09B48BF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组合 68">
            <a:extLst>
              <a:ext uri="{FF2B5EF4-FFF2-40B4-BE49-F238E27FC236}">
                <a16:creationId xmlns:a16="http://schemas.microsoft.com/office/drawing/2014/main" id="{AD5E5B95-BFC9-451C-BBCA-AA3EF6BA70B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983163"/>
            <a:ext cx="4992687" cy="533400"/>
            <a:chOff x="611560" y="4983559"/>
            <a:chExt cx="4991595" cy="533673"/>
          </a:xfrm>
        </p:grpSpPr>
        <p:sp>
          <p:nvSpPr>
            <p:cNvPr id="23579" name="矩形 62">
              <a:extLst>
                <a:ext uri="{FF2B5EF4-FFF2-40B4-BE49-F238E27FC236}">
                  <a16:creationId xmlns:a16="http://schemas.microsoft.com/office/drawing/2014/main" id="{5C163084-7EF8-4D56-A96D-89DA2778A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60" y="4983559"/>
              <a:ext cx="34339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（</a:t>
              </a:r>
              <a:r>
                <a:rPr lang="en-US" altLang="zh-CN" sz="2400"/>
                <a:t>3</a:t>
              </a:r>
              <a:r>
                <a:rPr lang="zh-CN" altLang="zh-CN" sz="2400"/>
                <a:t>）二次型的标准型为</a:t>
              </a:r>
              <a:endParaRPr lang="zh-CN" altLang="en-US" sz="2400"/>
            </a:p>
          </p:txBody>
        </p:sp>
        <p:graphicFrame>
          <p:nvGraphicFramePr>
            <p:cNvPr id="23556" name="Object 26">
              <a:extLst>
                <a:ext uri="{FF2B5EF4-FFF2-40B4-BE49-F238E27FC236}">
                  <a16:creationId xmlns:a16="http://schemas.microsoft.com/office/drawing/2014/main" id="{5995DB58-72A6-462D-AC6E-EB8AEEB080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5936" y="5085184"/>
            <a:ext cx="1607219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686" name="Equation" r:id="rId11" imgW="888614" imgH="241195" progId="Equation.DSMT4">
                    <p:embed/>
                  </p:oleObj>
                </mc:Choice>
                <mc:Fallback>
                  <p:oleObj name="Equation" r:id="rId11" imgW="888614" imgH="241195" progId="Equation.DSMT4">
                    <p:embed/>
                    <p:pic>
                      <p:nvPicPr>
                        <p:cNvPr id="23556" name="Object 26">
                          <a:extLst>
                            <a:ext uri="{FF2B5EF4-FFF2-40B4-BE49-F238E27FC236}">
                              <a16:creationId xmlns:a16="http://schemas.microsoft.com/office/drawing/2014/main" id="{5995DB58-72A6-462D-AC6E-EB8AEEB080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936" y="5085184"/>
                          <a:ext cx="1607219" cy="432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" name="矩形 65">
            <a:extLst>
              <a:ext uri="{FF2B5EF4-FFF2-40B4-BE49-F238E27FC236}">
                <a16:creationId xmlns:a16="http://schemas.microsoft.com/office/drawing/2014/main" id="{EAECCE1C-9C17-417F-9759-E2AC3067B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559425"/>
            <a:ext cx="307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（</a:t>
            </a:r>
            <a:r>
              <a:rPr lang="en-US" altLang="zh-CN" sz="2400"/>
              <a:t>4</a:t>
            </a:r>
            <a:r>
              <a:rPr lang="zh-CN" altLang="zh-CN" sz="2400"/>
              <a:t>）正惯性指标为</a:t>
            </a:r>
            <a:r>
              <a:rPr lang="en-US" altLang="zh-CN" sz="2400"/>
              <a:t>2 </a:t>
            </a:r>
            <a:endParaRPr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8" name="日期占位符 1">
            <a:extLst>
              <a:ext uri="{FF2B5EF4-FFF2-40B4-BE49-F238E27FC236}">
                <a16:creationId xmlns:a16="http://schemas.microsoft.com/office/drawing/2014/main" id="{E28606C1-467E-46D3-965F-9E4DF2577B7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C9B3043-898F-4A99-9308-520AFE870B24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4589" name="页脚占位符 2">
            <a:extLst>
              <a:ext uri="{FF2B5EF4-FFF2-40B4-BE49-F238E27FC236}">
                <a16:creationId xmlns:a16="http://schemas.microsoft.com/office/drawing/2014/main" id="{D0BCC8BD-1474-4285-8E6F-636BCC59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4590" name="灯片编号占位符 3">
            <a:extLst>
              <a:ext uri="{FF2B5EF4-FFF2-40B4-BE49-F238E27FC236}">
                <a16:creationId xmlns:a16="http://schemas.microsoft.com/office/drawing/2014/main" id="{8F394C81-B43C-4B89-AE16-7A124158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1164D86-4F74-40AF-8438-BAD06BBCA713}" type="slidenum">
              <a:rPr lang="en-US" altLang="zh-CN"/>
              <a:pPr eaLnBrk="1" hangingPunct="1"/>
              <a:t>77</a:t>
            </a:fld>
            <a:endParaRPr lang="en-US" altLang="zh-CN"/>
          </a:p>
        </p:txBody>
      </p:sp>
      <p:sp>
        <p:nvSpPr>
          <p:cNvPr id="24591" name="Rectangle 2">
            <a:extLst>
              <a:ext uri="{FF2B5EF4-FFF2-40B4-BE49-F238E27FC236}">
                <a16:creationId xmlns:a16="http://schemas.microsoft.com/office/drawing/2014/main" id="{6A1A0AC8-9C75-428B-9725-C08B15FCB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》2015-2016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4592" name="Rectangle 4">
            <a:extLst>
              <a:ext uri="{FF2B5EF4-FFF2-40B4-BE49-F238E27FC236}">
                <a16:creationId xmlns:a16="http://schemas.microsoft.com/office/drawing/2014/main" id="{A5CB11CB-CB7A-4A66-A33E-7841ECA66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4593" name="Rectangle 16">
            <a:extLst>
              <a:ext uri="{FF2B5EF4-FFF2-40B4-BE49-F238E27FC236}">
                <a16:creationId xmlns:a16="http://schemas.microsoft.com/office/drawing/2014/main" id="{B6668F15-732C-4D08-807E-6978BEB85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4" name="Rectangle 21">
            <a:extLst>
              <a:ext uri="{FF2B5EF4-FFF2-40B4-BE49-F238E27FC236}">
                <a16:creationId xmlns:a16="http://schemas.microsoft.com/office/drawing/2014/main" id="{E0FB1366-0D70-40D1-B0A3-FDC44111B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5" name="Rectangle 23">
            <a:extLst>
              <a:ext uri="{FF2B5EF4-FFF2-40B4-BE49-F238E27FC236}">
                <a16:creationId xmlns:a16="http://schemas.microsoft.com/office/drawing/2014/main" id="{027DF6DC-81BB-482C-BA20-5D6D2B2CD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6" name="Rectangle 25">
            <a:extLst>
              <a:ext uri="{FF2B5EF4-FFF2-40B4-BE49-F238E27FC236}">
                <a16:creationId xmlns:a16="http://schemas.microsoft.com/office/drawing/2014/main" id="{871A474F-AD2A-423F-BF8D-2DCD80ED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7" name="Rectangle 27">
            <a:extLst>
              <a:ext uri="{FF2B5EF4-FFF2-40B4-BE49-F238E27FC236}">
                <a16:creationId xmlns:a16="http://schemas.microsoft.com/office/drawing/2014/main" id="{FFDE5310-2C59-42DC-8819-935860F88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8" name="矩形 29">
            <a:extLst>
              <a:ext uri="{FF2B5EF4-FFF2-40B4-BE49-F238E27FC236}">
                <a16:creationId xmlns:a16="http://schemas.microsoft.com/office/drawing/2014/main" id="{96841D46-B160-4835-9047-F1FA4492B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92150"/>
            <a:ext cx="3862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17.</a:t>
            </a:r>
            <a:r>
              <a:rPr lang="zh-CN" altLang="zh-CN" sz="2400"/>
              <a:t>（满分</a:t>
            </a:r>
            <a:r>
              <a:rPr lang="en-US" altLang="zh-CN" sz="2400"/>
              <a:t>8</a:t>
            </a:r>
            <a:r>
              <a:rPr lang="zh-CN" altLang="zh-CN" sz="2400"/>
              <a:t>分）已知二次型</a:t>
            </a:r>
            <a:endParaRPr lang="zh-CN" altLang="en-US" sz="2400"/>
          </a:p>
        </p:txBody>
      </p:sp>
      <p:sp>
        <p:nvSpPr>
          <p:cNvPr id="24599" name="Rectangle 8">
            <a:extLst>
              <a:ext uri="{FF2B5EF4-FFF2-40B4-BE49-F238E27FC236}">
                <a16:creationId xmlns:a16="http://schemas.microsoft.com/office/drawing/2014/main" id="{4FC15F27-8168-415E-88F8-9D97FF3B7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578" name="Object 7">
            <a:extLst>
              <a:ext uri="{FF2B5EF4-FFF2-40B4-BE49-F238E27FC236}">
                <a16:creationId xmlns:a16="http://schemas.microsoft.com/office/drawing/2014/main" id="{B3015563-260F-4F79-86AA-C7F113B9B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692150"/>
          <a:ext cx="504666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6" name="Equation" r:id="rId3" imgW="2781300" imgH="241300" progId="Equation.DSMT4">
                  <p:embed/>
                </p:oleObj>
              </mc:Choice>
              <mc:Fallback>
                <p:oleObj name="Equation" r:id="rId3" imgW="2781300" imgH="241300" progId="Equation.DSMT4">
                  <p:embed/>
                  <p:pic>
                    <p:nvPicPr>
                      <p:cNvPr id="24578" name="Object 7">
                        <a:extLst>
                          <a:ext uri="{FF2B5EF4-FFF2-40B4-BE49-F238E27FC236}">
                            <a16:creationId xmlns:a16="http://schemas.microsoft.com/office/drawing/2014/main" id="{B3015563-260F-4F79-86AA-C7F113B9BE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692150"/>
                        <a:ext cx="5046663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0" name="矩形 32">
            <a:extLst>
              <a:ext uri="{FF2B5EF4-FFF2-40B4-BE49-F238E27FC236}">
                <a16:creationId xmlns:a16="http://schemas.microsoft.com/office/drawing/2014/main" id="{D8758B81-D714-42BA-BD69-6E278AA94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268413"/>
            <a:ext cx="203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通过正交变换</a:t>
            </a:r>
            <a:endParaRPr lang="zh-CN" altLang="en-US" sz="2400"/>
          </a:p>
        </p:txBody>
      </p:sp>
      <p:sp>
        <p:nvSpPr>
          <p:cNvPr id="24601" name="Rectangle 10">
            <a:extLst>
              <a:ext uri="{FF2B5EF4-FFF2-40B4-BE49-F238E27FC236}">
                <a16:creationId xmlns:a16="http://schemas.microsoft.com/office/drawing/2014/main" id="{6DB8AC1B-503C-41EB-8CB6-08CA06A36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579" name="Object 9">
            <a:extLst>
              <a:ext uri="{FF2B5EF4-FFF2-40B4-BE49-F238E27FC236}">
                <a16:creationId xmlns:a16="http://schemas.microsoft.com/office/drawing/2014/main" id="{703A6E7B-65E1-4166-AD78-C61EDA4056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341438"/>
          <a:ext cx="9667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7" name="Equation" r:id="rId5" imgW="444307" imgH="203112" progId="Equation.DSMT4">
                  <p:embed/>
                </p:oleObj>
              </mc:Choice>
              <mc:Fallback>
                <p:oleObj name="Equation" r:id="rId5" imgW="444307" imgH="203112" progId="Equation.DSMT4">
                  <p:embed/>
                  <p:pic>
                    <p:nvPicPr>
                      <p:cNvPr id="24579" name="Object 9">
                        <a:extLst>
                          <a:ext uri="{FF2B5EF4-FFF2-40B4-BE49-F238E27FC236}">
                            <a16:creationId xmlns:a16="http://schemas.microsoft.com/office/drawing/2014/main" id="{703A6E7B-65E1-4166-AD78-C61EDA4056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341438"/>
                        <a:ext cx="96678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2" name="矩形 35">
            <a:extLst>
              <a:ext uri="{FF2B5EF4-FFF2-40B4-BE49-F238E27FC236}">
                <a16:creationId xmlns:a16="http://schemas.microsoft.com/office/drawing/2014/main" id="{E75497F9-FB81-4290-A662-DC36D1389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1341438"/>
            <a:ext cx="17240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化成标准形</a:t>
            </a:r>
            <a:endParaRPr lang="zh-CN" altLang="en-US" sz="2400"/>
          </a:p>
        </p:txBody>
      </p:sp>
      <p:sp>
        <p:nvSpPr>
          <p:cNvPr id="24603" name="Rectangle 12">
            <a:extLst>
              <a:ext uri="{FF2B5EF4-FFF2-40B4-BE49-F238E27FC236}">
                <a16:creationId xmlns:a16="http://schemas.microsoft.com/office/drawing/2014/main" id="{FE7035DF-08B1-452A-9D3E-2D322F1F3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580" name="Object 11">
            <a:extLst>
              <a:ext uri="{FF2B5EF4-FFF2-40B4-BE49-F238E27FC236}">
                <a16:creationId xmlns:a16="http://schemas.microsoft.com/office/drawing/2014/main" id="{1D2A0E8D-7CFD-4928-B14D-2FB510AAA1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6325" y="1412875"/>
          <a:ext cx="22177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8" name="Equation" r:id="rId7" imgW="1218960" imgH="241200" progId="Equation.DSMT4">
                  <p:embed/>
                </p:oleObj>
              </mc:Choice>
              <mc:Fallback>
                <p:oleObj name="Equation" r:id="rId7" imgW="1218960" imgH="241200" progId="Equation.DSMT4">
                  <p:embed/>
                  <p:pic>
                    <p:nvPicPr>
                      <p:cNvPr id="24580" name="Object 11">
                        <a:extLst>
                          <a:ext uri="{FF2B5EF4-FFF2-40B4-BE49-F238E27FC236}">
                            <a16:creationId xmlns:a16="http://schemas.microsoft.com/office/drawing/2014/main" id="{1D2A0E8D-7CFD-4928-B14D-2FB510AAA1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6325" y="1412875"/>
                        <a:ext cx="221773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4" name="矩形 38">
            <a:extLst>
              <a:ext uri="{FF2B5EF4-FFF2-40B4-BE49-F238E27FC236}">
                <a16:creationId xmlns:a16="http://schemas.microsoft.com/office/drawing/2014/main" id="{83F026A2-9737-42EA-8C76-EB69FD376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773238"/>
            <a:ext cx="4608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求参数</a:t>
            </a:r>
            <a:r>
              <a:rPr lang="en-US" altLang="zh-CN" sz="2400"/>
              <a:t>a</a:t>
            </a:r>
            <a:r>
              <a:rPr lang="zh-CN" altLang="zh-CN" sz="2400"/>
              <a:t>及所用的正交变换矩阵</a:t>
            </a:r>
            <a:r>
              <a:rPr lang="en-US" altLang="zh-CN" sz="2400"/>
              <a:t>P.</a:t>
            </a:r>
            <a:endParaRPr lang="zh-CN" altLang="en-US" sz="2400"/>
          </a:p>
        </p:txBody>
      </p:sp>
      <p:sp>
        <p:nvSpPr>
          <p:cNvPr id="24605" name="矩形 39">
            <a:extLst>
              <a:ext uri="{FF2B5EF4-FFF2-40B4-BE49-F238E27FC236}">
                <a16:creationId xmlns:a16="http://schemas.microsoft.com/office/drawing/2014/main" id="{663F1817-1D09-45E3-B7A3-814A554E3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276475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解：</a:t>
            </a:r>
          </a:p>
        </p:txBody>
      </p:sp>
      <p:sp>
        <p:nvSpPr>
          <p:cNvPr id="24606" name="Rectangle 14">
            <a:extLst>
              <a:ext uri="{FF2B5EF4-FFF2-40B4-BE49-F238E27FC236}">
                <a16:creationId xmlns:a16="http://schemas.microsoft.com/office/drawing/2014/main" id="{1F677FB9-13EA-4A38-A0DC-399890592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9645" name="Object 13">
            <a:extLst>
              <a:ext uri="{FF2B5EF4-FFF2-40B4-BE49-F238E27FC236}">
                <a16:creationId xmlns:a16="http://schemas.microsoft.com/office/drawing/2014/main" id="{7B3FD384-39F7-40D7-982D-91CC91307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349500"/>
          <a:ext cx="1582738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9" name="Equation" r:id="rId9" imgW="977900" imgH="711200" progId="Equation.DSMT4">
                  <p:embed/>
                </p:oleObj>
              </mc:Choice>
              <mc:Fallback>
                <p:oleObj name="Equation" r:id="rId9" imgW="977900" imgH="711200" progId="Equation.DSMT4">
                  <p:embed/>
                  <p:pic>
                    <p:nvPicPr>
                      <p:cNvPr id="69645" name="Object 13">
                        <a:extLst>
                          <a:ext uri="{FF2B5EF4-FFF2-40B4-BE49-F238E27FC236}">
                            <a16:creationId xmlns:a16="http://schemas.microsoft.com/office/drawing/2014/main" id="{7B3FD384-39F7-40D7-982D-91CC913078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349500"/>
                        <a:ext cx="1582738" cy="1150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>
            <a:extLst>
              <a:ext uri="{FF2B5EF4-FFF2-40B4-BE49-F238E27FC236}">
                <a16:creationId xmlns:a16="http://schemas.microsoft.com/office/drawing/2014/main" id="{68E4682C-2FDC-44E8-9299-CC7337FBC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708275"/>
            <a:ext cx="2613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/>
              <a:t>A</a:t>
            </a:r>
            <a:r>
              <a:rPr lang="zh-CN" altLang="zh-CN" sz="2400"/>
              <a:t>的特征值为</a:t>
            </a:r>
            <a:r>
              <a:rPr lang="en-US" altLang="zh-CN" sz="2400"/>
              <a:t>1,2,5</a:t>
            </a:r>
            <a:endParaRPr lang="zh-CN" altLang="en-US" sz="2400"/>
          </a:p>
        </p:txBody>
      </p:sp>
      <p:sp>
        <p:nvSpPr>
          <p:cNvPr id="24608" name="Rectangle 16">
            <a:extLst>
              <a:ext uri="{FF2B5EF4-FFF2-40B4-BE49-F238E27FC236}">
                <a16:creationId xmlns:a16="http://schemas.microsoft.com/office/drawing/2014/main" id="{A4F38B15-DC18-4648-B860-E46D951F4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9647" name="Object 15">
            <a:extLst>
              <a:ext uri="{FF2B5EF4-FFF2-40B4-BE49-F238E27FC236}">
                <a16:creationId xmlns:a16="http://schemas.microsoft.com/office/drawing/2014/main" id="{6A4BF265-CDAD-4008-A7C8-5BC45379D0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3644900"/>
          <a:ext cx="15668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0" name="Equation" r:id="rId11" imgW="799753" imgH="253890" progId="Equation.DSMT4">
                  <p:embed/>
                </p:oleObj>
              </mc:Choice>
              <mc:Fallback>
                <p:oleObj name="Equation" r:id="rId11" imgW="799753" imgH="253890" progId="Equation.DSMT4">
                  <p:embed/>
                  <p:pic>
                    <p:nvPicPr>
                      <p:cNvPr id="69647" name="Object 15">
                        <a:extLst>
                          <a:ext uri="{FF2B5EF4-FFF2-40B4-BE49-F238E27FC236}">
                            <a16:creationId xmlns:a16="http://schemas.microsoft.com/office/drawing/2014/main" id="{6A4BF265-CDAD-4008-A7C8-5BC45379D0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644900"/>
                        <a:ext cx="1566862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9" name="Rectangle 18">
            <a:extLst>
              <a:ext uri="{FF2B5EF4-FFF2-40B4-BE49-F238E27FC236}">
                <a16:creationId xmlns:a16="http://schemas.microsoft.com/office/drawing/2014/main" id="{12106EF0-AC46-49C6-AB38-E241E7904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60">
            <a:extLst>
              <a:ext uri="{FF2B5EF4-FFF2-40B4-BE49-F238E27FC236}">
                <a16:creationId xmlns:a16="http://schemas.microsoft.com/office/drawing/2014/main" id="{CAB460E7-BAC3-4F1F-A7F8-BCDDC635B28D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3429000"/>
            <a:ext cx="3384550" cy="1079500"/>
            <a:chOff x="2411760" y="3429000"/>
            <a:chExt cx="3384376" cy="1080120"/>
          </a:xfrm>
        </p:grpSpPr>
        <p:sp>
          <p:nvSpPr>
            <p:cNvPr id="24621" name="矩形 45">
              <a:extLst>
                <a:ext uri="{FF2B5EF4-FFF2-40B4-BE49-F238E27FC236}">
                  <a16:creationId xmlns:a16="http://schemas.microsoft.com/office/drawing/2014/main" id="{E582846B-D022-46C5-A1DD-9FDD3DA29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760" y="364502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即</a:t>
              </a:r>
              <a:endParaRPr lang="zh-CN" altLang="en-US" sz="2400"/>
            </a:p>
          </p:txBody>
        </p:sp>
        <p:graphicFrame>
          <p:nvGraphicFramePr>
            <p:cNvPr id="24587" name="Object 17">
              <a:extLst>
                <a:ext uri="{FF2B5EF4-FFF2-40B4-BE49-F238E27FC236}">
                  <a16:creationId xmlns:a16="http://schemas.microsoft.com/office/drawing/2014/main" id="{F82BA91B-C443-44D9-8F44-789B4E6545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5816" y="3429000"/>
            <a:ext cx="2880320" cy="108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11" name="Equation" r:id="rId13" imgW="1905000" imgH="711200" progId="Equation.DSMT4">
                    <p:embed/>
                  </p:oleObj>
                </mc:Choice>
                <mc:Fallback>
                  <p:oleObj name="Equation" r:id="rId13" imgW="1905000" imgH="711200" progId="Equation.DSMT4">
                    <p:embed/>
                    <p:pic>
                      <p:nvPicPr>
                        <p:cNvPr id="24587" name="Object 17">
                          <a:extLst>
                            <a:ext uri="{FF2B5EF4-FFF2-40B4-BE49-F238E27FC236}">
                              <a16:creationId xmlns:a16="http://schemas.microsoft.com/office/drawing/2014/main" id="{F82BA91B-C443-44D9-8F44-789B4E6545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3429000"/>
                          <a:ext cx="2880320" cy="10801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611" name="Rectangle 20">
            <a:extLst>
              <a:ext uri="{FF2B5EF4-FFF2-40B4-BE49-F238E27FC236}">
                <a16:creationId xmlns:a16="http://schemas.microsoft.com/office/drawing/2014/main" id="{72DBEB24-4D9A-4B5C-8F76-0C2786191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9651" name="Object 19">
            <a:extLst>
              <a:ext uri="{FF2B5EF4-FFF2-40B4-BE49-F238E27FC236}">
                <a16:creationId xmlns:a16="http://schemas.microsoft.com/office/drawing/2014/main" id="{974331D6-99AC-4A3C-B5EB-7EB5BBC03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8100" y="3763963"/>
          <a:ext cx="110331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2" name="Equation" r:id="rId15" imgW="558720" imgH="203040" progId="Equation.DSMT4">
                  <p:embed/>
                </p:oleObj>
              </mc:Choice>
              <mc:Fallback>
                <p:oleObj name="Equation" r:id="rId15" imgW="558720" imgH="203040" progId="Equation.DSMT4">
                  <p:embed/>
                  <p:pic>
                    <p:nvPicPr>
                      <p:cNvPr id="69651" name="Object 19">
                        <a:extLst>
                          <a:ext uri="{FF2B5EF4-FFF2-40B4-BE49-F238E27FC236}">
                            <a16:creationId xmlns:a16="http://schemas.microsoft.com/office/drawing/2014/main" id="{974331D6-99AC-4A3C-B5EB-7EB5BBC032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100" y="3763963"/>
                        <a:ext cx="1103313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2" name="Rectangle 22">
            <a:extLst>
              <a:ext uri="{FF2B5EF4-FFF2-40B4-BE49-F238E27FC236}">
                <a16:creationId xmlns:a16="http://schemas.microsoft.com/office/drawing/2014/main" id="{2666470C-D776-496B-AD0C-F6B1C4D99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组合 61">
            <a:extLst>
              <a:ext uri="{FF2B5EF4-FFF2-40B4-BE49-F238E27FC236}">
                <a16:creationId xmlns:a16="http://schemas.microsoft.com/office/drawing/2014/main" id="{21E375B1-5FA0-4A5E-BBC8-F9078D1DBF08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581525"/>
            <a:ext cx="2808287" cy="461963"/>
            <a:chOff x="467544" y="4581128"/>
            <a:chExt cx="2808312" cy="461665"/>
          </a:xfrm>
        </p:grpSpPr>
        <p:sp>
          <p:nvSpPr>
            <p:cNvPr id="24620" name="矩形 54">
              <a:extLst>
                <a:ext uri="{FF2B5EF4-FFF2-40B4-BE49-F238E27FC236}">
                  <a16:creationId xmlns:a16="http://schemas.microsoft.com/office/drawing/2014/main" id="{4689110F-4307-48A9-94D4-C9CF3B6B9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44" y="4581128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解方程组</a:t>
              </a:r>
              <a:endParaRPr lang="zh-CN" altLang="en-US" sz="2400"/>
            </a:p>
          </p:txBody>
        </p:sp>
        <p:graphicFrame>
          <p:nvGraphicFramePr>
            <p:cNvPr id="24586" name="Object 21">
              <a:extLst>
                <a:ext uri="{FF2B5EF4-FFF2-40B4-BE49-F238E27FC236}">
                  <a16:creationId xmlns:a16="http://schemas.microsoft.com/office/drawing/2014/main" id="{95652D9E-1395-40D2-B91E-30E387CD7A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5696" y="4653136"/>
            <a:ext cx="1440160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13" name="Equation" r:id="rId17" imgW="799753" imgH="203112" progId="Equation.DSMT4">
                    <p:embed/>
                  </p:oleObj>
                </mc:Choice>
                <mc:Fallback>
                  <p:oleObj name="Equation" r:id="rId17" imgW="799753" imgH="203112" progId="Equation.DSMT4">
                    <p:embed/>
                    <p:pic>
                      <p:nvPicPr>
                        <p:cNvPr id="24586" name="Object 21">
                          <a:extLst>
                            <a:ext uri="{FF2B5EF4-FFF2-40B4-BE49-F238E27FC236}">
                              <a16:creationId xmlns:a16="http://schemas.microsoft.com/office/drawing/2014/main" id="{95652D9E-1395-40D2-B91E-30E387CD7A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4653136"/>
                          <a:ext cx="1440160" cy="360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614" name="Rectangle 24">
            <a:extLst>
              <a:ext uri="{FF2B5EF4-FFF2-40B4-BE49-F238E27FC236}">
                <a16:creationId xmlns:a16="http://schemas.microsoft.com/office/drawing/2014/main" id="{523CA622-0367-407A-9A52-D19DE6BE5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组合 63">
            <a:extLst>
              <a:ext uri="{FF2B5EF4-FFF2-40B4-BE49-F238E27FC236}">
                <a16:creationId xmlns:a16="http://schemas.microsoft.com/office/drawing/2014/main" id="{B809665F-6590-48AD-AE85-E40F9EF0072C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4581525"/>
            <a:ext cx="3249612" cy="503238"/>
            <a:chOff x="3347864" y="4581128"/>
            <a:chExt cx="3249001" cy="504056"/>
          </a:xfrm>
        </p:grpSpPr>
        <p:sp>
          <p:nvSpPr>
            <p:cNvPr id="24619" name="矩形 55">
              <a:extLst>
                <a:ext uri="{FF2B5EF4-FFF2-40B4-BE49-F238E27FC236}">
                  <a16:creationId xmlns:a16="http://schemas.microsoft.com/office/drawing/2014/main" id="{3A3F7A12-5DB3-45AB-A82B-8D6E9123A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7864" y="4581128"/>
              <a:ext cx="17235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得基础解系</a:t>
              </a:r>
              <a:endParaRPr lang="zh-CN" altLang="en-US" sz="2400"/>
            </a:p>
          </p:txBody>
        </p:sp>
        <p:graphicFrame>
          <p:nvGraphicFramePr>
            <p:cNvPr id="24585" name="Object 23">
              <a:extLst>
                <a:ext uri="{FF2B5EF4-FFF2-40B4-BE49-F238E27FC236}">
                  <a16:creationId xmlns:a16="http://schemas.microsoft.com/office/drawing/2014/main" id="{5D004A45-779E-484D-9DA3-E2EC3FA3F6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76056" y="4653136"/>
            <a:ext cx="1520809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14" name="Equation" r:id="rId19" imgW="838200" imgH="241300" progId="Equation.DSMT4">
                    <p:embed/>
                  </p:oleObj>
                </mc:Choice>
                <mc:Fallback>
                  <p:oleObj name="Equation" r:id="rId19" imgW="838200" imgH="241300" progId="Equation.DSMT4">
                    <p:embed/>
                    <p:pic>
                      <p:nvPicPr>
                        <p:cNvPr id="24585" name="Object 23">
                          <a:extLst>
                            <a:ext uri="{FF2B5EF4-FFF2-40B4-BE49-F238E27FC236}">
                              <a16:creationId xmlns:a16="http://schemas.microsoft.com/office/drawing/2014/main" id="{5D004A45-779E-484D-9DA3-E2EC3FA3F6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056" y="4653136"/>
                          <a:ext cx="1520809" cy="432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616" name="Rectangle 26">
            <a:extLst>
              <a:ext uri="{FF2B5EF4-FFF2-40B4-BE49-F238E27FC236}">
                <a16:creationId xmlns:a16="http://schemas.microsoft.com/office/drawing/2014/main" id="{6FF8D713-0B55-4803-991D-B97E1F515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组合 64">
            <a:extLst>
              <a:ext uri="{FF2B5EF4-FFF2-40B4-BE49-F238E27FC236}">
                <a16:creationId xmlns:a16="http://schemas.microsoft.com/office/drawing/2014/main" id="{5E02507A-2B96-4A89-BFE0-270838446297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5157788"/>
            <a:ext cx="3122612" cy="647700"/>
            <a:chOff x="683568" y="5157192"/>
            <a:chExt cx="3122528" cy="648072"/>
          </a:xfrm>
        </p:grpSpPr>
        <p:sp>
          <p:nvSpPr>
            <p:cNvPr id="24618" name="矩形 57">
              <a:extLst>
                <a:ext uri="{FF2B5EF4-FFF2-40B4-BE49-F238E27FC236}">
                  <a16:creationId xmlns:a16="http://schemas.microsoft.com/office/drawing/2014/main" id="{DF47220A-D779-4401-9171-42249C445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568" y="5157192"/>
              <a:ext cx="1107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单位化</a:t>
              </a:r>
              <a:endParaRPr lang="zh-CN" altLang="en-US" sz="2400"/>
            </a:p>
          </p:txBody>
        </p:sp>
        <p:graphicFrame>
          <p:nvGraphicFramePr>
            <p:cNvPr id="24584" name="Object 25">
              <a:extLst>
                <a:ext uri="{FF2B5EF4-FFF2-40B4-BE49-F238E27FC236}">
                  <a16:creationId xmlns:a16="http://schemas.microsoft.com/office/drawing/2014/main" id="{1B10398F-3DF9-47EB-AFF4-880C78AA36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9711" y="5157192"/>
            <a:ext cx="1826385" cy="648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15" name="Equation" r:id="rId21" imgW="1180588" imgH="418918" progId="Equation.DSMT4">
                    <p:embed/>
                  </p:oleObj>
                </mc:Choice>
                <mc:Fallback>
                  <p:oleObj name="Equation" r:id="rId21" imgW="1180588" imgH="418918" progId="Equation.DSMT4">
                    <p:embed/>
                    <p:pic>
                      <p:nvPicPr>
                        <p:cNvPr id="24584" name="Object 25">
                          <a:extLst>
                            <a:ext uri="{FF2B5EF4-FFF2-40B4-BE49-F238E27FC236}">
                              <a16:creationId xmlns:a16="http://schemas.microsoft.com/office/drawing/2014/main" id="{1B10398F-3DF9-47EB-AFF4-880C78AA36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1" y="5157192"/>
                          <a:ext cx="1826385" cy="6480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9" name="日期占位符 1">
            <a:extLst>
              <a:ext uri="{FF2B5EF4-FFF2-40B4-BE49-F238E27FC236}">
                <a16:creationId xmlns:a16="http://schemas.microsoft.com/office/drawing/2014/main" id="{8A5777FF-9374-4C0C-B652-B88E5CFDBD4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9325F8B-1BEC-4FC1-8390-C67B96783353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5610" name="页脚占位符 2">
            <a:extLst>
              <a:ext uri="{FF2B5EF4-FFF2-40B4-BE49-F238E27FC236}">
                <a16:creationId xmlns:a16="http://schemas.microsoft.com/office/drawing/2014/main" id="{CB776C94-5011-4C82-9136-65F282405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5611" name="灯片编号占位符 3">
            <a:extLst>
              <a:ext uri="{FF2B5EF4-FFF2-40B4-BE49-F238E27FC236}">
                <a16:creationId xmlns:a16="http://schemas.microsoft.com/office/drawing/2014/main" id="{19A42B48-416F-45D2-9A83-54DB7250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D14A89A-8AD2-4B6B-9156-714AD5889F36}" type="slidenum">
              <a:rPr lang="en-US" altLang="zh-CN"/>
              <a:pPr eaLnBrk="1" hangingPunct="1"/>
              <a:t>78</a:t>
            </a:fld>
            <a:endParaRPr lang="en-US" altLang="zh-CN"/>
          </a:p>
        </p:txBody>
      </p:sp>
      <p:sp>
        <p:nvSpPr>
          <p:cNvPr id="25612" name="Rectangle 2">
            <a:extLst>
              <a:ext uri="{FF2B5EF4-FFF2-40B4-BE49-F238E27FC236}">
                <a16:creationId xmlns:a16="http://schemas.microsoft.com/office/drawing/2014/main" id="{44100267-3585-4F55-91D0-6B49AF1BE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》2015-2016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25613" name="Rectangle 4">
            <a:extLst>
              <a:ext uri="{FF2B5EF4-FFF2-40B4-BE49-F238E27FC236}">
                <a16:creationId xmlns:a16="http://schemas.microsoft.com/office/drawing/2014/main" id="{93FC9E24-B6B3-4D84-B418-76500F4E3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5614" name="Rectangle 16">
            <a:extLst>
              <a:ext uri="{FF2B5EF4-FFF2-40B4-BE49-F238E27FC236}">
                <a16:creationId xmlns:a16="http://schemas.microsoft.com/office/drawing/2014/main" id="{8445A6D9-3693-4757-8938-147AFD7EC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5" name="Rectangle 21">
            <a:extLst>
              <a:ext uri="{FF2B5EF4-FFF2-40B4-BE49-F238E27FC236}">
                <a16:creationId xmlns:a16="http://schemas.microsoft.com/office/drawing/2014/main" id="{53C94E2A-D531-44D4-9F22-71426B085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6" name="Rectangle 23">
            <a:extLst>
              <a:ext uri="{FF2B5EF4-FFF2-40B4-BE49-F238E27FC236}">
                <a16:creationId xmlns:a16="http://schemas.microsoft.com/office/drawing/2014/main" id="{4EB4C9B9-8B9A-4A37-853A-0291B12C5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7" name="Rectangle 25">
            <a:extLst>
              <a:ext uri="{FF2B5EF4-FFF2-40B4-BE49-F238E27FC236}">
                <a16:creationId xmlns:a16="http://schemas.microsoft.com/office/drawing/2014/main" id="{496AE73F-7F62-4A29-925E-FA7FE25A8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8" name="Rectangle 27">
            <a:extLst>
              <a:ext uri="{FF2B5EF4-FFF2-40B4-BE49-F238E27FC236}">
                <a16:creationId xmlns:a16="http://schemas.microsoft.com/office/drawing/2014/main" id="{795276E2-5CC7-4FAD-9327-BF3121925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9" name="Rectangle 8">
            <a:extLst>
              <a:ext uri="{FF2B5EF4-FFF2-40B4-BE49-F238E27FC236}">
                <a16:creationId xmlns:a16="http://schemas.microsoft.com/office/drawing/2014/main" id="{BBEB7E6D-D7B5-46C3-821E-369ECC68A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0" name="Rectangle 10">
            <a:extLst>
              <a:ext uri="{FF2B5EF4-FFF2-40B4-BE49-F238E27FC236}">
                <a16:creationId xmlns:a16="http://schemas.microsoft.com/office/drawing/2014/main" id="{4927CC30-35B6-42EE-9CE4-B55C56109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1" name="Rectangle 12">
            <a:extLst>
              <a:ext uri="{FF2B5EF4-FFF2-40B4-BE49-F238E27FC236}">
                <a16:creationId xmlns:a16="http://schemas.microsoft.com/office/drawing/2014/main" id="{571BAEA1-E2FD-4F8D-A8EC-D4A3123DD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2" name="Rectangle 14">
            <a:extLst>
              <a:ext uri="{FF2B5EF4-FFF2-40B4-BE49-F238E27FC236}">
                <a16:creationId xmlns:a16="http://schemas.microsoft.com/office/drawing/2014/main" id="{D7FD69A4-33DE-4D59-86A0-FDD99435B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3" name="Rectangle 16">
            <a:extLst>
              <a:ext uri="{FF2B5EF4-FFF2-40B4-BE49-F238E27FC236}">
                <a16:creationId xmlns:a16="http://schemas.microsoft.com/office/drawing/2014/main" id="{7A089C9D-01E0-48C3-BD54-88FA745B4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4" name="Rectangle 18">
            <a:extLst>
              <a:ext uri="{FF2B5EF4-FFF2-40B4-BE49-F238E27FC236}">
                <a16:creationId xmlns:a16="http://schemas.microsoft.com/office/drawing/2014/main" id="{2DEE6155-2262-4C8C-8FA6-A4653FC5C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5" name="Rectangle 20">
            <a:extLst>
              <a:ext uri="{FF2B5EF4-FFF2-40B4-BE49-F238E27FC236}">
                <a16:creationId xmlns:a16="http://schemas.microsoft.com/office/drawing/2014/main" id="{C8E84A4A-96C0-4A88-AB7B-38BA94FDA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6" name="Rectangle 22">
            <a:extLst>
              <a:ext uri="{FF2B5EF4-FFF2-40B4-BE49-F238E27FC236}">
                <a16:creationId xmlns:a16="http://schemas.microsoft.com/office/drawing/2014/main" id="{D38EC9B5-4589-4275-B72C-14822872C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7" name="Rectangle 24">
            <a:extLst>
              <a:ext uri="{FF2B5EF4-FFF2-40B4-BE49-F238E27FC236}">
                <a16:creationId xmlns:a16="http://schemas.microsoft.com/office/drawing/2014/main" id="{FBBC089A-5AA3-44C7-B346-F693DE9B9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8" name="Rectangle 26">
            <a:extLst>
              <a:ext uri="{FF2B5EF4-FFF2-40B4-BE49-F238E27FC236}">
                <a16:creationId xmlns:a16="http://schemas.microsoft.com/office/drawing/2014/main" id="{9C30DE71-3891-4B6E-BE8C-32BB7613D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29" name="Rectangle 13">
            <a:extLst>
              <a:ext uri="{FF2B5EF4-FFF2-40B4-BE49-F238E27FC236}">
                <a16:creationId xmlns:a16="http://schemas.microsoft.com/office/drawing/2014/main" id="{BB18FAE3-5454-46EA-9EF0-5BFE83926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62">
            <a:extLst>
              <a:ext uri="{FF2B5EF4-FFF2-40B4-BE49-F238E27FC236}">
                <a16:creationId xmlns:a16="http://schemas.microsoft.com/office/drawing/2014/main" id="{D833E91A-840F-410E-B632-31B5B7BAEFA7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765175"/>
            <a:ext cx="3033713" cy="461963"/>
            <a:chOff x="323528" y="764704"/>
            <a:chExt cx="3034623" cy="461665"/>
          </a:xfrm>
        </p:grpSpPr>
        <p:sp>
          <p:nvSpPr>
            <p:cNvPr id="25649" name="矩形 41">
              <a:extLst>
                <a:ext uri="{FF2B5EF4-FFF2-40B4-BE49-F238E27FC236}">
                  <a16:creationId xmlns:a16="http://schemas.microsoft.com/office/drawing/2014/main" id="{F7AAEFEA-5184-4CEA-AAAF-466A5169B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28" y="764704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解方程组</a:t>
              </a:r>
              <a:endParaRPr lang="zh-CN" altLang="en-US" sz="2400"/>
            </a:p>
          </p:txBody>
        </p:sp>
        <p:graphicFrame>
          <p:nvGraphicFramePr>
            <p:cNvPr id="25608" name="Object 12">
              <a:extLst>
                <a:ext uri="{FF2B5EF4-FFF2-40B4-BE49-F238E27FC236}">
                  <a16:creationId xmlns:a16="http://schemas.microsoft.com/office/drawing/2014/main" id="{96642C77-A332-4C81-A2C6-549B9F1E7F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3688" y="836712"/>
            <a:ext cx="1594463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30" name="Equation" r:id="rId3" imgW="888614" imgH="203112" progId="Equation.DSMT4">
                    <p:embed/>
                  </p:oleObj>
                </mc:Choice>
                <mc:Fallback>
                  <p:oleObj name="Equation" r:id="rId3" imgW="888614" imgH="203112" progId="Equation.DSMT4">
                    <p:embed/>
                    <p:pic>
                      <p:nvPicPr>
                        <p:cNvPr id="25608" name="Object 12">
                          <a:extLst>
                            <a:ext uri="{FF2B5EF4-FFF2-40B4-BE49-F238E27FC236}">
                              <a16:creationId xmlns:a16="http://schemas.microsoft.com/office/drawing/2014/main" id="{96642C77-A332-4C81-A2C6-549B9F1E7F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836712"/>
                          <a:ext cx="1594463" cy="360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31" name="Rectangle 15">
            <a:extLst>
              <a:ext uri="{FF2B5EF4-FFF2-40B4-BE49-F238E27FC236}">
                <a16:creationId xmlns:a16="http://schemas.microsoft.com/office/drawing/2014/main" id="{17BB5F40-D64A-45D1-A872-B64AD3D30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组合 63">
            <a:extLst>
              <a:ext uri="{FF2B5EF4-FFF2-40B4-BE49-F238E27FC236}">
                <a16:creationId xmlns:a16="http://schemas.microsoft.com/office/drawing/2014/main" id="{C09BD665-40E3-44FA-BEA5-9105D37A0B0A}"/>
              </a:ext>
            </a:extLst>
          </p:cNvPr>
          <p:cNvGrpSpPr>
            <a:grpSpLocks/>
          </p:cNvGrpSpPr>
          <p:nvPr/>
        </p:nvGrpSpPr>
        <p:grpSpPr bwMode="auto">
          <a:xfrm>
            <a:off x="3419475" y="765175"/>
            <a:ext cx="3252788" cy="503238"/>
            <a:chOff x="3419872" y="764704"/>
            <a:chExt cx="3251881" cy="504056"/>
          </a:xfrm>
        </p:grpSpPr>
        <p:sp>
          <p:nvSpPr>
            <p:cNvPr id="25648" name="矩形 44">
              <a:extLst>
                <a:ext uri="{FF2B5EF4-FFF2-40B4-BE49-F238E27FC236}">
                  <a16:creationId xmlns:a16="http://schemas.microsoft.com/office/drawing/2014/main" id="{55C7CA67-E108-4B5F-997F-84BD88733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872" y="764704"/>
              <a:ext cx="18085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 得基础解系</a:t>
              </a:r>
              <a:endParaRPr lang="zh-CN" altLang="en-US" sz="2400"/>
            </a:p>
          </p:txBody>
        </p:sp>
        <p:graphicFrame>
          <p:nvGraphicFramePr>
            <p:cNvPr id="25607" name="Object 14">
              <a:extLst>
                <a:ext uri="{FF2B5EF4-FFF2-40B4-BE49-F238E27FC236}">
                  <a16:creationId xmlns:a16="http://schemas.microsoft.com/office/drawing/2014/main" id="{D5393548-E2E5-4B6D-AD45-38286EC49B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0072" y="836712"/>
            <a:ext cx="1451681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31" name="Equation" r:id="rId5" imgW="799753" imgH="241195" progId="Equation.DSMT4">
                    <p:embed/>
                  </p:oleObj>
                </mc:Choice>
                <mc:Fallback>
                  <p:oleObj name="Equation" r:id="rId5" imgW="799753" imgH="241195" progId="Equation.DSMT4">
                    <p:embed/>
                    <p:pic>
                      <p:nvPicPr>
                        <p:cNvPr id="25607" name="Object 14">
                          <a:extLst>
                            <a:ext uri="{FF2B5EF4-FFF2-40B4-BE49-F238E27FC236}">
                              <a16:creationId xmlns:a16="http://schemas.microsoft.com/office/drawing/2014/main" id="{D5393548-E2E5-4B6D-AD45-38286EC49B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0072" y="836712"/>
                          <a:ext cx="1451681" cy="432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33" name="Rectangle 17">
            <a:extLst>
              <a:ext uri="{FF2B5EF4-FFF2-40B4-BE49-F238E27FC236}">
                <a16:creationId xmlns:a16="http://schemas.microsoft.com/office/drawing/2014/main" id="{6DB78F87-171F-4130-B633-0384766B0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组合 64">
            <a:extLst>
              <a:ext uri="{FF2B5EF4-FFF2-40B4-BE49-F238E27FC236}">
                <a16:creationId xmlns:a16="http://schemas.microsoft.com/office/drawing/2014/main" id="{48238AF3-CA27-4B7F-9821-DB3D29C53A57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341438"/>
            <a:ext cx="2586037" cy="460375"/>
            <a:chOff x="467544" y="1340768"/>
            <a:chExt cx="2586527" cy="461665"/>
          </a:xfrm>
        </p:grpSpPr>
        <p:sp>
          <p:nvSpPr>
            <p:cNvPr id="25647" name="矩形 47">
              <a:extLst>
                <a:ext uri="{FF2B5EF4-FFF2-40B4-BE49-F238E27FC236}">
                  <a16:creationId xmlns:a16="http://schemas.microsoft.com/office/drawing/2014/main" id="{2D8D644C-585A-4154-9EF1-0EDF46AB2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44" y="1340768"/>
              <a:ext cx="1107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单位化</a:t>
              </a:r>
              <a:endParaRPr lang="zh-CN" altLang="en-US" sz="2400"/>
            </a:p>
          </p:txBody>
        </p:sp>
        <p:graphicFrame>
          <p:nvGraphicFramePr>
            <p:cNvPr id="25606" name="Object 16">
              <a:extLst>
                <a:ext uri="{FF2B5EF4-FFF2-40B4-BE49-F238E27FC236}">
                  <a16:creationId xmlns:a16="http://schemas.microsoft.com/office/drawing/2014/main" id="{2DB0B8B0-5C27-407F-8A35-32471A64EB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9672" y="1340768"/>
            <a:ext cx="1434399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32" name="Equation" r:id="rId7" imgW="787400" imgH="241300" progId="Equation.DSMT4">
                    <p:embed/>
                  </p:oleObj>
                </mc:Choice>
                <mc:Fallback>
                  <p:oleObj name="Equation" r:id="rId7" imgW="787400" imgH="241300" progId="Equation.DSMT4">
                    <p:embed/>
                    <p:pic>
                      <p:nvPicPr>
                        <p:cNvPr id="25606" name="Object 16">
                          <a:extLst>
                            <a:ext uri="{FF2B5EF4-FFF2-40B4-BE49-F238E27FC236}">
                              <a16:creationId xmlns:a16="http://schemas.microsoft.com/office/drawing/2014/main" id="{2DB0B8B0-5C27-407F-8A35-32471A64EB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672" y="1340768"/>
                          <a:ext cx="1434399" cy="432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35" name="Rectangle 19">
            <a:extLst>
              <a:ext uri="{FF2B5EF4-FFF2-40B4-BE49-F238E27FC236}">
                <a16:creationId xmlns:a16="http://schemas.microsoft.com/office/drawing/2014/main" id="{7A1414DF-AF6E-429B-A4CE-DAB047071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组合 65">
            <a:extLst>
              <a:ext uri="{FF2B5EF4-FFF2-40B4-BE49-F238E27FC236}">
                <a16:creationId xmlns:a16="http://schemas.microsoft.com/office/drawing/2014/main" id="{1387E527-E110-4F3D-A37A-C42DFC79F02F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916113"/>
            <a:ext cx="3017838" cy="461962"/>
            <a:chOff x="323528" y="1916832"/>
            <a:chExt cx="3017478" cy="461665"/>
          </a:xfrm>
        </p:grpSpPr>
        <p:sp>
          <p:nvSpPr>
            <p:cNvPr id="25646" name="矩形 50">
              <a:extLst>
                <a:ext uri="{FF2B5EF4-FFF2-40B4-BE49-F238E27FC236}">
                  <a16:creationId xmlns:a16="http://schemas.microsoft.com/office/drawing/2014/main" id="{236C9F6D-3F9A-479A-A8E6-430D49074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28" y="1916832"/>
              <a:ext cx="15007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 解方程组</a:t>
              </a:r>
              <a:endParaRPr lang="zh-CN" altLang="en-US" sz="2400"/>
            </a:p>
          </p:txBody>
        </p:sp>
        <p:graphicFrame>
          <p:nvGraphicFramePr>
            <p:cNvPr id="25605" name="Object 18">
              <a:extLst>
                <a:ext uri="{FF2B5EF4-FFF2-40B4-BE49-F238E27FC236}">
                  <a16:creationId xmlns:a16="http://schemas.microsoft.com/office/drawing/2014/main" id="{46595733-F11B-4A17-BE7B-920A1799C5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3688" y="1988840"/>
            <a:ext cx="1577318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33" name="Equation" r:id="rId9" imgW="876300" imgH="203200" progId="Equation.DSMT4">
                    <p:embed/>
                  </p:oleObj>
                </mc:Choice>
                <mc:Fallback>
                  <p:oleObj name="Equation" r:id="rId9" imgW="876300" imgH="203200" progId="Equation.DSMT4">
                    <p:embed/>
                    <p:pic>
                      <p:nvPicPr>
                        <p:cNvPr id="25605" name="Object 18">
                          <a:extLst>
                            <a:ext uri="{FF2B5EF4-FFF2-40B4-BE49-F238E27FC236}">
                              <a16:creationId xmlns:a16="http://schemas.microsoft.com/office/drawing/2014/main" id="{46595733-F11B-4A17-BE7B-920A1799C5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1988840"/>
                          <a:ext cx="1577318" cy="360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37" name="Rectangle 21">
            <a:extLst>
              <a:ext uri="{FF2B5EF4-FFF2-40B4-BE49-F238E27FC236}">
                <a16:creationId xmlns:a16="http://schemas.microsoft.com/office/drawing/2014/main" id="{3E3E1FF2-3E06-4979-AE09-29FA8F1E9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组合 66">
            <a:extLst>
              <a:ext uri="{FF2B5EF4-FFF2-40B4-BE49-F238E27FC236}">
                <a16:creationId xmlns:a16="http://schemas.microsoft.com/office/drawing/2014/main" id="{BB5C325A-8E6E-4645-BA4F-C09CC80F8A24}"/>
              </a:ext>
            </a:extLst>
          </p:cNvPr>
          <p:cNvGrpSpPr>
            <a:grpSpLocks/>
          </p:cNvGrpSpPr>
          <p:nvPr/>
        </p:nvGrpSpPr>
        <p:grpSpPr bwMode="auto">
          <a:xfrm>
            <a:off x="3419475" y="1916113"/>
            <a:ext cx="3130550" cy="504825"/>
            <a:chOff x="3419872" y="1916832"/>
            <a:chExt cx="3130908" cy="504056"/>
          </a:xfrm>
        </p:grpSpPr>
        <p:sp>
          <p:nvSpPr>
            <p:cNvPr id="25645" name="矩形 53">
              <a:extLst>
                <a:ext uri="{FF2B5EF4-FFF2-40B4-BE49-F238E27FC236}">
                  <a16:creationId xmlns:a16="http://schemas.microsoft.com/office/drawing/2014/main" id="{DD8F35C9-5D4B-44A2-BF32-C1EE7090E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872" y="1916832"/>
              <a:ext cx="17235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得基础解系</a:t>
              </a:r>
              <a:endParaRPr lang="zh-CN" altLang="en-US" sz="2400"/>
            </a:p>
          </p:txBody>
        </p:sp>
        <p:graphicFrame>
          <p:nvGraphicFramePr>
            <p:cNvPr id="25604" name="Object 20">
              <a:extLst>
                <a:ext uri="{FF2B5EF4-FFF2-40B4-BE49-F238E27FC236}">
                  <a16:creationId xmlns:a16="http://schemas.microsoft.com/office/drawing/2014/main" id="{E75199C4-3C47-497E-B5F0-4DD4971443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0072" y="1988840"/>
            <a:ext cx="1330708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34" name="Equation" r:id="rId11" imgW="736600" imgH="241300" progId="Equation.DSMT4">
                    <p:embed/>
                  </p:oleObj>
                </mc:Choice>
                <mc:Fallback>
                  <p:oleObj name="Equation" r:id="rId11" imgW="736600" imgH="241300" progId="Equation.DSMT4">
                    <p:embed/>
                    <p:pic>
                      <p:nvPicPr>
                        <p:cNvPr id="25604" name="Object 20">
                          <a:extLst>
                            <a:ext uri="{FF2B5EF4-FFF2-40B4-BE49-F238E27FC236}">
                              <a16:creationId xmlns:a16="http://schemas.microsoft.com/office/drawing/2014/main" id="{E75199C4-3C47-497E-B5F0-4DD4971443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0072" y="1988840"/>
                          <a:ext cx="1330708" cy="432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39" name="Rectangle 23">
            <a:extLst>
              <a:ext uri="{FF2B5EF4-FFF2-40B4-BE49-F238E27FC236}">
                <a16:creationId xmlns:a16="http://schemas.microsoft.com/office/drawing/2014/main" id="{2C8372A7-8598-4F77-8BAC-3B4DA3F5E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" name="组合 67">
            <a:extLst>
              <a:ext uri="{FF2B5EF4-FFF2-40B4-BE49-F238E27FC236}">
                <a16:creationId xmlns:a16="http://schemas.microsoft.com/office/drawing/2014/main" id="{D9C22046-2F9C-4D7B-BE8A-3E41F4708446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349500"/>
            <a:ext cx="3073400" cy="719138"/>
            <a:chOff x="539552" y="2348880"/>
            <a:chExt cx="3073432" cy="720080"/>
          </a:xfrm>
        </p:grpSpPr>
        <p:sp>
          <p:nvSpPr>
            <p:cNvPr id="25644" name="矩形 56">
              <a:extLst>
                <a:ext uri="{FF2B5EF4-FFF2-40B4-BE49-F238E27FC236}">
                  <a16:creationId xmlns:a16="http://schemas.microsoft.com/office/drawing/2014/main" id="{ED1778D6-E49C-48EB-91D8-6883B4692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2492896"/>
              <a:ext cx="11079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单位化</a:t>
              </a:r>
              <a:endParaRPr lang="zh-CN" altLang="en-US" sz="2400"/>
            </a:p>
          </p:txBody>
        </p:sp>
        <p:graphicFrame>
          <p:nvGraphicFramePr>
            <p:cNvPr id="25603" name="Object 22">
              <a:extLst>
                <a:ext uri="{FF2B5EF4-FFF2-40B4-BE49-F238E27FC236}">
                  <a16:creationId xmlns:a16="http://schemas.microsoft.com/office/drawing/2014/main" id="{0F53AC43-EF22-4E8A-8A98-37A8404FB8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3688" y="2348880"/>
            <a:ext cx="1849296" cy="720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35" name="Equation" r:id="rId13" imgW="1079500" imgH="419100" progId="Equation.DSMT4">
                    <p:embed/>
                  </p:oleObj>
                </mc:Choice>
                <mc:Fallback>
                  <p:oleObj name="Equation" r:id="rId13" imgW="1079500" imgH="419100" progId="Equation.DSMT4">
                    <p:embed/>
                    <p:pic>
                      <p:nvPicPr>
                        <p:cNvPr id="25603" name="Object 22">
                          <a:extLst>
                            <a:ext uri="{FF2B5EF4-FFF2-40B4-BE49-F238E27FC236}">
                              <a16:creationId xmlns:a16="http://schemas.microsoft.com/office/drawing/2014/main" id="{0F53AC43-EF22-4E8A-8A98-37A8404FB8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2348880"/>
                          <a:ext cx="1849296" cy="7200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41" name="Rectangle 25">
            <a:extLst>
              <a:ext uri="{FF2B5EF4-FFF2-40B4-BE49-F238E27FC236}">
                <a16:creationId xmlns:a16="http://schemas.microsoft.com/office/drawing/2014/main" id="{E6AC154D-F108-4BDD-A47E-2C119CD87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8" name="组合 68">
            <a:extLst>
              <a:ext uri="{FF2B5EF4-FFF2-40B4-BE49-F238E27FC236}">
                <a16:creationId xmlns:a16="http://schemas.microsoft.com/office/drawing/2014/main" id="{936913DB-FE8F-4C41-8D77-AD547152DA0E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213100"/>
            <a:ext cx="4037012" cy="2087563"/>
            <a:chOff x="467544" y="3212976"/>
            <a:chExt cx="4037111" cy="2088232"/>
          </a:xfrm>
        </p:grpSpPr>
        <p:sp>
          <p:nvSpPr>
            <p:cNvPr id="25643" name="矩形 59">
              <a:extLst>
                <a:ext uri="{FF2B5EF4-FFF2-40B4-BE49-F238E27FC236}">
                  <a16:creationId xmlns:a16="http://schemas.microsoft.com/office/drawing/2014/main" id="{5984ACB1-199B-428F-B3B1-BB133D630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44" y="3284984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所以</a:t>
              </a:r>
              <a:endParaRPr lang="zh-CN" altLang="en-US" sz="2400"/>
            </a:p>
          </p:txBody>
        </p:sp>
        <p:graphicFrame>
          <p:nvGraphicFramePr>
            <p:cNvPr id="25602" name="Object 24">
              <a:extLst>
                <a:ext uri="{FF2B5EF4-FFF2-40B4-BE49-F238E27FC236}">
                  <a16:creationId xmlns:a16="http://schemas.microsoft.com/office/drawing/2014/main" id="{7C40F4E8-1181-45CF-B799-1057BE1629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59632" y="3212976"/>
            <a:ext cx="3245023" cy="2088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36" name="Equation" r:id="rId15" imgW="2057400" imgH="1320800" progId="Equation.DSMT4">
                    <p:embed/>
                  </p:oleObj>
                </mc:Choice>
                <mc:Fallback>
                  <p:oleObj name="Equation" r:id="rId15" imgW="2057400" imgH="1320800" progId="Equation.DSMT4">
                    <p:embed/>
                    <p:pic>
                      <p:nvPicPr>
                        <p:cNvPr id="25602" name="Object 24">
                          <a:extLst>
                            <a:ext uri="{FF2B5EF4-FFF2-40B4-BE49-F238E27FC236}">
                              <a16:creationId xmlns:a16="http://schemas.microsoft.com/office/drawing/2014/main" id="{7C40F4E8-1181-45CF-B799-1057BE1629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9632" y="3212976"/>
                          <a:ext cx="3245023" cy="2088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1">
            <a:extLst>
              <a:ext uri="{FF2B5EF4-FFF2-40B4-BE49-F238E27FC236}">
                <a16:creationId xmlns:a16="http://schemas.microsoft.com/office/drawing/2014/main" id="{EACEB518-898B-464D-B91E-465F1442C92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8A8716-9FD6-47AC-BE3C-43250A48F030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0723" name="页脚占位符 2">
            <a:extLst>
              <a:ext uri="{FF2B5EF4-FFF2-40B4-BE49-F238E27FC236}">
                <a16:creationId xmlns:a16="http://schemas.microsoft.com/office/drawing/2014/main" id="{CDACE0C5-DD1C-4CCF-B337-E534B28C0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351923B3-678C-46A9-A923-B383C189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A7AAB6-3373-4969-9C4C-1352CB2F8B53}" type="slidenum">
              <a:rPr lang="en-US" altLang="zh-CN"/>
              <a:pPr eaLnBrk="1" hangingPunct="1"/>
              <a:t>79</a:t>
            </a:fld>
            <a:endParaRPr lang="en-US" altLang="zh-CN"/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3C170711-9C34-4F83-BFFF-2C9CDD098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》2013-2014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30726" name="Rectangle 4">
            <a:extLst>
              <a:ext uri="{FF2B5EF4-FFF2-40B4-BE49-F238E27FC236}">
                <a16:creationId xmlns:a16="http://schemas.microsoft.com/office/drawing/2014/main" id="{82B66CF0-4759-4F94-AEB5-C3C688F44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0727" name="Rectangle 16">
            <a:extLst>
              <a:ext uri="{FF2B5EF4-FFF2-40B4-BE49-F238E27FC236}">
                <a16:creationId xmlns:a16="http://schemas.microsoft.com/office/drawing/2014/main" id="{B08A0281-A467-4B23-ACC3-724E0DCB1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28" name="Rectangle 21">
            <a:extLst>
              <a:ext uri="{FF2B5EF4-FFF2-40B4-BE49-F238E27FC236}">
                <a16:creationId xmlns:a16="http://schemas.microsoft.com/office/drawing/2014/main" id="{9EAA45E2-2791-42C3-B4C2-45C63D152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29" name="Rectangle 23">
            <a:extLst>
              <a:ext uri="{FF2B5EF4-FFF2-40B4-BE49-F238E27FC236}">
                <a16:creationId xmlns:a16="http://schemas.microsoft.com/office/drawing/2014/main" id="{24508689-BDE6-422B-8083-A969CCC1E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0" name="Rectangle 25">
            <a:extLst>
              <a:ext uri="{FF2B5EF4-FFF2-40B4-BE49-F238E27FC236}">
                <a16:creationId xmlns:a16="http://schemas.microsoft.com/office/drawing/2014/main" id="{100347CB-EF19-4772-980E-1CECA66EB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1" name="Rectangle 27">
            <a:extLst>
              <a:ext uri="{FF2B5EF4-FFF2-40B4-BE49-F238E27FC236}">
                <a16:creationId xmlns:a16="http://schemas.microsoft.com/office/drawing/2014/main" id="{6975F2C7-EA03-49C8-BC95-5E9F91C21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2" name="Rectangle 8">
            <a:extLst>
              <a:ext uri="{FF2B5EF4-FFF2-40B4-BE49-F238E27FC236}">
                <a16:creationId xmlns:a16="http://schemas.microsoft.com/office/drawing/2014/main" id="{F67C03DD-3308-4327-A527-329B90628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3" name="Rectangle 10">
            <a:extLst>
              <a:ext uri="{FF2B5EF4-FFF2-40B4-BE49-F238E27FC236}">
                <a16:creationId xmlns:a16="http://schemas.microsoft.com/office/drawing/2014/main" id="{1C8B6CF2-4116-412D-90F1-8FDAD40C4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4" name="Rectangle 12">
            <a:extLst>
              <a:ext uri="{FF2B5EF4-FFF2-40B4-BE49-F238E27FC236}">
                <a16:creationId xmlns:a16="http://schemas.microsoft.com/office/drawing/2014/main" id="{EA69805D-4F10-4089-9E6B-8D01244CC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5" name="Rectangle 14">
            <a:extLst>
              <a:ext uri="{FF2B5EF4-FFF2-40B4-BE49-F238E27FC236}">
                <a16:creationId xmlns:a16="http://schemas.microsoft.com/office/drawing/2014/main" id="{822A3933-7698-4226-B882-A5A26D0D3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6" name="Rectangle 16">
            <a:extLst>
              <a:ext uri="{FF2B5EF4-FFF2-40B4-BE49-F238E27FC236}">
                <a16:creationId xmlns:a16="http://schemas.microsoft.com/office/drawing/2014/main" id="{F528EE8F-5F10-4D7F-96B3-036584A8C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7" name="Rectangle 18">
            <a:extLst>
              <a:ext uri="{FF2B5EF4-FFF2-40B4-BE49-F238E27FC236}">
                <a16:creationId xmlns:a16="http://schemas.microsoft.com/office/drawing/2014/main" id="{1EEE5151-3154-4516-97E4-EAFFA59F7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8" name="Rectangle 20">
            <a:extLst>
              <a:ext uri="{FF2B5EF4-FFF2-40B4-BE49-F238E27FC236}">
                <a16:creationId xmlns:a16="http://schemas.microsoft.com/office/drawing/2014/main" id="{4EF26C8B-D919-4A49-A694-CB368DE9E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9" name="Rectangle 22">
            <a:extLst>
              <a:ext uri="{FF2B5EF4-FFF2-40B4-BE49-F238E27FC236}">
                <a16:creationId xmlns:a16="http://schemas.microsoft.com/office/drawing/2014/main" id="{8376A0DA-B1CB-4E89-88DC-441626999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40" name="Rectangle 24">
            <a:extLst>
              <a:ext uri="{FF2B5EF4-FFF2-40B4-BE49-F238E27FC236}">
                <a16:creationId xmlns:a16="http://schemas.microsoft.com/office/drawing/2014/main" id="{B15F552B-3562-4D06-AF9C-204ECBE3A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41" name="Rectangle 26">
            <a:extLst>
              <a:ext uri="{FF2B5EF4-FFF2-40B4-BE49-F238E27FC236}">
                <a16:creationId xmlns:a16="http://schemas.microsoft.com/office/drawing/2014/main" id="{EE6234A8-8918-4293-9331-6E52BE250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42" name="Rectangle 13">
            <a:extLst>
              <a:ext uri="{FF2B5EF4-FFF2-40B4-BE49-F238E27FC236}">
                <a16:creationId xmlns:a16="http://schemas.microsoft.com/office/drawing/2014/main" id="{90DCDCA0-82C7-4CA3-8179-8ABA49861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43" name="Rectangle 15">
            <a:extLst>
              <a:ext uri="{FF2B5EF4-FFF2-40B4-BE49-F238E27FC236}">
                <a16:creationId xmlns:a16="http://schemas.microsoft.com/office/drawing/2014/main" id="{65B613AE-DA52-41B9-A94C-8453F9E7C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44" name="Rectangle 17">
            <a:extLst>
              <a:ext uri="{FF2B5EF4-FFF2-40B4-BE49-F238E27FC236}">
                <a16:creationId xmlns:a16="http://schemas.microsoft.com/office/drawing/2014/main" id="{C2232005-76A2-451E-A1BF-560C3CCE4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45" name="Rectangle 19">
            <a:extLst>
              <a:ext uri="{FF2B5EF4-FFF2-40B4-BE49-F238E27FC236}">
                <a16:creationId xmlns:a16="http://schemas.microsoft.com/office/drawing/2014/main" id="{3BBD11DF-77C3-43EE-B2D0-BE1895545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46" name="Rectangle 21">
            <a:extLst>
              <a:ext uri="{FF2B5EF4-FFF2-40B4-BE49-F238E27FC236}">
                <a16:creationId xmlns:a16="http://schemas.microsoft.com/office/drawing/2014/main" id="{D9FFBD46-E1F9-4F14-B3A4-B6BF4FC8C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47" name="Rectangle 23">
            <a:extLst>
              <a:ext uri="{FF2B5EF4-FFF2-40B4-BE49-F238E27FC236}">
                <a16:creationId xmlns:a16="http://schemas.microsoft.com/office/drawing/2014/main" id="{25DF0D57-F460-43D4-8846-B9CBAD6F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48" name="Rectangle 25">
            <a:extLst>
              <a:ext uri="{FF2B5EF4-FFF2-40B4-BE49-F238E27FC236}">
                <a16:creationId xmlns:a16="http://schemas.microsoft.com/office/drawing/2014/main" id="{32A7EAE5-70E2-47AE-9159-7660D60B8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49" name="矩形 49">
            <a:extLst>
              <a:ext uri="{FF2B5EF4-FFF2-40B4-BE49-F238E27FC236}">
                <a16:creationId xmlns:a16="http://schemas.microsoft.com/office/drawing/2014/main" id="{3311160F-AEDE-4323-AD0D-91DC95E1C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836613"/>
            <a:ext cx="22018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4</a:t>
            </a:r>
            <a:r>
              <a:rPr lang="zh-CN" altLang="zh-CN" sz="2400"/>
              <a:t>．设有二次型</a:t>
            </a:r>
            <a:endParaRPr lang="zh-CN" altLang="en-US" sz="2400"/>
          </a:p>
        </p:txBody>
      </p:sp>
      <p:pic>
        <p:nvPicPr>
          <p:cNvPr id="30750" name="Picture 9">
            <a:extLst>
              <a:ext uri="{FF2B5EF4-FFF2-40B4-BE49-F238E27FC236}">
                <a16:creationId xmlns:a16="http://schemas.microsoft.com/office/drawing/2014/main" id="{4B92B887-9A39-4274-9FDE-055C87923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765175"/>
            <a:ext cx="345598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1" name="矩形 51">
            <a:extLst>
              <a:ext uri="{FF2B5EF4-FFF2-40B4-BE49-F238E27FC236}">
                <a16:creationId xmlns:a16="http://schemas.microsoft.com/office/drawing/2014/main" id="{BA5E60AD-7840-4C94-AB5E-5D9CBD6B2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341438"/>
            <a:ext cx="492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则</a:t>
            </a:r>
            <a:endParaRPr lang="zh-CN" altLang="en-US" sz="2400"/>
          </a:p>
        </p:txBody>
      </p:sp>
      <p:pic>
        <p:nvPicPr>
          <p:cNvPr id="30752" name="Picture 10">
            <a:extLst>
              <a:ext uri="{FF2B5EF4-FFF2-40B4-BE49-F238E27FC236}">
                <a16:creationId xmlns:a16="http://schemas.microsoft.com/office/drawing/2014/main" id="{C84F3888-CD38-4CF7-82B6-6C0644814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341438"/>
            <a:ext cx="18605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3" name="矩形 54">
            <a:extLst>
              <a:ext uri="{FF2B5EF4-FFF2-40B4-BE49-F238E27FC236}">
                <a16:creationId xmlns:a16="http://schemas.microsoft.com/office/drawing/2014/main" id="{5E2CD342-6611-4109-8DAE-F0CFB831C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1341438"/>
            <a:ext cx="12239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（</a:t>
            </a:r>
            <a:r>
              <a:rPr lang="en-US" altLang="zh-CN" sz="2400"/>
              <a:t>     </a:t>
            </a:r>
            <a:r>
              <a:rPr lang="zh-CN" altLang="zh-CN" sz="2400"/>
              <a:t>）</a:t>
            </a:r>
            <a:endParaRPr lang="zh-CN" altLang="en-US" sz="2400"/>
          </a:p>
        </p:txBody>
      </p:sp>
      <p:sp>
        <p:nvSpPr>
          <p:cNvPr id="30754" name="Rectangle 12">
            <a:extLst>
              <a:ext uri="{FF2B5EF4-FFF2-40B4-BE49-F238E27FC236}">
                <a16:creationId xmlns:a16="http://schemas.microsoft.com/office/drawing/2014/main" id="{C6E0E120-C93D-42F0-BC45-78F31A3D9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916113"/>
            <a:ext cx="59547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．正定		       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．负定		   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．不定		     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．半正定</a:t>
            </a:r>
            <a:endParaRPr lang="zh-CN" altLang="en-US" sz="240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B9BF692-D617-4BB1-A096-0E3C86379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213100"/>
            <a:ext cx="1520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答案：</a:t>
            </a:r>
            <a:r>
              <a:rPr lang="en-US" altLang="zh-CN" sz="2800"/>
              <a:t>C</a:t>
            </a:r>
            <a:endParaRPr lang="zh-CN" altLang="en-US" sz="2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539552" y="62068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六、作业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475656" y="1844824"/>
            <a:ext cx="5122912" cy="2620888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P136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5.2  1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P141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5.4  3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76851" y="2556694"/>
            <a:ext cx="3204430" cy="4278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3455</Words>
  <Application>Microsoft Office PowerPoint</Application>
  <PresentationFormat>全屏显示(4:3)</PresentationFormat>
  <Paragraphs>624</Paragraphs>
  <Slides>80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80</vt:i4>
      </vt:variant>
    </vt:vector>
  </HeadingPairs>
  <TitlesOfParts>
    <vt:vector size="96" baseType="lpstr">
      <vt:lpstr>仿宋_GB2312</vt:lpstr>
      <vt:lpstr>黑体</vt:lpstr>
      <vt:lpstr>楷体_GB2312</vt:lpstr>
      <vt:lpstr>宋体</vt:lpstr>
      <vt:lpstr>微软雅黑</vt:lpstr>
      <vt:lpstr>Arial</vt:lpstr>
      <vt:lpstr>Calibri</vt:lpstr>
      <vt:lpstr>Comic Sans MS</vt:lpstr>
      <vt:lpstr>Symbol</vt:lpstr>
      <vt:lpstr>Times New Roman</vt:lpstr>
      <vt:lpstr>Verdana</vt:lpstr>
      <vt:lpstr>Wingdings</vt:lpstr>
      <vt:lpstr>1_Office 主题</vt:lpstr>
      <vt:lpstr>Equation</vt:lpstr>
      <vt:lpstr>MathType 5.0 Equation</vt:lpstr>
      <vt:lpstr>Microsoft Equation 3.0</vt:lpstr>
      <vt:lpstr>第三十一讲  二次型及其应用</vt:lpstr>
      <vt:lpstr>一、二次型及其矩阵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二、二次型的标准型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例题4.22证明:</vt:lpstr>
      <vt:lpstr>例题4.22证明: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六、作业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特征值与特征向量</dc:title>
  <dc:creator>Administrator</dc:creator>
  <cp:lastModifiedBy>Administrator</cp:lastModifiedBy>
  <cp:revision>111</cp:revision>
  <dcterms:created xsi:type="dcterms:W3CDTF">2020-12-08T11:04:00Z</dcterms:created>
  <dcterms:modified xsi:type="dcterms:W3CDTF">2025-02-28T15:04:37Z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